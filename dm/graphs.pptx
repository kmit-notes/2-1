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2" r:id="rId2"/>
    <p:sldId id="313" r:id="rId3"/>
    <p:sldId id="314" r:id="rId4"/>
    <p:sldId id="315" r:id="rId5"/>
    <p:sldId id="316" r:id="rId6"/>
    <p:sldId id="317" r:id="rId7"/>
    <p:sldId id="265" r:id="rId8"/>
    <p:sldId id="266" r:id="rId9"/>
    <p:sldId id="267" r:id="rId10"/>
    <p:sldId id="268" r:id="rId11"/>
    <p:sldId id="280" r:id="rId12"/>
    <p:sldId id="281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7" r:id="rId21"/>
    <p:sldId id="278" r:id="rId22"/>
    <p:sldId id="279" r:id="rId23"/>
    <p:sldId id="318" r:id="rId24"/>
    <p:sldId id="282" r:id="rId25"/>
    <p:sldId id="283" r:id="rId26"/>
    <p:sldId id="284" r:id="rId27"/>
    <p:sldId id="321" r:id="rId28"/>
    <p:sldId id="322" r:id="rId29"/>
    <p:sldId id="320" r:id="rId30"/>
    <p:sldId id="325" r:id="rId31"/>
    <p:sldId id="331" r:id="rId32"/>
    <p:sldId id="332" r:id="rId33"/>
    <p:sldId id="333" r:id="rId34"/>
    <p:sldId id="334" r:id="rId35"/>
    <p:sldId id="336" r:id="rId36"/>
    <p:sldId id="337" r:id="rId37"/>
    <p:sldId id="351" r:id="rId38"/>
    <p:sldId id="286" r:id="rId39"/>
    <p:sldId id="292" r:id="rId40"/>
    <p:sldId id="294" r:id="rId41"/>
    <p:sldId id="298" r:id="rId42"/>
    <p:sldId id="257" r:id="rId43"/>
    <p:sldId id="258" r:id="rId44"/>
    <p:sldId id="259" r:id="rId45"/>
    <p:sldId id="260" r:id="rId46"/>
    <p:sldId id="261" r:id="rId47"/>
    <p:sldId id="262" r:id="rId48"/>
    <p:sldId id="263" r:id="rId49"/>
    <p:sldId id="352" r:id="rId50"/>
    <p:sldId id="353" r:id="rId51"/>
    <p:sldId id="354" r:id="rId52"/>
    <p:sldId id="355" r:id="rId53"/>
    <p:sldId id="356" r:id="rId54"/>
    <p:sldId id="357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image" Target="../media/image30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3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58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9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6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7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4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7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6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7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88.e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6.emf"/><Relationship Id="rId1" Type="http://schemas.openxmlformats.org/officeDocument/2006/relationships/image" Target="../media/image195.e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8.emf"/><Relationship Id="rId1" Type="http://schemas.openxmlformats.org/officeDocument/2006/relationships/image" Target="../media/image197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9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4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8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9.emf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07:06:59.796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377-119 285 0,'-4'-3'256'15,"4"0"-41"-15,0 0-31 0,0 1-22 0,0 2-16 16,0-1-20-16,0-1-26 0,1 2-24 16,-2 0 13-16,1 2-27 0,0 1 1 0,0 0-32 15,0 2 13-15,0-1 6 0,0 4 9 0,-1 0-14 16,2 2-27-16,-1-1-2 0,0 5 1 15,0 0 32-15,0 2-17 0,0-4 21 0,0 0-22 16,0-3-8-16,0 3-10 0,0-3 15 0,0 0-17 16,0-9 4-16,0 10-13 0,0-1 21 15,0-9-12-15,0 8 30 0,0-8-1 16,-8 19 35-16,8-17-19 0,-3 2 4 0,-1-4-2 16,2-1-10-16,0-2 2 0,-1-2 4 0,1-2-20 15,-2-13-18-15,1-2-1 0,-1-3 3 0,4-1 4 16,0 14-2-16,0-7-16 0,0-2-2 15,16-26 2-15,-14 25 4 0,0 1 0 0,5 0-7 16,-3 3-5-16,4-1 15 0,-5 7 9 16,2 2-22-16,1 0 12 0,-3 2-1 0,-1 3-16 15,2 3 12-15,-1-2-1 0,-1 0-17 0,1 3 18 16,2 1-6-16,-1-1 7 0,-4 1-5 0,0 0-12 16,9 0 7-16,-9 0 6 0,31 15-13 15,-15-5 5-15,-1 0 14 0,-2 0-3 0,1 2-1 16,-1 4-18-16,0-3 20 0,-1 1-6 0,-1 1 6 15,-3 0-9-15,0 2 8 0,1-1-3 16,-1 1-2-16,-5-3-13 0,5 1 10 0,-1-2 6 16,-2-3-1-16,0 9-4 0,5-1 9 15,-5-5-5-15,3 3-5 0,-4-4-14 0,3-2 21 16,-2 0-2-16,-4-5 7 0,2 4-6 0,0-3-12 16,1-2 21-16,-4 0-19 0,3 0 13 15,-2 0-3-15,-1-3-3 0,3 3-5 0,-2 0-7 16,0-4-18-16,-1 0-18 0,0 0-26 15,0 0-13-15,0 0 8 0,-6 0-78 0,3-3-73 16,-1-2-86-16,1 4-29 0,-1-3 8 0,1-1 44 16,1 0 13-16,2 0 9 0</inkml:trace>
  <inkml:trace contextRef="#ctx0" brushRef="#br0" timeOffset="293.268">464-13 269 0,'-4'0'214'16,"1"0"-37"-16,3-1-27 0,-2-1-11 15,2 2-26-15,2-3 20 0,-2 0-48 0,1 1 7 16,2 0-1-16,0 0-16 0,-1 1 16 0,2-1-32 15,-1 1 3-15,-1-2 6 0,5 1-41 16,-1 2 17-16,3-2-6 0,-2 1-26 0,0-2-3 16,2 3 17-16,-1-3-18 0,13 1 25 15,-7-2-44-15,-2 0-38 0,-3 4 5 0,0 0-114 16,-2 0-128-16,-7 0 23 0,0 0 18 0,3 0-68 16</inkml:trace>
  <inkml:trace contextRef="#ctx0" brushRef="#br0" timeOffset="-894.219">67 37 215 0,'0'0'262'0,"0"0"-71"0,0 0-17 0,0 0-11 16,0 0-22-16,0 0-25 0,0 0-26 0,0 0-10 16,0 0 2-16,0 0-12 0,0 0 16 15,0 0-6-15,0 0-36 0,0 0 30 0,0 0-17 16,0 0-2-16,0 0 3 0,0 0-28 0,0 4-1 16,1 0 6-16,-1-2-6 0,3 2 0 15,-3 1 4-15,4-2 8 0,0 1-30 0,-2 1 34 16,2-3-37-16,-1-2 11 0,5 4 2 15,-5-4 12-15,5 0-10 0,-4 0-8 0,4 0 2 16,-4-2 2-16,3-1-3 0,-7 3-16 0,0 0 23 16,15-7 0-16,-12 2-12 0,3 3 5 15,-5-3 3-15,3 2-9 0,-3-3-7 0,-1 2-7 16,0 2-3-16,-1-2 13 0,1-1 6 0,-4 1-8 16,-1-3 3-16,2 5 1 0,-2-3-4 0,-3 2 4 15,4 1-10-15,-3 1 1 0,3-1-3 16,-5 2 0-16,1 0 6 0,2 0 5 0,6 0-8 15,0 0 2-15,-13 0-2 0,1 0-4 16,4 0-10-16,8 0 16 0,-23 13 9 0,18-12-14 16,-2 2-10-16,2 2 1 0,0-1-4 0,0 1 11 15,0 0-2-15,2 1 3 0,3-1 7 16,-1 1-3-16,-3-2-5 0,4-4 12 0,0 0-2 16,0 0 6-16,0 0-3 0,0 9-17 15,0-9-10-15,0 0-2 0,0 0-8 0,17 8-3 16,-15-10-48-16,2-1 8 0,0 0-146 0,0 0-147 15,-1-3 23-15,-1 4 24 0,2 0 14 16,0-4 8-16</inkml:trace>
  <inkml:trace contextRef="#ctx0" brushRef="#br0" timeOffset="6123.206">2455 1262 470 0,'0'0'240'0,"0"0"-21"16,18 0-27-16,-18 0-30 0,0 0-27 0,0 0-17 15,0 0-34-15,0 0-48 0,32 23-3 16,-32-24-207-16,0-3-167 0,-2 0 20 0,0-3 46 16,-4-12-59-16</inkml:trace>
  <inkml:trace contextRef="#ctx0" brushRef="#br0" timeOffset="3350.156">3494 1312 411 0,'0'-2'209'0,"0"2"-59"15,0 0-9-15,0 0-10 0,0 0 2 16,0 0-18-16,0 0-22 0,0 0-4 0,0 0-12 16,0 0-5-16,0 0-34 0,0 0 31 15,-18-25-20-15,13 25 1 0,2 2-7 0,1-2 3 16,-5 0-32-16,5 2 19 0,-3 2-3 0,0-2 5 15,1-2-18-15,-4 6 9 0,-4 4-1 16,-3 1 4-16,2-1-3 0,-3 3-12 0,5 0-12 16,-1 1 25-16,1 1-17 0,-2-3-1 0,4-2 13 15,2 1-3-15,2-3-14 0,-2 1 20 16,5-2-27-16,-3-1 15 0,2 1-1 0,2 1-26 16,1-3 28-16,0 2-27 0,0-7 19 15,0 0-10-15,0 12 17 0,0-4-10 0,0-1 19 16,0-7-11-16,23 30-3 0,-16-18 6 0,7 0-11 15,0-2-2-15,-2-4-12 0,-1-2-1 16,1 0 35-16,-2-2-17 0,-10-2-8 0,21 0 8 16,-1 0 14-16,1 0-13 0,24-16 5 0,-24 13-22 15,1-2 2-15,-7 0 19 0,4 0-5 16,-7 1 8-16,0 0-13 0,-3 1 9 0,-2 0 16 16,-2-1-32-16,0 1 11 0,-3 3 1 0,4 0-14 15,-2-1 1-15,-2-1-14 0,1 1-62 16,-1 1 8-16,-2 0-91 0,0 0-158 0,0 0-45 15,0-2 30-15,-1 2 12 0,-4 0-32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07:07:01.171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58 68 439 0,'0'0'132'0,"0"16"21"0,0-16-33 15,0 0-13-15,0 0-40 0,0 0 35 16,0 0-42-16,0 0 32 0,0 15-52 0,0-15-7 15,0 0-2-15,0 0 6 0,0 0 6 0,0 0 12 16,27 21-25-16,-26-21 3 0,2 2 22 16,-1 1-31-16,1-3 28 0,-3 1-7 0,1-2 0 15,0 1 17-15,-1-3-23 0,0 0-6 0,-1 0 5 16,0-1 13-16,-3 0 3 0,0 0 17 16,3-1-17-16,-2 1-11 0,-2-1 2 0,-1-1 0 15,2 2-4-15,-1 1-2 0,-2 0-8 0,2 3 6 16,0-3-18-16,2 1 8 0,-5 2-12 15,5 0 1-15,3 0-2 0,0 0-21 0,0 0 15 16,0 0 3-16,-21 16-7 0,17-12-15 0,3 0 8 16,-1 1-1-16,1 1 12 0,1-2-12 0,-2 2 20 15,4-4-18-15,-4 0 1 0,0 0 1 16,2 4-20-16,2-5 19 0,-2 3 7 0,2-4 4 16,-2 1 7-16,3-1-5 0,-2 0 0 15,-1 0-7-15,3-3-6 0,2 0 11 0,-5-4-6 16,0 2-7-16,1-1 11 0,2-17-15 0,-3 15-44 15,0-3-16-15,0 1 8 0,0 1-113 0,0-4-47 16,0 2 19-16,0 2-189 0,0 9-7 16,-9-14 13-16,6 14 69 0</inkml:trace>
  <inkml:trace contextRef="#ctx0" brushRef="#br0" timeOffset="1062.637">396 402 340 0,'-4'-1'249'0,"1"1"-34"0,1-4-32 0,-2 2-6 16,3 2-12-16,-3-1-5 0,1 0-45 0,3 1-3 16,-4-1-3-16,4 1-21 0,-2-3-16 0,2 3 0 15,-3 0-5-15,3 0 3 0,-1 0-36 16,2 3-1-16,-1-1 10 0,3 3 4 0,-3 3-33 15,6 11 24-15,-1 3-13 0,-1 0-4 0,0 4 2 16,0-1-11-16,3 2 22 0,-1 1-22 16,0-4 14-16,-2 1-11 0,-1-1-2 0,-1-3-3 15,2-6 6-15,-1-3-6 0,-3-3-12 16,0-3 17-16,0 0-4 0,0-1 20 0,0-5 0 16,0 0-5-16,-4 3-8 0,1-5-1 0,1-4 4 15,-1 0 12-15,-6-18-20 0,2-5-4 16,1-5 8-16,1-1-2 0,-3-3-4 0,3 2 0 15,1 5 1-15,2-4-8 0,-1 7-20 16,3 14 1-16,0-2 17 0,0-3-17 0,0-5 4 16,0 7-9-16,16-13 7 0,-10 20-17 0,-1 4 4 15,10-6-19-15,-3 5 6 0,0 1 3 0,2-5-24 16,2 7 11-16,-3-1 8 0,-2 4-13 16,1-4 30-16,-3 5-9 0,-9 0 2 0,9 0-26 15,-9 0 32-15,10 0 7 0,6 14-5 16,-14-6-7-16,1 0-8 0,1 10 41 0,-4-10-7 15,0 5 14-15,0-1 7 0,0 3-5 0,-14 15-23 16,9-17 31-16,3-3 1 0,-2-2 6 16,2-1 11-16,-1-2-24 0,2-1 25 0,0 1 1 15,1-2-8-15,-4-1 0 0,2 2 12 0,0 0-6 16,2-2 4-16,-1 1-6 0,1 0-6 16,-2-3 2-16,2 3-26 0,-1-3 14 0,1 0-5 15,0 0 1-15,4 0 3 0,-2-2-13 0,4 1 2 16,-4-1-1-16,2 1-12 0,3-2 3 15,-2 2-8-15,1 0 5 0,1 1-6 0,2 1-12 16,-4-1 10-16,3 0 0 0,-8 0-2 16,11 0 20-16,16 16-20 0,-14-5 7 0,0 2-2 15,-1-1 0-15,-2 1-3 0,2 4 2 0,-3-2 4 16,2 3-1-16,-4-2-8 0,-2 2 8 16,3 0 5-16,-4 1 18 0,-4-2-33 0,0-17 34 15,0 12-16-15,0 1-1 0,0 5 21 0,-12 16 3 16,3-23 4-16,1 7 12 0,-3-4-1 15,-5 1-1-15,3-3 7 0,-5-4 10 0,4 2 8 16,-3-3 6-16,3-3-11 0,-7 0 21 16,10-1-35-16,-1-1-3 0,4 0 4 0,8-2-6 15,0 0-33-15,-11 0-23 0,-6-13-23 0,10 6-32 16,-4-3-73-16,3 4 12 0,4-3-229 16,0 3 25-16,3-3 26 0,-2 2-61 0,3 1 38 15,-1 1 17-15,1 5-54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07:07:08.092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15 1375 389 0,'0'0'160'16,"0"0"-20"-16,0 0 5 0,0 0-50 0,0 0 8 15,0 0 19-15,-17 0-8 0,17 0-6 0,0 0-31 16,0 0 12-16,0 0-32 0,0 0-2 16,0 0 12-16,0 0 3 0,0 0-8 0,0 0 6 15,0 0-17-15,0 0 15 0,0 0-32 16,0 0 20-16,0 0-6 0,0 0-12 0,0 0-12 15,0 0 0-15,0 0 1 0,0 0 11 0,0 0-4 16,0 0-16-16,0 0 20 0,0 0-8 16,0 0-12-16,0 0 5 0,0 0-4 0,0 0 0 15,0 0 4-15,0 0-17 0,0 0 2 16,0 0 5-16,0 0-7 0,0 0 6 0,0 0-1 16,0 0-13-16,0 0 11 0,0 0-13 15,0 0 19-15,0 0-8 0,0 0 2 0,0 0-7 16,0 0 12-16,0-18 3 0,4 18 10 0,1 0-10 15,-1 0-2-15,1-3-9 0,1 3 10 16,0 0-6-16,-6 0 6 0,0 0-10 0,8 0 5 16,2 0-3-16,-10 0-1 0,10 0 1 0,-2 0 1 15,2 0-1-15,-3 0-2 0,2 0 8 16,0 0-22-16,23-7 19 0,-15 4-3 0,-3 1 1 16,6-4-14-16,-5 3 20 0,6-4-21 15,-3 6 15-15,-6 1 0 0,-2-4-3 0,1 0 10 16,1 2-12-16,-4-1-13 0,1 2 19 0,-1 1-7 15,-3-2 10-15,4-1-18 0,-1 2 9 16,1 1-7-16,-2-3-4 0,17-1 14 0,-6-1-2 16,-3 3-5-16,1-1 2 0,-5-1 9 15,9-1-5-15,-5 1 7 0,-3-2-20 0,-1 3 16 16,1 1-3-16,7-3-4 0,2-3-10 0,-2 0 13 16,0-2 0-16,0 4-10 0,0-4 7 0,-6 4 5 15,7-1 6-15,-4 1-12 0,-1-1 4 16,-4 5 6-16,6-6-14 0,-2 3 12 0,-2-1-3 15,5-1-2-15,-1 0-13 0,0 0 8 0,-5 1 9 16,8 2-3-16,-6-6-12 0,3 2 11 16,1-1 3-16,-1 0 0 0,0-2-15 0,0 1-1 15,1 1 17-15,-1 2-2 0,-2-6 8 16,2 2-9-16,0 3-3 0,2-2 3 0,-3-2-1 16,7 3 10-16,-4 0-10 0,-3-1 1 15,3-1-10-15,-2 3 15 0,0-1-7 0,1-4 2 16,2 3-4-16,-2-1 3 0,-5-1-1 0,3 3 14 15,-5-1-8-15,0 4-11 0,-2 1 8 0,8-5-4 16,-6 4 7-16,-2 0-11 0,-1-3 5 16,1 6 4-16,-3-4-10 0,2 5 3 0,6-10 0 15,1 0 4-15,1 4 0 0,1-2-12 16,1 0 16-16,-1-4-4 0,4 2 0 0,-3-3-13 16,0 0 16-16,0-1 0 0,0 1-2 0,-2 0 6 15,2 3-9-15,-3-4 2 0,-2 5 1 16,1-2 5-16,-5 5-11 0,0 0 10 0,-2 0 2 15,-1 5-9-15,-2-5 3 0,3 3-8 0,-5 0 2 16,2 0 4-16,-3-2-14 0,3 1 18 16,1 2 2-16,8-7-11 0,-2-3 6 0,-4 1-2 15,5-2-9-15,2 3 8 0,-2 1 0 16,-3 3 10-16,5-4 0 0,-5-1-12 0,3 5 9 16,-3-1-7-16,-2 3-15 0,-1 0 17 15,3 0-14-15,-7 2 4 0,7-1 11 0,-6 2-3 16,3-2 2-16,-2 1 8 0,9-8-3 0,-1-1-12 15,2 0 2-15,0 0-6 0,-2 1 8 0,3-1 2 16,1-2 14-16,-3 4-16 0,0-2 11 16,2 2-11-16,-1 1-3 0,1-2-5 0,-5 5 12 15,-1-1 2-15,5-1-11 0,-5 2-5 16,-1 1 14-16,-4 1-9 0,4 0 5 0,-5 3 11 16,1-1-8-16,1-2-9 0,1 2 8 0,-4-1 7 15,3-1 3-15,-1 1-5 0,-1-2-12 0,1 4 9 16,0-5 2-16,-1 1-1 0,0 2-5 15,2-2 7-15,-4 1-1 0,2-1-5 0,1 0 3 16,1 3-13-16,-2-3 19 0,1 4-4 16,-1-3 6-16,3 2-10 0,-5-2 7 0,0 0-1 15,3 1-9-15,1 1-9 0,-4-3 1 16,2 3 6-16,1 0 5 0,0-2 7 0,-3 1-22 16,2 0 19-16,1 2-15 0,-3-1 4 15,3-2 9-15,-2 3 2 0,1-2-7 0,-2 1 10 16,0 1-20-16,-1-1 14 0,3 2 10 0,-2-1-19 15,3 0 2-15,-1-2 11 0,-2 3-6 16,2-1 14-16,-3 0-2 0,1 1-9 0,3-2-6 16,-4 3 2-16,0-2 13 0,1 2-6 15,-1-1 9-15,1-2-10 0,1 1 0 0,-2 0-13 16,0 1 18-16,0 0-9 0,0 1 4 0,0-3-10 16,2 2-2-16,0-2 10 0,-2 3 0 15,0-2-11-15,0 2 12 0,0 0 1 0,0 0 5 16,0 0-6-16,0 0 1 0,0 0 8 15,0 0-1-15,0 0-9 0,0 0 11 0,0 0-11 16,0 0-8-16,0 0 16 0,0 0-11 0,5-6 14 16,-5 8-30-16,0-4-10 0,-2 2-27 0,2 0-3 15,0 0 6-15,0 2-134 0,-3-1-104 0,-1 2-89 16,2 2 3-16,-3-1 33 0,-8 8 20 16,3-4 10-16,0-1 16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07:07:04.262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-2665 1409 320 0,'0'-15'240'15,"0"15"-28"-15,-17 0-39 0,17 0-42 0,0 0 7 16,0 0-11-16,0-16-4 0,0 16-31 0,-27-22-7 16,24 20-27-16,2 2 4 0,1-1 14 15,0 1-48-15,0 0 24 0,0 1-5 0,1 3-32 16,2 2 24-16,-2-2-19 0,-1 5 15 15,7 10-23-15,-2-1 15 0,1 5-10 0,-1 1-11 16,1-3 12-16,-4-2 10 0,5 5-16 0,2 1 15 16,-4-4-9-16,1 1-11 0,-1-2 8 15,2-7-8-15,-2 4 19 0,-2-2-21 0,2-5 12 16,-3-2-2-16,0 1 8 0,-2-6-25 0,1 3 8 16,-1-4 11-16,1 2-8 0,2-4-24 15,-3 0-36-15,-4 0-23 0,3 0 7 0,-1-3-90 16,-2-3-17-16,1 2-132 0,0-3-38 15,-3-9 19-15,0 4-49 0</inkml:trace>
  <inkml:trace contextRef="#ctx0" brushRef="#br0" timeOffset="411.732">-2701 1490 247 0,'0'-4'130'0,"0"-1"-24"15,3-1-33-15,-1-2-8 0,4-10 50 0,-1 4-15 16,3 4-38-16,-3 0-7 0,0 2 40 16,1-1-19-16,-1 3-9 0,-3 1-24 15,2 1 31-15,1-1-24 0,2 1-21 0,-2 2 27 16,3-2-24-16,1 3-17 0,10-4-20 0,4 5 1 16,1-4-1-16,1 2 18 0,-5 2-19 0,3 0 4 15,-11 0-3-15,4 0 20 0,22 15 0 16,-20-8-2-16,-4 3 7 0,2 6-8 0,-6-4-14 15,2 5 15-15,-2-1-14 0,-2 2 0 16,1 3 1-16,-8-6 23 0,6 4-2 0,-2-1-38 16,-4-3 0-16,-1-3 42 0,0-12-13 15,0 12 9-15,0-3 13 0,0 0 14 0,-13 7-19 16,3 2-12-16,-6-6 22 0,2 0 14 16,-1 1-8-16,-2-4 5 0,-3-1-4 15,-2-2-7-15,4 0-21 0,2-2 5 0,-5 4 12 16,5-6 0-16,1 1-7 0,5-2 0 0,2 0-12 15,-1 1-6-15,4-1-36 0,1 2 3 0,0-2-105 16,0 1 2-16,3 0-39 0,-1-2-118 16,2 0-66-16,0 0 11 0,8 0 17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07:07:10.412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0-5 304 0,'0'0'96'0,"0"0"-13"0,0 0-10 15,0 0 67-15,0 0-31 0,17 0 9 0,-17 0-1 16,0 0-16-16,0 0-33 0,0 0-1 15,0 0-31-15,0 0 47 0,0 0-31 16,0 0 7-16,0 0-42 0,0 0 24 0,0 0-32 16,0 0 10-16,0 0 28 0,8 5-48 0,-8 1 30 15,0-2-31-15,4 2 39 0,-4 0 7 0,4-1-33 16,-3 0 25-16,-1-5-6 0,0 0-10 16,0 10 28-16,8 6-18 0,-6-10 0 0,2 2-18 15,4 8 2-15,-4-3 11 0,9 1-1 16,-10-3 3-16,1 1-1 0,3-4-5 0,-2 1-13 15,0 0 17-15,5 5 3 0,2-1-29 0,-6-5 10 16,1 5 3-16,-1-4 14 0,5 4-10 0,-4-3-12 16,0 0 22-16,3-4-6 0,4 6-4 15,-7-3-10-15,1 0-2 0,7-1 15 0,2 2-21 16,-4-2 10-16,-3 0 3 0,8-3 5 16,-2 0 15-16,-8 5-6 0,-1-4 3 0,2-3-16 15,2 2-20-15,-5-3 28 0,12 7-12 0,-10-5-1 16,2 1-3-16,4 7-1 0,-1-7 11 15,-1 0 5-15,5 3-3 0,-6-1-6 0,1-2-12 16,0-2-9-16,-2 2 14 0,-2-1 0 0,9 6-3 16,-1-1 0-16,0-1-3 0,-3-1 2 0,6 2-1 15,0-1 25-15,-4-1-29 0,-2-2 21 16,6 2-5-16,-2 0-15 0,1-2 15 0,-5 3-2 16,7-2-1-16,-5-3-2 0,5 3-2 15,-7-2 5-15,0 1-4 0,-1-1 3 0,-2-1 3 16,-1 0-3-16,9 6-7 0,-1-2-4 0,-4-2 11 15,4 1-2-15,-2 0-9 0,-3-2 7 16,-3 0-8-16,0 1 13 0,0-2-8 0,-1 0-2 16,-1 2-1-16,0-3 6 0,2 2-1 0,8 5 4 15,-6-3-8-15,3-2 10 0,-3-1-7 16,-1 0-13-16,-2 1-8 0,1-2 25 0,-1 3-1 16,-2-2-3-16,3-1-19 0,-4 3 26 15,3-3-5-15,-1 2 9 0,13 2-3 0,-7 3-9 16,8-5-14-16,-10 2 9 0,4 3 17 0,-4-3-18 15,-2-4 9-15,-1 3 1 0,1-1 6 16,-1 0-2-16,-2-2-8 0,3-1-5 0,-2 4 3 16,-2-3 1-16,1-1 0 0,0 0 6 0,1 3-6 15,-3-2 4-15,3 1-5 0,-1 0-7 16,1-3 10-16,-2 3 9 0,1-3-22 0,-1 5 0 16,-1-4 12-16,4 1 0 0,-4 1 4 0,2-2-1 15,-1 2-11-15,1-2 11 0,0 0-18 16,-1 3 23-16,3-4-1 0,-4 3-2 0,4-2 0 15,-2 0-8-15,3 0 13 0,-4 3-14 0,2-3 3 16,-2 1 8-16,3 0 7 0,-3 1-32 0,1-3 22 16,1 3-4-16,-1-3 1 0,2 6 6 15,-2-6-1-15,0 3-5 0,0-1-18 0,-1-1 5 16,2 3 12-16,-2-3 5 0,1 3 4 16,-1-3-13-16,3 2 5 0,-1-1-5 0,-2 1 8 15,1-2-2-15,3 3-7 0,-4-2 6 0,2 1 2 16,-2 2-3-16,2-2-5 0,9 6 8 15,1-2-3-15,-7 1 1 0,-1-2 3 0,0 1-5 16,1-4-1-16,-1 2-10 0,-4 1 15 0,13 4 4 16,-5-4-10-16,-2 3-5 0,0-3 6 0,-1 0 6 15,4 1-6-15,-2-2-6 0,2 0 15 16,-6-1 0-16,9 5-9 0,1-3 9 0,-3-2-12 16,-5 2 13-16,0-2-23 0,0 1 3 15,-1-3 17-15,0-1-12 0,8 7-4 0,-2-5 21 16,-3 4-24-16,-1-5 19 0,1 2-16 0,-4 0 11 15,1-3 3-15,-1 0-7 0,-1 5 5 0,1-5-4 16,0 1 6-16,1 0-1 0,-1-1 7 16,1 0-2-16,1 1 3 0,11 3-24 0,-6-4 20 15,-2 2-4-15,-3-1 10 0,-2-1-2 16,1 2-11-16,-1-2 5 0,0 0-14 0,-4 3 10 16,3-4-8-16,0 3 4 0,-1-2 16 0,1 1-5 15,-2 1-8-15,1-1-7 0,1-1 10 0,2 0 2 16,-3 1-2-16,2-1-6 0,2-1 16 15,-2 0-3-15,2 0-10 0,1 0-4 0,-4 0 1 16,-7 0 8-16,10 0-9 0,1 0-5 16,-3 0 12-16,2 0-2 0,7 0-13 0,0 0 13 15,-2 0 7-15,-2 0-28 0,-1 0 30 0,-1 0 0 16,0 0-7-16,-5 0-6 0,12 13 1 0,-13-11 3 16,3 0-12-16,3 1 6 0,-6-2 25 15,2-1-22-15,3 0 8 0,-4 1 2 0,2 0-12 16,1 2 6-16,-1-3 0 0,1 0 10 15,-3 0-15-15,6 3 7 0,-3-3-14 0,-2 1 15 16,4-1-9-16,-4 2 14 0,3-2 3 0,-1 0-16 16,0 3 7-16,1-3 6 0,-2 0-7 15,-1 1-14-15,2-1 6 0,-1 2 7 0,-8-2-4 16,0 0 14-16,12 0-10 0,-2 0-10 16,-10 0-4-16,12 0 8 0,-6 0 2 0,-6 0-9 15,12 0 11-15,-12 0 9 0,10 0-18 0,-10 0 16 16,12 0-4-16,-12 0 3 0,9 0 9 0,-9 0-14 15,8 0-21-15,-8 0 27 0,0 0-12 16,0 0 15-16,7 0-9 0,-7 0 6 16,0 0-21-16,0 0 13 0,9 0 5 0,-9 0 0 15,0 0-11-15,0 0 21 0,0 0-1 0,0 0 10 16,0 0-3-16,11 0 16 0,-11 0 5 16,0 0-9-16,0 0-9 0,0 0-7 0,0 0 5 15,0 0-4-15,0 0-2 0,0 0-5 0,0 0-13 16,0 0-44-16,0 0-32 0,7 0 9 15,0-2-283-15,-8-2-41 0,1-2 23 0,-4 1 62 16,0 0-9-16,0-3 57 0,-6-5-56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07:07:12.252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91 1652 251 0,'-17'0'96'0,"17"0"-37"15,0 0-4-15,0 15 13 0,-21-15-9 0,-2 21-20 16,19-19 15-16,1-1-11 0,0 0-5 0,-3 2 10 15,4-3-6-15,0 0 21 0,-3 1-7 16,3-1-6-16,0 2 0 0,0-2 37 0,2 0-9 16,0-2 10-16,0 1-36 0,0-4-4 0,2 1 12 15,0-2-26-15,2 0 38 0,-1-1-19 0,4-12-2 16,2-1-31-16,3-2 21 0,1 2-22 16,-1-1 41-16,-1 1-30 0,2-3 11 0,2 4-22 15,-1-1 19-15,-2-1-18 0,2 2 21 16,0-3-31-16,3 1 18 0,-4 1-5 0,3 0-2 15,-1 0-6-15,1-3 14 0,-1 4-13 0,3-4 5 16,0 2-9-16,3 0 9 0,-3 2-13 16,3-4 1-16,-5 4-4 0,0-4 21 0,5 7 2 15,-9-6-20-15,5 1 19 0,4 3-10 0,-4 0-16 16,-3 1-1-16,4-3 18 0,1 1 0 16,-3-1 3-16,3-2-14 0,1-1 7 0,2 4-2 15,0-4-10-15,-4 2 8 0,0-1 0 16,2 1 14-16,-2 3-8 0,-3 0 0 0,1-2-7 15,0 4-2-15,-1-2-4 0,1 0 9 0,3-3-19 16,-5 6 19-16,1-1 0 0,3 1-3 16,-4 2-20-16,1-5 18 0,1 7-19 0,2-4 19 15,-1 0-1-15,-3 3-16 0,2-3-1 16,0 0 21-16,2 3-2 0,-2-4-16 0,3 1-1 16,-3-3 5-16,1 5 1 0,-5 0 0 0,5 0 17 15,1-1-5-15,-2 3 2 0,1-1 0 16,-4 1-6-16,3-2 1 0,1 1-12 0,-3 0 14 15,8 0-2-15,-4 0-6 0,2-4-16 0,-5 6 21 16,2-4-2-16,-2 3-2 0,2-2-6 16,-4 0 14-16,3 5-8 0,-2 0 11 0,0 1-4 15,-2-2-11-15,-5 7 2 0,2-4 1 0,1 3 2 16,-1-1 0-16,7-2-6 0,1-3 11 16,1 2 0-16,-1-1-12 0,1 1 0 0,4 1 1 15,-4 1 7-15,4-3-16 0,-3 3 12 16,2-3-10-16,1 4 21 0,-3-2-15 0,3 0 7 15,-4 3-2-15,-5 0 18 0,3 0-15 16,3-2-4-16,-2 4 12 0,4-6-11 0,-7 5 4 16,3-1-14-16,-3 2 16 0,-5 0-4 0,3 1-18 15,-1-1 27-15,-1 1-18 0,1-2-1 16,13-1 9-16,2 2 11 0,-1-2-5 0,-2 1-3 16,0-2-25-16,0 2 25 0,-1-2-5 0,2 0-7 15,-2 2 3-15,1-2 14 0,0 1-15 16,-4 1 12-16,-2-2 0 0,-3 2-12 0,7-3 4 15,-5 5 6-15,-5-1-3 0,-2-1-7 16,-1 2 15-16,0 0-8 0,0 0 2 0,-2-1-20 16,0 1 26-16,2 0-8 0,-8 0 16 0,0 0-10 15,10 0-9-15,1 0 0 0,-1 0-12 0,7 0 16 16,-3 0 3-16,3 0-14 0,11-12 4 16,-16 12 3-16,0-3 4 0,-6 2 0 0,1 1 2 15,0-1-12-15,1 1 10 0,-4-1-8 0,-2 1 12 16,5 0 6-16,-3-3-15 0,2 3-9 15,-4 0 24-15,1 0-7 0,1-1-5 0,-4 1-5 16,0 0-2-16,0 0 16 0,0 0 8 0,0 0 11 16,0 0 5-16,0 0-8 0,8 0 11 15,-8 0-7-15,0 0-4 0,0 0-7 0,0 0-2 16,0 0 11-16,0 0-21 0,0 0-9 16,0 0-45-16,0 0-43 0,16-9 7 0,-20 9-155 15,0-4-174-15,0 3 32 0,0-2 27 0,-1 3 32 16,-5 0-9-16,-11 3-3 0</inkml:trace>
  <inkml:trace contextRef="#ctx0" brushRef="#br0" timeOffset="4663.858">-2460 321 312 0,'0'0'113'16,"-17"0"-52"-16,17 0 4 0,0 0 0 0,0 0 11 15,0 0-12-15,0 0-8 0,0 0-8 0,0 0-3 16,-18 0-29-16,18 0 15 0,0 0 14 16,-22-28-6-16,22 27-3 0,0 1-4 0,2 0 44 15,-2-3-40-15,4 3 39 0,-4 0-34 16,3 0 27-16,-1-2-6 0,3 2-17 0,-3-4 6 16,2 4 6-16,3-2-2 0,-2 0 7 15,1 1-50-15,0 0 6 0,1-1 4 0,2-1 1 16,-1 2 22-16,2 0-36 0,12-3-6 0,-4 4 32 15,-1-1-5-15,6-1-3 0,-3 2-12 16,-1-1 17-16,6 1-7 0,-2-2-28 0,0-1 23 16,3 2-11-16,0-3 34 0,0-1-20 0,5 3-4 15,-2-4 14-15,6-1 0 0,4 1-17 16,-4 3 7-16,-2-5-12 0,6 1 5 0,-7 0 1 16,1 1-12-16,2 0 6 0,0 3-26 15,-7-2 21-15,0 0-1 0,5 2 4 0,-4 3 10 16,0-5-24-16,-1 4 1 0,1-3-11 0,0 2 31 15,5-2-23-15,-4 0 13 0,1-2 5 16,2 0-1-16,-1-2-8 0,-1 1 7 0,3-2-2 16,-2 3-7-16,-1-5 3 0,1 3 2 15,-1-3 3-15,-2 2-3 0,-1 0-22 0,-3 2 1 16,-3 2 25-16,1 0-16 0,-1 1 14 0,0 1-9 16,-5 2 9-16,-4-4-4 0,0 5-18 15,-4 0 6-15,2 0 16 0,-3-1-14 0,15 0 8 16,-12 1-10-16,5 0 20 0,6 0 9 0,-2 0-3 15,5 0-12-15,25-13-1 0,-23 7-14 0,0 2 18 16,-1 0 0-16,2 0-24 0,-5-1 28 16,4 1 1-16,-3 0-11 0,-1 2-17 0,-1-2 5 15,-4 2 13-15,-3 2 1 0,10-4-17 16,-7 1 18-16,0 2 7 0,-4 1-17 0,12-1 0 16,-7 0-2-16,0 1 13 0,4-3-22 0,-4 3 17 15,-2 0 0-15,-2 0-11 0,-2 0 11 0,4 0 7 16,4 0 9-16,-2 0-25 0,-2 0 28 15,2 0-17-15,2 0 12 0,-2 0-15 0,-3 0 4 16,5 0-18-16,-2 0-3 0,-2 0 7 16,-1 0 15-16,-1 0 0 0,4 0 7 0,0 0-15 15,3 0 11-15,-2 0-19 0,-1 0 8 0,-3 0-1 16,-3 0 12-16,-1 0 0 0,0 0-9 0,-2 0-2 16,2 0-16-16,5 0 18 0,2 0-15 15,-2 0 2-15,0 0 27 0,-3 0-4 0,1 0 7 16,6 0-13-16,4 0 5 0,-2 0-13 0,0 0 18 15,0 0-6-15,-1 0-4 0,0 0-5 16,-2 0 10-16,2 0-3 0,1 0 6 0,0 0-30 16,0-6 16-16,26-6 7 0,-28 11-4 15,2-1 1-15,-3 2 14 0,-6-2-32 0,0 2 16 16,2 0-1-16,-4 0 6 0,3 0 12 16,1 0-21-16,0 0-2 0,-3 0-4 0,6 0 11 15,1 0-10-15,0 0 15 0,0 0-23 0,3 0 3 16,-4 0 19-16,3 0-4 0,1 0-14 15,1 0 34-15,3 0-24 0,-3 0 6 0,29-6 0 16,-27-2 0-16,-3 6 9 0,-3-1 0 0,0-3-19 16,-3 3 13-16,-5 0-3 0,1 1-7 15,-2 1 19-15,11-2-12 0,-7 2-18 0,-5-1 21 16,4 2-7-16,-5-2 7 0,5 2 1 16,6-4-1-16,-4 1 11 0,1 1-25 0,5 1-14 15,-4-3 18-15,2 2 12 0,2-2-16 0,-4 1 6 16,4 1-13-16,-6-1 20 0,6 0-2 15,-4-3 1-15,-2 6-2 0,-3-4-12 0,0 3 7 16,-2-1 3-16,1 2 17 0,11-2-13 16,-6 2-8-16,-1-2 7 0,-1-2 13 0,-6 4-12 0,3 0-1 15,3 0-13-15,-2 0 14 0,3 0-19 16,-5 0 8-16,2 0 16 0,-1 0-4 0,-2 0 12 16,0 0-32-16,-1 0 23 0,2 0-5 15,4 0 7-15,2 0-2 0,0 0-7 0,-4 0-5 16,-2 0-2-16,0 0 12 0,-1 0-8 15,-2 0 2-15,0 0-14 0,-8 0 12 0,10 0 20 16,0 0-9-16,-10 0-22 0,12 0 8 0,-6 0 5 16,-6 0-3-16,11 0-8 0,-11 0 2 0,11 0 10 15,-11 0-1-15,12 0-17 0,-6 0 24 16,-6 0 1-16,11 0-14 0,-11 0-6 0,10 0 15 16,-10 0-4-16,9 0 2 0,-9 0-9 0,9 0 12 15,-9 0-2-15,0 0-8 0,0 0 1 16,8 0-17-16,-8 0 30 0,0 0-7 0,0 0-20 15,10 0-17-15,-10 0 4 0,0 0-113 0,12-4-180 16,-12 3 22-16,-4-1 26 0,1-1 13 16,2-2 13-16</inkml:trace>
  <inkml:trace contextRef="#ctx0" brushRef="#br0" timeOffset="1758.119">34 1598 296 0,'-20'0'187'0,"20"0"-43"0,0 0 9 16,0 0-3-16,0 0-24 0,-15 0 21 0,15 0-26 15,-27 24-10-15,25-24-11 0,-5-1-9 16,4-1 21-16,2-1-3 0,-7 0-16 0,7 0-6 16,-2 1-12-16,-2 0 6 0,0-3-16 0,1 2-4 15,-2 0-21-15,0-3 23 0,0 4-18 0,2-3-12 16,-2 2 21-16,-1-2-2 0,-6-4-5 16,3 0-17-16,-2-3 7 0,1-3 4 0,3 5-12 15,-5-1-1-15,1-4-1 0,5-1-3 0,-1 2 6 16,-5 0 5-16,1 0 9 0,1 3 1 15,-1-2-23-15,0 3 2 0,-4-1-8 0,0 1 6 16,-3-2-1-16,5 1-3 0,-4-2 5 16,-4 4 4-16,-2 0-7 0,4 0-10 0,-5-2 0 15,-1-1 12-15,0 2 3 0,3-2 0 16,-3 2-17-16,3 0 13 0,-1-1 6 0,0 3-5 16,2-5 1-16,0 7-3 0,3-4-3 0,2 1 0 15,-6-1-18-15,8 6 30 0,-2-5-29 16,5 3 26-16,-2-2-12 0,0 3-22 0,-4-3 7 15,1-1 16-15,4 0 7 0,-4 2-12 16,4 1-16-16,-5-3 27 0,1 2-5 0,2 2-21 16,-4-4-2-16,-2-1-5 0,-1 1 0 0,3-4 30 15,-2 1-27-15,2 2 24 0,-5 1 1 16,4-2-14-16,-5 0 13 0,2 1-34 0,-4-1 18 16,2 2 6-16,-2-3 9 0,3 1-30 15,-4 4 3-15,-3 4 6 0,6-2 25 0,-5 1-12 16,2-1-23-16,0 3 10 0,4-1-5 0,1 0 11 15,-2-2-4-15,7 3 25 0,-8-3-7 0,3 0-19 16,1-1 1-16,1 2-6 0,1-4 13 16,0-1 5-16,0 3-12 0,3-3 3 0,-3 2 18 15,1-2-16-15,6 3-5 0,2 1 17 16,-1 2-16-16,0 0-6 0,5-1 14 0,-2 2-4 16,2-3 5-16,-1 1-18 0,-1 0 8 0,4 2 12 15,-1-1-16-15,-1-1 18 0,1 1-16 0,-10-6 15 16,2 1 6-16,0 0-10 0,2 3-5 15,2 1 16-15,1 2-10 0,-7-7-16 0,1 5 2 16,2-1 27-16,1 2-18 0,5 0-11 16,-1 0 4-16,-12-3-5 0,8 0 18 0,0 3-14 15,-2-1 14-15,5 0-18 0,0 3 24 0,-3-3-29 16,6 2 11-16,-3-1 18 0,1 0-21 0,-9-3 2 16,2 1 7-16,3 0 11 0,-4-3-3 15,2 4-12-15,6 1 3 0,-2 0-8 0,4-1-1 16,-3 2 2-16,2-2 1 0,2 3 4 15,-3-3 4-15,3 1 16 0,-1-1 0 0,0 2-26 16,0-1 6-16,0 1-3 0,-1-2 17 0,2 0-1 16,-3 2 0-16,0-2 0 0,3 1-21 15,-1 1 2-15,1-2-2 0,-3 0 15 0,1 2-9 16,-8-9 19-16,2 5-33 0,-4-4 37 0,2 1-6 16,3 4-5-16,-5-5-5 0,4 2-4 0,2-1 4 15,2 5-11-15,-4-7 5 0,3 4-6 16,-1 4 18-16,5-1 1 0,-2 0-13 0,3 1 19 15,-3 0-14-15,3 0 0 0,-2 3-7 16,2-1-4-16,-2-2-7 0,4 2 4 0,-2 0 8 16,-2 0 2-16,3-2-1 0,-2-1 16 0,1 3-16 15,0-3 11-15,1 2-13 0,-1 1 20 16,-1-2-14-16,1 2-12 0,0-2 6 0,-1 1 1 16,1-1 23-16,-2 0-26 0,-8-6 28 15,3 3-15-15,0 0 9 0,5 2 1 0,-4-1-16 16,5 1-8-16,-12-4 3 0,6-1 12 0,2 3-9 15,5 3-3-15,-6 0 11 0,5-1-17 0,-1 1 25 16,2 1-18-16,-13-8-7 0,9 4 25 0,1 3-15 16,2 0-1-16,1 0-2 0,0-3 17 15,-2 4-10-15,2-1-7 0,0 2 7 0,2-3-17 16,-2 2-4-16,0-2-8 0,0 2-14 16,-1 1-22-16,3-1-23 0,-1 2-44 0,4 0 13 15,0 0-113-15,0 0-52 0,0 0-137 16,-16 12 29-16,18-8 26 0,0 1 23 0,-1-5 60 15,6-5 9-15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07:07:25.776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44 1569 359 0,'0'0'66'15,"0"0"-8"-15,0 0 12 0,0 0-7 0,0 0 68 16,0 0-35-16,0 0-22 0,0 0 20 0,0 0-24 16,0 0 17-16,0 0-1 0,0 0-43 15,0 0 41-15,0 0-8 0,0 0-3 0,0 0-51 16,0 0-2-16,0 0 1 0,0 0 32 15,0 0-18-15,0 0 22 0,-25 0 3 0,24-2-46 16,1-4 25-16,-2 3 17 0,0 0 4 0,2-2-25 16,-1 3 5-16,1-4-12 0,-2 4-5 0,0-3 4 15,0 2-12-15,2-2 24 0,-1-1-8 16,-1 1-16-16,2-1-9 0,-3 0-20 0,3 1 32 16,0 5-9-16,0 0 0 0,0-10 1 15,0 1 4-15,0 9 4 0,0-10-10 0,0-1 13 16,0 4-24-16,0 7 12 0,0-13 7 0,0 2 9 15,0 5-19-15,0-3 16 0,0 1 5 16,0-1-9-16,0-1 0 0,0 2 3 0,0 0 0 16,0-8-27-16,0-3 4 0,0 3 18 15,0-1-8-15,12-13 3 0,-12 19-8 0,1 2 12 16,1 0 4-16,-2 3-30 0,0-2 15 16,2-1 18-16,-2 9-7 0,0 0-12 0,0-10-6 15,0 1-1-15,0 9 12 0,0-10 0 16,0 3 5-16,0 7-9 0,0-12 10 0,0 3-9 15,0 2 7-15,0-2 9 0,14-4-17 0,-11 5 3 16,-2-2-12-16,3 4 10 0,2-11 8 0,1 2-18 16,-1 0 17-16,1 0-8 0,-4 3-1 15,4 2-8-15,-2-5-10 0,3 0 17 0,-4 4-8 16,2 1 6-16,-1-6-9 0,2 2 15 16,-2 4 5-16,-1 2 0 0,-2-2 8 0,4 2-3 15,-5-2-20-15,1 2 15 0,1 2-11 0,3-13 10 16,-2 4-15-16,4-2 13 0,-4 4-4 15,2 0 4-15,0 3 0 0,-3 0-2 0,5-4 1 16,-1-3 1-16,2 2-1 0,-3 5-3 0,-1-1-1 16,0 0-4-16,-1 1 10 0,0 4-11 15,3 2 9-15,-2-2-14 0,6-8 14 0,-5 2-7 16,1 3 10-16,1-1 3 0,-5 4-13 0,2 1 8 16,8-11-17-16,-2 1 16 0,1 3-5 15,-2-3-11-15,2 0 13 0,-2-1 0 0,3 2-2 16,-1-2 5-16,2 1-7 0,-2 1-10 0,-5 1 0 15,-1 4 0-15,1 1 10 0,1 3 7 16,0-2-1-16,-4 3 3 0,0-2-3 0,1 1 4 16,-1 1-2-16,8-8-4 0,-2 2-7 0,-4 1 1 15,0 3-13-15,-2 0 10 0,0-2 2 16,0 3 9-16,1-2-4 0,6-5-6 0,-4 2 2 16,-2 1 2-16,3 0-13 0,-4 3 6 15,3 1 3-15,-2-1 9 0,-1 2-4 0,-3 1-11 16,5-2-3-16,0 1 18 0,0 0-7 15,-2-1 15-15,1 1-6 0,1-1-6 0,1 0-13 0,7-4 15 16,-5-1 2-16,7-3-5 0,-1 3-15 16,2-1 22-16,2 0-8 0,-3 1 7 0,-3 4-7 15,1-3 2-15,-2 3-3 0,-1 0-1 16,-4 3 4-16,3-3 2 0,-1 4 7 0,5-8-3 16,-2 2-21-16,-1 4 8 0,0 1 21 15,-3-3-16-15,2 6 8 0,-1-3-15 0,-1 0 12 16,-2-1-6-16,3 3 0 0,-1-3-8 0,-2 0 22 15,3 2-12-15,9-4 3 0,1-2-18 16,-7 3 21-16,1 1-16 0,-4 0 17 0,2-1-8 16,-1 3-9-16,-1-1 15 0,12-2 3 0,-3-1-8 15,3 2-7-15,-5-3 11 0,4 1-8 16,-2 1 1-16,-1-1 3 0,-2 3 3 0,-2-1-7 16,-1 2 11-16,-1-1 4 0,-2 0-17 15,-1 3 5-15,1-1 12 0,-3 0-7 0,2 1-3 16,-1 0-1-16,2-1 3 0,-9 1-4 15,0 0 8-15,11 0-19 0,0 0 14 0,-2 0-10 16,1 0 16-16,-2 0-6 0,2 0-12 16,-1 0 8-16,-1 0 8 0,4 0-6 0,6 0-2 15,-2 0 2-15,1 0 6 0,1 0-14 0,-4 0 7 16,-1 0 2-16,0 0 3 0,-2 0-4 0,-1 0 1 16,0 0-2-16,-1 0 3 0,0 0-19 15,-1 0 26-15,4 0-2 0,-3 0-3 0,-1 0-15 16,1 0 7-16,0 0-1 0,-3 6-7 0,4-6 24 15,7 13-5-15,-8-11-21 0,-1-1 3 16,-2 1 11-16,6-2 1 0,-6 3 1 0,5-1 13 16,12-1-22-16,-5 2 7 0,-2-1 0 0,-3-2 13 15,-2 0-15-15,1 1 4 0,-12-1 5 16,10 0 3-16,-1 0-18 0,0 0 5 0,0 0-7 16,-1 0-4-16,1 0 17 0,5 0-2 0,2 0-9 15,-3 0 8-15,12 16-8 0,-15-14 8 16,6 7-11-16,-4-5 18 0,0-1-8 0,-1-2 6 15,1 1-18-15,-7 0 6 0,4 0 23 16,-1 0-25-16,-2-1 22 0,3 0-13 0,-1 2-9 16,1-2 14-16,0 0 1 0,-1-1-21 0,1 2 23 15,0 0-8-15,-3-2 7 0,2 0-6 0,1 1 2 16,-9-1-2-16,0 0-6 0,12 0 18 16,-2 0-12-16,-1 0 0 0,0 0-3 0,-1 0 3 15,4 0 2-15,-5 0-15 0,1 0 17 16,2 0-2-16,-1 0 8 0,0 0-6 0,-1 0-6 15,3 0-14-15,-2 0 18 0,-2 0-1 0,1 0-2 16,1 0 8-16,-1 0-8 0,1 0-2 16,-9 0-4-16,11 0 8 0,-3 0-2 0,-8 0-2 15,12 0 10-15,-3 0-11 0,-9 0 5 16,10 0-5-16,-2 0 7 0,-8 0-6 0,10 0 5 16,-10 0-3-16,9 0-5 0,-9 0 1 0,9 0 1 15,-9 0-12-15,8 0 13 0,-8 0 3 0,9 0 0 16,-9 0 12-16,11 0-11 0,-11 0-7 15,0 0-8-15,7 0 10 0,-7 0 7 0,0 0-2 16,8 0-15-16,-8 0 12 0,0 0 6 0,0 0-6 16,17 5 11-16,-9-5-8 0,-8 3 1 15,2-3-5-15,-1 1 3 0,3-1 8 0,0 0-25 16,-3 3 19-16,2-3-12 0,-3 1 5 0,4-1 4 16,-4 0 2-16,0 0-13 0,0 0 15 15,0 0-2-15,0 0 1 0,0 0-7 0,0 0-1 16,0 0 18-16,0 0-4 0,8 0-13 15,-8 0-5-15,0 0 13 0,0 0-2 0,0 0-6 16,0 0 4-16,9 0 8 0,-9 0-12 0,0 0 17 16,0 0-10-16,0 0 7 0,0 0-10 0,0 0 25 15,0 0 3-15,0 0 9 0,7 0-18 16,-7 0 12-16,0 0-14 0,0 0 10 16,0 0-13-16,0 0 14 0,0 0-12 0,0 0-10 15,0 0-25-15,0 0-7 0,12 8-20 0,-12-8-59 16,0 0 12-16,-1 1-175 0,-2 1-139 15,-2 0 31-15,0 2 15 0,-16 1 44 0,4-5 46 16,4 0 8-16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07:07:28.416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11 16 401 0,'0'0'155'0,"0"0"-34"0,0 0-7 16,0 0-20-16,0 0-21 0,0 0 6 0,0 0 8 16,0 0-11-16,0 0-6 0,0 0-31 15,0-17 28-15,0 17 13 0,0 0-1 0,0 0-17 16,0 0-46-16,0 0 24 0,0 0 7 0,0 0-15 15,0 0-21-15,0 0 10 0,0 0 1 16,0 0-3-16,0 0 21 0,0 0-9 0,0 0-21 16,0 0-3-16,-14 11 1 0,16-5-30 15,0 1 32-15,-2 1 4 0,0 2 16 0,0-10-45 16,0 8 29-16,10 22 0 0,-3-11-14 0,-2-1 11 16,1 0-1-16,-1-6-17 0,2 5-5 15,-1 0 39-15,1-4-16 0,-2-2-20 0,1-2 22 16,3 8-10-16,3 0-15 0,-2 0 22 0,-1-6-11 15,3 5 20-15,-3 0-27 0,3 0 35 16,-1-4-8-16,1 3-9 0,-2 3-2 0,-1-5 20 16,3 0-25-16,-1 1 12 0,2-1 1 15,-4 4-2-15,3-3 8 0,-2 0-25 0,2 0 38 16,0 0-18-16,-1-2-13 0,-6-1 24 0,3-1-22 16,1-2 11-16,-2-1-5 0,-2 2-1 0,1-4 6 15,5 9-14-15,-5-4 2 0,4-2 1 16,-4 1 21-16,-1-2-5 0,-1-3-7 0,3 0-13 15,-3 4 14-15,1-4-12 0,2 1 9 16,-3-2-15-16,1 4 14 0,1-2 1 0,5 9-13 16,-1-8-8-16,-2 1 13 0,-2-1-11 0,-1 0 14 15,1-2-3-15,-1 0 7 0,0-2-1 0,-3 3-9 16,5-3 3-16,8 11-19 0,-3-7 19 16,0 0-5-16,-2-3-2 0,-2 2 2 15,10 1-9-15,-4-3 22 0,-4 4-5 0,-1-3 6 16,2-1-22-16,-4 2 9 0,1-1-2 0,0 0 7 15,9 3 11-15,-4 0-11 0,6-1-17 0,-7 0 25 16,-1 0-3-16,-3-4-5 0,4 0-1 0,-2 1-7 16,-2 0 18-16,1-1-24 0,10 7 3 15,-5-5 10-15,-1 0-1 0,-2-2 5 16,0 2-18-16,-3-3 12 0,4 0-2 0,-3 1 17 16,-2 1-15-16,17 1-11 0,-9-1-6 0,-2 0 15 15,3-1 7-15,4 2 3 0,-4-1-22 0,2-1 9 16,-7-1 8-16,11 3 1 0,-5-1 6 15,-1-1-15-15,-3 1 9 0,-1-2-22 0,-12-1 15 16,11 0-7-16,6 0 8 0,-1 0-5 16,1 0 9-16,-3 0-4 0,-2 0-19 0,-2 0 23 15,1 0 0-15,8 9 7 0,-10-6-6 0,-1-3-3 16,2 2-1-16,-2-2 0 0,-8 0-9 0,10 0 11 16,0 0 10-16,1 0-24 0,-3 0 7 15,10 0-8-15,-2 0 6 0,1 0-8 0,-1 0 26 16,-2 0 1-16,-2 0-17 0,-1 0 8 15,-2 0-5-15,2 0 13 0,-2 0-25 0,-3 0 20 16,4 0-6-16,-3 0-15 0,-7 0 21 0,11 0 0 16,0 0-9-16,-2 0-5 0,-9 0 3 15,11 0-1-15,-2 0-10 0,1 0 17 0,-3 0-8 16,2 0 12-16,-9 0 7 0,12 0-10 0,-4 0-17 16,2 0 17-16,-4 0-13 0,-6 0 15 15,12 0 8-15,-2 0-9 0,-10 0 6 0,12 0-16 16,-4 0-1-16,-8 0 12 0,10 0 5 15,-10 0-1-15,12 0-21 0,-3 0 13 0,-9 0-4 16,11 0 1-16,-2-7-1 0,-1 7 8 0,-8 0 0 16,12 0 0-16,-3 0-4 0,0 0 0 15,-1 0-4-15,1 0-10 0,-2-8 16 0,2 8-3 16,-1 0-9-16,1 0 14 0,9-14-19 16,-9 14 25-16,0-1-18 0,-1 1 8 0,1 0 12 15,-1-3-17-15,1 2-4 0,-9 1 7 16,0 0-1-16,9 0 2 0,0 0-1 0,-9 0 2 15,10 0-2-15,-1 0-5 0,-9 0 10 16,11 0-4-16,-2 0 6 0,-9 0-21 0,9 0 11 0,0 0 6 16,-9 0-4-16,11 0 3 0,-3 0-8 15,1 0 6-15,-9 0 3 0,12 0 1 0,-4 0 5 16,2 0-1-16,-10 0-16 0,12 0-7 0,-2 0 17 16,0 0 0-16,-10 0 2 0,9 0-8 15,3 0 11-15,-3-9-6 0,-1 9-11 0,-2 0 15 16,5 0-1-16,16-19 1 0,-13 10 4 0,-3 5-7 15,1 0-2-15,-3 2-16 0,-1 1 17 16,1-4 5-16,-3 5-13 0,-6 0 20 0,0 0-14 16,8 0-10-16,-8 0 10 0,9 0-13 0,-9 0 8 15,10 0 13-15,6-13-18 0,-11 13 17 16,3-5-3-16,-4 4 10 0,1-2-14 0,0 1 2 16,0 1 3-16,0 0 3 0,1-2-4 0,0 3-3 15,0-2-1-15,0-1 8 0,-1 3-7 16,0 0 2-16,1-2-8 0,-6 2-2 0,0 0-11 15,8 0 17-15,-8 0 0 0,11 0 8 0,-11 0 0 16,10 0-17-16,0 0 16 0,-10 0-17 16,7 0 9-16,-7 0-14 0,9 0 29 0,-9 0-13 15,7 0 5-15,-7 0 2 0,9 0-18 16,-9 0 10-16,10 0 4 0,-10 0-19 0,10 0 1 16,-10 0 18-16,8 0 5 0,-8 0-7 0,19-10 9 15,-15 7-17-15,-3 2 7 0,4 1 5 0,0 0-8 16,-3-2-14-16,3 1 4 0,-1-1 17 15,-2 2 7-15,4-1 1 0,-3-1-11 0,0-1-11 16,1 3 24-16,-3 0-25 0,7-2 10 16,-6 2 9-16,4-1-3 0,-2 1-5 0,-2-2 1 15,-2 2-15-15,0 0 18 0,0 0 1 0,0 0-1 16,0 0-8-16,0 0 12 0,0 0 4 16,9 0-9-16,-9 0-16 0,0 0 19 0,0 0 1 15,0 0-22-15,0 0 18 0,0 0-10 16,0 0 7-16,8 0-10 0,-8 0-10 0,0 0-23 15,0 0-37-15,0 0 7 0,12-10-149 0,-16 13-152 16,1 0 22-16,-6 1 24 0,-6 6 9 0,-10-3 5 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07:16:19.746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-116-221 226 0,'0'0'247'16,"0"0"-54"-16,0 0-36 0,0 0-2 0,0 0-31 15,0 0 21-15,0 0-22 0,0 0-29 16,0 0-21-16,0 0 21 0,0 0-20 0,0 0-24 16,0 0 17-16,0 0-19 0,0 0-11 15,0 0 14-15,0 0 12 0,0 0-25 16,0 0-6-16,0 0 8 0,0 0-13 0,0 0-4 15,0 0-21-15,0 0 12 0,0 0 22 0,0 0-19 16,0 0-32-16,0 17 16 0,7 6-19 16,-8-17 27-16,0 0-24 0,-3 3 45 0,-1 9-17 15,0-5-1-15,2 1 2 0,-3 4-28 16,3-3 26-16,3-3-29 0,-3-8 38 0,0 7 1 16,3-4-14-16,0-2-28 0,-2 2 21 0,1-5-8 15,1 5 10-15,-3-4 26 0,3 2-10 16,-2-4 5-16,2 1-14 0,0-2 1 0,0 0 21 15,1-3-32-15,0-2 22 0,2 3-6 0,-3-5 3 16,3 0-7-16,-3-1 6 0,6-10-7 0,-3 2-5 16,0-3 6-16,0 2 4 0,-2 5-5 15,1 0-27-15,0 3 39 0,1 0-15 0,-3-1-2 16,4 5-16-16,-3-1 21 0,3-1-2 0,-2 1-15 16,2 0 6-16,-2-1 8 0,3 1-3 15,-1-2 9-15,-2 2-25 0,7-8 17 0,-5 1-24 16,4 4 41-16,-4 0-30 0,0 6 9 0,-1-4-10 15,0 5 16-15,2-3-20 0,-3 4 20 16,1-3-18-16,1 2 17 0,-2 1 6 0,-1-3-13 16,4 3-4-16,-4 1 13 0,-1 0-24 15,0 0 15-15,0 0-12 0,9 0 12 0,-9 0 7 16,12 0-25-16,-4 0 32 0,7 13-17 0,-2-2-10 16,3-5 19-16,-3 6-12 0,-1 0 10 15,-1 0 14-15,0 1-24 0,4-3 3 0,-9 1-4 16,1-3 9-16,-2 1-4 0,0-3-13 0,-3 3 22 15,2-1-27-15,-1-3 22 0,2 1-11 16,-4-1 21-16,3-1-15 0,0 0 3 0,-1 1-23 16,-1 1 31-16,1 0 7 0,1-4-31 0,-2 2 5 15,1 1 5-15,-1-4-19 0,-2 2-13 16,4 0-24-16,-1 0 1 0,-1 0-19 0,0-2 11 16,-1 0 4-16,-1 3-60 0,5-3-13 15,-5-1-40-15,0 0-150 0,0 0-8 0,0 0 45 16,0 0 4-16</inkml:trace>
  <inkml:trace contextRef="#ctx0" brushRef="#br0" timeOffset="284.824">-56-157 299 0,'-1'0'213'0,"-2"0"-18"0,0-2-67 0,3 2 30 15,-2 0-29-15,0 0-11 0,0 0-25 0,2-1-8 16,0 1-22-16,4 0 25 0,-2-2-21 0,4 1-2 16,-1-1 5-16,4-2-9 0,9-2 14 0,3 1-24 15,-2 0-6-15,2-1-26 0,-7 3 5 16,-1-2-39-16,5 0-24 0,-1 0 4 0,-5 2-127 15,-3 2-122-15,-2-4-39 0,11 0 20 16,2-5 11-16</inkml:trace>
  <inkml:trace contextRef="#ctx0" brushRef="#br0" timeOffset="-1979.667">179 13 419 0,'-6'-1'169'0,"5"1"32"16,-4-4-36-16,2 5-21 0,-1-1 6 0,2 0-1 16,-3-1-35-16,1 1 6 0,3 0-25 15,-3-1-9-15,1 1 3 0,-2-1-3 16,0 2-4-16,-2-1-10 0,2-1-15 0,5 1 12 16,0 0-10-16,-10 0 10 0,2 0-3 0,8 0 20 15,-12 0-17-15,3 0 22 0,9 0 4 0,-11 0-30 16,11 0 16-16,-12 0-4 0,12 0-14 0,-11 0-9 15,11 0-6-15,0 0 7 0,-8 0-28 16,8 0 8-16,0 0-8 0,-9 0 6 0,-3-12 3 16,11 12-11-16,-3 0-5 0,4 0-3 15,0 0 19-15,-3 0-8 0,3 0-19 0,2-1 31 16,-2 2-40-16,1-1 4 0,2 0 16 16,-1 0-22-16,-2 0 15 0,4 0-14 0,-3 3-12 15,6-3 28-15,-6 0 0 0,4 0-3 16,0 2-2-16,1-2 13 0,3 1-33 0,-7 1 31 15,7-4-22-15,-1 4 6 0,-8-2-12 0,0 0-1 16,12 0 5-16,6 0-11 0,-2 0 1 16,0 0 5-16,-3 0 12 0,0 0 11 0,1 0-22 15,-2 0 1-15,7 0 19 0,2 0-21 0,2 0 43 16,1 0-38-16,2 0 4 0,0 0 7 0,-3 0-19 16,6 0 10-16,-3 0 6 0,-1 0 0 15,5 0-19-15,2 0 12 0,33 1 13 0,-30-5-20 16,2 2-2-16,3 2 22 0,-4-3-12 15,-1 2 15-15,-2 0-22 0,-2-3 0 0,-3 3 7 16,2-1 29-16,-2 1-32 0,0-1 13 0,-2 1 5 16,0-4-5-16,0 3 9 0,-2 1-5 15,-13 1-32-15,3 0 7 0,7 0 4 0,-2 0 6 16,2 0 18-16,-2 0-38 0,4 0 29 16,-1 0 12-16,0 0 8 0,3 0-44 0,-2 0 30 15,-2 0-17-15,2 8-15 0,-4-8 30 0,1 0-34 16,-4 0 43-16,4 7-11 0,16 4-7 0,-21-8-21 15,-2-3 16-15,-1 1-11 0,-3 3 32 16,-1-3-36-16,-2-1 31 0,3 4 9 0,-2-4-33 16,-2 1 2-16,0-1-6 0,2 0 31 0,-4 0-14 15,1 2 3-15,4-2-20 0,-5 0-1 16,0 1 26-16,0-1-16 0,1 0 19 0,0 0-20 16,-3 0-10-16,0 0 25 0,1 2 9 0,0-2-10 15,3 0-28-15,-5 0 19 0,0 0 8 16,0 0-17-16,0 0-1 0,4 0-39 0,-4-3-47 15,0 1-72-15,3-3 14 0,-6 3-279 16,3-1 32-16,0-1 29 0,0 2 23 0,3-1 26 16,-6 1-9-16,1 2 13 0,-3-3 4 0</inkml:trace>
  <inkml:trace contextRef="#ctx0" brushRef="#br0" timeOffset="1579.629">1530-347 672 0,'0'0'238'16,"0"0"-11"-16,0 0-30 0,0 0-8 0,0 0-28 15,0 0-36-15,0 0 4 0,0 0-15 0,0 0-33 16,0 0 0-16,0 0-8 0,0 0-2 0,0 0-12 16,0 0-15-16,0 0-5 0,0 0 11 15,0 0-17-15,0 0 6 0,34 8 5 0,-34 1-10 16,4 14-20-16,-4-13 7 0,0 3-9 15,0 5 22-15,0 2-16 0,0 0-4 0,0-5-12 16,0 2 1-16,0-2 0 0,-16 7 13 16,16-14-14-16,0-1 13 0,0-3 4 0,0 1-9 15,-3-1 16-15,2-2 7 0,1-2-5 0,0 0-12 16,-4 0-4-16,4-2 16 0,0-2-18 0,-4-14 20 16,-3-3-24-16,-1-3 21 0,4 0-10 15,4 11-12-15,0-9 15 0,0-5-16 0,0 2 11 16,0-3-14-16,0 2 4 0,9-23-14 0,-8 27 10 15,6 3-8-15,-1-2 27 0,2 3-16 16,1 2-13-16,5 2-8 0,-5-1 8 0,3 0-13 16,3 0 13-16,1 5-12 0,-7 2 10 0,5-4-8 15,0 9-4-15,-3 0 15 0,-1 2-11 16,-2 1 7-16,-8 0-15 0,0 0 20 0,10 0-7 16,-2 0 1-16,-8 0 8 0,21 13 1 15,-16-7 2-15,-3 0-13 0,1-2-14 0,-1 4 18 16,1 2-5-16,-3-3 4 0,0 3-10 15,0-10 0-15,0 15 20 0,-17 18-15 0,11-14 21 16,-5-2-8-16,2-1 4 0,0-4-5 16,-1 0-1-16,4-2 16 0,-2-5-6 0,5 1-3 15,-1-3-3-15,3 2 16 0,-3-3-11 16,4 0-16-16,-2 2-8 0,0-3 22 0,2 3 3 16,0-4-10-16,0 0 19 0,0 0-11 15,0 0-1-15,0 0 11 0,16 3 0 0,-8-5-15 16,-2 2 7-16,2-1-10 0,1 1 16 0,0-4-4 15,1 3-7-15,-10 1-5 0,11 0-20 16,5 0 27-16,2 0-9 0,-1 0-3 0,1 0 2 16,15 16 11-16,-24-11-4 0,6 4 9 15,-2 3 4-15,-4-3-2 0,-3 0-27 0,0-2-9 16,-4 1 16-16,3-2 12 0,-2 1-4 0,-2-2-18 16,1 1 21-16,-2-6 10 0,0 0-7 0,0 10 20 15,-19 18 0-15,7-11 10 0,-8-5 4 16,0 5 3-16,-4-4-4 0,-3-1 3 0,-1 0 8 15,-1-3 2-15,6 0-27 0,-4-3-3 16,-1-2-2-16,2-2-10 0,12-2-33 0,-1 0-39 16,-13-11 5-16,15-2-221 0,3-5-120 0,10 2 25 15,0 5 52-15,14-26-2 0,-5 15 19 16,3-1 13-16,-1 0 49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07:16:06.647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109 87 278 0,'0'0'111'16,"0"0"-16"-16,0 0-12 0,0 0 18 0,0 0-13 15,0 0-9-15,0 0 38 0,0 0-31 0,0 0 25 16,0 0-51-16,0 0 27 0,0 0 0 16,0 0 15-16,0 0-15 0,0 0 13 0,0 0-36 15,0 0 7-15,0 0 4 0,0 0-2 16,0 0-2-16,0-18-27 0,0 18 11 0,0 0 3 15,0 0 0-15,0 0-9 0,0 0 5 0,-18-26 0 16,19 24-2-16,-1 1-22 0,3-2 23 0,-3 3-6 16,1-2-10-16,0 1 12 0,-1-5 5 15,0 5 8-15,4 0-21 0,-4-1 1 0,1 2-10 16,1-6 1-16,-2 6 6 0,2-2-8 16,0 1 3-16,-1-1 10 0,-1 1 12 0,0-2-32 15,0 2 25-15,0 1-12 0,0 0 28 16,0 0-34-16,0 0 33 0,0 0-14 0,0 0-16 15,0 0-32-15,0 0 17 0,0 0-22 0,0 0 10 16,0 0 3-16,9-8 3 0,-9 8 4 16,0 2-1-16,0-1-12 0,-3 2-13 0,3-2 5 15,3 4 4-15,-3-2 3 0,0 0 6 0,0 3-1 16,0-3 7-16,0 5-22 0,0-2-3 16,0 1 25-16,0 0-19 0,0-7 34 0,0 9-29 15,0 2 15-15,0 4-1 0,0 5 6 16,0 0-29-16,0 1-5 0,0 0-4 0,0 1 24 15,0-1-10-15,0 4 11 0,0-3-26 0,0-3 18 16,-14 15 23-16,12-23-33 0,2 2 35 16,-1 8 1-16,-3-3-29 0,2-4-6 0,2-14 14 15,0 18-11-15,0-4-3 0,0 4-4 0,0-1 28 16,0-5-22-16,0 1 7 0,0-3-14 16,0-1 7-16,0 1 6 0,0-2-8 0,0-8 31 15,0 11-31-15,0-2 0 0,0-9 14 0,0 9 3 16,0 0 4-16,0-9-16 0,0 9-8 15,0 0 1-15,0-9 11 0,0 9 13 0,0 0-11 16,0-9 19-16,0 9-27 0,0-9 14 0,0 7-17 16,0 2 3-16,0-9 30 0,0 11-14 0,0-11-18 15,0 10 6-15,0-2-4 0,0-8-6 16,0 9 35-16,0-1-31 0,0-8 34 0,0 9 0 16,0-9-26-16,0 10 8 0,0-10-24 15,0 8 31-15,0-8-26 0,0 8 11 0,0-8-7 16,0 9 3-16,0-9 27 0,0 9-22 0,0-9-18 15,0 7 38-15,0-7-13 0,0 8-15 0,0-8 4 16,0 8 4-16,0-8 16 0,0 0-17 16,0 8 36-16,0-8-19 0,0 8-8 0,0-8-22 15,0 0 7-15,0 9 21 0,0-9-24 16,0 9 2-16,0-9 2 0,0 7 42 0,0-7-31 16,0 0-26-16,0 9 15 0,0-9-6 0,0 9 2 15,0-9 44-15,0 0-39 0,0 8-7 0,0-8 24 16,0 7-14-16,0-7 19 0,0 0-24 15,0 8 0-15,0-8-1 0,0 0 32 0,0 7-13 16,0-7 4-16,0 0-12 0,0 0-10 16,0 0 2-16,0 0-4 0,0 0 20 0,0 0 11 15,0 0 21-15,0 0-23 0,-13 14 15 0,15-15-24 16,-2 0-33-16,2-2 8 0,-2 0 18 16,0 0-52-16,0-3-50 0,-4 0-18 0,2-3-40 15,-3 5 14-15,-8-9-194 0,0 3 26 0,4-2 25 16,2 0 23-16,-4 0 22 0,1-1-78 15,3 1-11-15,5-3 13 0,-1-4 32 0,3 11 8 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07:16:17.817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1491 37 456 0,'0'-2'151'0,"-5"0"17"0,10-3-27 0,-5 3-7 16,2 0-38-16,4 2 5 0,-4-6 9 15,1 6-11-15,-6-2-12 0,1 2 0 0,2-3 13 16,0 2-15-16,0 1-7 0,0-3-7 0,2 2 11 16,1 0-1-16,-3 1-11 0,0-1 4 0,0 1-16 15,0-3-17-15,2 2 26 0,-2 1-20 16,6 0-4-16,-6 0-2 0,2 0-16 0,-2-2 4 16,-2 1-6-16,4 1 9 0,-2 0-1 15,5 0-16-15,-5 1-8 0,0 1-4 0,0-2 10 16,0 4-12-16,0-3 14 0,0 1-12 0,1 2 5 15,1-1-6-15,-2-1 10 0,3 4-4 0,2-3 5 16,-5 4 0-16,3-2-9 0,0 1 5 16,1 0-24-16,-1 13 13 0,-3-2 10 0,6-4-16 15,1 2 4-15,-7-15 5 0,0 12-1 16,0 3 5-16,0 3-20 0,20 15 8 0,-17-21 13 16,2-2-14-16,-5 1 23 0,0-1-17 0,0-4 10 15,0-6 1-15,0 0 1 0,0 12-6 0,0-4-2 16,0 2 7-16,0-4-1 0,0 3 2 15,0-2-9-15,0 7 10 0,0-2-3 16,0 3-2-16,0-3 18 0,0-1-14 0,0-1-3 16,0 0 5-16,0-1 3 0,0 2 1 0,0-1-11 15,0-5 10-15,0 5 15 0,0-4-17 0,0 7 12 16,0 4-11-16,0-5 13 0,0 1-27 16,0-3 6-16,0-1 15 0,0-1-1 0,0 0-17 15,0-8 6-15,0 11-8 0,0-5-3 0,0-6 1 16,0 11 10-16,0-11-12 0,0 9 3 15,0 0 8-15,0-9 2 0,0 10-9 0,0-2 1 16,0-8 7-16,0 12-5 0,0-12-9 0,0 10-2 16,0 0 13-16,0-10-6 0,0 9 4 15,0-9 21-15,0 8-32 0,0-8 7 0,0 9 6 16,0-9-5-16,0 8-4 0,0-8 3 0,0 10-6 16,0-10 0-16,0 12 3 0,0-12 5 15,0 9 12-15,0-9-16 0,0 9 6 0,0-9-6 16,0 9 21-16,0-9-8 0,0 9-6 0,0-9-13 15,0 8 12-15,0-8 7 0,0 7-19 16,0-7 5-16,0 9-9 0,0-9 5 0,0 9 7 16,0-9-10-16,0 7 0 0,0-7 12 15,0 8 0-15,0-8-8 0,0 10 1 0,0-10 8 16,0 8 3-16,0-8-5 0,0 6-4 16,0-6-2-16,0 9 28 0,0-9-27 0,0 9-8 15,0-9 14-15,0 7 5 0,0-7 9 0,0 9-18 16,0-9 2-16,0 9 11 0,0-9-7 15,0 7 2-15,0-7-8 0,0 9 0 0,0-9-2 16,0 0 9-16,0 10-8 0,0-10 22 0,0 0-25 16,0 7-4-16,0-7 13 0,0 0 17 15,0 8-3-15,0-8-17 0,0 0 3 16,0 0-2-16,0 8-13 0,0-8 14 0,0 0 13 16,0 0-30-16,0 0 37 0,0 8-1 15,0-8 1-15,11 0-3 0,-11 0 20 0,0 0-18 16,0 0 11-16,18 11-10 0,-18-13-22 15,0-1-21-15,-5-3-22 0,5 0-15 0,0-2-56 16,-2-1-47-16,-14-10 14 0,10-2-284 0,-17 2 43 16,3 1 15-16,4 0 50 0,3-1-17 0,0 5 42 15,0-4 9-15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07:16:17.791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288 765 217 0,'-7'2'24'0,"5"-1"10"0,-6 0 8 0,4 3 30 15,-1-4-36-15,0 1 0 0,-2 1 20 16,4-1 26-16,-3 1-32 0,1-2-11 0,3 3 5 16,-2-2-18-16,1 2 0 0,-2-3 2 0,1 2 4 15,2-1 24-15,-4 2-26 0,1-1-3 0,1 1-3 16,-1-3-3-16,3 4-1 0,-2-3 18 16,1 0-5-16,-1 0-4 0,-1-1-1 15,4 3 46-15,-3-1-22 0,-3 0 33 0,7 0-36 16,-5-2 8-16,3 0-9 0,-2 3 5 0,3 0 0 15,-3-3-11-15,1 0 1 0,-1 2-19 16,3-1 18-16,-3-1-13 0,3 0-15 0,-3 0 32 16,4 2-8-16,-3-2 8 0,1 1-41 0,0 2 26 15,2-3 4-15,-1 0 14 0,0 1-22 16,1-1-12-16,0-1 9 0,0 2 22 0,0-1-21 16,-3 1 6-16,3 0-11 0,0-1 12 0,0 0-2 15,0 3-2-15,0-3 6 0,0 0-32 0,0 0 21 16,3 3-20-16,-3-3 31 0,2 0-39 15,2 1 32-15,-2 1-20 0,-1-2 9 0,3 3 9 16,-2-2-9-16,2 0 13 0,0 2-27 16,1-3-1-16,-1 2 22 0,1 0-12 0,0-1 10 15,2 1-16-15,-2-1 4 0,2 1 14 0,2 1-9 16,-3-1 21-16,0-1-19 0,6-1 8 16,-5 1 7-16,3 1-12 0,12 2 3 0,-4-4-15 15,-3 2 6-15,0 1 11 0,8-2-7 16,-1 1-5-16,1-1 17 0,-2-1-15 0,-7 0-2 15,0 0 10-15,6 0-6 0,1 0 1 0,4 0-8 16,2 0 2-16,-2 0-15 0,0 0 26 16,0 0-18-16,0 0 9 0,-2 0-1 0,0 0-13 15,0 0 5-15,-1 0 11 0,4 0-7 16,-5 0-19-16,1 0 14 0,-4 0 0 0,-1 0 15 16,4 0-25-16,3 0 12 0,-2 0 4 0,1 0-9 15,-1-8-7-15,20-3 11 0,-23 6 3 0,-3 5 11 16,8-1-4-16,-8-2-18 0,1 3 10 15,-3-3-15-15,-1 2 5 0,-1-2 0 0,15 3 8 16,-9-1-5-16,-1 0-4 0,9-4 11 16,-7 5-2-16,-3-1-18 0,0 1 21 0,-4 0-9 15,14-3 8-15,0 3-5 0,-10 0 0 0,13-3-13 16,-6 1 6-16,-11 2 6 0,7 0-4 0,2 0-10 16,-2 0 7-16,-3 0 2 0,-2 0 3 15,-1 0 13-15,0 0-19 0,-3 0 7 0,-1 0 12 16,-1 0-6-16,-8 0 3 0,11 0-12 15,-11 0 9-15,11 0-7 0,-11 0 6 0,10 0-7 16,-10 0 6-16,8 0-2 0,-8 0 13 16,0 0-17-16,8 0 7 0,-8 0 0 0,0 0-3 15,12 0-14-15,-12 0 30 0,0 0-22 0,0 0-8 16,16 15 7-16,-16-15 13 0,0 1-17 0,0-1-28 16,0 0-58-16,0-1-12 0,0 1-27 15,0-1 12-15,0-2-238 0,0 0-37 0,-3-3 34 16,3 0 24-16,0 2 18 0,0-4 39 15</inkml:trace>
  <inkml:trace contextRef="#ctx0" brushRef="#br0" timeOffset="4378.334">150 1050 360 0,'0'0'190'0,"0"0"-18"15,0 0-67-15,0-15 7 0,0 15 13 0,0 0 6 16,0 0-31-16,-17 0 27 0,-4-26-64 0,19 25 10 16,-5 1 5-16,2 0 10 0,-1 1 2 15,0 2-15-15,-5-3-4 0,11 0-4 0,-12 0-15 16,-15 13 0-16,14-5-16 0,-5 2 0 0,5 1 10 15,-2 2-10-15,3-3-19 0,7 1 0 16,-3-2 8-16,0 0-5 0,1 6-12 0,0 1 14 16,2-6-2-16,4 0-11 0,-3 0 4 15,4-1-10-15,-1-3 8 0,1-6-6 0,0 0 17 16,0 11 2-16,0-1-30 0,0-10 23 0,21 29-4 16,-11-20 1-16,0-3 6 0,12-2-8 0,-9 2-5 15,3-3-15-15,-4-2 5 0,-12-1 13 16,13 0 16-16,-1 0-7 0,4 0-27 0,1 0-10 15,-3 0-19-15,-1 0 3 0,-2 0-110 0,-4 0-24 16,4 0-158-16,6-16-18 0,-10 13 19 16,10-3 17-16,0-3 1 0</inkml:trace>
  <inkml:trace contextRef="#ctx0" brushRef="#br0" timeOffset="5389.711">1697 1131 442 0,'-2'-1'201'0,"-1"0"-14"15,-1-1-10-15,2 1-7 0,1-4-26 0,0 3 11 16,1 1-18-16,-4 1-14 0,3-3 9 0,1 3-11 16,-4-3-2-16,0 2-23 0,4 0-1 15,-1 1-3-15,-1 0-17 0,1-1-22 0,1 1 7 16,-3-3-8-16,2 6 2 0,0-3-18 16,-2 0 2-16,3 0 2 0,0 0-13 0,0 1-11 15,0 4 3-15,-1-2-2 0,0 3-11 0,1-1 7 16,0 3 1-16,0-3-12 0,-2 1 4 15,2 4 1-15,0-2 0 0,0-8 8 0,0 14 13 16,0 1-15-16,0-1-9 0,0 1 11 0,0-3-17 16,0-1 0-16,0-3 18 0,0 0-20 15,0-8 3-15,0 9 8 0,0-9 1 0,0 9 3 16,0-9-2-16,0 0-9 0,4 10 13 0,-4-13-13 16,0-1 7-16,0 1-6 0,0-4 5 15,0-1-8-15,0 2-5 0,0-4 4 0,0 0 7 16,0-6-10-16,0 1 3 0,0 3 1 0,0-1 14 15,0 5-9-15,0-2-7 0,0 1-2 16,0 9 14-16,0-11-18 0,0 2 7 0,0-1-10 16,0 2 11-16,0 8 6 0,0-9-8 15,17-7 7-15,-13 10-8 0,8-5-3 0,-1 2 5 16,-1 1 10-16,1 5-1 0,0 0-18 16,-3-1 1-16,0 2-3 0,4 0 7 0,-5 0 4 15,0 1 0-15,3 1 2 0,-10 0 0 0,7 0-17 16,-7 0 14-16,9 0 5 0,10 11-4 0,-6 3-11 15,-5 1 19-15,1-2-18 0,-7-3 9 16,2-1 2-16,0 2 11 0,-3-4-10 0,1 4-13 16,-1-2 11-16,-1-9 8 0,0 16-1 15,0-3-4-15,0 0-9 0,0 4-7 0,-16 12 19 16,9-19-7-16,4 2-5 0,-2-3 10 0,1-5 5 16,-10 9-20-16,5-5 13 0,1-2 17 15,-1 0-9-15,-7 1 5 0,7-3-12 0,-1 0-4 16,4-3 10-16,-1 1-20 0,1 1-7 15,1-3-33-15,-1 0-43 0,6 0 15 0,0 0 6 16,0 0-106-16,-7 0-84 0,7 0-86 0,0 0 15 16,-11 0 17-16,11 0 15 0,0 0 12 0</inkml:trace>
  <inkml:trace contextRef="#ctx0" brushRef="#br0" timeOffset="7876.215">2792 736 425 0,'0'-1'131'0,"0"0"-19"15,0 1-30-15,1-3 30 0,0 3-17 0,-1 0-9 16,0 0-23-16,0 0 17 0,0 0-14 16,0 0 0-16,0 0 0 0,0 0-15 0,0 0 9 15,0 0 2-15,0 0-13 0,0 0 10 0,0 0-27 16,-26 3 19-16,20-3 8 0,-2-3 13 15,2 6-11-15,1-3-24 0,-2 0-36 0,-1 0 49 16,8 0-13-16,0 0-5 0,0 0-6 16,-9 0-5-16,9 0-18 0,-11 0 14 0,11 0-7 15,-8 0 10-15,8 0-10 0,-10 0 6 16,10 0-6-16,0 0-8 0,-8 0 12 0,8 0-4 16,0 0-33-16,0 0 41 0,-10 0-8 15,10 0 2-15,0 0-4 0,0 0 11 16,-7 0-15-16,7 0-25 0,0 0 26 0,0 0-20 15,0 7 25-15,-17 2-5 0,13-7 2 0,4-2-10 16,-2 3 10-16,-1 2-3 0,2-3-2 0,1 1-6 16,0 1 6-16,-1 1-20 0,1-2 11 15,0 3 16-15,1-2-10 0,-2 1-9 0,1 0 29 16,0-5-11-16,0 0-4 0,0 10-21 0,0-10 20 16,0 9 5-16,0 0-35 0,0 0 25 15,0-3 17-15,0-6-10 0,0 12 5 0,0-3-40 16,0 3 31-16,0 3-25 0,0 0 25 0,0-4 8 15,0-1 3-15,0-1-24 0,0-1 5 0,0-1 15 16,0-7-33-16,0 10 2 0,0-4 28 16,0-6-6-16,0 10 29 0,0-10-20 15,0 8 12-15,0-8-8 0,0 9-4 0,0-9 3 16,0 8-41-16,0-8 29 0,0 8 10 0,0-8-11 16,0 8 22-16,0-8-13 0,0 10-10 15,0-10-5-15,0 8 12 0,0-8 20 0,0 11-19 16,0-11-7-16,0 10-5 0,0-10 14 0,0 6 15 15,0-6-41-15,0 9 27 0,0-9-3 16,0 0-6-16,0 8-14 0,0-8 22 0,0 0-1 16,0 9-11-16,0-9 6 0,0 13-10 15,1-10 18-15,0-2-9 0,2 1 11 0,-3-1-4 16,2-1-2-16,2 3-16 0,-4-3 10 16,6 1-15-16,-3-2 40 0,3 2-29 0,-1 0-16 15,0-2 10-15,1 1 5 0,1 0-37 0,-7 0-1 16,0 0 41-16,9 0 6 0,-9 0 5 0,10 0-17 15,-2 0 13-15,-8 0-8 0,10 0 23 16,-10 0-43-16,8 0 17 0,9-13 3 16,-12 13 11-16,-5 0-15 0,0 0 0 0,10 0 12 15,-3 0-4-15,-7 0-36 0,10 0 42 0,-2 0-3 16,-8 0-14-16,10 0 27 0,-10 0-10 16,10 0-39-16,-10 0 17 0,10 0-13 0,-10 0 41 15,9 0-46-15,-9 0 7 0,0 0-27 0,7 0 44 16,-7 0-32-16,0 0-6 0,9 0 6 15,-9 0 2-15,0 0 6 0,0 0-64 0,0 0 14 16,13-1-30-16,-13 2-8 0,-1-1-78 16,1 0-86-16,-3 2 24 0</inkml:trace>
  <inkml:trace contextRef="#ctx0" brushRef="#br0" timeOffset="8386.348">2661 989 436 0,'-1'0'176'0,"1"-1"-85"16,0-2 41-16,0 3-24 0,0 0-51 0,0 0 42 15,-4 0-5-15,8-2-42 0,-4 4 35 0,0-4-2 16,0 1-11-16,0 1-28 0,0 0-1 15,-3 0 26-15,3 0-13 0,3 0-22 0,-3 0 32 16,0 0-22-16,1-2-44 0,3 4 28 16,-1-4 28-16,1 1-27 0,1-2-41 0,1 3 29 15,1-2 5-15,-1 2-1 0,3 0 2 0,-1-4-11 16,1 4-37-16,-3-3 41 0,6 3-3 0,-4-3 10 16,12 0-12-16,-5 0-5 0,-1 1-32 15,-5 1 27-15,-9 1 0 0,9 0-97 0,-9 0-25 16,12 0-2-16,-12 0-150 0,7 0 20 15,-7 0 18-15,0 0-34 0,12-4 14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07:17:52.819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13 250 212 0,'0'0'86'0,"0"0"-2"0,0 0 11 15,17 0-9-15,-17 0-14 0,31 0-5 0,-27 0-7 16,0-3 36-16,-3 3 18 0,3-1-15 16,-1 1 10-16,-1 0-3 0,1-4-27 0,-1 4 32 15,0-1 8-15,-2 0-21 0,0-1-6 16,2 2 1-16,-2-3-7 0,3 1-15 0,-3 2 12 15,0-3 5-15,0 3-9 0,0-4 0 0,0 1 7 16,0 2-13-16,-3 0 0 0,3 0 11 16,0 1-20-16,-1-3 3 0,1 0-21 0,-1 3 2 15,1-1 9-15,0 1-1 0,0 0-25 16,1 0 10-16,0-2-15 0,-2 2 11 0,0 0-16 16,2 0-10-16,-2 0 8 0,1 0 4 0,0 2-20 15,0 2 7-15,0 0 3 0,1 1 4 16,0 2 13-16,-1 0-25 0,3 3 19 0,-3 0-30 15,0 0-1-15,0 5 14 0,0 4 1 16,0-3-17-16,0 0 8 0,0-1 9 0,0-4 2 16,0-1-13-16,0 1 0 0,0-11 19 0,0 9-13 15,0-9 6-15,0 11 5 0,0-11-13 16,0 7 2-16,0-7-5 0,-12 10 12 0,10-14-8 16,-1-2 11-16,-6-10 2 0,1-6-29 15,-1-1 8-15,1-3 19 0,1-4-31 0,3 2 11 16,-1-1-5-16,-1 6 1 0,-4-3 2 0,9 8 19 15,-2 4-16-15,1 0 8 0,0 2 4 16,2 1-20-16,0 11 3 0,0-6 24 0,0-4-22 16,0 10-2-16,0-10 9 0,18-18-16 0,-11 17 1 15,2 2 14-15,-3 2-7 0,2 0 8 16,-3 4-17-16,3-3 6 0,-4 3 13 0,1-3-17 16,2 6-1-16,-2-2 15 0,1 2-5 15,-1-1 8-15,2 1-5 0,-7 0-8 0,0 0 2 16,9 0 18-16,8 12-15 0,-3 0 13 0,-3-5-4 15,2 6-18-15,-4-5 11 0,7 6 8 16,-6 0-7-16,3-1-6 0,-1 1 6 16,-1-1 10-16,1 4-13 0,-2-4-2 0,2 1 12 15,-2 0-5-15,-6-3 8 0,4-3-4 16,-4 0 5-16,1 0-12 0,-1 0 17 0,9 8-15 16,-7-6 12-16,-3-1-15 0,2-1 1 0,-1-1-4 15,1-2 14-15,-1-1-16 0,-2 0-10 16,-2 1 4-16,6-4-12 0,-3 4-2 0,-1-2 3 15,0 0-25-15,1 1 1 0,-2-1-7 0,2-2 0 16,-2 1-52-16,-1-2 16 0,0 3 8 16,0-3-81-16,0 0-47 0,-5 0-65 0,5-3 19 15,-3 0 22-15,1-5 17 0,-3 3-135 0,3-3 19 16</inkml:trace>
  <inkml:trace contextRef="#ctx0" brushRef="#br0" timeOffset="230.859">140 264 391 0,'-3'3'176'15,"-1"-3"-35"-15,3 2 20 0,0-1-24 16,-2-1-18-16,3 0-10 0,0 0-24 0,0 0 24 16,0-1-14-16,3-1-13 0,-1 0 4 0,2 1-20 15,-1-3 28-15,2 0-35 0,4 2-12 16,9-6 7-16,0-5-22 0,-1 3 11 0,5 0-21 15,-3-2 14-15,5 0-17 0,-1 1-53 0,4-3 3 16,-3-1-105-16,2 5-214 0,-4-3-15 16,-2-1 63-16,-4 2 12 0,-8 3 6 0</inkml:trace>
  <inkml:trace contextRef="#ctx0" brushRef="#br0" timeOffset="1487.901">3322-110 489 0,'-6'-1'270'0,"4"-2"-32"0,-2 0-31 15,-2 1-18-15,0 2-28 0,6 0-36 0,-5-3 1 16,3 3-18-16,-4 0-11 0,3-3 8 15,3 1-21-15,-3 4-24 0,0-4-8 0,2 1 9 16,0 1-19-16,-3 0-8 0,4 0 16 16,0 3-23-16,0 2 18 0,0-2-11 0,0 2-4 15,4 1-23-15,-4 3 19 0,6 11-12 0,-6-10 7 16,5 25 8-16,1-13-10 0,0 3-14 16,-5-3 8-16,6 2-3 0,-2-10-1 0,-1 7-3 15,-2-5 4-15,1-4-14 0,0-1 11 16,-3-3-3-16,3-2 7 0,-3 2-4 0,2-4 23 15,-1 2 17-15,2-4 25 0,-3-1-24 16,0-1-3-16,-4-1-7 0,2-1-4 0,-1-6 9 0,0 4 1 16,-6-17-18-16,3 1 1 0,-5-2 8 15,3 0-9-15,2 1 6 0,2 0-22 0,-4 0 6 16,6 4-16-16,-1-2 5 0,-1-1 11 0,0 8-37 16,4 12 6-16,0-12 15 0,0 0-28 15,0-4 5-15,26-13-5 0,-13 12 5 16,0 1-10-16,3 1-3 0,4 0-3 0,0 1 14 15,-4 4-12-15,4 1-1 0,-1-2-18 0,1 7 1 16,-4-5 16-16,0 9 11 0,-5 0-33 0,1 0 20 16,-12 0 17-16,8 0-14 0,-8 0 4 15,11 0 15-15,-11 0 15 0,11 0-2 0,2 16-15 16,-11-10 9-16,1-2 8 0,-4 5-8 16,-1-1 26-16,2 3-16 0,0 2-8 0,-20 22 22 15,12-18-8-15,-4-3 0 0,3 2-3 0,-2-1 9 16,3-6-2-16,4-1-8 0,-3-1 11 15,2-1-7-15,1 1-1 0,3-5 5 0,-1 2-2 16,-1-3 7-16,2 0-10 0,1 4-3 0,-2-4 11 16,2 0-24-16,-2 1 13 0,2-2 4 15,0 0 5-15,0 0-20 0,5-2 13 0,0 2 3 16,-4 0 1-16,5-1-11 0,1 0 7 0,0-4-3 16,-2 4-4-16,3-1-10 0,-2-1 7 15,3 2 5-15,-1 1 12 0,1-1-18 0,10-3-1 16,-3 4 7-16,-16 0 1 0,14 0 0 0,-2 0 4 15,-2 0 6-15,0 0-24 0,5 15 15 16,-8-12 1-16,2 12 1 0,-3-5 8 0,-3 0 3 16,-1 5-6-16,-2-3 20 0,0 4 6 15,0 2-1-15,-22 17 6 0,10-15 0 16,0-2 24-16,-4 2-11 0,-2-5 3 0,0 3 5 16,-3-6 2-16,2 2 11 0,-3-4 1 0,-2 0 23 15,6-2-21-15,-4 0 8 0,4-3-44 16,1-4-1-16,7 0-8 0,1 1 6 0,-1 0-7 15,1-2-45-15,9 0-39 0,0 0-86 0,-7 0 15 16,-11-25-323-16,13 12 22 0,10-11 20 16,-5 13 63-16,0-9 22 0,0-3-52 0,0-3 13 15,0 4 81-15</inkml:trace>
  <inkml:trace contextRef="#ctx0" brushRef="#br0" timeOffset="2501.759">228 2016 256 0,'0'0'264'0,"0"0"-72"0,0 0-20 0,0-15-36 16,0 15-6-16,0 0 3 0,0 0-16 15,0 0-19-15,-11-16 3 0,5 16-27 16,1 0 3-16,-1 3 3 0,0 0-9 0,0 1-20 16,-2 0-1-16,-6 7 0 0,-1-1-20 0,4-1 11 15,-1-6 6-15,6 7 8 0,-8 0-3 0,6 1-14 16,-1 5-11-16,0 0-2 0,4-1 10 15,-2 3-2-15,2-2-9 0,5-3-13 16,-3-2-1-16,3-11 4 0,0 10-8 0,0 3 5 16,0 1-5-16,15 20-1 0,-6-19-13 0,-2 3 7 15,8-7 11-15,-1 0 7 0,-3-5-19 16,10 2-3-16,-3-4 10 0,1-1-17 0,-19-3 21 16,17 0-9-16,6 0 9 0,21-15-4 0,-16 7-7 15,0-2 19-15,-7-4 4 0,2 5-15 16,0 0-15-16,2 0 18 0,-10 2-6 0,4-2 7 15,-7 3-25-15,-3 1 15 0,1 2-28 16,-6 1-8-16,-1-1-10 0,2 1-40 0,-2 2 8 16,-1-4-155-16,-2 4-155 0,0 0 48 15,0 4 28-15,0-3 46 0,0 0-26 0</inkml:trace>
  <inkml:trace contextRef="#ctx0" brushRef="#br0" timeOffset="3296.547">3431 2044 307 0,'0'0'286'0,"0"0"-52"0,0 0-33 16,0 0-1-16,0 0-10 0,0 0-19 16,0 0-27-16,0 0-11 0,0 0 0 0,0 0-38 15,-18 0 8-15,18 0-26 0,0 0 13 0,0 0-27 16,0 0-8-16,-22-29-18 0,22 30 13 16,0 2-3-16,3 0-8 0,-3 2-2 0,3-3-22 15,-2 6 22-15,8 12-13 0,-4-2-4 16,0-7-7-16,0 8 11 0,2 1-3 0,-2-1 5 15,-1 0-14-15,0-4-7 0,2 5-5 0,-5-5 11 16,2-3 8-16,-2-2-8 0,3 1 1 16,-3-5 0-16,1-1-10 0,-2 1 12 0,0-1-16 15,2-1-11-15,-2-2-5 0,0 1-10 16,0 2-3-16,0-4-30 0,0 0 5 0,-2-2-116 16,2 0-55-16,-3-4-136 0,-1 0 26 0,4 1-36 15,0-5 21-15,0 3 36 0,-1-1 32 16</inkml:trace>
  <inkml:trace contextRef="#ctx0" brushRef="#br0" timeOffset="3738.273">3426 2110 270 0,'-1'-3'274'16,"1"1"-44"-16,-1-2-52 0,-1 0-21 15,2-1-28-15,0 3 4 0,0-4-4 0,0 3-23 16,3 0-20-16,-2-2 14 0,3 1-34 0,1-2-5 15,6-7 9-15,1 0-17 0,-1 4-2 0,3-3-23 16,-4 6 8-16,3 4-34 0,-2-2 43 16,-2-1-30-16,-2 5-7 0,4-1 0 15,-11 1 12-15,0 0-7 0,11 0 4 0,-3 0 2 16,1 0 2-16,-1 0-10 0,1 0-6 0,-9 0 8 16,12 0-3-16,19 21-13 0,-20-14 2 0,-2-1 12 15,-1 0-29-15,4 10 40 0,-3-5-10 16,-6-1-2-16,7 10 0 0,-9-7-10 15,4 1 7-15,-5-2-13 0,0-2 8 0,0-10 19 16,0 9-9-16,0 0-7 0,0-2 12 0,0 1 13 16,0-8-10-16,0 10 14 0,-19 16 7 0,13-10-6 15,-3-10 6-15,2 3 0 0,0-5 8 0,-7 10-2 16,2-4-11-16,-6 0-5 0,1-3 21 16,1 4-19-16,2-6 6 0,2 0-8 15,0-3 15-15,3 3-11 0,3-1-7 0,1-4 12 16,-2 4-27-16,2-3 7 0,1 1-21 0,0-2-16 15,0 3-17-15,3-3-32 0,-3 0-56 16,4 0 13-16,0 0-201 0,0 0-88 0,-5-16 27 16,5 9 24-16,3-1 63 0,0-14 15 15,-3 13 14-15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07:18:31.621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2500 4602 353 0,'0'-5'271'0,"0"3"-48"16,-1-2-30-16,1 0-21 0,-3 0-19 0,6 2-25 15,-6-1-12-15,3 1-4 0,0-2-19 16,0 2-21-16,0 2-2 0,3 0-19 0,-2 0 2 16,-1 2-22-16,3 2 15 0,1 1-8 0,-4 0 6 15,1 0-34-15,3-1 10 0,-4 2 6 0,3 0 0 16,-1-1 15-16,-1 0-5 0,1 1 9 15,-2-1-5-15,4-3 32 0,-4 1 7 0,0 3 24 16,0-2-33-16,0-4 3 0,0 0-5 16,0 0-7-16,-6 1 10 0,1-3-19 0,3-1 8 15,-10-9-19-15,0-5-2 0,1 0 3 0,-2-6 6 16,5 2-22-16,0-3-12 0,1-7-10 16,3 4 18-16,1 0-31 0,3 0-5 15,-1 4 18-15,1 10-27 0,0-6 0 0,17-18-11 16,-10 18-6-16,0 3 16 0,6 0-8 0,0 4 6 15,0 0 4-15,0 6-5 0,-3 3-21 0,0 2 22 16,-2-1 2-16,-8 2-3 0,0 0-6 16,10 0 15-16,7 12 1 0,-12-7 1 0,-1 3-8 15,3 11 13-15,-5-6 3 0,-2 2 0 0,0-2-11 16,0-3-1-16,0-10 17 0,0 10 5 16,0-1 0-16,0 1-1 0,0-5 1 0,0 5-5 15,0-10 2-15,0 9 3 0,0-9-7 0,0 8-8 16,-13 7-13-16,13-11 9 0,0 0 5 15,0-2-5-15,0 2-1 0,0-4-2 0,0 0-12 16,0 0 18-16,0 0 0 0,12 0-23 16,-7 0 19-16,0-3-5 0,0 2 9 0,-1 1-6 15,1 0-6-15,1 0 12 0,0 0 1 0,2 0-18 16,-4 4 13-16,-4-4 22 0,0 0-10 0,31 15 8 16,-24-7-20-16,0 2 4 0,-2 2 2 15,0-3 1-15,0 8-3 0,0-1 27 0,-3-4 2 16,-2 0 6-16,0-12 0 0,0 9 11 15,0 3 25-15,-20 23 4 0,9-20 19 0,-5 1-13 16,3-6 35-16,-2 2 4 0,2-2-23 16,1-5 12-16,2 1 7 0,1-2-7 0,1-2-20 15,3 2-13-15,-1-4-8 0,-1 1-34 0,2-1-28 16,5 0-10-16,0 0-57 0,0 0-70 0,-21-11 13 16,19 5-293-16,-3 1 32 0,5-1 26 15,-2 2 28-15,0-5-7 0,2 6 68 0,2-4-17 16,0-1 6-16</inkml:trace>
  <inkml:trace contextRef="#ctx0" brushRef="#br0" timeOffset="720.258">2695 5748 374 0,'-18'3'231'0,"-2"3"-36"0,5-3-12 15,-1 6-46-15,0 0-6 0,1 2-4 16,3 2-21-16,6-1-29 0,-1 4 0 0,1-1 8 16,2 0-36-16,2 1 24 0,2-2-16 15,0-4-4-15,0 1-9 0,0 7 9 0,0 1-20 16,17 13 4-16,-10-13-7 0,-1-4-13 15,6 0 7-15,3-6-5 0,1 2 3 0,-1-7 5 16,10-3-6-16,-12-1-14 0,6 0-3 0,31-18 10 16,-25 11-17-16,2-2-26 0,-4 2-24 15,-1 0 21-15,-2 2-15 0,-5-1 4 0,-3 5-96 16,-1-3-24-16,-5 4-154 0,-6 0 24 16,0 0-70-16,0 0 28 0</inkml:trace>
  <inkml:trace contextRef="#ctx0" brushRef="#br0" timeOffset="-5291.657">509 5050 290 0,'-6'-1'174'0,"2"1"-28"0,0 0-21 0,-1 0-3 15,1 0 3-15,0 0-50 0,0 0-21 16,3 1 43-16,-4-1-21 0,2 0 5 0,1 3-1 16,-1-6 5-16,2 3-39 0,-2 0 11 0,2 0 28 15,1 0-42-15,0 0 35 0,0 0-10 16,0-1 5-16,4-1-1 0,-2-1-24 0,0 3 16 16,5 0-7-16,-3-4-12 0,4 3-8 0,-2-2 2 15,12-2-8-15,2-3-1 0,-9 5-5 16,5 0 2-16,5-3-4 0,-6-1-11 0,10 2 17 15,-10 0-11-15,10-2-1 0,-2 0-4 16,1-1 0-16,5-2 12 0,-2 2-29 0,4-2 18 16,-1 4-15-16,3 1 7 0,1-8 6 0,-1 3-10 15,-2 2-2-15,4-1 5 0,0 1 4 16,1 1 1-16,-1-2-1 0,0 2 6 0,0 2-13 16,0-1 9-16,0 0-24 0,-2 1 15 15,1-1-1-15,2 1 4 0,-1 0-8 0,0-5 3 16,2 3 0-16,-5 0-2 0,2 3 9 0,1-5-7 15,0 1-3-15,1 2 14 0,-4-2-6 0,2-2-7 16,-2 1-18-16,-1 0 25 0,-3 4-1 16,-1-4-1-16,-1 3 4 0,-5 1-4 0,1-2 1 15,-3 2-5-15,-2 2 0 0,-1 0-1 0,3 0-3 16,-4 1 8-16,0-2 6 0,-6 4-10 16,1-1-1-16,-1-2-13 0,0 1 10 0,3 1-2 15,-6 1 2-15,4-2-7 0,-2 2 7 0,3-1-5 16,-1 1 9-16,-10 0-15 0,9 0 7 15,0 0 0-15,-1 0-2 0,1 0-16 0,2 0 11 16,-4 0 6-16,-7 0 3 0,10 0 1 16,2 0 15-16,-12 0-12 0,8 0 13 0,-8 0-23 15,9 0 11-15,-9 0-20 0,9 0 7 16,-9 0 15-16,9 0 0 0,-9 0 2 0,7 0 8 16,8 14-1-16,-13-13-8 0,2 3-9 15,-3-4-3-15,1 3 17 0,0 0-4 0,1-1-2 16,1 1 2-16,-3 1 4 0,0-1-4 0,2-2 4 15,-2 3 3-15,3 0-7 0,-3-2-2 16,-1 1 9-16,2 2 7 0,0 0-21 0,-1-1 22 16,-1 1-9-16,3 3 0 0,-3-1-5 0,3-1 12 15,-2 3-10-15,-1 0 3 0,4 14-14 16,-3-1 15-16,2-2-11 0,1 0 12 0,1 2-11 16,-4-2 4-16,5 2 5 0,0-1-5 0,-3 0 7 15,0-4 2-15,1 4 5 0,-3 1-21 0,8-1 16 16,-6 4-3-16,1-5 5 0,1 3-8 15,1 0 1-15,-6-8 8 0,3 8-3 0,2-3-5 16,-5-9 5-16,0 6-9 0,0 3 10 16,0 1 3-16,0-1-9 0,12 21 0 0,-10-27-5 15,0 0 0-15,-2-1 8 0,0-3-9 0,1 0 6 16,-1-1 7-16,2 1-17 0,-2-2 16 16,0-8 0-16,0 9-14 0,0 0 2 15,0-1 8-15,0 1 8 0,0-1-10 0,0 0 2 16,0 2 4-16,0-1 0 0,0 0-9 0,0-1 4 15,0 0-8-15,0 1 7 0,0 1 2 16,0-2-7-16,0 1-9 0,0-2 14 0,0 1-7 16,0 0 2-16,0-8 5 0,0 11-10 0,0-2 9 15,0 0-5-15,0 0-8 0,0-9 15 16,0 9-9-16,0 0 1 0,0-9 7 0,0 11-3 16,0-4-4-16,0-7 5 0,0 10 10 0,0-10-29 15,0 8 11-15,0-8 16 0,0 8-7 16,0-8-17-16,0 0 3 0,0 8 11 0,0-8 7 15,0 0-7-15,0 8 8 0,0-8-4 0,0 0-5 16,0 10-12-16,0-10 15 0,0 0 0 16,0 6 4-16,-12 9-5 0,9-12-4 0,2 0-8 15,-4-3 5-15,2 3 14 0,0 0-8 16,-1-3-11-16,3 2 9 0,-4 0 3 0,2 0-2 16,0 1-6-16,-3-2 13 0,4 0-9 0,-6 0 14 15,3 2-21-15,-2 1 19 0,0-2-10 16,2 1 6-16,-3 0-18 0,-3-1 6 0,-5 5 3 15,-1-4 6-15,5-3 13 0,-11 3-20 0,13 1 10 16,-1-3 5-16,-2 3-11 0,7-3-3 16,-4 0 11-16,2 1 2 0,3 0 4 0,-2-1 5 15,-2-1-21-15,1 3 4 0,3-3-6 0,-4 2 1 16,3-2 13-16,-1 3 8 0,0-3-24 0,-13 5 9 16,6-4-7-16,-1 3 17 0,7-4-21 15,-6 3 0-15,5-3 11 0,0 0-2 0,1 3 6 16,1-3-1-16,2 0-7 0,-4 2 8 15,4 1-10-15,1-2 12 0,-4 1-8 0,2-1 7 16,1-1 3-16,-2 3-13 0,1-2 11 0,1 2 14 16,-2-2-4-16,1 0 9 0,-1 2-19 0,7-3-8 15,-9 0 31-15,9 0-33 0,-11 0 8 16,3 0 6-16,-2 0 9 0,10 0-4 0,-13 0-18 16,2 0 10-16,-18 18 9 0,12-15-17 15,5-3 17-15,-2 3-4 0,5-1-14 0,-3-1-12 16,1 1 18-16,-6 6-12 0,3-8 18 15,1 2-20-15,1 1 23 0,-1-1-13 0,3-2 2 16,0 2 17-16,-10 3-6 0,0 0-20 0,5-4-4 16,-7 5 25-16,7 0 2 0,1-4-35 0,-6 2 18 15,2 3-6-15,0-1 12 0,5-4-29 16,-2 3 11-16,4-1 13 0,2 0-7 0,-2 0 15 16,6-2-1-16,-4 0-13 0,0 1-5 15,-8 4-15-15,3-4 9 0,2 0 28 0,3 0-7 16,0 2-21-16,1-4 10 0,-1-1 3 0,1 3 5 15,2-2-11-15,1 0-7 0,-2-1 45 16,-2 1-15-16,3 3 9 0,1-4-27 16,-3 3 0-16,3-1 9 0,-2-2 21 0,2 3-32 15,-1-2-4-15,0 0 22 0,-3 2-6 0,4-2-15 16,-1 1-10-16,-1-1 23 0,0 0 4 0,1-1-17 16,-3 3 6-16,2-1 14 0,0 1-5 15,-1-3-17-15,1 2 20 0,-1 1 0 0,0-2-36 16,0 2 17-16,-1-2 30 0,-6 7-10 15,3-5-24-15,1 1-2 0,2 0 24 0,1-2-8 16,4 0 7-16,-4 0-3 0,3-1-31 0,-1 1 11 16,0-1 7-16,0 2 2 0,1-2 7 0,-3 1-21 15,4 1 3-15,-1 1 12 0,-4-2 20 16,2 2-24-16,0-1-14 0,-9 7 32 16,1-6-16-16,6 3 0 0,-2-4-9 0,1-2 13 15,7 3-2-15,-6-1 25 0,4-2-30 16,-1 1 20-16,3 1-3 0,3-3 12 0,0 0-6 15,0 0-23-15,0 0 1 0,-10 0 27 16,10 0 4-16,0 0 12 0,-7 0-34 0,7 0 2 16,0 0 1-16,-10 0 11 0,10 0-16 0,0 0 1 15,0 0 20-15,-10 0-27 0,10 0 2 16,0 0 10-16,0 0-12 0,-17 10 10 0,14-8-10 16,1-2 31-16,1 0-24 0,-2 2-8 0,3-2-11 15,-3 0 26-15,3 0 1 0,-1 0-13 16,1 0-4-16,0 0 7 0,0 0-17 0,0 0 12 15,0 0 31-15,0 0-26 0,0 0 5 0,0 0-1 16,0 0-26-16,0 0 35 0,0 0-26 16,0 0 23-16,-9 0-16 0,9 0 5 0,0 0 6 0,-9 0-10 15,9 0 1-15,0 0 5 0,-6 0 26 16,6 0-21-16,0 0-12 0,0 0 5 0,0 0-9 16,0 0 19-16,-11 0-14 0,11 0 2 15,0 0 15-15,0 0-31 0,0 0 15 0,-6 0-10 16,6 0 28-16,0 0-11 0,0 0-1 15,-11 0 20-15,11 0-36 0,0 0 47 0,0 0-38 16,0 0 13-16,0 0 0 0,-10 0-14 0,10 0 2 16,0 0-1-16,0 0 2 0,-8 0 1 15,8 0 11-15,0 0-2 0,-11-7-14 0,8 4 2 16,2 0-2-16,-2 2 6 0,3-1 1 16,0-1-22-16,0 2 18 0,-4-2 9 0,3-1-8 15,-1 2-3-15,-1-2 7 0,0 1 9 0,3-1-7 16,-1 0-21-16,0-2 49 0,1 4-20 15,-2-5-29-15,0 5 46 0,1-2-31 0,-3 1 6 16,4 0-8-16,-2-1-7 0,1 1 22 16,1 3-5-16,0 0-11 0,0 0-6 0,0 0 35 15,0-11-37-15,0 11 7 0,0-8 1 0,0 8 19 16,0-10-31-16,0 10 13 0,0 0 23 0,0-6 6 16,0 6-39-16,0-9 8 0,0 9-3 15,0-9 18-15,0 9-24 0,0-9 12 0,0 9-4 16,0-10 32-16,-9 10-34 0,9-9 4 15,0 0-8-15,-13-5 18 0,11 10-23 0,-1-2 43 16,2 1-40-16,-1 2 20 0,0-3-2 0,-1-1-2 16,1-1 25-16,2 4-20 0,-2-5-13 0,1 2-14 15,1 1 15-15,-1 1 17 0,1 1 13 16,0-4-34-16,-3 5 31 0,3-3-29 0,0 3 9 16,-1-2-7-16,1 1 31 0,0 0-26 15,0 0-18-15,-1 0 11 0,1 1 19 0,-3-1 8 16,3 0-51-16,0 2 12 0,0-3 17 0,0 3-19 15,0-2-13-15,0 0-6 0,-1 2-4 16,1 2-31-16,0 0-9 0,0 0-50 0,0 0-23 16,0 0 15-16,0-9-143 0,0 9-138 0,0 0 27 15,0-8 28-15,0 8 17 0,0-8 21 16,0-1 17-16,0 9-7 0</inkml:trace>
  <inkml:trace contextRef="#ctx0" brushRef="#br0" timeOffset="-8023.663">532 5075 478 0,'0'0'164'0,"0"0"-7"0,0 0-9 0,0-16-7 15,0 16 3-15,0 0-5 0,0 0-24 0,0 0-14 16,0 0-15-16,-4-27-7 0,4 27-17 15,0-1 13-15,-1 1-16 0,1-2 4 0,0 2-11 16,0-3 8-16,0 0-28 0,0 3-1 0,0 0 8 16,0 0-29-16,0 0 12 0,-1 3-26 15,1-2 42-15,0 3-4 0,0-1-36 0,1 2 21 16,0 0 1-16,-1 0 5 0,2 2-2 0,-2 2-28 16,0 1 10-16,0 7 0 0,10 25 10 15,-9-19-20-15,5 0 15 0,1 1 2 0,-3 0 12 16,0 1-11-16,1-1 1 0,-2 0-5 0,2 0 1 15,-1 2 12-15,2 3-2 0,-2-4 16 16,-1 1-13-16,1-2 2 0,1 0-7 0,-4 0 6 16,0 0 11-16,2 1-13 0,1 0 7 0,0 0-15 15,0-3 7-15,-3-4-9 0,0 7 16 16,3-7-12-16,1 1 4 0,-5-2-8 0,1-5 19 16,-1 0-2-16,7 8-12 0,-7-7-2 15,1-7 21-15,-1-6-21 0,0 0 16 0,0 10-12 16,0-10 15-16,0 9-6 0,0-9-3 0,0 9 1 15,0-9 8-15,0 0-14 0,0 6-1 0,0-6 4 16,0 0-1-16,0 9 2 0,0-9-6 16,0 0 7-16,0 0-30 0,0 0-26 0,-5 12-9 15,4-12-34-15,-2-3-76 0,-1 2 14 16,0-3-140-16,1 2-139 0,-5-1 27 0,4-5-16 16,4 4 44-16,-4-19 18 0,3 1 9 0</inkml:trace>
  <inkml:trace contextRef="#ctx0" brushRef="#br0" timeOffset="-2795.759">590 5046 277 0,'0'0'99'16,"0"0"-14"-16,0 0 38 0,0 0-18 16,0 0 2-16,0 0-12 0,0 0 0 0,0 0-20 15,0 0-10-15,0 0-32 0,0 0 34 0,0 0-16 16,0 0-1-16,0 0-33 0,-1 8 26 0,-4-7-1 15,1 3-28-15,3 0 39 0,-3-2-4 16,-1 1 2-16,4-1-26 0,-2 2 34 16,-2-3-1-16,1 2-46 0,1 1 33 0,-4 0 3 15,4 0-46-15,-1-2 23 0,-1 2 0 0,-2 1-3 16,5-1-22-16,-7-2 23 0,4 2 1 0,-8 7-10 16,1-4 15-16,1-2-6 0,2 3-26 15,-1-3 33-15,3 1-7 0,-2-3 5 0,2 0-11 16,-1 2 16-16,2-1-1 0,-2-1-8 15,-1 0 0-15,4-1 16 0,-1 1-18 0,-2 2 13 16,-1-4 17-16,-7 5-6 0,0-2-16 16,4-1 0-16,0-2-19 0,3 1 12 0,-1 1 4 15,2-2-5-15,-1 1 4 0,5-1-10 16,-5-1 8-16,-1 2-17 0,6-1 15 0,-5 2 9 16,1-1-4-16,0-2 1 0,2 0-12 15,-2 0 4-15,-1 0 8 0,1 0 9 0,8 0-8 16,0 0-14-16,-11 0 3 0,2 0 1 15,-7 0 11-15,-15-12-3 0,11 6-17 0,-5 1 5 16,7 1 14-16,0-3-6 0,2 4-6 16,-2-5-4-16,6 5-8 0,-5-3-4 0,1 1 4 15,5 1 6-15,4-2 13 0,-11-3-16 0,5 3-1 16,2 0 10-16,0 0 13 0,2-1-25 0,3 2 4 16,-11-7 0-16,5 2 3 0,1-2 11 15,-1 1 2-15,4 3-20 0,-1-1 18 0,-2-3-14 16,2-5-11-16,1 7 11 0,1 2 7 15,2 1 6-15,-1 0-23 0,1-3 10 0,-2 6-9 16,5-1-3-16,-1-1 5 0,0 0-5 0,0-2-2 16,1 3 27-16,-2-6-11 0,4 4-20 15,0-2 3-15,-2 0 2 0,2 0 19 0,0 0-14 16,0 0 17-16,0 0-7 0,0-2-15 16,0-2-1-16,0-3-6 0,0 2 29 0,0-3-22 15,0 0 3-15,0 1 7 0,0 2 3 0,0 1-14 16,0 2 8-16,0 2 3 0,0 2-19 15,0 7 20-15,0-12 9 0,0 3-24 16,0 0-3-16,0 9 7 0,0-10-4 0,14-7-3 16,-14 9 7-16,9-9 0 0,-4 5-1 0,-2 1 10 15,1 1 8-15,-2 5 0 0,2-4-26 16,-3 5 15-16,3-4-6 0,-1 6 10 0,1-2-6 16,-3-1-15-16,4 0 4 0,0 2 3 15,1 0 5-15,-1 0 21 0,1-2-10 0,-1 1-4 16,3 2-8-16,-1-2 19 0,0 4-6 0,0-4-17 15,11-3-3-15,-1 5 14 0,-6-3 5 16,-3 2-2-16,4 1-13 0,-2-2-3 0,-4 4 6 16,3 0-9-16,-1 0 10 0,-1 0 5 15,3 0-11-15,-10 0 16 0,0 0-5 0,12 0 14 16,-3 0-23-16,-2 0-3 0,-7 0-2 0,34 22 15 16,-20-17 7-16,-5 0-18 0,8 5 1 15,-3-4 12-15,2 9-10 0,-3-11 13 0,3 5-20 16,2-2 14-16,-5-2-11 0,-4 1 10 15,2-1-5-15,-4 0 19 0,2-2-26 0,-2 2 19 16,-2 0-12-16,0-2 5 0,2 2 14 0,0 0-3 16,-1-1-17-16,5 5 16 0,0-1-11 0,-2 0-6 15,-2-1-7-15,-1-1 13 0,0-2 15 16,-1 2-11-16,-2-1-12 0,1-1-3 0,0 1 4 16,1 0-3-16,-3 0 2 0,5-1 11 0,-3 4 10 15,2-6-16-15,-1 5 6 0,-2-4-15 16,2 2 8-16,1-1 2 0,-2 1-6 0,1 1 5 15,1-2 18-15,-1 2-17 0,0-4-6 0,-1 2 23 16,1 2 2-16,-1-2-17 0,-2 1-9 16,6-1-1-16,-4 2 3 0,1-1-4 15,-1 1 26-15,1-2-18 0,-2 3 0 0,5-2-9 16,-6 0 6-16,3-1 4 0,1 2 1 0,-4-1-4 16,3 1 2-16,2-2 24 0,-3 2-28 15,-1-1-3-15,3 2 22 0,3 9-15 0,-4-8-3 16,0 1 6-16,-1-1 0 0,0 0-2 15,0-2-3-15,-3 0 0 0,4 1 25 0,-2-3-27 16,-1 1 15-16,2 1-8 0,1-1-10 0,-3-2 18 16,-1 3-3-16,3 3 4 0,1-5 0 15,-4 0-12-15,2 1 6 0,1 0 5 0,0 1-14 16,-3-1 8-16,1-1 0 0,2 1-10 0,-2-1 0 16,1 2-3-16,1 0 19 0,-4-1-14 15,3 0 2-15,-3-5-1 0,0 0 10 0,0 7 5 16,0-7-8-16,0 8-15 0,12 6 21 15,-11-11-15-15,3 1 0 0,0-1 8 0,-4 1-2 16,1 0-12-16,0 0 18 0,0 1-6 0,2-3 8 16,-2 2-10-16,1 0 15 0,0-2-14 15,-2 1-3-15,1 2 10 0,-1-4-4 16,2 0-2-16,-1 2-10 0,-1-1 0 0,0 0 10 16,0 0 1-16,4 1-10 0,-4-2 1 0,0 1 23 15,1 0-13-15,2-2 13 0,-3 3-7 16,1-2-1-16,-1 0-14 0,0-1 9 0,0 3-7 15,0-2-3-15,0-1 13 0,0 1-5 0,0 2-7 16,0-3 11-16,1 0 15 0,-1 3-28 16,3 0 11-16,-3-3-2 0,0 0 17 0,0 0-6 15,0 0-13-15,0 0 13 0,0 0 4 0,0 0-1 16,0 0-18-16,0 0-6 0,0 0 4 16,0 0-1-16,0 9 18 0,0-9-14 0,0 0 3 15,0 0-13-15,0 0 10 0,0 0-5 16,0 0 7-16,0 0-1 0,0 0 4 0,0 0 8 15,0 7 17-15,0 0-11 0,0-9-26 0,0 4 30 16,0-2-11-16,0 0-40 0,-3-2-59 0,2 2-63 16,-3-6 14-16,-1 3-311 0,1-4 36 15,-7-4 64-15,-5-7 23 0,-5-1 23 0,7-1-1 16,3-2 28-16</inkml:trace>
  <inkml:trace contextRef="#ctx0" brushRef="#br0" timeOffset="-1221.776">650 4620 489 0,'0'0'146'0,"0"0"-18"16,0 0-17-16,0 0-27 0,0 0-2 15,0 0-24-15,0 0 16 0,0 0-4 0,2 7-9 16,0-1-9-16,2 15-29 0,-1-4 40 0,3 3-36 16,-2-7 10-16,1 0 6 0,-3-7-16 15,1 3-27-15,-1-4 34 0,-2 0 11 0,4 0-17 16,-2-1-1-16,-2-1 43 0,0 0 2 0,0 0 10 15,1-3-2-15,-2 0-4 0,-1-2-10 16,0-1-9-16,-1-5-20 0,2 3 4 0,-8-11 6 16,4-5 0-16,-2 2-19 0,2 6-10 15,2-8-5-15,0 6 10 0,-1-1-1 0,4 4-8 16,0 12-2-16,0-9-8 0,0-3 4 0,0 0 3 16,19-19-9-16,-11 20 10 0,2-4-11 15,-2 5-4-15,6-1 4 0,-5 6-22 0,1 0 1 16,0 5 25-16,-3-3-6 0,-7 3-5 15,9 0-1-15,-9 0 1 0,27 18 6 0,-7-12-2 16,-9 9-3-16,-3-9 3 0,5 10 11 0,-5-7-29 16,5 6 25-16,-2-2 6 0,1 1-7 0,-6-2-26 15,5-4 17-15,-5 2 10 0,10 0-2 16,-10-1-1-16,1 2 3 0,-1-5-3 16,3 1-16-16,-8-2 10 0,2 1-5 0,5-3-18 15,-6-1-22-15,1 2-9 0,-1-3-9 0,2 2 6 16,-4 0-68-16,0-1-38 0,-4-2-103 15,2 0-75-15,-1 0 20 0,2-2-32 16,-3 1-3-16</inkml:trace>
  <inkml:trace contextRef="#ctx0" brushRef="#br0" timeOffset="-1024.897">796 4685 404 0,'-8'0'231'0,"4"1"-60"15,0-1-38-15,0 3-3 0,1-3-11 16,3-3-24-16,-3 2 15 0,2 0-21 0,1-2-38 16,1 1 16-16,2-2-16 0,-1 0 16 0,11-7-15 15,-5 3-19-15,0-1 23 0,1 1-70 0,-6 3 3 16,8 3-80-16,-2-3-31 0,-3 3-118 16,1-1-90-16,-1 2 33 0,1-1-20 0</inkml:trace>
  <inkml:trace contextRef="#ctx0" brushRef="#br0" timeOffset="10015.422">630 5007 232 0,'0'0'33'0,"0"0"-3"0,0 0 26 16,0 0-34-16,0 0 27 0,0 0 7 0,0 0-40 16,0 0 13-16,0 0-9 0,0 0-6 15,0 0 9-15,0 0-14 0,0 0-16 0,0 0 38 16,0 0-17-16,0 0 12 0,0 0-10 16,0 0-12-16,0 0 7 0,0 0-3 0,0 0 39 15,0 0-46-15,0 0 2 0,0 0 1 16,0 0-4-16,0 0-17 0,0 0-15 0,0 0-39 15,0 0-73-15</inkml:trace>
  <inkml:trace contextRef="#ctx0" brushRef="#br0" timeOffset="1545.341">231 6414 224 0,'0'0'191'0,"0"0"-11"0,0 0-40 16,0 0-18-16,0 0-49 0,0 0 57 15,0 0-31-15,0 0-17 0,0 0-2 0,0 0 7 16,0 0 3-16,0 0-11 0,0 0 14 0,0 0-6 16,0 0-20-16,31 2 12 0,-29 7-18 15,2 12-7-15,0-1-17 0,-1-1 1 0,3 2 8 16,-1-8-9-16,1 4-6 0,1-1-10 16,-1 5 17-16,1-6-11 0,2 1-2 0,-4-2-8 15,0-3 1-15,-3-2 3 0,0 0-16 0,3-3 8 16,-2 1-3-16,-2-4-19 0,0 1-42 15,0 0-27-15,-1-2 7 0,0-2-189 0,0 0 18 16,-6 0-149-16,3-3 22 0,1-4 73 16,2 2 3-16</inkml:trace>
  <inkml:trace contextRef="#ctx0" brushRef="#br0" timeOffset="1927.48">268 6485 234 0,'0'-2'185'0,"0"-5"-53"16,1 1-21-16,2 0 2 0,-3 0-6 15,11-9-16-15,-2-1-8 0,-1 1-24 0,4-2 11 16,-5 9-22-16,6-3-3 0,-6 0 14 16,-2 4-3-16,1 2-44 0,3-3 7 0,-5 6 26 15,5-1-1-15,-2-1-29 0,-1 2 0 0,1 2 14 16,2-2-2-16,1 2-5 0,-10 0-5 15,6 0 26-15,11 0-10 0,16 12-18 0,-14-3-14 16,-2-1-14-16,-2 7 24 0,1-5 14 0,-9 5-20 16,6 0 3-16,-6 2 2 0,-1 2-15 0,-3-1 5 15,5 0 13-15,-6 2 12 0,-1-6-24 16,-1 0 21-16,0-14 15 0,0 14 6 0,0 3 7 16,0 0-1-16,-19 20 24 0,15-22-8 15,-4 4-7-15,-3-3 5 0,0-3-5 16,0 3-8-16,1-2-9 0,-2-1 4 0,0-1-7 15,3-4-22-15,-2 0-50 0,2-3-43 0,-2-1 7 16,4-2-274-16,-10 7 24 0,1-5 23 16,16-4-18-16,-14 0-12 0,-18-15 51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07:20:35.510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2624-190 345 0,'0'0'103'0,"0"0"-17"0,0 0-10 0,0 0-9 16,0 0-8-16,0 0 24 0,0 0 40 0,0 0-35 15,0 0-16-15,0 0 9 0,0 0 22 16,0 0-5-16,0 0-16 0,0 0 4 0,0 0 5 16,0 0-6-16,0 0-18 0,0 0 8 15,0 0-15-15,0 0-6 0,0 0-4 0,0 0-2 16,0 0 13-16,0 0-50 0,0 0 22 0,0 0 0 15,0 0 1-15,0 0-19 0,0 0-7 16,0 0 16-16,0 0-2 0,0 0 10 0,0 0-5 16,0 0-14-16,0 0 5 0,0 0-12 0,0 0-5 15,0 0 15-15,0 0-7 0,0 0-11 16,-1-18-5-16,1 18 6 0,2 0 5 0,2 0-4 16,0 0 4-16,-3 0-14 0,2 2 23 15,1-2 1-15,0 2-8 0,0-2-8 0,-2 1 8 16,3-1-4-16,-3 0 8 0,-2 0-8 15,0 0-4-15,0 0 11 0,0 0-24 0,0 0 22 16,7 0 4-16,-7 0-20 0,11 0 5 0,-11 0 16 16,10 0-5-16,-10 0 11 0,8 0-3 15,-8 0-1-15,8 0-7 0,-8 0-3 0,0 0-11 16,11 0 8-16,-11 0 0 0,8 0 4 16,-8 0-4-16,8 0 14 0,-8 0-11 0,10 0-8 15,-10 0 4-15,10 0 10 0,-10 0-14 0,11 0 6 16,-4 0-15-16,-7 0 11 0,9 0 2 0,-9 0 13 15,0 0 0-15,8 0-5 0,-8 0-24 0,8 0 24 16,-8 0-3-16,9 0-7 0,-9 0 4 16,10 0-24-16,-10 0 10 0,8 0 19 0,-8 0-11 15,10 0 13-15,-10 0-18 0,11 0 16 16,-11 0-7-16,7 0 17 0,-7 0-9 0,10 0-3 16,-10 0 0-16,18 14-7 0,-13-14-9 0,-3 0 31 15,3 0-39-15,-1 1 20 0,0-1-19 16,0 1 32-16,1-1-5 0,-1 3 4 15,-1-2-10-15,1-1-13 0,1 3 14 0,-4-3 14 16,4 0-16-16,-3 0-11 0,1 0 9 0,0 2-2 16,-2-1 2-16,4-1-1 0,-1 2-14 0,0-2 23 15,-4 3-6-15,4-3-2 0,0 2 3 16,0-1 7-16,0-1-4 0,0 1-29 0,-1 2 25 16,1-1 2-16,4-1 7 0,-5 0-16 0,2 1-9 15,0 1 20-15,-1 0 12 0,2-1-28 16,-1 1 19-16,-1-2-8 0,1 0 10 0,1 2 2 15,-2-1-8-15,1 1-5 0,-3-3 2 0,3 3-1 16,-1 0 7-16,1 0 5 0,2-2-17 0,-2 0 13 16,-1 3-1-16,0-1-6 0,0 0 1 15,0-2-1-15,-1 4-10 0,1-5 5 0,0 3 6 16,0 0 2-16,0-1 0 0,-1 1-1 16,0 1 11-16,0-2-10 0,1 2 12 0,-3-1-30 15,2 0 11-15,-1 4 4 0,2-4-1 0,-2 2 18 16,1-1-11-16,-3 2-7 0,3-1 2 0,-2-1 1 15,2 1 1-15,-2 0 2 0,0 1-1 16,2-1-6-16,-2 0-7 0,1 1 10 0,-1 0-6 16,1 0 7-16,0 0 1 0,-1 2-9 15,2-3 16-15,-1 1-12 0,1 2-6 0,-3-1 2 16,1-1 14-16,0 0-3 0,3 1-11 0,-4-1 11 16,0 2 5-16,0-2 6 0,0 3-7 15,2-3 15-15,-2 2-20 0,0-3 14 0,0 3-6 16,0-1-13-16,1 2 9 0,-1-1 8 15,0-8-12-15,0 7 6 0,0-7-5 0,0 12-11 16,0-5 14-16,0 1 11 0,0 0-18 0,0-8-9 16,0 11 3-16,0-2 12 0,0-1-6 15,0-8-7-15,0 11 7 0,0-3 7 0,0 1-4 16,0-9 9-16,0 8-8 0,0 0 1 16,0-8 11-16,0 8 2 0,0-8-17 0,-9 9-3 15,9-9 10-15,0 9-9 0,0-9 5 0,0 10 7 16,-13 4-9-16,12-9 7 0,-2 1-3 0,3-3 3 15,-4 3-4-15,3-2 0 0,-2 2 11 16,2-2-16-16,-2 2 0 0,3-3 15 0,-3 3 6 16,1 0-19-16,-2-1 10 0,3-1-23 15,0 1 10-15,-3 1-2 0,3 0 27 0,-3-2-30 16,1 1 7-16,1 0 0 0,0 2 14 16,-2-1-9-16,2 0 8 0,-1-2-14 0,2 1 20 15,-2-1-14-15,-1 2-9 0,3 0 11 16,-3 0 11-16,2-3-32 0,-2 3 12 0,3-1-2 15,-3 2 8-15,1-1-17 0,-2 0 23 0,1 0-4 16,1 0 10-16,0 0-31 0,1-1 12 16,-2 1 11-16,1-1-3 0,0 0-5 0,-1-1 7 15,2 2 5-15,-1 1-11 0,-1 0-19 16,4-3 7-16,-5 3 24 0,2-5-24 0,1 5 2 16,0-5 12-16,0 4 5 0,-1-2 0 0,1 1-8 15,0-2 2-15,0-1 17 0,2 1-25 16,-3 1 4-16,2-1 23 0,0-1-31 0,-2 2 18 15,2-2-7-15,0 2 11 0,-2-4 8 16,3 4-9-16,-4-3-19 0,4 3-5 0,-4-1 8 16,4 0-7-16,-1 0 8 0,-2 0-10 0,1 0 17 15,0 3-12-15,2-4 6 0,-3 3 6 0,1-2-11 16,0-1 4-16,-2 6 2 0,4-6 23 16,-5 3-19-16,1-1-8 0,1 2 19 0,-1-1 12 15,0-1-1-15,-1 2-27 0,3-4-1 16,0 6-4-16,-3-6 29 0,1 5-14 0,2-5-12 15,-2 6-12-15,-1-5 26 0,2 1-5 0,-2 2 1 16,1-4 15-16,0 2-22 0,0 1-16 16,-1 0 2-16,1-2 7 0,2 2-13 0,-6 0 16 15,5-1 13-15,0 1-14 0,0-1 23 0,-3-2-32 16,3 2 10-16,2 1 25 0,-5-1 4 0,3 0-29 16,0-2 8-16,-2 2 36 0,1 0-11 15,1-3-31-15,2 2 15 0,-1 4-4 0,-4-7 32 16,5 3-32-16,-2 2 34 0,-2-2-13 15,1 0-22-15,2 0 0 0,-3 1-14 0,-3-1 1 16,7 3 29-16,-2-4-34 0,-2 3 3 0,0-2 13 16,1 2-22-16,-1 0 7 0,1-4 15 0,0 2 17 15,3 0-25-15,-3 0 1 0,1 0 5 16,-2-1 0-16,5 2-5 0,0-4-14 0,-4 4 7 16,0-2 22-16,3-2-12 0,0 4-15 15,-1-2 4-15,-5 0-12 0,5 0 9 0,0 0 8 16,-2-1 15-16,0 1-32 0,3 1 23 0,-2-3 7 15,-1 3 15-15,3-3-12 0,1 0-28 0,0 0 8 16,0 0 0-16,0 0 32 0,0 0-20 16,0 0-22-16,0 0 16 0,0 0 10 0,0 0-22 15,0 0 19-15,-10 0-29 0,10 0 31 16,0 0-16-16,0 0 13 0,0 0-4 0,0 0 13 16,-11 0-15-16,11 0 4 0,-11 11-23 0,9-11 35 15,2 0-1-15,2 2-2 0,-4-2-5 0,1 0 9 16,1 0-1-16,-4 2-23 0,4-2-11 15,-1 0 13-15,1 0 4 0,-3 0 34 0,3 0-49 16,0 1 32-16,-1-1-26 0,-1-1 14 16,3 1 0-16,-2 0-1 0,1 0-15 0,0 0-20 15,0 0 20-15,0 0 11 0,0 0-10 0,0 0 7 16,0 0-22-16,0-2 5 0,0 2-1 16,0 0-18-16,0 0-1 0,0-2 5 0,0 6 10 15,0-4-14-15,0 0-4 0,0-2 29 0,0 2-30 16,0-2 3-16,0 2 11 0,0 0 11 0,0-1 1 15,-3 1-2-15,6 0-1 0,-3 0 17 16,0 0-8-16,0 0 16 0,1-1-2 16,0 1-16-16,0-3-8 0,3 0 15 0,0 2-10 15,-1-4-4-15,1 2 40 0,1-2-26 0,-3 3-11 16,0-3 13-16,5 0 11 0,-4-3-3 16,6-4-13-16,-1 1-1 0,1 1 12 0,-1 5-13 15,-3-4 23-15,0 5-1 0,0-4-17 16,-2 2-7-16,2 1 5 0,-1-1 1 15,-2 2 6-15,2-2 13 0,-1 2-18 0,1-2 6 16,-1-1-1-16,0 2-4 0,2-1 16 16,3-8 6-16,1 5-10 0,-3-1-16 0,0 0 4 15,0 2 12-15,-2 1 19 0,-1 1-33 0,-1 0 0 16,-1 3 6-16,2-2 4 0,-3 5 5 16,0 0-13-16,0 0 3 0,0-10 16 0,0 10-19 15,0-8-2-15,0 8 20 0,12-19-9 0,-9 16-2 16,-1-2 6-16,-2 1 2 0,2-1 8 15,0 1-7-15,-1 1-17 0,2 0 22 0,-1-2 1 16,-1 4-23-16,2-4 0 0,-3 1 23 0,1 2-1 16,-1-2-38-16,4 1 14 0,-4 1 14 15,1 1 13-15,-1-3-17 0,0 1-6 0,2 1-5 16,-2 1 17-16,0-4-19 0,0 5-3 0,1 0 3 16,-1-3 4-16,0 3-10 0,0-2 9 15,0 2 2-15,0 0-10 0,0 0 8 0,-1 2 12 16,-1-1 0-16,2 1-20 0,-1 1 34 0,1-1-33 15,-4 1 13-15,3 1 20 0,-2 1-27 16,0 1 0-16,3 1 18 0,-4-1-4 0,-7 15-17 16,1-6 0-16,6-1 19 0,-5-6 11 0,1 7 2 15,-1-4-36-15,2-1 13 0,1-1 6 0,1 0 9 16,0-4-7-16,2 3-8 0,-2-6 15 16,3 5-2-16,-2-2-15 0,0 1 0 0,3-1-1 15,-6-1-7-15,5 1 8 0,-1-1 2 16,0 0 16-16,2 1-27 0,-3-4 21 0,2 2-9 15,0-1-14-15,0-1 25 0,2-1-2 0,0 0-13 16,0 0 18-16,0 0-20 0,0 0 11 0,0 0-7 16,0 0-4-16,0 0 2 0,-5 11 4 15,5-11-2-15,0-2-6 0,0 2 3 16,4-1 9-16,-1 0-6 0,-3-1 18 0,4-3-16 16,0 2 0-16,3 0 15 0,-5-3-21 0,5 2 3 15,9-6 6-15,-4-1-6 0,0-4 12 0,2 5 8 16,0-2-17-16,-2 1-2 0,-3 0 2 15,-1 1 5-15,-2 2-13 0,7-5 2 16,-5 2 11-16,1 0-1 0,-3 2-1 0,3 0 8 16,-6 3-11-16,6-9 6 0,0 4 9 15,-3 3-16-15,2-2 0 0,-3 2-1 0,-2 1 2 16,2-2 13-16,5-9-5 0,-2 4-1 0,1 3 11 16,-5 3-28-16,4 0 15 0,-6 2-9 15,1-2 5-15,-1 4 13 0,2-5-11 0,-2 3-1 16,-1 2 6-16,1-1-13 0,-2 0 3 15,2 2-2-15,-1-2 23 0,-1-1-24 0,0 1 11 16,1 1-2-16,-1 4-1 0,0 0 8 0,0-9-13 16,0 9 10-16,0-11 5 0,0 3-21 15,0 8 16-15,0-10 13 0,0 1-20 0,0-1 0 16,0 10 3-16,0-9-3 0,0 1 13 0,0 8-4 16,0-10-1-16,0 1 5 0,0 9-16 15,0-9 1-15,0 9 16 0,0-9-17 0,0 0 1 16,0 9 17-16,0-9 1 0,0 9 9 0,0-9-23 15,0 9-12-15,-15-19 27 0,15 13-11 16,-3-1 16-16,3 3-17 0,-1-3-14 0,1 1 26 16,-1 1-22-16,1-1 4 0,0 1 13 0,-3-2-8 15,2 1-12-15,1 1 16 0,-1-3-3 16,1 2-6-16,-3 1-7 0,3 0 9 0,0-3 0 16,-1 2-5-16,-1-1 5 0,1 2-9 0,1-1 10 15,-4 2 26-15,3-2-14 0,1 0-6 16,-3 1-1-16,2-1 0 0,-2 1-13 0,3-1 14 15,0 2-16-15,-2-2 0 0,1 2 8 16,-1-1-7-16,2 1 14 0,-4 0 5 16,4-1-7-16,-2 2 7 0,2 0-8 0,-4-3 4 15,3 4 4-15,1-1-20 0,0-2 13 0,-3 4 11 16,0-4-16-16,3 3 5 0,-1-1 0 0,-1 3 15 16,2-4 1-16,-2 2-25 0,1-1 16 15,1 0 10-15,-3 2-5 0,2-4-23 0,-3 2 25 16,4 1-29-16,-1-2 1 0,-2 2 8 0,1-1 12 15,1 2-2-15,-3-4-15 0,0 1 24 16,4 4-12-16,-4-4-5 0,3-1 3 0,-2 4 15 16,-1-3-16-16,4-1 8 0,-4 3-23 0,3 0 13 15,-3 0 6-15,3-3 19 0,-2 4-18 16,2-1-7-16,0-1-3 0,-1 2 2 0,0 0-2 16,0-3 37-16,1 4-8 0,-1-1-33 15,-1-2 8-15,2 1-2 0,-3 0 15 0,0 1 17 16,0 0-33-16,2-2-2 0,-1 2 17 0,-2 0-19 15,1-3 5-15,1 2 0 0,-2 2 16 16,1-2-23-16,2 0 6 0,-3 2 28 16,1-2-35-16,1-1-2 0,-5 2 6 0,7 1 26 15,-2-2-30-15,0-1 7 0,1 2 4 0,-4-2-6 16,2 2 18-16,3 0-16 0,-3 0 1 16,0-2 10-16,3 1 2 0,-2 0-17 0,0 2-2 15,1-1 19-15,-1 0-19 0,2-2 16 16,-2 2 16-16,0 0-31 0,-1-1 22 15,2 2-22-15,1-2 1 0,0 1 14 0,-3 1-15 16,3-2 8-16,-3 1-8 0,1 1 17 0,1 0-19 16,-1-2 11-16,-1 2-1 0,0-3-7 0,2 1-2 15,-2 2 5-15,-1-1-3 0,3-1 3 16,0 1 5-16,-2 0-1 0,0-1-2 16,1-1 2-16,2 2 6 0,-3 1 1 0,3-1-7 15,-4 1 13-15,4-1-12 0,-2-2-4 0,0 3 15 16,3 0-10-16,-3-3-2 0,1 3 15 15,2 0-22-15,0 0 20 0,0 0 9 0,0 0-27 16,0 0-9-16,0 0 25 0,0 0-7 16,0 0-1-16,0 0-18 0,0 0 3 0,0 0 24 15,0 0-15-15,0 0-10 0,0 0-1 0,-14-12 4 16,13 11-6-16,1 1 12 0,-2-3-6 16,1 3-11-16,1 0 19 0,-2-2-12 0,2 0 7 15,-2 2-7-15,1-1-6 0,-2-2 20 0,3 3-10 16,0 0-1-16,-1 0 17 0,0 0-15 15,2-2-4-15,-2 2 6 0,0 0-17 0,1 0-9 16,0 0 1-16,0 0-10 0,0-1-9 16,0 0 13-16,0 1-21 0,0 0-3 0,0-2-7 15,0 2-1-15,0 0 24 0,0 0-21 16,0 0 17-16,0 0-4 0,0 0-19 0,0 0 22 16,0 0 41-16,0 2-9 0,0-4-6 15,0 4 24-15,0-2-20 0,0 0 6 0,0 0 9 16,0 0 7-16,-3 0 23 0,3 0-21 0,0 0-8 15,-1 0-16-15,1 0 33 0,1 0-27 0,-2-2 16 16,1 2 12-16,-2 0 8 0,2 0-2 16,0-3-3-16,-2 2-12 0,0 1 12 0,1-1 5 15,-1 1-7-15,2 0-3 0,0-2-23 16,0 0 24-16,-2 1 9 0,1 1-25 0,0 0 24 16,-2-2-12-16,1 2-17 0,-1-1 26 0,3 1-16 15,0 0 16-15,-1-2-16 0,-1 2 21 16,2 0-8-16,-1 0 1 0,1 0 5 0,-2 0 2 15,0-3-3-15,-2 3 3 0,4 0-23 16,-1-1 20-16,0-2-11 0,-1 2 12 0,2 1-14 16,0 0 13-16,0 0-5 0,0-1 2 0,-2 2-24 15,2-1 24-15,0-1-6 0,2 1-1 0,-2 0 6 16,0 0 1-16,0-1-7 0,2-2-5 16,-1 3 7-16,3-2-7 0,-3 2-10 15,3-2 14-15,-1 0-6 0,-2 2-12 0,7-2 26 16,-4 2-12-16,-1-2-4 0,4 2 3 0,-1-3 11 15,5 3-9-15,-2-2-5 0,-3 2-11 0,5-2 23 16,-5 2-21-16,-6 0 9 0,8 0-5 16,1 0 19-16,-1 0-10 0,-1 0-12 15,2 0 11-15,2 0-8 0,-4 0 9 0,2 0 2 16,-1 0-3-16,0 0 3 0,1 0-7 0,1 0-1 16,-2 0 1-16,20 20 8 0,-12-19-22 0,-4-1 24 15,-1 0-7-15,-3 1-2 0,1 3 10 16,-4-3-7-16,2-1 0 0,-2 3-18 0,-3-3 15 15,2 0 5-15,1 0-6 0,-2 2-2 0,1-1 0 16,1-1 3-16,-2 0-8 0,2 2 15 16,-1-1-5-16,1 1-3 0,-3-2-2 0,4 3 12 15,-3-3-12-15,1 1 4 0,0 4-3 16,0-3-6-16,-1 0 15 0,1-2-7 0,-2 3 0 16,2 0-2-16,0-1-1 0,-2 3-3 0,2-1 0 15,1 0 7-15,-3-2 14 0,3 2-27 0,-3 0 5 16,1-2 7-16,1 4-6 0,0-3-6 15,0 3 8-15,0-1 17 0,-1-2-7 0,1 1 10 16,-1 0-14-16,1-1-11 0,1 3 9 16,-2-4 6-16,0 4 1 0,3-3-4 0,-5 1-12 15,3 1 10-15,-2-2 9 0,3 3-7 0,-1-1 5 16,-2 2-15-16,0-2 7 0,-2 0 4 0,4-2 2 16,0 5-3-16,-3-2 9 0,3 0-25 0,-3-2 29 15,5 4-15-15,-6-1 8 0,1-3-19 16,3 2 10-16,-2 1 4 0,2-3-6 0,-2 4 2 15,-1-4-15-15,1 5 21 0,0-7-9 16,0 6-5-16,1-3 8 0,-1 1 4 0,1 1-14 16,-2-2 18-16,2 1 1 0,-1 2-10 0,0-3 4 15,2 3 0-15,-3-1 0 0,0-1-1 0,2 2-6 16,-1 0 21-16,-2-3-18 0,4 4 6 16,-4-3-20-16,3 0 16 0,-1 2 2 0,-2-5 1 15,3 4-1-15,-3-1 6 0,1 1-16 0,-1-7 17 16,0 0 0-16,0 9-3 0,0 1 2 15,0-2-5-15,0 1-9 0,0-9 14 0,0 10 2 16,0-1-10-16,0-2 10 0,0-7-10 16,0 12 3-16,0-3-12 0,0-2 19 0,0-7-8 15,0 12-8-15,0-6-10 0,0-6 18 0,0 9 2 16,0 0-1-16,-13 4-17 0,12-7 15 0,0-2-5 16,1 0-31-16,-3 1-16 0,2 1-26 15,0 1 8-15,-3-1-158 0,-4 10-183 0,-6-1 66 16,5-6 24-16,-3 3-34 0,-5-1 10 15,1-1 8-15</inkml:trace>
  <inkml:trace contextRef="#ctx0" brushRef="#br0" timeOffset="-27519.109">2504-319 299 0,'0'0'107'0,"3"-1"-11"0,-3 1-35 15,0-3 16-15,1 3-9 0,-1 0-8 0,0 0-6 16,0 0 4-16,0 0-7 0,0 0 4 16,0 0-4-16,0 0-5 0,0 0-7 0,0 0 40 15,0 0-9-15,0 0-8 0,0 0-45 0,0 0-3 16,0 0 0-16,0 0-2 0,-4 30 31 15,3-26 0-15,1 2-47 0,0-1 28 0,0 1-19 16,0 4 1-16,0-10 0 0,0 0 18 0,0 9 1 16,0-1-22-16,0-1 38 0,0 9-9 15,0-4 2-15,0 3-48 0,-13 11 50 0,9-16-10 16,0 1-37-16,4-1 1 0,-1-1 8 16,-4 9 23-16,-1 1-9 0,4-4-16 0,2-3 4 15,0-1 27-15,-1 1-6 0,-2-3 20 0,3 0-17 16,0 3-3-16,0-2-6 0,-1-4-20 15,1 3 7-15,0-9 21 0,0 15-2 0,0 0 12 16,0 0 5-16,0 4-46 0,0-5 8 0,0 0 12 16,0 0 8-16,0-3-32 0,0-1 38 15,0-1-26-15,0 0 21 0,0 0-3 0,0-1-26 16,0 2 10-16,0-10 17 0,0 10-10 16,0-1-15-16,0-1 10 0,0-8 15 0,0 11-33 15,0-1 20-15,0-4 8 0,0-6 6 0,0 11-4 16,0-4-14-16,0 3 29 0,0-10-10 15,0 11-8-15,0-4-27 0,0 2 5 0,0-1 27 16,0-8-12-16,0 10-16 0,0-1 39 0,0 1-21 16,0-2 1-16,0-1-22 0,0 1 20 15,15 10-26-15,-15-11 2 0,0 0 19 0,1 2-16 16,-1-1-2-16,3 0 40 0,-3-1-14 16,0-1 4-16,0 3-1 0,0-2-8 0,0 0-18 15,0 1 10-15,3 0 17 0,-2-1-2 0,-1 1-26 16,0 1-4-16,1-1 5 0,2 0 26 0,-3 1-8 15,1-3 4-15,-1 5 7 0,3-7-2 0,-3 5-33 16,0-1 36-16,0 1-7 0,0-3 1 16,0 1-10-16,4 1 3 0,-4-1 6 0,0 2-8 15,0-3-24-15,0 2 44 0,1-3-10 16,-1 3-8-16,0 1-17 0,0-2 7 0,0-2 1 16,2 4 11-16,-2-1-21 0,0 0 44 0,0-8-23 15,0 0-15-15,0 12 19 0,0 0-2 16,0-5-1-16,0 1-16 0,0 1 7 0,0 0 9 15,0 0-30-15,0-2 35 0,0-2-22 16,0 4 17-16,0 0-31 0,0-9 40 0,0 12 6 16,13 4-16-16,-13-10-7 0,0 3-8 0,0-3 3 15,2-1 9-15,0 1 15 0,-2-1-21 16,0 3-1-16,1-6 9 0,-1 5-3 0,0-7-2 16,0 0 18-16,0 0-22 0,0 0 12 0,0 9-2 15,0-9 13-15,0 6 9 0,0-6 18 16,0 0-5-16,0 9 4 0,0-9 0 0,0 0 15 15,0 0-11-15,0 0-2 0,0 9-4 0,0-9-10 16,0 0 14-16,0 0-20 0,0 0 23 16,0 7-24-16,0-7 0 0,0 0-2 0,0 0-1 15,0 0 1-15,0 0-13 0,0 0-31 16,3 13-11-16,-3-15-37 0,-1 2-51 0,-1-5 11 16,1 4-297-16,-3-2 20 0,0-3 25 0,1 3 24 15,-10-10 21-15,1-1 27 0,-2 1 4 0</inkml:trace>
  <inkml:trace contextRef="#ctx0" brushRef="#br0" timeOffset="-24961.068">2545-305 283 0,'0'0'190'0,"0"0"-32"0,0 0-23 0,0 16-13 15,0-16 3-15,0 0 0 0,0 0-23 0,0 0 11 16,0 0 6-16,0 0-2 0,0 0-16 16,0 0 12-16,0 0-14 0,0 0-8 0,0 0 7 15,0 0-7-15,0 0-8 0,0 0-6 0,0 0 2 16,0 0-15-16,0 0 7 0,0 0-17 16,0 0-1-16,0 0-12 0,0 0-7 0,0 0 8 15,0 0-3-15,0 0-15 0,0 0 5 0,0 0 6 16,0 0 2-16,0 0-21 0,0 0 13 15,0 0-22-15,0 0 1 0,0 0 0 0,0 0 10 16,0 16 2-16,0-16-5 0,0 0-8 16,0 0 9-16,0 0-19 0,13 21 2 0,-9-19 8 15,4-2 3-15,-4 1 3 0,5 2 0 0,-4-1-8 16,3-2 8-16,-2 3-14 0,3-3-8 0,-2 0 14 16,-4 0-1-16,4 2-17 0,-1-1 17 15,0 2 12-15,-1 0-14 0,-1-2 9 0,3 0-17 16,0 0 1-16,-1 2 13 0,2 1-16 15,0-2 10-15,0-2-6 0,1 6 4 0,6-2-7 16,1 2 9-16,-5-1 1 0,7 1-16 0,-4-2 21 16,2 2-4-16,-3-1 7 0,-2 1-15 15,1-3 9-15,6 5-6 0,-7-6 6 0,0 6-7 16,-3-4-10-16,0 1 9 0,2-1 11 16,-1 2-10-16,5 0 9 0,-2 1-7 0,-2 1-8 15,-1-5 15-15,-2 0-17 0,0 3 0 0,0-2 17 16,-2-1-4-16,12 5-1 0,-8 1-9 15,-1-3-2-15,-1-3 9 0,-3 3-6 0,1 0 7 16,1-4 4-16,-5 2-16 0,4 2 16 0,-2 1 10 16,-1-4-24-16,1 4-2 0,-1-3 11 15,1 5 5-15,-1-3-7 0,0 0 6 0,-1 1-5 16,3-1 6-16,-4 0 5 0,1 3-2 16,1-1-11-16,0-1 5 0,-2 0 0 0,1 2 9 15,1-1-17-15,2 2 18 0,-4-5-12 0,1 5-9 16,-1-1 4-16,1-1 12 0,-1 1-22 15,3-2 21-15,-3 1-10 0,0-8 4 0,0 10-9 16,0-4-1-16,0 3 13 0,0 0 13 0,0-1-19 16,0 2 1-16,0-4 2 0,0 2-6 15,0 7 6-15,0-1 12 0,-16 13-8 0,15-17-3 16,-3 0-1-16,1-1-4 0,0-2-3 0,1 0 16 16,-2 0 3-16,1-1-4 0,3 4-5 15,-3-5 12-15,2 2-8 0,-8 8-21 0,3-2 12 16,1-5 16-16,1 1-20 0,1-3 10 15,-1 2-5-15,1-5 6 0,-1 5-13 0,2-3 8 16,-2-1 7-16,-1 4-8 0,2-4-5 16,-1 5 10-16,0-5-8 0,0 2 12 0,-5 11-4 15,2-7-5-15,0-2 12 0,2 2-14 16,1-5-3-16,-1 1 7 0,0 1-1 0,2-4 12 16,-2 2 11-16,4 1-28 0,-3-2 25 0,0 1-18 15,0-1-7-15,-1 2 0 0,1-1 12 0,-1 0-6 16,2 0 15-16,1-1-19 0,-1-2 22 15,-1 4-15-15,2-2-4 0,-2 1 6 16,0 0 13-16,0-2-2 0,2 1-7 0,-1 1-20 16,-1-1 7-16,2 2 1 0,-1-2 4 0,0 0 1 15,-1-2-5-15,1 4 12 0,0-1-10 16,2-3 0-16,-3 5-2 0,0-5 9 0,1 3 1 16,-2-2-8-16,1 3 7 0,2-1-22 15,-9 7 30-15,4-3-12 0,-1-2-6 0,4-2 14 16,0 2 14-16,-1-5-7 0,2 4-20 0,0-2 1 15,-1 0-4-15,2 0 7 0,0-1-7 16,-2 1-5-16,3 2 5 0,-6-6 26 16,5 6-27-16,-1-3-4 0,0-1 9 0,-2-1 4 15,4 5-5-15,-2-3 8 0,0 1-5 0,-1 0-8 16,1-3 1-16,-2 2 15 0,1 2 1 16,3-1-17-16,1-2-1 0,-2 2 3 0,1-1 12 15,-3-1-5-15,0 2 6 0,2 0 16 16,1-4 0-16,-3 3-16 0,2 0 7 0,-1-1 5 15,-1 0 5-15,2 0-35 0,0 0 9 16,-2 0-7-16,0 1 0 0,3-1 25 0,1 0-21 16,-3-1 25-16,-1 2-6 0,0-1-5 0,3-2 4 15,-1 3 11-15,-4-2-33 0,2 1 2 16,1 1-5-16,3-2 18 0,-3 2-9 0,-1-2-4 16,2 0 8-16,-1 3 1 0,-1-4 16 0,0 3-20 15,-1-2 0-15,2 0 9 0,-4 4 12 0,5-2 8 16,-3-1-27-16,-1-1 36 0,1 1-49 15,-1 1 3-15,1 0 12 0,-1-1 13 0,-1-1 12 16,1 4-20-16,-2-1 2 0,4-4 4 16,-5 2-18-16,5 2 42 0,-1-4-5 0,0 3-33 15,0-2 3-15,1 1-17 0,1-2 18 0,2 4 2 16,-7-2-14-16,6 0 18 0,-2-2-31 0,1 0 23 16,1 1 13-16,-1 0 0 0,1 1-34 15,0-2-12-15,2 0-35 0,0 0-27 0,0 0-26 16,0 0-58-16,0 0 18 0,0 0 13 15,0 0 13-15,-10-14 12 0,10 6 13 0,4 2-284 16,-4-2 28-16,4-16 29 0,-4 18 55 0,0-7-9 16,0 3-13-16,-16-18 26 0</inkml:trace>
  <inkml:trace contextRef="#ctx0" brushRef="#br0" timeOffset="-20759.356">2423-576 418 0,'1'-5'216'0,"-1"3"-31"15,0 0 14-15,-1 2-11 0,2 0-27 0,1-4-15 16,-5 2-6-16,4 2-19 0,-2 0 9 15,1 0-25-15,0 0-15 0,-2 0-20 0,4-3 0 16,-4 6 2-16,2-3-9 0,0 2-10 16,-2 2-10-16,2-2-15 0,0 1 8 0,-2 4-1 15,2-2-21-15,0 1 1 0,0 3 19 0,0-1-16 16,0 3 4-16,0-11-20 0,0 15 24 16,0 3-9-16,0 3-18 0,0-2 27 0,0 0-4 15,0-2-13-15,0-1-2 0,0-4 7 0,0-1-13 16,0-1 9-16,0-2 4 0,0-8-8 15,0 9-1-15,0-9 15 0,0 7-5 0,0-7-3 16,0 10 0-16,0-10-5 0,0 0-9 16,0 0 8-16,-1 14-9 0,1-17 4 0,-1 0-38 15,1-1 10-15,-4-2 1 0,0 2 2 0,3-3 3 16,0 3 8-16,-2-2 4 0,0-3-1 0,-1 3-17 16,3 0-1-16,-3-3 1 0,2-9 16 15,0 5 7-15,-1 2-12 0,1-1 1 0,2 2 5 16,0-1-17-16,-2 2-6 0,2 9 30 15,0-8 2-15,0-6-4 0,16-15 2 0,-9 16-1 16,-2 3-23-16,3 1 44 0,0-3-6 0,-1 1 2 16,1 1-26-16,-1 4 14 0,0 1-15 15,0 1 15-15,1 0-22 0,-2 3 24 0,0 0 7 16,1-4-18-16,-1 4-18 0,1 0 19 0,1 1-2 16,-8 0 1-16,0 0 12 0,11 0-4 15,15 17 8-15,-14-10-15 0,2 5 18 0,-3-6-17 16,-3 3 6-16,-1 1-6 0,-2-2 6 0,0-2 10 15,3 10-19-15,-1-4-17 0,-5-2 27 16,-2 2 14-16,0-12 5 0,0 11 0 0,0 2-1 16,-16 21-4-16,6-19-2 0,3 2 17 15,-5-1 1-15,0 0-10 0,-4-5-12 0,4 2 18 16,-5-3-2-16,5-2-10 0,2-5-14 0,2 2-24 16,-2-4-77-16,10-1 8 0,-14 0 8 15,-23-13-336-15,19-5 26 0,-1-10 97 0,-2 1 17 16,3-7-9-16,1-7-13 0</inkml:trace>
  <inkml:trace contextRef="#ctx0" brushRef="#br0" timeOffset="-5120.986">2481-177 242 0,'-17'0'75'16,"17"0"-10"-16,0 0 46 0,0 0-43 0,0 0-34 16,0 0 13-16,0 0 9 0,0 0-11 15,0 0 17-15,0 0-16 0,0 0-30 0,0 0 13 16,0 0 0-16,0-13-35 0,0 13 38 15,0 0-21-15,0 0 32 0,0 0-18 16,0 0 5-16,0 0-2 0,0 0-3 0,0 0-2 16,0 0-27-16,0 0 2 0,-28-30 0 0,26 28 0 15,2 2 1-15,0-4-2 0,0 1 45 16,-1 2-8-16,-2 0-2 0,3 0-4 0,0-5-3 16,0 5 12-16,-1-1-22 0,0-1-2 0,1 1 0 15,-2-1 17-15,2 0 7 0,0 2-3 16,-2 0-5-16,2 1 10 0,-5-5 10 0,5 2-4 15,0 3-11-15,0 0-15 0,0 0 14 0,0 0-28 16,0 0 14-16,0 0-30 0,0 0 12 16,0 0 33-16,0 0-32 0,0 0-4 0,0 0-6 15,0 0-23-15,0 0 49 0,-4-9-25 0,4 9 11 16,0 0 17-16,0 0-40 0,0 3 16 0,0-3 13 16,-3 3-5-16,6 0-14 0,-3-3 4 15,0 3 15-15,0 2 10 0,0-4-11 0,1 2-24 16,2 1 21-16,-3-2 0 0,2 1-2 15,0-1-7-15,-1 1 12 0,1 1 6 0,-2-3-9 16,2 1 10-16,-2 1-13 0,1 1-8 0,0-2 11 16,-1-2 12-16,0 6-14 0,0-4-12 15,0 0 17-15,3 2 9 0,-3-1-15 0,0 1-5 16,1-4 17-16,3 6-30 0,-4-2 24 0,0-2-40 16,1 5 59-16,2-5-21 0,-3 1-30 15,0 2 45-15,0-4 5 0,0 3-24 0,3 0 14 16,-1-2-26-16,-2 2 13 0,3 0-29 15,-2-1-13-15,-1-2 66 0,1 4-26 0,2-1-26 16,-3-1 37-16,0 3-11 0,1-4 5 0,0 4 12 16,1-2-5-16,-2-1 8 0,0 2-21 0,0-1 1 15,2 2-8-15,-2-2 1 0,2 4-14 16,-1-5 24-16,2 3-5 0,-3-2 25 0,1 3-66 16,-1-3 45-16,1 2-6 0,0-2 3 15,-1 1-2-15,3-1 6 0,-2 2-14 0,3-1 38 16,-3 1-42-16,-1-3 22 0,0 0-26 0,0 2 23 15,2-1-6-15,-1 2 6 0,-1-2-7 0,0-2-20 16,4 2 29-16,-4 1-8 0,1-1 4 16,-1 2-35-16,3-1 42 0,-3-1-5 0,1-1 3 15,-1 3 11-15,0-3-4 0,1 3-16 0,-1-2 10 16,2-1-1-16,-2 2 6 0,0 0 12 16,2-3-47-16,0 3 39 0,-2-4-22 0,0 5-29 15,1-5 21-15,-1 1-17 0,0 0 14 0,2 4 29 16,-2-3-22-16,2 1 4 0,-2-2-23 15,0-1 42-15,1 2-4 0,-1 1 11 16,0-3 1-16,3 2-31 0,-3 0 16 0,0 1 10 16,0-1 3-16,0 0-30 0,1 0 4 0,-1-1-12 15,1 1 26-15,-1 1-20 0,1 1 2 16,-1-1 34-16,3 0-16 0,-2 2-22 16,-1-2 27-16,0-4-32 0,0 0 30 0,0 0-20 15,0 9 22-15,0-9-15 0,0 9 8 0,0-9-10 16,0 10 14-16,0-10-12 0,0 6-23 0,0-6 25 15,0 0 13-15,0 9 1 0,0-9-11 0,0 8-1 16,0-8 27-16,0 0-21 0,0 9-35 16,0-9 28-16,0 10 10 0,0-10-12 0,0 6 0 15,0-6 3-15,0 13 11 0,0-13-13 16,0 9-2-16,0-9 9 0,0 10 3 0,0-10-10 16,8 10-10-16,-8-2 7 0,0-8 11 0,0 9-11 15,0-9 11-15,0 10-16 0,0-10 14 0,0 9-2 16,0-2-8-16,0-7 1 0,0 9 6 15,0-9 0-15,9 9 10 0,-9-9-29 16,0 8 24-16,0-8-10 0,0 9 16 0,13 4-8 16,-12-10-10-16,-1 4-8 0,0-1 14 15,0-4 8-15,3 4-8 0,-3-2 15 0,1 1-19 16,-1-3 9-16,0-2-12 0,0 0-9 0,0 0 6 16,0 10 14-16,0-10-3 0,0 8 0 0,0-8 16 15,0 8-47-15,0-8 31 0,0 0 1 16,0 9-6-16,0-9 13 0,0 9-29 0,0-9 15 15,0 10 20-15,0-10-10 0,0 8-5 0,0-8-2 16,0 9-5-16,0-9-4 0,0 6 26 16,0-6-19-16,9 9 22 0,-9-9-49 0,0 0 24 15,13 17 10-15,-13-13-6 0,0 2-25 16,1-6 29-16,1 4-3 0,-2 1 8 0,0-4-13 16,0 2 11-16,2 0-1 0,1 0-15 0,-1 2 8 15,-2-2 2-15,0-2-2 0,0 3-7 16,0-1 9-16,0-1 1 0,0 3 2 0,0-2 12 15,2-2-10-15,-2 3 16 0,0-4-9 16,0 0-35-16,0 0 15 0,0 0-8 0,0 8 7 16,0-8 29-16,0 0-22 0,0 8-3 0,0-8 22 15,0 10-39-15,0-10 28 0,0 6-10 16,0-6-9-16,0 0 19 0,0 9-8 0,0-9-2 16,0 7 16-16,0-7-26 0,0 8 9 0,0-8-12 15,0 0 19-15,0 12-26 0,0-12 22 16,0 9-1-16,0-9 22 0,0 7-19 0,0-7 4 15,0 9-8-15,0-9-5 0,0 6 26 0,0-6-16 16,0 8-8-16,0-8 13 0,0 0 4 16,0 10-9-16,0-10-13 0,0 8 15 0,0-8-1 15,0 7-13-15,0-7 0 0,0 9-10 16,0-9 26-16,0 0-9 0,0 9 21 0,0-9-22 16,0 9 5-16,0-9 6 0,0 9-10 0,0-9 6 15,0 5-5-15,0-5 16 0,0 0 2 16,0 10-16-16,0-10-1 0,0 9-2 0,0-9-16 15,0 8 29-15,0-8-11 0,0 0-5 0,0 7 22 16,0-7-3-16,0 0-27 0,0 8 22 0,0-8-4 16,0 0-5-16,0 0-24 0,0 8 19 15,0-8 7-15,0 0 8 0,0 0-31 0,10 10 11 16,-10-10 12-16,0 0 20 0,0 7-18 16,0-7-13-16,0 0 12 0,0 0-13 0,0 8 10 15,0-8 4-15,0 0-1 0,0 0 19 0,0 0-6 16,0 0 6-16,0 8-12 0,0-8-5 0,0 0-2 15,0 0-6-15,0 0 7 0,0 9 5 16,0-9 8-16,0 0 3 0,0 0-9 0,0 0-3 16,0 9-2-16,0-9-8 0,0 0-4 15,0 0 12-15,0 0 2 0,0 7-1 0,0-7 0 16,0 0-10-16,0 0-14 0,0 0 25 16,0 0-14-16,0 6 22 0,0-6-3 0,0 0-12 15,0 0-17-15,0 0 21 0,0 0-5 0,0 0-4 16,0 0-1-16,0 0 5 0,0 8 20 15,0-8-4-15,0 0 21 0,0 0-10 16,0 0-9-16,0 0 3 0,0 0-6 0,0 0 16 16,0 0-5-16,0 0 1 0,0 0 5 0,0 0-1 15,0 0 5-15,0 0-2 0,0 0-2 0,4 14-18 16,-4-14 6-16,0 0-1 0,0 0-12 16,3-1 9-16,-6 2-13 0,3-1-11 0,-1-1-53 15,-2 0-10-15,0 1 7 0,1-7-166 0,-1 7-162 16,-1-5 25-16,1-1 26 0,-5-8 19 15,3 1 19-15,1-2 27 0</inkml:trace>
  <inkml:trace contextRef="#ctx0" brushRef="#br0" timeOffset="-22591.326">2514 1100 537 0,'0'-3'238'0,"0"3"-32"15,0-2-12-15,-1-1-23 0,1 2-19 16,0-1-20-16,0 2-5 0,0-2-37 0,1 2 2 16,-1 0-26-16,0 2 6 0,0 1-4 0,0 2-9 15,2 3-3-15,0-3-9 0,-2 17 1 16,0-12-1-16,0 6-12 0,0 7 6 15,0-1-11-15,0-2-5 0,0 0 1 0,0-6-7 16,0 2 1-16,0-4 5 0,0-3-6 16,0 1 0-16,0-2 3 0,0-8 22 0,0 7 39 0,0-7 11 15,0 9-12-15,3-1 15 0,-3-10-48 16,-3 1 7-16,3-4-10 0,-5 1 7 0,-1-14-4 16,0-3-3-16,4 0-24 0,1-3 26 15,1-1-10-15,0 14 3 0,0-8 4 0,18-19-34 16,-12 13 26-16,6 8-37 0,2-1-15 15,-1-1 27-15,-4 9-7 0,4-1-21 0,-7 1-3 16,5 4 8-16,3-2-4 0,5 1 8 0,-7 0-14 16,-1 5 3-16,-2-1 2 0,-9 3 0 15,0 0-9-15,12 0-12 0,-2 0-1 0,-10 0 19 16,21 14-5-16,-12 4 0 0,-1-7-7 16,-6 0 12-16,0-1 1 0,-2 0-8 0,0-1 12 15,0-9 0-15,0 10 9 0,0 3-15 16,-15 9 9-16,9-12-2 0,0-3 11 0,0 2-14 15,1-3 10-15,-1 1-2 0,2-4 12 0,-1 2-1 16,2-2 7-16,-1 0-16 0,0 1-1 16,1-2 2-16,3 1 12 0,-4-2 5 0,4 2-28 15,-2-3 19-15,2 0-11 0,0 0 8 0,0 0-4 16,6 0 4-16,-3 0-4 0,5-3 8 16,-4 3-20-16,1-1 8 0,2 1 8 0,0-3-8 15,-1 3 15-15,0 0-9 0,-1 0 3 16,-1 3-3-16,-4-3-14 0,0 0 17 0,9 0-12 15,-9 0 1-15,14 15 16 0,-6-10-12 0,-3 2-3 16,-5-4 6-16,8 16 4 0,-4-6-6 0,-4 3-10 16,0-16 0-16,0 11 28 0,0-1 5 15,-12 22-7-15,3-13 7 0,1-3 4 0,-3 0 31 16,3-5 18-16,-7 2-5 0,2-3-38 16,1-2 28-16,3-3-18 0,-1 0 20 0,1-4-35 15,-3 3 0-15,8-3 14 0,4-1-44 0,0 0-11 16,-19 0-29-16,-16-14-21 0,15 2-59 0,4 1-44 15,0-5 14-15,7 8-248 0,-1-8 5 16,5 5 39-16,-4-7 22 0,5 7 26 0,0 0 18 16,0-2 12-16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07:20:11.621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100 93 412 0,'0'-4'243'16,"0"2"17"-16,-3 0-51 0,3 0-24 0,0-1 1 16,0 1-55-16,3 1 1 0,-3 1-8 0,0-1-19 15,-3 1-10-15,2 0-17 0,1 1-3 16,0-1-11-16,0 0-21 0,0 0 6 15,0 0 3-15,-11 46-9 0,9-22-14 0,-6 0-2 16,8 0-2-16,-3 2-2 0,2-3 1 0,-7 0-10 16,2-3 9-16,5-3-3 0,-3-6-18 0,1-1 16 15,3-1-4-15,-2-1 7 0,2-2 0 16,-2 1 21-16,1-6 19 0,1 4 8 16,0-2-15-16,-5-2 1 0,4-1-20 0,-3-4 21 15,4 4-31-15,-2-13 29 0,-8-6-38 16,5-5 13-16,0 1-13 0,2-4 19 0,-1 1-27 15,4-1 22-15,-1 4-20 0,-3 0-9 0,4 14 20 16,0-2-24-16,0-5-1 0,16-11 19 16,-9 11-32-16,4 0 13 0,0 2-1 0,5 1 4 15,-2 2 1-15,0-1-9 0,-2 6-4 0,1 6-9 16,-3-3 6-16,-10 3 25 0,8 0-23 0,1 0 11 16,-1 0-16-16,15 22 7 0,-8-8-5 15,-3 1 22-15,1 0-1 0,-3 6-14 0,1-2 9 16,-2 1-12-16,0 2-2 0,-4 0 12 15,-3 4 10-15,3-3-12 0,-1 4 7 0,-1-4-14 16,5-2 11-16,-7 0-9 0,0-6 13 16,1-1-6-16,0-3-7 0,-1 0-3 0,1-5 4 15,2 1-13-15,-4 1-2 0,0-2-31 0,1-2 22 16,0-1-30-16,-1 0-3 0,0-1-21 16,3-1 6-16,-3-1-72 0,0-1-57 0,-3-3-144 15,2 0 25-15,0 1 22 0,-3-4-31 0,1 1 7 16,-6-7 45-16</inkml:trace>
  <inkml:trace contextRef="#ctx0" brushRef="#br0" timeOffset="195.88">34 324 397 0,'-6'0'234'0,"4"1"-56"15,-3-1 13-15,3 0-48 0,0-1 2 0,2-1-40 16,4-1 2-16,-2-1 5 0,15-7-16 15,-1 2-3-15,3-3-18 0,2 5-13 0,1-1 1 16,1-1-24-16,0 0 0 0,-1 3-58 16,1 3-23-16,1 2 4 0,-1-8-120 0,1 6-166 15,3-6 24-15,-1 0-58 0,-4-2 9 16</inkml:trace>
  <inkml:trace contextRef="#ctx0" brushRef="#br0" timeOffset="2118.549">665-1669 539 0,'0'0'185'15,"0"0"-35"-15,0 0-11 0,0 0-20 16,0 0 1-16,0 0-43 0,0 0 5 0,-24-13 12 16,18 14-10-16,-12 5-19 0,5 5 1 0,-2-4 5 15,-2 5-13-15,-1-1-18 0,4 2-4 16,2 2 19-16,-6 0-6 0,5 1-25 0,-2 3 26 16,3-5-24-16,-1 1 17 0,7-2-11 15,1-2-15-15,-1-2 27 0,3 0-17 0,1 1-9 16,1-2-5-16,1-8-8 0,0 0 22 0,0 16 4 15,17 14-5-15,-6-18-5 0,1-3 0 16,0-5 12-16,4 1-16 0,4 0 6 0,-2-4 0 16,4 2-3-16,-2-3-17 0,-1 3 8 15,-8-3 3-15,6 0-10 0,6 0 3 0,25-18 0 16,-25 14-7-16,2-1-35 0,-6 2-13 0,0 3 5 16,-2-2-140-16,-3 2-122 0,-4 0 21 15,-1 0-100-15,-3-1 26 0,-1 1 9 0,-5 0-16 16</inkml:trace>
  <inkml:trace contextRef="#ctx0" brushRef="#br0" timeOffset="-7103.156">648-920 215 0,'0'-17'118'0,"0"17"-43"0,0 0 26 15,0 0-46-15,0-16 38 0,0 16-42 16,0 0-5-16,-1-24 74 0,1 20-3 0,0 2-5 16,1-1-27-16,-2 0 21 0,1-2-33 0,0 4 35 15,0-5-10-15,0 3 13 0,0-3-34 16,0 6 14-16,0 0 1 0,0-10-9 0,0 10-18 15,0-11 15-15,0 2 1 0,0 9-5 16,0-9-5-16,0-1 9 0,0 10-4 0,0-8-22 16,0 8-6-16,0-10 25 0,0 1-18 0,0 9 9 15,0-10-15-15,-18-1 14 0,17 6-10 0,-2 1 2 16,3 1-15-16,-1 0 10 0,-1-3-3 16,0 6-29-16,2-2 31 0,-1-2-2 15,1 2-34-15,-2 0 4 0,2 1 3 0,0 0-1 16,0-2 14-16,-1 2-31 0,1 0 3 0,0 1 17 15,-3-2-7-15,3 2-20 0,0 2 24 16,0-2-21-16,-1 5 6 0,1-4 4 0,0 4 12 16,-1 1-11-16,-2 3-20 0,1-1-3 0,2 0 5 15,-2 18 10-15,0-1-16 0,1-1 8 16,1 0 1-16,-4 3-4 0,2 0 20 0,2 3-2 16,-1-2 0-16,0 0-22 0,1 4 3 15,-3-1 4-15,2-1 23 0,1-1-27 0,-4 2 20 16,4 0-14-16,-1 0 24 0,-3 1-16 15,4-2-16-15,0 0 21 0,-3 0-16 0,3-2 7 16,0-1-8-16,-1 1 25 0,-2 1-27 16,2-5 18-16,1 0 0 0,-6 0-3 0,6 1-8 15,0-10-4-15,0 0 16 0,-2-3 3 16,-1 6-23-16,3-6 9 0,-2 2-8 0,2-1 28 16,-2-6-28-16,2 2 2 0,0-9 3 15,0 0 16-15,0 9-18 0,0-1 5 0,0-8 19 16,0 9-22-16,0-9 5 0,0 7 16 15,0-7-3-15,0 9-18 0,0-9 3 0,0 11 18 16,0-11 7-16,0 0 18 0,0 7-27 16,0-7 31-16,0 0 5 0,0 0-27 15,0 9-8-15,0-9 5 0,0 0 6 0,0 0 34 16,0 0-37-16,0 0-3 0,-12 13-20 0,12-13-12 16,-1-1-44-16,-3 1-28 0,1-2-25 0,-2-3-73 15,-1 3 17-15,0-2-219 0,-4-6-25 16,5-6 31-16,2 6-29 0,2-1 26 15,1-1 80-15,0 0 14 0,0-1 5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07:20:05.551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203 7 320 0,'0'-3'157'0,"-1"2"-52"0,-2 0-14 16,2-1 29-16,1 0 22 0,-2 2-8 0,1 0-21 16,2 0-4-16,-1 0 4 0,0 0 5 15,-1-3-7-15,1 2-16 0,-2 1 11 16,2-2-41-16,-2 2 7 0,2-3 1 0,0 3-5 15,2-1-17-15,0 1-4 0,1-2-25 0,-2 0 5 16,3 1 8-16,0 0-10 0,3-2 14 16,-3 1-9-16,3 2-6 0,-1-1 10 0,2 1 0 15,2 0-24-15,-5-1 6 0,7 0-8 0,-4 1 12 16,1 0-29-16,14-6 13 0,-6 5 11 16,1 1 3-16,-5 0-14 0,2 0-16 0,-4 0 16 15,0 0 18-15,4 0-16 0,5 0 0 0,3 0 3 16,1 0-16-16,0 0 10 0,3 0 12 0,-2 0-9 15,2 0-10-15,1 0 8 0,36-15-4 16,-29 13-22-16,-1-1 17 0,4-2 7 0,-1-2-14 16,-2 1 21-16,4 0-16 0,-3-1 13 15,4 5 8-15,-1-6-8 0,1 6 3 0,1-5-6 16,-3 2 10-16,4 2-16 0,-2-3 1 0,-5 4 2 16,1-2-9-16,-6 1 14 0,1 2 1 0,-3 1-5 15,1-1 5-15,-1-3-9 0,1 0 8 16,0 2-25-16,1-3 35 0,2 0-19 0,1-2 6 15,3 3-20-15,0-6 21 0,1 5 2 16,1-1-16-16,4-1 28 0,-2 1-15 0,3 0 5 16,-2-3-21-16,3 3 10 0,2-2-6 0,-4 0 5 15,-2 3 2-15,-2-1 5 0,-1-3-5 0,3 6 16 16,-6-2 5-16,-1 1-16 0,-4 4-7 16,-2-2-14-16,1 2 13 0,-12-1 8 0,8-2 2 15,-24 3 4-15,12 0-7 0,-1 0 5 0,-2 0-7 16,1 0 9-16,-10 0-8 0,10 0 19 15,-10 0 4-15,8 0 7 0,-8 0-3 0,0 0-1 16,7 0-2-16,-7 0 10 0,0 0-4 0,0 0-19 16,11 0 8-16,-11 0-10 0,0 0-9 15,0 0-47-15,6 0-1 0,-6 0-17 0,0 0-35 16,0 0 8-16,10 9-182 0,-11-8 21 0,-3 1 21 16,-1 1-91-16,4-2-16 0,-6 1 20 15,1-1 23-15</inkml:trace>
  <inkml:trace contextRef="#ctx0" brushRef="#br0" timeOffset="1078.658">61 1034 229 0,'0'-6'116'0,"2"6"-19"0,0-2 8 16,-2 1-14-16,0-1 46 0,0 2-48 0,0 0 20 15,0 0-26-15,0 0 5 0,0 0 15 16,0 0-12-16,0 0-31 0,0 0 14 0,0 0 8 16,0 0-38-16,0 0 40 0,0 0-8 15,0 0-2-15,0 0-26 0,0 0 8 0,0-16 17 16,0 16-14-16,0 0-22 0,0 0 16 0,0 0-7 15,0 0-7-15,0 0 20 0,1 0-12 0,-2 0-5 16,2 0-20-16,-2 0 26 0,2 0-37 16,-1 0 11-16,1 0-12 0,3 0 17 0,-3 0-3 15,3 0-3-15,3 0-16 0,-2 0 24 0,3 0-12 16,2-3 11-16,3 3-7 0,8 0-10 16,6 0 2-16,1 0-24 0,2 0 18 0,33-12 13 15,-28 11-15-15,-4-1-6 0,2-1 10 16,1 3-5-16,-6 0-5 0,-9 0 9 0,3 0-2 15,7 0-8-15,1 0-3 0,1 0 3 0,1 0 9 16,0 0-10-16,3 0-10 0,-1 0 18 0,-1 0 5 16,4 0-4-16,-1 0 9 0,43-11-12 15,-34 10 0-15,-5-2 1 0,0-1 11 0,1 2-14 16,4-1-10-16,-1 0-3 0,-2-3 7 0,-2 3 13 16,0-3 4-16,-3 3-25 0,2-3 12 15,0 4 8-15,3-2-8 0,-3 0-11 0,1 1 7 16,1 0 14-16,-1-2-13 0,0 4 18 0,6-2-11 15,-5 2-7-15,4-1 4 0,-4-1 15 16,-19 3-12-16,11 0 2 0,1 0-4 0,3 0-4 16,3 0-7-16,-2 0 5 0,2 0 8 15,-1 0-7-15,-1 0-3 0,37-11-3 0,-42 9 12 16,-1 2 2-16,1-2 6 0,-6 2-8 0,-14 0-1 16,3 0 5-16,4 0-3 0,-5 0-5 0,0 0 4 15,-4 0 4-15,-1 0-6 0,-3 0-4 16,-7 0 2-16,9 0 0 0,-9 0-1 0,9 0-3 15,-9 0 6-15,8 0 11 0,-8 0-12 0,9 0 0 16,-9 0-15-16,0 0 8 0,10 0 9 16,-10 0 4-16,8 0 9 0,-8 0-17 0,8 0 6 15,1 0 1-15,-9 0-1 0,7 0-6 16,-7 0 3-16,9 0-10 0,-9 0-1 0,0 0-19 16,11 0-25-16,-2-15-15 0,-7 14 7 0,0-1-150 15,-2-4 19-15,-2 2 16 0,-5-3-180 0,-2-9 33 16,-2-6-2-16,4 3 10 0,-2-7 3 15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07:24:22.010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155-4 357 0,'15'0'220'0,"-15"0"-27"0,0 0-37 16,0 0-3-16,0 0 6 0,0 0-13 0,0 0 3 16,0 0-12-16,0 0-8 0,0 0-3 0,0 0 8 15,0 0-3-15,0 0-23 0,0 0-15 16,0 0 10-16,0 0-21 0,0 0-14 0,0 0 6 15,0 0-23-15,0 0-6 0,0 0 4 16,0 0-10-16,0 0 11 0,-2 6-2 0,-3-7-16 16,-2 2 9-16,2-1-21 0,-1 0 1 0,0 2 4 15,0 0 0-15,6-2 3 0,0 0 7 16,-9 0-21-16,-9 9 9 0,13-7-19 0,-2 1-2 16,2-1 7-16,-1-1-8 0,0 1 18 0,0 2-16 15,1-1 2-15,-2-1-13 0,2 2 9 16,0 1 12-16,0 0-12 0,1 0 16 0,-1-1-12 15,0 1 14-15,-1 1-18 0,3-3-13 0,-3 3 19 16,4 0-3-16,1-3-4 0,-5 5 11 16,4-3-22-16,0 0 13 0,1 1-4 15,1 1-6-15,0 1-2 0,-1-1 9 0,1-1 10 16,0 3-8-16,0-9 2 0,0 0-8 0,0 8 1 16,0 2-5-16,0-2 8 0,0-1 5 15,0-7-12-15,0 12 18 0,0-4 1 0,15 8-1 16,-12-11-16-16,0 2 1 0,7 8 4 15,-1-6 13-15,-5-3-1 0,5-3-17 0,-3 0 0 16,1 1 9-16,-1-1-7 0,2 3 6 16,1-6-2-16,-9 0 18 0,6 0-27 0,-6 0 12 15,15 0 2-15,-6 0 5 0,4 0-19 0,-6 0 10 16,1 0 20-16,2 0-25 0,-1 0 12 16,-1 0-10-16,1 0 1 0,3 0-2 0,-4 0-1 15,-1 0 11-15,2 0-9 0,2 0 3 16,-3 0-1-16,1 0-2 0,-2 0 1 0,-7 0 15 15,12 0-24-15,9-14 10 0,-18 13 23 0,-3 1-11 16,0 0-17-16,0 0 3 0,12 0 15 16,-12 0-20-16,10 0 0 0,-10 0 8 0,9 0-7 15,-9 0 27-15,0 0-30 0,8 0 18 16,-8 0-7-16,0 0-14 0,9 0 8 0,-9 0-13 16,0 0-23-16,0 0-38 0,0 0-38 0,8 0-34 15,-8 0 13-15,0 0-216 0,0 0-42 16,0 0 24-16,8 0 6 0,-8 0 24 0,14-10 16 15,-9 6 37-15</inkml:trace>
  <inkml:trace contextRef="#ctx0" brushRef="#br0" timeOffset="1707.13">4925-54 747 0,'-3'-5'243'0,"2"1"-42"16,-1-1-4-16,0 2 3 0,-2 0-43 15,1 0-7-15,3-1-19 0,-3 2 1 0,0-1-32 16,3 3 1-16,-4-6-21 0,4 6 4 0,0-3-1 16,0 2-21-16,4 0-11 0,-2-3 8 15,2 0-32-15,2 2 9 0,-1 1-6 0,2-2 7 16,0 1-15-16,14-2-6 0,-4-1 7 0,-6 4 0 15,2-2-2-15,-2 3-17 0,-11 0 7 16,11 0-2-16,-3 0 4 0,9 0-7 16,0 0 12-16,21 15-13 0,-26-11-6 0,1-2 6 15,-2 5 11-15,-4-5-6 0,3 2-18 16,-2 2 10-16,0-3 7 0,5 6-18 0,-2 0 3 16,0 0 7-16,-6-6 4 0,1 6-9 0,1-3 2 15,-1 0 4-15,-2 0 5 0,0 0-13 16,6 10 14-16,-1-6-10 0,-4 1 6 0,-2-3-13 15,1 1 13-15,-2-3 7 0,1 2-2 0,0-1-4 16,1-3-7-16,-4 5 9 0,0-2-14 16,1 1 4-16,-1-8-4 0,0 0 22 0,0 8-16 15,0 0 9-15,0 0-1 0,0-8 7 0,-17 21 7 16,9-8 0-16,-1-2-10 0,-2 1 22 16,3-3-36-16,-1-2 10 0,0 0 4 0,4-1 14 15,-3 1 8-15,4-5 22 0,-4 1-18 0,4 2 8 16,-5-2-33-16,-7 5 23 0,1-1-9 15,4-6 3-15,-6 9-10 0,3-6 33 0,2 1-19 16,3-4 21-16,-3 4 7 0,3-4-39 0,3 2 15 16,0 0-9-16,-1-2 27 0,2-1-8 15,-5 1 5-15,4 0 18 0,0 2-11 0,6-3 6 16,0 0-37-16,0 0 16 0,-10 0-6 0,10 0-4 16,-11 0 7-16,11 0-19 0,-7 0 22 15,7 0-3-15,0 0-5 0,-8 0-6 0,8 0-11 16,0 0 32-16,-11 0-25 0,11 0 1 15,0 0 0-15,0 0 4 0,-9 0-17 0,9 0-4 16,0 0 0-16,0 0-81 0,0 0-14 16,0 0-39-16,-7 0-67 0,7 0-68 0,0 0 23 15,-11-3-250-15,11 1 25 0,-1-2 18 0,0-2 63 16,-3-3 53-16,-6-12-11 0,1-1 57 0,-4-2 16 16,1-1 11-16</inkml:trace>
  <inkml:trace contextRef="#ctx0" brushRef="#br0" timeOffset="1024.082">4981-17 231 0,'0'0'155'0,"0"0"48"0,0 0-30 16,0 0-18-16,0 0 37 0,0 0-26 16,0-17-3-16,0 17-21 0,0 0 17 0,0 0-22 15,0 0 1-15,-17 0-3 0,-3-27-31 0,18 25-2 16,-3 2-7-16,3-2-3 0,0 2-2 16,-3-3-4-16,1 2 33 0,1-1-35 0,3 2-3 15,-5-3-1-15,2 3 16 0,2-1 15 16,-1-1-38-16,2 0 17 0,-4 2-17 0,2 0 22 15,2-1-32-15,-2 1 8 0,-1 0-4 0,1-1-6 16,2 1-6-16,-2 0-4 0,4 0-13 16,-4 1 1-16,1-2-11 0,1 1 5 0,-1 0-7 15,1 1-2-15,0-1-2 0,0 0-10 16,-4 1 11-16,4-1-12 0,0 2 13 16,-4 1-21-16,4 0 2 0,0 3-1 0,0-2 0 15,0 2 26-15,0 0-4 0,0 2-30 0,3 1 13 16,-3 0-5-16,0 6 4 0,0 4 3 15,16 19-22-15,-13-17 4 0,2-1 14 0,-1 1-9 16,-1-1-23-16,-1-4 29 0,-2-3-6 16,4 0 10-16,-4-3-2 0,3-1 1 0,-3-3-27 15,1 0 21-15,-1 0 12 0,1 0-6 0,-1 0-19 16,0 0 1-16,3-3 1 0,-3 1 23 0,0 0-5 16,0-3-2-16,0-1-38 0,0 0-7 0,-3 0-28 15,2-1-35-15,-3-1-29 0,0-1-53 16,2-2 0-16,0 2 17 0,1-3-210 0,-2 2-59 15,2-5 28-15,1 3 57 0,0-2 1 16,0 1 23-16,0 7-14 0,0-15 91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07:24:51.054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98 281 720 0,'-2'-1'250'16,"-1"0"-32"-16,-1-2-13 0,2 3-45 0,-1-3-3 15,3 3-13-15,0 0-5 0,0 0-16 0,0 0-18 16,0 0-19-16,0 0-16 0,0 0 3 0,-13 0-6 16,12 6-16-16,-1-4-6 0,4 5 7 15,-4-1 2-15,2 3-15 0,0 0-5 0,-3-2-8 16,3 1-5-16,0-8 11 0,0 7 2 15,0 1 6-15,0 0-12 0,0 0 10 0,0-8-6 16,0 11 6-16,0-1 2 0,-9 4 49 16,7-10 28-16,1 1-7 0,-3-1-20 0,4-4-8 15,-2 0 23-15,-2 0-19 0,-2-3-17 0,4-3-7 16,-7-9-7-16,4-3-5 0,-4-5-10 16,3 0-5-16,1 2-3 0,4-5 0 0,1 2-15 15,0 1 4-15,0 9-7 0,0-4 1 0,19-24-10 16,-12 19 2-16,2 0 19 0,3 7-4 15,0 1-23-15,5-2-10 0,1 4 8 0,0 2-14 16,-3 1 9-16,5 1-19 0,-3 5 4 16,-1 0 27-16,-5 0-40 0,-11 4 15 0,10 0 2 15,1 0-8-15,-11 0 7 0,20 17-2 16,-14-13-16-16,0 14 13 0,1-7-5 0,-5 0 21 16,-2-11-10-16,0 11 3 0,0 1 2 0,0 4 10 15,-14 8-8-15,10-13 26 0,-8 3 1 0,5-2-43 16,3-4 18-16,-9 5 2 0,4 2-14 15,0-6 27-15,4-3-16 0,1-1 11 0,0-2-27 16,4 0 5-16,-4-2-4 0,4 2 3 0,0-3-14 16,0 2 20-16,0-2-8 0,0 0 0 15,8-2 2-15,-4 2 5 0,1 0 1 0,0 0 0 16,0 0 19-16,0 0-15 0,2 0 27 16,-1 0-34-16,1 0 26 0,0 0-20 0,-3 0 31 15,-4 0-32-15,0 0 7 0,21 0-4 16,22 12 25-16,-24-3-27 0,-1-5 19 0,0 3-6 15,-5-1-23-15,3 4 31 0,-5-5-28 0,-3 5 7 16,-6-2 12-16,0 0 2 0,-2-1-11 16,0 3-1-16,0-2 44 0,-18 15-12 15,1-8 2-15,0-2 11 0,-1-2 4 0,-3 1 9 16,3-1 7-16,-4-1 12 0,3 5-5 0,2-13-6 16,-2 2 28-16,2-1 7 0,3-2-4 15,1-1-10-15,13 0-2 0,-10 0-12 0,-1 0-21 16,3 0-17-16,8 0-3 0,-29-19-67 0,18 8-50 15,-1-1-79-15,6-2 18 0,1 3-332 16,4 0 30-16,1 1 58 0,-3 1 10 0,2 3 9 16,0-1 49-16,-1 4 35 0,2-3 4 0,-2 3-5 15</inkml:trace>
  <inkml:trace contextRef="#ctx0" brushRef="#br0" timeOffset="4753.858">-182 1929 568 0,'0'0'298'0,"0"0"-43"16,0 0-23-16,0 0-25 0,0 0 4 15,0 0-5-15,0 0-20 0,0 0-30 0,0 0-47 16,17-13-4-16,-15 9 0 0,1-3-14 0,6-8-3 16,0 4-32-16,-4 2-5 0,3 0-6 15,-2 3 4-15,0 1 9 0,-1 0-7 0,1 2-20 16,-2 3 0-16,1-4-18 0,2 4-1 0,-2 0 6 16,-5 0-7-16,0 0 4 0,8 0-25 15,-8 0 6-15,10 0 14 0,3 17-11 0,-2-3-6 16,4-2 3-16,-9 5-4 0,-3-3 16 15,-3 0-6-15,0-2-2 0,0-2-10 0,0 6 14 16,-13 21-2-16,2-16 9 0,2-1-18 0,-2 0 10 16,3 2 7-16,-4-3-2 0,1-3 14 15,-1 5 11-15,-1-6-21 0,3 0 0 0,3-5 3 16,1-1 6-16,0-3 23 0,2 0 19 0,-2-1-28 16,5-1-2-16,-3-2-3 0,3 0-8 15,0 0 6-15,-3 2 29 0,3-3-21 0,-1 0-17 16,0 3-13-16,2-1-2 0,0-1 13 0,0-1-11 15,0-1 47-15,0 0-34 0,0 0 18 0,0 0-6 16,11 8-31-16,-3-8 13 0,1 0 5 16,14 0-7-16,-8 0-14 0,4 0 17 0,3 0-3 15,5 0 5-15,-1 0-5 0,5 0-21 16,-1 0 31-16,-1 0 22 0,31-12-34 0,-45 12 7 16,6 0-29-16,-1 0 27 0,4 0-16 0,-8 0 14 15,0 0-6-15,-4 0-1 0,-1 0 30 16,-3 0-33-16,-8 0-15 0,12 0-10 0,-12 0-30 15,9 0-37-15,-9 0-65 0,0 0 15 16,5-9-286-16,-14 6-20 0,0 3 15 0,-18 0 67 16,11 0 32-16,-8 0 23 0,-5 0 23 0,-38 18 15 15,30-12 8-15</inkml:trace>
  <inkml:trace contextRef="#ctx0" brushRef="#br0" timeOffset="2391.534">-170 4062 385 0,'-4'-5'276'0,"1"0"-16"0,2 3-21 16,-2-4-25-16,2 4-30 0,0-2-5 0,1 0-36 16,0 2-12-16,-3-1-17 0,6 0 4 15,-2 1-18-15,0-2-20 0,3 4-15 0,-1-4-6 16,4 2 2-16,0-2-13 0,2 3 12 0,-1-1-5 15,15-1-5-15,-5 0-20 0,7 1 8 0,-16 2-20 16,7 0 5-16,1 0 10 0,-1 0-4 0,24 12-6 16,-24-3-12-16,0-5 7 0,1 3 1 15,2 0-17-15,-7-1 2 0,-3 1 5 0,-1 0 6 16,7 6-17-16,-7-1 10 0,-3-3-14 16,0-2 12-16,-4 4 2 0,2-2-1 0,-2 13-1 15,-1-13-10-15,0 4 4 0,0 3-5 0,0 1-2 16,0-2 18-16,0-1 1 0,0 1-2 15,-15 16-1-15,10-19-13 0,-3 9 6 0,-2-6 0 16,-1 0 9-16,0-2-2 0,2 1-7 16,-2 1 16-16,-4 2-3 0,-2-6-5 0,3 1 11 15,-3 0 17-15,5-5 4 0,-3 2-22 0,-2-1 3 16,0 0 2-16,-1-5 11 0,1 2 0 16,-1-3 14-16,2-2-1 0,4 3 16 0,-1 0-32 15,1-2 8-15,3-1-2 0,0 2-12 16,0-2-7-16,4 0 28 0,-3 0-31 0,8 0-23 15,0 0-18-15,0 0-18 0,0 0-35 0,-15-6-41 16,17 3-55-16,2 0 18 0,1-2 15 16,17-8 10-16,-4 1-305 0,-1 0 42 0,-1-1 21 15,-2-2 31-15,7 3 36 0,-8 6-17 16,2-9 47-16</inkml:trace>
  <inkml:trace contextRef="#ctx0" brushRef="#br0" timeOffset="1931.818">-139 4089 491 0,'0'0'259'0,"0"0"-21"0,0 0-18 16,-19 0-18-16,19 0-7 0,0 0-26 15,0 0 15-15,0 0-24 0,-28-32 5 0,27 28-25 16,-1 3-10-16,0 0-20 0,1-3-8 16,-1 4-27-16,1 0 12 0,-2-4-5 0,3 3-29 15,0 1-9-15,-1 0 1 0,0-1-4 0,1 1 8 16,0 1-1-16,1 0-18 0,-2 3-10 16,2 0 5-16,-1 3 22 0,0 0-15 0,1 2-13 15,-1 15 6-15,0-17 3 0,0 9-13 16,0 0 6-16,0 2 10 0,0 1-26 0,12 14 37 15,-9-12-18-15,-1-6-14 0,1-2-5 16,1-5 11-16,-4 4-14 0,2-5 18 0,0 0-15 16,-1-1 6-16,-1-1 0 0,0-1-4 15,0 0-23-15,0-1-7 0,0-3-60 0,0 0-61 16,-3-2-21-16,1-1 17 0,2-3-129 0,0-3-96 16,0 0-33-16,4-13 27 0,-4 11 23 15,0-5 26-15,10-16 12 0,-9 12 15 0</inkml:trace>
  <inkml:trace contextRef="#ctx0" brushRef="#br0" timeOffset="3641.979">-2816-66 758 0,'0'0'244'0,"0"0"-35"15,0-15-23-15,0 15-6 0,0 0-16 16,0 0-3-16,2-32 13 0,-2 28-30 0,0 2-11 16,-1 0-8-16,1-2 4 0,0 0 5 0,0 4-24 15,0-3-13-15,0 0 9 0,0 3-25 16,-4 0-27-16,4 0 10 0,0 0 17 0,0-2-18 0,0 4-20 15,0-2-6-15,4 6 11 0,-4 2-14 16,0 0-5-16,0 2 32 0,1 16-44 16,-1-12 3-16,0 7 38 0,0 3-29 0,0 4 27 15,0 0-27-15,0 0 19 0,0 0-2 0,0 0-18 16,0-4-15-16,0 3 15 0,0-2-1 0,0-4-15 16,0-2 7-16,0-5 7 0,-8 10-5 15,8-18-7-15,0-6 7 0,0 0-2 16,0 10 22-16,0-10-5 0,0 0-4 0,0 0-8 15,0 11-3-15,0-14 0 0,-2 2-73 0,2-1-64 16,-3-3-51-16,3 4 17 0,-1-4-240 0,-3 0-49 16,3 3 15-16,-3-1 30 0,3-2 28 15,-1 1 20-15,0 2 39 0,6-2-19 16,-4 1 58-16</inkml:trace>
  <inkml:trace contextRef="#ctx0" brushRef="#br0" timeOffset="5691.294">-2774 4250 698 0,'0'0'235'16,"0"0"-31"-16,0 0-39 0,0 0-19 0,0 0-15 16,0 0-7-16,-17 26-22 0,17-20 1 0,-2 1-3 15,2-1-17-15,0 0 3 0,0 2-20 0,0-3-4 16,0-5-3-16,0 0-4 0,0 10-4 16,0-2-4-16,0 0-5 0,14 5 2 15,-9-6-16-15,-1-1 16 0,3-2-3 16,-2 1-7-16,0 0-9 0,9 4 4 0,0-7 2 15,-2 2-2-15,1-4-7 0,-3 2 8 0,2-2-13 16,-12 0 5-16,9 0-10 0,1 0 8 16,1 0-3-16,-4 0 0 0,2 0-11 0,3 0-1 15,-4 0-2-15,7 0 1 0,16 16 13 0,-17-10-25 16,-2-3 5-16,-6 3 3 0,1 1 6 16,-1 0-3-16,-2-3-5 0,-1 2 10 0,-1 0 8 15,0-1-29-15,-1 2 20 0,-1 0-9 16,0-1 14-16,0-6-10 0,0 8 11 0,0 5 5 15,-14 8 3-15,3-4-8 0,0-2 18 0,1-2 2 16,-3-3 4-16,4-3-27 0,1 0 15 16,-3-1-1-16,4-1-6 0,0 2-15 0,0-2 18 15,0-4-15-15,1 2 19 0,0 0-31 16,1-2-30-16,1 4-5 0,-3-5-25 0,0 3-50 16,2-2-4-16,0 1 10 0,2 1-122 0,3-3-109 15,0 0-47-15,-10 0 24 0,10 0 24 0,-13-14 2 16,13 8 36-16</inkml:trace>
  <inkml:trace contextRef="#ctx0" brushRef="#br0" timeOffset="6014.733">-2752 4322 672 0,'2'-3'210'0,"1"2"-9"0,-3-3-22 16,0 2-37-16,3-3-5 0,2-1-4 15,-1 4-26-15,8-11-22 0,4 1-6 0,1 2 2 16,-3-1-25-16,2 1 6 0,1 2-2 0,-1-2-5 16,-1 1 1-16,0 3-3 0,-3 4-9 0,-4-2-13 15,2 2-3-15,0 2-1 0,-3-1-6 16,2 1-3-16,-2 0 4 0,0 0-14 15,-1 0 9-15,1 0-11 0,2 0-3 0,-1 0 7 16,1-3-14-16,-3 3-34 0,2-2-61 0,1 2 9 16,-4-1-152-16,2-2 19 0,-2-1 17 15,-4 2-163-15,3-2 45 0,-3 1 15 0,0 1-59 16</inkml:trace>
  <inkml:trace contextRef="#ctx0" brushRef="#br0" timeOffset="-1432.131">-5434 400 491 0,'0'0'284'0,"0"0"-48"0,0 0-12 0,0 0-30 16,0 0-11-16,0 0-28 0,0 0-8 0,0 0-10 15,0 0-12-15,0 0 2 0,0 0-40 16,0 0 5-16,0 0 19 0,0 0-33 0,0 0-5 16,0 0 6-16,0 0 26 0,0 0-36 0,27 17-1 15,-27-9-8-15,0 2-3 0,0-1 18 0,0 1 2 16,0 8-36-16,0 1 12 0,0-1-6 15,0 0 2-15,0-4 9 0,-11 12-18 0,9-15-7 16,-2-5 0-16,4 3-16 0,0-3-3 16,0-2-3-16,-1 2 32 0,0-2 17 0,-2 1-5 15,2-3 19-15,-4-2-6 0,6-2-27 0,2-2-8 16,-7-2-4-16,4-3-3 0,4-12-13 16,-4 5 5-16,0-1 8 0,0-8-5 0,19-28 2 15,-14 29-2-15,4 0-3 0,-1 1-5 16,0 3-4-16,1 4-1 0,2-1 1 0,0 2-2 15,0 5-1-15,1 0 1 0,2-1 5 0,-3 3-2 16,0 4-2-16,1 0-5 0,-2 3-22 16,-2 0 3-16,1 1 28 0,-9 0-1 0,0 0-2 15,34 12 1-15,-20 0-18 0,-3-1 0 16,4 5 2-16,-4 2-20 0,1-2 16 0,-3 3 0 16,1 0 2-16,-3-4 0 0,-2 7 2 0,1-3 3 15,-1 7 18-15,-1-11-16 0,-1 6-1 16,2 4 1-16,-2-4 0 0,-2-3 0 0,1-3 1 15,-2-1-21-15,6 3 23 0,-6-3 11 16,0-14-3-16,0 11 1 0,0-2-14 0,0-1-25 16,0-8 3-16,0 10 2 0,0-10-15 0,0 8-36 15,0-8-1-15,0 0-36 0,0 9-14 0,0-11-24 16,0 2-28-16,-2 0 18 0,2-4-91 16,-4-2-95-16,4 3 28 0,-2 1 23 0,-2-2 23 15,-1 1 20-15,1 2-97 0,-1-1 29 16,0-1 12-16,-1 2-46 0</inkml:trace>
  <inkml:trace contextRef="#ctx0" brushRef="#br0" timeOffset="-1188.282">-5385 536 298 0,'-6'-5'353'0,"-1"4"-64"0,3-2-28 15,-1 2-22-15,4 1-26 0,-3-2-25 0,-1 2-14 16,5 0-36-16,-3-4-10 0,3 4 7 0,0 0-24 15,2 0-22-15,2 0-5 0,-1 0 3 16,5 0 8-16,1 0-38 0,2-1 2 0,17 2-21 16,-16-1 4-16,11 0 33 0,0 0-36 0,5 0 1 15,-2 0 13-15,-1 0-53 0,-1 0 5 16,2 0-29-16,23-15-21 0,-26 6-64 0,3 7 10 16,0-6-272-16,-4 0-44 0,-1-1 40 15,-1-2 24-15,0-1 27 0,-6 1 16 0,-2 3 30 16</inkml:trace>
  <inkml:trace contextRef="#ctx0" brushRef="#br0" timeOffset="7331.692">-5085 2203 374 0,'0'0'179'0,"0"0"-10"0,0-16-26 15,0 16-17-15,0 0 0 0,-17-32 1 0,14 28-13 16,1 0-13-16,-2 0 4 0,0-2-19 15,0 1 5-15,-1 1-17 0,2 2-8 0,0-2 10 16,-3 1-39-16,3 1 10 0,-3-2-29 16,3 3 30-16,-3 0-16 0,0-1-10 0,6 2 31 15,0 0-21-15,-10 0-3 0,1 0 1 0,9 0-7 16,-22 14-3-16,4-6 6 0,1 1-9 16,1 2-1-16,6-3-29 0,1 1 24 0,-3 2-4 15,3-1-9-15,3-1 4 0,1-2-15 16,-1 2 38-16,5-1-39 0,1-8 18 0,0 9 1 15,0-1-3-15,0 1-17 0,0-1 30 0,0 2-24 16,0 3 21-16,18 18-25 0,-11-14 35 0,4 2-14 16,-2-3-11-16,4-2 13 0,-2-2 8 15,-1-2-5-15,-1-5-12 0,-3 1 3 0,5-3-4 16,-5 2 15-16,15 2-2 0,-10-5-8 16,2 0-6-16,-1 0-21 0,-3 1 35 0,0-2-30 15,0 1 13-15,-1 1 0 0,11 3 25 0,-3-2-24 16,-3-1 1-16,-4-1 5 0,0-1 2 15,-2 3-19-15,4-3 5 0,-3 1 12 0,-3 3 5 16,1-2-4-16,-1 0-14 0,2 3 11 16,2 9 17-16,-1 0-40 0,-3-1 21 0,-4-7 7 15,3 2 4-15,-3 1-7 0,-1-10-11 16,0 11 13-16,0-5-5 0,0 9 15 0,-18 21-16 16,12-17 12-16,-5-1-8 0,6-6 19 15,-4 6-7-15,0-2 1 0,1-5-10 0,-2 3 16 16,2-6-8-16,1 0 10 0,0-4-6 0,2-1 8 15,-2 0-1-15,2-1-4 0,-1 1-6 0,1-3 18 16,2 0-1-16,3 0-8 0,0 0 11 16,0 0-17-16,-9 0 8 0,-5-15 2 0,9 9-14 15,1 1 0-15,1 1 8 0,-1-2-9 16,-2-13-13-16,-1 2 10 0,5 2 8 0,2 0 5 16,-4 1-12-16,1-8-8 0,3 1 2 0,0 9 13 15,0-3-14-15,0-7 3 0,0-2-10 16,0 1 2-16,0 0 9 0,0 0-1 0,15-20 10 15,-14 28-6-15,1 2 1 0,1 1-14 16,0 1 14-16,-1 1-13 0,7-5-7 0,-6 2 5 16,-1 0 12-16,-2 6-9 0,4 2-2 0,-1-4-5 15,-1 2 18-15,1-1 4 0,-3 2-15 16,4 0-2-16,-3-2 15 0,0 3-3 0,2-2-12 16,-2 2-8-16,1 0-19 0,-2-1-25 15,2 1-66-15,-2 0-21 0,0 5 14 0,0 0-306 16,0 0 44-16,0 0 27 0,-19-2 22 0,-4 9 17 15,-6 3 11-15</inkml:trace>
  <inkml:trace contextRef="#ctx0" brushRef="#br0" timeOffset="1071.577">-4787 3823 643 0,'0'0'215'0,"0"0"-26"16,0 0-43-16,0 15 8 0,0-15-13 0,0 0-6 16,-18 22-24-16,12-21-6 0,-3 3 14 15,-8 3-16-15,5 0-1 0,-6 0 1 0,4-5-28 16,5 1 14-16,-2 2-14 0,2-3 1 16,-1-2-12-16,4 1-6 0,-3-1-5 0,6 2 5 15,-3-1-2-15,3 3-17 0,-2-3-13 16,-2 3-7-16,2-2 17 0,-1 2-14 0,1 1-9 15,-7 9 7-15,7-3-2 0,-2-4-6 16,-4 7 0-16,4 1 0 0,3-2 2 0,2 0 10 16,-2-2-6-16,-3 7-16 0,6-4 2 0,1-14-4 15,0 13 9-15,0-1 12 0,0 3-1 16,0-2 6-16,20 19-14 0,-15-22-3 0,6 4-8 16,1 2 10-16,0-4 6 0,2-3-14 15,0 4 7-15,-2-8-5 0,4 3-1 0,2-4-1 16,-3-2 8-16,-4 0 7 0,1-2-22 15,-12 0 14-15,12 0-8 0,4 0 4 0,2 0 26 16,19-17-28-16,-21 9 8 0,2-1-14 0,-1 3 8 16,0-4-4-16,1 2 19 0,-6 2-24 0,-2 1 1 15,-4-2 33-15,2 5-24 0,-4-2 5 16,1 1-36-16,-1 2-33 0,-1 0-15 0,1 0-48 16,-4 1 11-16,0-3-229 0,1 2-80 15,-1 1 21-15,0 0 32 0,0 0 30 0,0 0 54 16,0-11-10-16,0 11 2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07:26:59.673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232 468 465 0,'0'0'237'0,"0"0"-24"16,0 0-51-16,0 0-11 0,0 0-21 0,0 0-4 15,0 0-5-15,0 0-21 0,0 0-13 0,0 0-14 16,0 0-2-16,0 0-24 0,0 0 13 15,0 0 6-15,0 0-6 0,0 0 3 0,0 0-2 16,9-18 1-16,-9 11-15 0,-4 1 6 16,3 1-8-16,-3-4-8 0,2 4 2 0,-7-12 1 15,1 6-8-15,1 2-7 0,-4-4 18 16,0 4-25-16,1 3 10 0,0 1-5 0,1 1-10 16,-2 0 12-16,1 3-7 0,0 1-7 15,1 0 7-15,9 0-18 0,-14 0 10 0,-1 0-7 16,-13 11 5-16,11-2-3 0,5-1-14 0,1 5 11 15,4-3-8-15,2 0 7 0,1 0 9 0,2 0-14 16,2 2 14-16,0-12-22 0,0 6 8 16,0 9 6-16,14 12 4 0,-9-14-20 0,5 4 20 15,3-5-11-15,3-3 17 0,-2-1-1 16,0-3-11-16,1-3-10 0,-15-2 12 0,10 0 6 16,5 0-5-16,3 0-9 0,19-20 3 15,-23 8 4-15,-3 1 1 0,1 0 14 0,-3-5-9 0,0 2 3 16,-4-1-12-16,-2-4 13 0,-3 1-17 15,0 10-4-15,0-5 15 0,0-8 4 16,0 1-11-16,-14-26 9 0,8 22-2 0,1 0-9 16,0-3 7-16,-3 4 5 0,3-1-10 0,-1 0 5 15,1-2 5-15,-7 7-8 0,7 0 3 0,-2-1-8 16,2 6 26-16,0 2-3 0,1 5-7 16,2-1-3-16,2 2 13 0,-4 2-19 0,1-2 3 15,1 1-9-15,0 3 12 0,1-1 2 0,1 1-6 16,-3-1-2-16,3 3 5 0,0 0-2 15,0 5-16-15,3-1 14 0,-3 2-1 0,3 0 1 16,4 15-14-16,-3 4 14 0,5 1-2 0,-4 0-2 16,4 3-10-16,0 4 9 0,2-2 1 15,-3 3 4-15,2 1-5 0,-2-4-2 0,1 4 7 16,0 0 5-16,1-3-14 0,-1-4-4 16,0 1 3-16,0-2 13 0,-4-5-12 0,7-2 6 15,-7-4 11-15,2 0-24 0,-5-7 15 16,2-2-6-16,0 1 5 0,-3-6-14 0,-1 4-20 0,3-6-30 15,-3 0-64-15,0 0 10 0,0-6-79 16,-2 4-54-16,1-6-107 0,1 3 8 0,0-1 11 16,0 0 19-16,0-1 10 0</inkml:trace>
  <inkml:trace contextRef="#ctx0" brushRef="#br0" timeOffset="1007.925">533 321 415 0,'-4'4'134'0,"3"-2"-11"0,-2 2-31 16,3-1-13-16,0 2-7 0,3-3-11 0,-2 1-7 16,3 1-6-16,-1-2-12 0,2 2-3 0,1-1-22 15,-1-3-3-15,2 2 26 0,-2-2 1 16,2 0-4-16,-1 0-25 0,-1 0-2 0,0-2 21 15,-1 2-5-15,-4 0-4 0,0 0 14 16,0 0-3-16,7-13 15 0,-7 9-23 0,0 0 18 16,0-1-22-16,-2 0 45 0,-2-1-22 15,2 1 2-15,-2 1 3 0,0 0-22 16,-1-1 4-16,-1 2 7 0,-1 0-7 0,1 3 22 0,-2-3-13 16,0 3-2-16,0 0-11 0,8 0 3 15,0 0-6-15,-11 0 0 0,4 0-16 0,-15 21 15 16,12-10-3-16,2-2-3 0,3 1-22 0,1-1-3 15,2 1 33-15,-1-4-10 0,3 3 15 16,0-9-1-16,0 12-17 0,0 3-25 0,21 9 0 16,-10-12 4-16,6-2 21 0,0-4-15 15,1-2 22-15,-2-4 9 0,-7 0-16 0,10 0-21 16,25-14-6-16,-22 3 31 0,6-4-18 0,1 2-20 16,-5-6 12-16,2 2 21 0,-3-2-6 15,0-3 10-15,-3-3 4 0,-1 2-20 16,-1 3 23-16,-4-2-33 0,-2 3-14 0,0 1 43 15,-8 1 11-15,-3 6-30 0,1 2 42 0,-2 9-21 16,0 0 11-16,0-11 5 0,0 11-17 16,-19-17 14-16,11 15-8 0,3-1 15 0,-5 4-12 15,-13 4 0-15,11-5-9 0,-22 16-1 16,15-6 0-16,2 0-14 0,-2 4 14 0,6 0 8 16,1 2-19-16,3-1 1 0,4 1 6 0,1-3-3 15,4-2-3-15,-1 2 16 0,1-3-18 16,0-1 4-16,17 11-29 0,-4-6 29 0,1-1 7 15,-1-7-4-15,-2-1-7 0,7 3 6 0,-1-6 8 16,-4-2-9-16,-13 0-25 0,16 0 23 16,15-12 13-16,-16 3-11 0,2-1-10 0,-5-1 11 15,0-2 8-15,-1 4-9 0,-6 0-23 16,0 0 22-16,0 0 21 0,-3 0-10 0,1 4 15 16,-1-1 8-16,-1 1 9 0,0 0-10 0,-1 5 0 15,0 0 0-15,0-10-5 0,0 1-6 0,0 9-11 16,0-8 15-16,0 8-15 0,0-9 7 15,0 9-9-15,0 0 11 0,0-6-9 0,0 6-5 16,0 0-11-16,0-10-4 0,0 10 17 16,0 0-6-16,0 0-13 0,0-9 6 0,4 9 3 15,-2 4-2-15,0 2 0 0,1 0 1 0,7 12 12 16,-2 0-2-16,3 2 0 0,-2 2-18 0,3 3 6 16,0 2 1-16,4 1 13 0,-3 4-14 15,-2-2 5-15,0 2-4 0,1-3 4 0,0 6-7 16,-6-1 4-16,3-1-2 0,-2 0 10 15,-1 1-14-15,-1-2 8 0,-4-1 4 0,1-4 4 16,0 0 3-16,-2-12 7 0,0 0-4 16,0 1 33-16,0 4-12 0,-16 17 6 0,5-20 11 15,0-4 5-15,-5-3-6 0,3 2-22 16,-2-6 11-16,0-5-26 0,-1 7 3 0,0-6-8 16,3-2-13-16,2 0-12 0,-1 0-28 0,12 0-15 15,0 0-41-15,-10 0-37 0,10 0 13 16,-8 0-161-16,8 0-136 0,-14-14 21 15,14 7 34-15,0-1 32 0,7-15 15 0,5-3 15 16</inkml:trace>
  <inkml:trace contextRef="#ctx0" brushRef="#br0" timeOffset="1342.723">1341-86 574 0,'-7'-2'165'0,"3"5"1"0,-5-2-26 0,2 5-53 15,-4 5 4-15,4-2-4 0,1 1 6 16,-2 8-17-16,4-3-10 0,2 0-12 0,0 0 9 15,2-4-14-15,0 5-14 0,0 8-11 16,16 24 18-16,-10-22-10 0,1 1-31 0,-1 2 29 16,2-2-6-16,1-2-26 0,1 2 15 0,-2 0 21 15,4-2-33-15,-3 2 18 0,-2 1-12 16,5-5 20-16,0 0-2 0,-1-4-23 0,5 3-2 16,-2-4 39-16,2-4-30 0,0-3-8 15,2 0 4-15,-1-3-33 0,-5-4-30 0,8 5 5 16,-4-7-73-16,-16-2-106 0,12 0-106 0,3 0 15 15,19-24 48-15,-16 10-29 0</inkml:trace>
  <inkml:trace contextRef="#ctx0" brushRef="#br0" timeOffset="1929.745">1939 30 301 0,'-5'-5'231'0,"0"1"-21"16,2 0-37-16,-2 2-3 0,-2-1-31 16,-1 1 2-16,1 1-32 0,-3 0-8 0,-7-4-30 15,7 5 22-15,-2 0-10 0,-1 0-18 0,-3 0 17 16,-18 18-17-16,16-12-6 0,4 1-19 15,5-1 13-15,-3 0-17 0,0 6 3 0,1-3-1 16,6 2-8-16,2-1 0 0,-1 1-5 16,3-1-1-16,-2 0-6 0,3-10 3 0,0 9 0 15,0-2 6-15,0 6-24 0,22 19-2 0,-17-22 4 16,7-3 3-16,0 5-17 0,4-7 28 16,-4-2-26-16,0-2-6 0,1-1-2 0,-13 0-4 15,16 0 1-15,22-15-11 0,-19 5-13 16,-2 2 20-16,1-2 7 0,-1 1 0 0,-7-1 11 15,2-3-14-15,-6 3 17 0,-2 1 4 0,-3-1-1 16,6 2 27-16,-7 1-18 0,4 0 1 16,-4 2 5-16,0 0 12 0,0 5 12 0,0 0 5 15,0-9-1-15,0 9 4 0,0-10 4 0,-16-2-9 16,15 9-6-16,-4-3 8 0,1 4-3 16,3-1 5-16,-2 0-18 0,0 0-5 0,1 2-14 15,-1-2 3-15,2 2 5 0,0 1-3 0,-1 1-15 16,2 2 14-16,-2-1-16 0,6 2 11 15,-4 0 9-15,1 1-12 0,0 1-9 0,2 1 13 16,5 8-14-16,3 0 18 0,1 0-6 16,2 0-5-16,0-5-8 0,2 1-27 0,1-2-12 15,-3-1-28-15,0-2-5 0,0 2-50 0,3-3 12 16,-5-4-40-16,-1-1-17 0,-11 0-128 0,12 0-63 16,-3 0 22-16,-1 0 22 0,15-25 10 15,-6 13 12-15</inkml:trace>
  <inkml:trace contextRef="#ctx0" brushRef="#br0" timeOffset="2256.558">2048-169 287 0,'-5'-1'281'16,"3"-1"-39"-16,0 0-39 0,-1 1-21 0,4-2-48 15,-1 3 3-15,2-2-13 0,2 2-2 16,-2 0-20-16,6 2-13 0,-2 1-6 0,1 0-1 16,-1-1-25-16,18 8 4 0,-2 3-4 15,-1 4 1-15,0-2 6 0,4 3-7 0,-2 2 2 16,-4 4-15-16,2-1 9 0,-7 7-6 16,3 0-5-16,-5-2 0 0,-3 2-4 0,0 6 6 15,-5 6-18-15,-3-2 1 0,-1 2 4 0,0 0 1 16,0-25-13-16,0 12 7 0,0 3-39 15,-14 32-29-15,8-34-51 0,0-8-17 0,3 4 11 16,1-14-194-16,2-7 22 0,0-5 21 16,5-4 19-16,-2 0-149 0,6-20 31 0,0 3 6 15</inkml:trace>
  <inkml:trace contextRef="#ctx0" brushRef="#br0" timeOffset="2636.341">2673-113 517 0,'1'1'279'0,"0"-1"-43"0,-1 3-41 0,3-3-29 16,0 0-3-16,-2 0-12 0,1 0-20 0,-2 0-11 16,3 0-10-16,1 0-10 0,-2 0-14 15,4 0-4-15,-1-3-14 0,1 1 14 0,-1 1-14 16,16-8-12-16,-9 5-11 0,-2 2-9 0,-2-1-8 16,0 0 13-16,1 0 0 0,-3-3-9 15,2 5-19-15,1-1 14 0,10-5-14 0,-7 5-10 16,-1-1-21-16,-2 0-12 0,-1 0-14 0,-3 2-21 15,4-4-9-15,-6 5-8 0,-3 0 8 16,0 0-71-16,0 0-23 0,0 0-61 0,21 12-121 16,-19-7 24-16,-2-1 22 0,3 1 12 15,-2 0-11-15</inkml:trace>
  <inkml:trace contextRef="#ctx0" brushRef="#br0" timeOffset="2868.198">2802 118 389 0,'-1'2'242'0,"-3"2"-21"0,2-1-17 16,1-1-28-16,-3-2-18 0,8 1-17 15,-4-2-4-15,3 0-31 0,2 0 10 0,-2-2-31 16,2-1-7-16,-1 3 10 0,3 0-11 16,0-3 0-16,1 1-25 0,-2 0-6 0,15-5 1 15,-2 1-3-15,4 0-9 0,-1 0-19 0,-4 0-26 16,4-2-6-16,0 4-23 0,-4-5-21 15,3 4 5-15,0 1-112 0,-5-2-70 0,-4 3 20 16,-2-1 17-16,-5 1-130 0,1 2 22 0,-1-1 11 16</inkml:trace>
  <inkml:trace contextRef="#ctx0" brushRef="#br0" timeOffset="3616.203">3378-384 602 0,'0'-3'225'0,"-3"-4"-30"0,3 2-35 15,-1-1-10-15,1-2-35 0,1 2-32 0,3-1-6 16,-1 1 0-16,10-8-18 0,-9 5 7 15,5 0-13-15,-3 1-10 0,-1 3-8 0,2 2 0 16,-2-1-8-16,0 0 15 0,-2 3-7 0,4 1-32 16,-3-1 11-16,-4 1-33 0,0 0 0 15,0 0 50-15,9 0-26 0,-9 0 8 0,26 22 0 16,-17-13-24-16,3 4 29 0,-5-2-5 16,1 1 8-16,-4-2-2 0,5 8-29 0,1-1 15 15,-4 0 17-15,-5 0-45 0,0-2 0 16,0 6-5-16,-1-12 25 0,0 3 2 0,0 4 23 15,0 0-22-15,0 0 2 0,0-3 12 0,-16 22 18 16,12-22-20-16,-1 5-21 0,1-6 30 16,-1 6 0-16,-1-7 11 0,-1 4-21 0,-1-2 16 15,4-6-1-15,3 2 5 0,-3-1-18 0,0-2-1 16,3 1 9-16,-2-4 11 0,-1 4-9 16,0-2 1-16,2-1 4 0,-2 1 10 0,1 0-12 15,0 1-6-15,0-2 6 0,0-1 4 0,1 0-1 16,-1 0-3-16,2 0-3 0,0 0-10 15,-1 0-5-15,2 0 5 0,-2 0 1 0,0-2 14 16,1 1-20-16,-1 1 13 0,2-3 3 0,0 2 4 16,0-2 6-16,0 0 2 0,0 0-4 15,0 0 11-15,0 0-6 0,0 0-11 0,19 1-8 16,-15-1 19-16,4-1-25 0,-1 1 5 0,14-5-1 16,-12 5 6-16,21-7 3 0,-6-1-21 15,-3 5 16-15,1-7-16 0,1 5 11 0,-2-4-15 16,-1 6 11-16,-8-1 10 0,1-1-8 15,-1 4-3-15,-3-4 28 0,-3 5-19 0,2-3 15 16,-4 2 16-16,0 0-6 0,1 1 14 0,-4-4-17 16,4 4-3-16,-1 0 3 0,1-1 16 15,-3-2-21-15,-1 3-15 0,-1 0 19 0,0 0 0 16,0 0-27-16,0 0-6 0,0 0 18 0,9 0-8 16,-9 0 9-16,0 0-30 0,0 0-4 15,11 0 6-15,-11 0-21 0,0 0-20 0,0 0-33 16,0 0-21-16,0 0-72 0,0 0 16 0,12-6-297 15,-14 6 35-15,-5 0 28 0,1 0 27 16,-2 0-37-16,-15-2 27 0,-14-4 121 0,5 6 11 16</inkml:trace>
  <inkml:trace contextRef="#ctx0" brushRef="#br0" timeOffset="16056.956">913 1376 400 0,'0'0'163'0,"0"0"8"16,0 0 0-16,0 0 3 0,0 0-33 15,0 0-9-15,0 0-14 0,0 0-8 0,0 0-7 16,0 0 18-16,-17 0-28 0,17 0 3 15,-34-17-3-15,27 17-12 0,-4 0-15 0,0 0-6 16,-6 0 7-16,-5 0-14 0,3 0-16 16,-24 16 4-16,29-10-21 0,-2 0 13 0,5 0 4 15,-6 3-15-15,9 0-3 0,-4 4-1 0,1 0-9 16,6-3-5-16,-2 3 13 0,5-2-7 16,-5 7-1-16,2 1-2 0,5-19-3 0,0 13-3 15,0 4 2-15,14 20 13 0,-7-25-6 0,4 6-9 16,0-6 1-16,2 0-5 0,3 0-7 15,1-4 1-15,5 0-9 0,-4-3 23 0,0-5-25 16,-10 0 20-16,1 0-20 0,22-14 3 0,-10 6 7 16,-5-3 6-16,-1-2-5 0,-4-1 7 15,-2-1 10-15,-1 3-9 0,-4-7 2 0,0 4-5 16,-4-3-3-16,0 7 5 0,0-7 9 0,-16-25-14 16,11 20 1-16,-3-3 15 0,-3 2 5 15,0 2 5-15,-1 0-16 0,1 2 16 0,1-4-10 16,0 6-5-16,1 0 6 0,-2 4 6 15,6 1 3-15,-4 4-8 0,3 2 11 0,3 1 0 16,-2 3-2-16,3-3-2 0,-1 4-5 0,-1-2 2 16,2 1-15-16,1 1 19 0,-3 1-15 15,3 1 3-15,1 0-1 0,4 1-8 0,-8 4-9 16,8 0 15-16,-4 0-2 0,1 1-8 16,0 5 1-16,8 10 6 0,-1-2 2 0,0 3-2 15,1-1-8-15,3-1 16 0,-1 0-10 0,1 2 8 16,0-2 1-16,3 0 0 0,-2-2-5 0,0 0 2 15,2-2-10-15,2 1 4 0,-3-3 9 0,3 0-23 16,2-1 0-16,0-2-2 0,-3-3-8 16,2-3-9-16,1-1 8 0,-7-3 2 15,3 2 10-15,-6-3 0 0,6 0-29 0,19-17 18 16,-15 13-1-16,-3-7 2 0,0 1 9 0,-4 0-9 16,-2-1 4-16,-4 1 19 0,-3 1-17 0,1 1-7 15,-4 0 16-15,0-1 4 0,0 2 2 16,0 7 4-16,0 0-5 0,0-10-9 0,0 10 13 15,0-9-10-15,-15-3 6 0,13 9-11 16,-1 2-13-16,-1-1 24 0,0 2 0 0,0 2-3 16,1 2-7-16,0-2 11 0,1 2-11 0,2 2 6 15,0 1-2-15,0 3-7 0,0-3 3 0,8 12 14 16,1-2-28-16,3-2-9 0,3 1 10 0,4-5 8 16,0-1-49-16,-3-7 38 0,11-2 7 15,-14-1-16-15,8 0-12 0,28-22 16 0,-18 6 17 16,-5 2-15-16,0-4 0 0,-2-2-8 15,0 0 4-15,-1-1 4 0,-3-3 12 0,-1 0-6 16,-3 3 3-16,-4 3 3 0,-3 2 49 0,-6 3 4 16,-3 2-5-16,0 11-22 0,0 0 31 15,0 0-12-15,-19-15-15 0,10 15 11 16,4 2 3-16,-5 0-2 0,-6 6 7 0,1 4-19 16,2-2 0-16,-2 2-7 0,9-1 7 0,0 2-9 15,5-5 6-15,-2 3 7 0,3-3-20 16,0-8 5-16,0 0-24 0,0 16 33 0,21 13-33 15,-15-21 11-15,4-1 4 0,-3-1 4 16,-1-3-13-16,6 0 20 0,-7-2-27 0,2 1 39 16,-7-2-30-16,0 0 18 0,10 0-9 0,-10 0 9 15,27-22 7-15,-18 6 4 0,1 3-13 0,-3 1-14 16,-3 0 35-16,7-4 20 0,-9 5 17 16,3 1 2-16,-4 1 26 0,2 0 4 0,-3 9-17 15,0 0 11-15,0 0 0 0,0-8-11 16,0 8-10-16,0 0-16 0,0-9 2 0,0 9-23 15,0 0 15-15,0 0-13 0,0-10-11 16,2 10 3-16,0 4 9 0,12 8-10 0,3 1 1 16,-6 0-8-16,2 2 3 0,5 4-4 0,-1 2 7 15,0 3-6-15,1 1-1 0,-1 1-4 16,-4 1 3-16,2 3 0 0,1 1-7 0,-4 0-8 16,4-2 21-16,-8 6-10 0,3-2 6 0,1 1-13 15,-3-3 2-15,-1 5 10 0,-4-6-17 0,-2 1 14 16,-2-19 3-16,0 9 2 0,-11 21-9 15,-4-21 10-15,5-2 10 0,-4-3-18 0,-2 1 16 16,-4-5-5-16,0-1-4 0,0-3 8 16,2-7-10-16,2-1-3 0,16 0-10 0,-13 0-24 15,5 0-44-15,-20-17 6 0,14 5-22 0,2-3-29 16,10 3 12-16,-2 3-87 0,4-6-43 0,-2-7-158 16,2 11 51-16,0-5 12 0,20-23 14 15,-10 18-50-15</inkml:trace>
  <inkml:trace contextRef="#ctx0" brushRef="#br0" timeOffset="16381.989">1935 1045 348 0,'-6'0'158'0,"5"4"4"16,-3-1-16-16,-1 2-17 0,2 2-32 0,-3 11-6 15,-3 0 23-15,3 3-19 0,0 2-17 0,5 4 8 16,-1 2 0-16,0 0-13 0,2-13-10 0,0 8 16 16,15 31-19-16,-4-22-15 0,0-3 1 15,1 0 0-15,5-3-2 0,2 0-14 0,3-2 6 16,3 0-13-16,2-2 11 0,2-4 3 0,-2-3-26 15,4 0-7-15,-2-6-11 0,8 2-49 16,-2-6 5-16,-1-1-43 0,2-4-35 0,-19-1-87 16,7 0-138-16,34-16 21 0,-29 4-32 15,-2-3-10-15</inkml:trace>
  <inkml:trace contextRef="#ctx0" brushRef="#br0" timeOffset="16889.296">2387 988 451 0,'-5'-8'268'0,"0"6"-56"0,3-1-18 0,-2 1-37 16,1 0-1-16,0 2-40 0,2 4-7 15,2 0 0-15,-1 5-21 0,0-3-22 0,7 21-9 16,-7-14 4-16,12 31 7 0,-3-16-25 0,1 3 6 15,-1 2 0-15,5-3-11 0,-1 1-7 0,3-4-4 16,-4 0 6-16,-1-3-21 0,-2-3 13 16,1-2-5-16,1-2 6 0,-8-5-13 0,4-2-5 15,-5-2 10-15,5-2 3 0,-2 0-5 16,-5-5-3-16,0-1-8 0,0 0 5 0,0 0-2 16,10-13 4-16,-8 7-32 0,3-12 12 0,4-5 10 15,-3 4-7-15,2-2-11 0,1 2 7 0,0-2 5 16,3 3-9-16,2-1-19 0,-1 4 17 15,-3 2 7-15,3 3 0 0,-3 0-13 16,-2 3 4-16,9-1 4 0,-5 3-9 0,-3 5 29 16,2 0 1-16,-11 0-38 0,24 13 24 0,-17-5-23 15,-2 1 26-15,6-3 0 0,-10 0-14 0,3 3 27 16,-1 0-23-16,-3-1 13 0,0-8 0 16,0 8 14-16,0 0-20 0,0 7 12 0,-16 15 19 15,7-9-14-15,-4-5-1 0,3-3-1 16,-6 1-11-16,2-2 14 0,-3 0 5 0,-3-3-10 15,8-3 9-15,-7 2-24 0,3-4 14 0,3-2-17 16,0-1-29-16,3-1-25 0,10 0 6 16,0 0-100-16,0 0-87 0,-21-12-119 15,21 3 24-15,-1 1 16 0,0-15 22 0</inkml:trace>
  <inkml:trace contextRef="#ctx0" brushRef="#br0" timeOffset="17192.109">2674 927 277 0,'1'-3'266'0,"2"1"-54"0,-2-1-33 0,2-1-18 16,-1 3-6-16,1-3-15 0,1 3-10 0,1-2-21 15,3 1-5-15,1 2 2 0,-3 0-40 0,6 0 9 16,7 0-5-16,24 18-10 0,-19-8-13 15,0 4-6-15,-2 1 4 0,1 7-15 0,-4-2 17 16,4 3-21-16,-6 0 6 0,0 4-16 0,-1 0 17 16,-5 5-3-16,1-1-9 0,-4-1-2 0,-3 1-4 15,0-1 13-15,-4-2-13 0,-1-14 1 16,0 4-20-16,0 3-19 0,0-2-34 0,0-4-24 16,0 0 10-16,0-6-129 0,0-9-137 15,0 8 22-15,-15-3 24 0,12-10 16 0,3-4 15 16</inkml:trace>
  <inkml:trace contextRef="#ctx0" brushRef="#br0" timeOffset="17452.949">3227 936 759 0,'0'0'236'0,"0"-2"-28"0,0 0-28 0,0 2-24 15,4 0-22-15,-4-1-21 0,1-1 2 16,4 2-12-16,0-2-18 0,2-1-10 0,11-2-7 16,-3 1-10-16,7-2-5 0,0-2-2 0,-2-3-11 15,2 3-6-15,-3 0-1 0,0-2-19 16,-3 4-18-16,1 0 10 0,-3-1-31 0,-1-4-37 16,-2 6 3-16,-3 1 5 0,0 0-110 15,-3 1-36-15,-2 1-160 0,0-1 14 0,0 2 24 16,0 1 11-16,-2 0-44 0</inkml:trace>
  <inkml:trace contextRef="#ctx0" brushRef="#br0" timeOffset="17794.254">3422 1061 413 0,'-2'5'230'0,"1"-1"-7"0,0-1-33 0,-3 0-22 16,4-1-22-16,-1 2 10 0,-2 0-27 0,3-2-29 15,-1 1 10-15,1-3-20 0,0 2-4 0,1-1-22 16,4 2 1-16,-1-3-10 0,3 0 5 16,-1 0-8-16,12-6-5 0,-6 2-9 0,-1-1 4 15,4 1-8-15,7-1-20 0,-7-2-12 16,4-2-14-16,-2 1-27 0,-1-2-53 0,3-3 8 16,-2 4-68-16,-3-1-28 0,-5 0-142 0,0 1-28 15,-1 1 25-15,0 3 12 0,-4-3 5 0</inkml:trace>
  <inkml:trace contextRef="#ctx0" brushRef="#br0" timeOffset="18151.814">3752 689 373 0,'-1'-9'190'0,"6"-15"6"16,-5 6-24-16,0 18-52 0,0-15 0 0,9-10-10 15,2 13-4-15,-5-2-38 0,4-2 22 0,1 10-21 16,-4-3 0-16,3 5 5 0,-3 2-29 16,0 2 2-16,-7 0-33 0,0 0 22 0,10 0-13 15,17 21 11-15,-19-4-7 0,4 2 1 0,-3 2-6 16,-3 0 3-16,-5 1 11 0,3 2-23 16,-4-2 10-16,7-1-20 0,-7 5-4 0,0-16 14 15,0 7 11-15,0 2-40 0,0 2 37 0,0 0-14 16,-16 23 9-16,14-30 13 0,-1 6 13 15,0-4-15-15,-2 1 17 0,-4 0-4 0,4-3 2 16,1-3 6-16,-1-2-7 0,2-1-3 16,3-3-18-16,-2 0 4 0,1-1 6 0,-3 1-9 15,2-1-15-15,2 0 6 0,0-2 8 0,-2 2-3 16,2-4 5-16,0 0 4 0,8 2-4 16,-2 1 3-16,-1-6 12 0,18 0-15 15,1-6 10-15,-1-2-1 0,1-1-8 0,4 2 1 16,-3-4-6-16,6 2 13 0,-6-2-7 0,2 3-15 15,-2-1 5-15,-2 2 10 0,0 0-17 0,-2 2 3 16,-2-2-13-16,2 4-15 0,-7-2-42 16,-4 3-23-16,1 5 9 0,0 0-136 0,-9 0-146 15,-2 0-22-15,-2 5 11 0,-4-2 28 0,-11 6 26 16,-4 3 13-16</inkml:trace>
  <inkml:trace contextRef="#ctx0" brushRef="#br0" timeOffset="19790.317">2730 2129 506 0,'0'0'134'0,"0"0"39"16,0 0-61-16,0 0 25 0,0 0-11 0,0 0-23 16,-17 0-14-16,-5-13-8 0,17 12 1 0,-2 1-4 15,1 0-33-15,1 1-1 0,-2-1 12 0,7 0-15 16,0 0 9-16,-31 17 4 0,13-7-24 15,6 1 2-15,-4 2-1 0,4 2-15 0,7-1 12 16,-4 3-10-16,1-2 0 0,6 2-29 0,-2-2 17 16,4-1-11-16,0-4 24 0,0 5-9 15,16 17-5-15,-6-13 3 0,1-3-25 16,1-5 23-16,1-1 4 0,7-5-15 0,-2 2-5 16,-10-7 7-16,8 0 1 0,0 0-3 0,22-23-17 15,-21 10 24-15,2 0-12 0,-3-2 22 16,-5-2-2-16,-2-1-12 0,-4 2 1 0,-2-2 25 15,-3 4-14-15,0 14-5 0,0-16 24 16,0-5-2-16,-19-19-17 0,7 19 8 0,-4 2 4 16,4-1 6-16,-4 1 5 0,2 0 0 0,0 2-7 15,2 2 8-15,-1 2-14 0,1 3 7 16,1-3-11-16,1 7 12 0,4 0 3 0,0-1-15 16,1 1 15-16,3 1-17 0,-1 2-13 0,0 3 17 15,-1-2-16-15,4 1 8 0,0 1-7 16,0 0-8-16,0 3 23 0,0 0-12 0,5 0 2 15,-3 3-22-15,7 12 18 0,2-2-1 0,0 2 11 16,-2 2-27-16,5 2 29 0,-1 2-16 16,-2-3-6-16,2 1 1 0,7 0 10 0,-7 1-7 15,3-4-6-15,1 0 8 0,2 0-5 0,2-4-5 16,0-3-2-16,1 0-3 0,0-2 7 16,-3-3-6-16,-3-5-15 0,-1 0 15 0,-3-2-6 15,2 0-3-15,18-14-22 0,-15 4 18 16,-4-3 11-16,0-4-4 0,1 2 13 0,-2-3 5 15,-5 3-9-15,0-4-6 0,-2 0-3 0,-5 2-8 16,3 1 19-16,-3 3 12 0,0 13-2 0,0-9 16 16,0-1-36-16,0 4 46 0,0 6-31 0,-16-21-2 15,15 18 18-15,-6-3-9 0,3 4 6 16,-1 0 8-16,1 0-24 0,-2 4 9 0,1 0-8 16,2 0-16-16,-1 4 38 0,2-2-33 15,-1 4 15-15,6 0-15 0,-2-1-2 0,0 1-29 16,-1 0 7-16,21 19-2 0,-8-15-17 0,4 0 19 15,2-3-4-15,2-4 4 0,-8-5 3 16,9 0 5-16,6 0 2 0,31-26-20 0,-25 16 16 16,-2-9 4-16,-2 2 2 0,-3-1-17 15,3 0-14-15,-11-7 20 0,7 2 2 0,-7 3 16 16,-4 0 3-16,-4-1 0 0,-7 1 4 0,-4 7 49 16,0 13-18-16,0-9-20 0,0 9 46 15,-15-16-26-15,4 12-2 0,2 4-6 0,1 0 38 16,-14 5-23-16,12-5 10 0,-21 12-7 15,14-2 3-15,1 5-32 0,0-1-6 0,8-4 0 16,3 3 46-16,4-3-21 0,1-10-7 16,0 9-8-16,0-3-16 0,0-6 12 0,23 28-2 15,-15-22 3-15,4-1 17 0,-2-4-15 0,-1 2-17 16,-1-3 23-16,-8 0 2 0,0 0-32 16,11 0 38-16,-2 0-8 0,15-24 7 0,-15 12-10 15,-2 2 21-15,-3-3 12 0,4-4-1 16,-4 6 19-16,1 1 8 0,-2 1 21 15,-3 2-24-15,0 2 3 0,0 1-15 0,0-1 11 16,0 5-10-16,0 0-12 0,0 0-11 0,2-10 8 16,-1 10-4-16,2 0-6 0,2 3-7 15,-4 2-6-15,5 1 5 0,8 4 3 0,3 6-7 16,1-4-10-16,-2 6-7 0,4 0 12 0,-1 0-4 16,2 2 3-16,2-3-5 0,-6 2 16 15,1 4-5-15,1-4-13 0,-2 8 15 0,-1-6-6 16,-5 6 1-16,0-4 4 0,-4 6-8 15,-3 3 2-15,-4-5 1 0,0-12 10 0,0 6-27 16,0 4 19-16,-20 20-2 0,12-23-19 16,-6-1 13-16,5-4-26 0,-7-2-34 0,3-5-15 15,2-4 8-15,-1-4-112 0,12-2-89 0,0 0 21 16,-19-19 20-16,12 0-121 0,1-4 18 16,2-2 9-16</inkml:trace>
  <inkml:trace contextRef="#ctx0" brushRef="#br0" timeOffset="20092.654">3848 1682 317 0,'-5'3'192'0,"-3"1"-66"0,4 2 1 15,-1 0-19-15,-4 15-50 0,0-2-8 16,4 2 30-16,1 2-17 0,1 2 32 0,3-1-28 16,0-12-11-16,0 7 12 0,20 25-44 0,-9-21 13 15,2-3 6-15,1-2-36 0,6-2 31 16,2 1 3-16,0-2 9 0,2-5-47 0,1-1 40 16,2-3-37-16,0-1-14 0,-14-5 0 15,8 0-63-15,2 0-38 0,0 0-57 0,-2 0-159 16,23-15 5-16,-24 6-5 0</inkml:trace>
  <inkml:trace contextRef="#ctx0" brushRef="#br0" timeOffset="20412.98">4451 1632 212 0,'-23'6'206'0,"1"3"-40"0,-1-3-34 16,2 7-12-16,1 1 21 0,0 1-52 0,3-1 27 15,3-1-53-15,-4 2 11 0,4 6-9 16,2-5 6-16,4 5 0 0,-2 0 7 0,3 2-29 16,4-1-5-16,1-5 4 0,2-7-2 0,0 6 5 15,0 3-25-15,17 19 0 0,-7-20-17 16,2 1 17-16,1-4-9 0,0-1-13 0,6-1 18 15,1-5 15-15,3-2-23 0,4-2-27 16,-3-2 33-16,-8-2-2 0,7 0-38 0,29-15 28 16,-24 5-34-16,2-3 2 0,0-2-50 0,-2-2-30 15,-1-2-22-15,-4-2 3 0,-6 0-102 0,3-3-82 16,-4 5-24-16,-5-5 15 0</inkml:trace>
  <inkml:trace contextRef="#ctx0" brushRef="#br0" timeOffset="20697.902">4634 1479 385 0,'-2'-1'199'16,"-1"-1"-20"-16,2 1-21 0,-2 1 0 15,3-3-31-15,0 6-4 0,4-3-4 16,1 0 5-16,2 1-8 0,-2 2-29 0,1 1 9 0,14 6-11 15,0 2-14-15,-3 3-7 0,5 0-6 16,-2 4 2-16,1 1-3 0,-2 2-5 0,0 1-14 16,0 2 2-16,-1-3 3 0,-1 7-21 0,-5 0 15 15,2 3-16-15,-5 1-14 0,-6 0-27 16,-1 0-17-16,-2-2-55 0,3 1 7 0,-3-18-92 16,0 6-85-16,0 2-113 0,0-2 24 0,0-7 17 15,0-4 19-15</inkml:trace>
  <inkml:trace contextRef="#ctx0" brushRef="#br0" timeOffset="21048.211">5221 1544 298 0,'3'0'318'0,"-1"-3"-76"0,-1 2-21 0,3-1-24 16,-2 0-38-16,2-2-12 0,-1 1-28 16,12-8-3-16,2 1-18 0,3-2-9 0,0 1-7 15,0 1-50-15,3-8-25 0,1 4 5 0,-4 3-28 16,0-1-46-16,0 2 6 0,-3 2-83 16,-6 2-25-16,0 0-86 0,-2 1 24 15,-4 3-133-15,-1 1 4 0</inkml:trace>
  <inkml:trace contextRef="#ctx0" brushRef="#br0" timeOffset="21142.233">5472 1635 451 0,'0'3'241'0,"0"2"-13"16,0 0-27-16,2-3-4 0,-1 1-15 0,3-3-11 15,0 0-13-15,0 0-31 0,1-3-9 0,4 1-25 16,9-5-7-16,1-2-6 0,3 1-7 15,0-3-7-15,1 3-15 0,-1-1-27 0,-2 1-25 16,2 2-45-16,-6-1-13 0,4 6 5 16,-5-2-92-16,6-2-87 0,-6 2-137 0,-2-1 16 15,-1 4 47-15,-4-4 29 0,0 3-35 0</inkml:trace>
  <inkml:trace contextRef="#ctx0" brushRef="#br0" timeOffset="22201.905">6029 1438 397 0,'-7'0'178'0,"-2"0"-18"0,3 3-19 0,-2 0-54 0,-12 5-9 16,7 2 8-16,2 0-7 0,0 3-19 15,3 4 3-15,0-5 8 0,7 3-18 0,1 0-37 16,-1-4 31-16,1 2-1 0,0-2-4 0,0 5-16 16,0 2 21-16,13 12-21 0,-8-17-28 15,1-7 48-15,1 0-63 0,-2-2 44 0,0 0-4 16,0 0-33-16,0-2 36 0,0-2 5 0,1 0-19 16,-6 0 38-16,0 0-17 0,7 0-22 0,6-13 23 15,-1 0-14-15,-4-5 14 0,-4-1-21 16,-1-2 27-16,-1 2-7 0,0-6 4 0,1 0-32 15,-3 13 39-15,0-6 0 0,0-3 10 16,0-1 7-16,0 1 8 0,-14-18-15 0,10 24 8 16,0 1-10-16,3 3 8 0,-2 3-6 15,0 0-13-15,2-2-7 0,0 4 2 0,-2 2 2 16,2-1-19-16,1 1 13 0,0 0-3 0,-1 2-13 16,-2-3-7-16,3 3 10 0,0 2-14 0,0 1-4 15,4 0 6-15,-3 4 2 0,2-1 1 16,-1 2-5-16,7 11 2 0,4 0-1 0,-1 1-2 15,-3 0-13-15,5 1 17 0,2 0-7 0,-3 1 1 16,2-1-7-16,2 0-1 0,-5-2 7 16,2-1-2-16,-4 1-24 0,2-4-3 0,-1-2-25 15,-3-4 11-15,2-3-8 0,-4-2 13 0,-6-2 0 16,0 0-5-16,11 0 21 0,2-14-22 16,-9 10 7-16,0-5 13 0,-2 4 7 0,4-13-37 15,-2 4 16-15,-3 3 46 0,0-1-8 16,-1 3 3-16,0 3-8 0,0 6 8 0,0 0-3 15,0 0 10-15,0-9-11 0,0 9-3 0,0 0-14 16,0-10 13-16,0 10 14 0,0 0-33 16,-6-6 10-16,6 8 9 0,0-1 1 0,4 2-1 15,-2 1-16-15,3-1-7 0,-1 3-3 16,4-4 12-16,-3 1-9 0,13 4 5 0,-1-1-1 16,4 1-13-16,-5-6 0 0,4 2-1 0,4 0-14 15,-3-3-7-15,-21 0 18 0,18 0 4 16,0 0 4-16,3 0 4 0,15-16 16 0,-18 5-28 15,-1 0 4-15,-2-5 5 0,-2 4 18 16,-1-3 27-16,-6 0-17 0,2 2 6 0,-4 2-9 16,-2 5 20-16,-2-4 6 0,0 3-7 0,0 7-13 15,0 0-18-15,0 0 41 0,-15-15 14 0,9 13-67 16,-1 2 47-16,1 2 0 0,-3-1-11 16,3 2 25-16,0 0-45 0,-7 7 25 0,4-2-2 15,4 1 9-15,4 1-4 0,1 0-18 0,0-10-19 16,0 11-5-16,0-5 11 0,0-6-9 15,16 28 1-15,-4-17-22 0,-2-3 8 16,-2 0-13-16,1-6 5 0,-4-2 49 0,-2 3 10 16,3-3 5-16,-2 0-25 0,-4 0 36 0,0 0 20 15,0 0 3-15,0 0-4 0,12-13 38 0,-11 8-11 16,-1 2-6-16,3 2-7 0,-3-1-6 16,1-1 4-16,0 2-22 0,-1-1 3 0,4 0-26 15,-3 1 12-15,1 1-7 0,0 0 9 16,-2 0-6-16,0 0-9 0,0 0-8 0,18 12 13 15,-6 1-5-15,-2 2-12 0,-1 2 14 0,0 6-5 16,-1 1 11-16,-3 2-9 0,2 0-1 16,-2 1-16-16,1 1 23 0,-2 0-6 0,-4 2 6 15,0-13-11-15,0 6 8 0,-15 28-8 0,4-22 6 16,2 2-22-16,-1-5-12 0,-7 1-54 16,0 0-18-16,-1-1 8 0,-5-5-214 0,0 0 20 15,-7-3 22-15,3-3-58 0,-1-7-17 16,16-8 8-16</inkml:trace>
  <inkml:trace contextRef="#ctx0" brushRef="#br0" timeOffset="22765.561">7000 1479 653 0,'-5'0'202'0,"-2"2"-49"15,2 2-11-15,-9 5-6 0,-1 1-25 16,-2 3-12-16,5 4 4 0,1 2-13 0,-1-1-12 16,0 3 4-16,5 3-16 0,-1 0-4 0,5 2-24 15,-1-1 17-15,4 0 4 0,0-13-23 16,0 7-9-16,17 28-2 0,-8-22 4 0,5-4 0 15,2 1 3-15,3-6-4 0,1 3-4 16,0-3-22-16,3-7-20 0,-1-3-24 0,6-2 2 16,-12-4-106-16,10 0-53 0,31-27-150 0,-22 10-4 15,0-3 17-15,2-2 11 0</inkml:trace>
  <inkml:trace contextRef="#ctx0" brushRef="#br0" timeOffset="23328.213">7568 1423 564 0,'-6'-3'168'0,"-2"1"-22"0,-1 2-12 16,4 0-18-16,-7 0-45 0,6 2-4 0,-2-2 20 15,-2 0 8-15,-17 17-30 0,10-10-27 16,1 1 0-16,1 2 24 0,-1 0-14 0,5-1-30 16,-1 9 21-16,0-4-3 0,2 4 11 0,2 1-18 15,3-1 4-15,0-3-15 0,2 7-26 0,3-1 14 16,0-9-20-16,0 3 37 0,0 1 11 16,17 20-9-16,-8-19-36 0,3-4 30 0,2-2-21 15,-1-1-2-15,0-4-10 0,-2-6 34 16,-11 0-30-16,17 0 34 0,18-16-40 0,-18 2 38 15,1-1-30-15,-1-3 12 0,0-1 31 0,1-8-21 16,-5 4-4-16,-6 0-5 0,0-2 8 0,-1-2 27 16,-6-5-2-16,0 20-13 0,0-10 21 15,-20-30 8-15,9 23-1 0,-3 2-1 16,0-3-1-16,-3 6-8 0,-1 2 9 0,-5-1 0 16,3 4-1-16,1 1 4 0,3 2-11 0,4 4 3 15,-1-1 5-15,4 5 4 0,1 2-20 0,-1 1-4 16,6-1 12-16,-1 4-3 0,-1 0-3 15,5-1-12-15,0 3 2 0,0 3-17 0,4-2-7 16,3 4 5-16,5 8-6 0,3 4 15 0,3-1-20 16,-1 5 8-16,2 3 5 0,0-1-7 15,2-1-8-15,2 4 17 0,0 0-11 0,1 1 4 16,-4 0-13-16,0-4-18 0,2 1-27 0,-4-1-40 16,1 2-29-16,-1-2 10 0,-4 2-90 15,-2-8-109-15,1-4-81 0,-1-7 23 0,-9-3 14 16,1-3 56-16,-4 0-2 0</inkml:trace>
  <inkml:trace contextRef="#ctx0" brushRef="#br0" timeOffset="23526.089">7965 1181 679 0,'0'-2'183'0,"2"-1"-54"15,0 2 2-15,4-3-17 0,-3 2-31 16,0-3 25-16,3 3-6 0,8-8-46 0,-1 2-5 16,-3 3-22-16,7-6-21 0,3 4-4 0,2-4-91 15,-1 2-70-15,-5-4-130 0,-2 3-43 16,-3 5 5-16</inkml:trace>
  <inkml:trace contextRef="#ctx0" brushRef="#br0" timeOffset="23727.965">8092 1273 296 0,'0'2'160'0,"2"-4"20"0,3 2-32 0,0-1-27 16,-1-2 15-16,5-1-47 0,7-5-4 0,7-2-4 15,0 2-10-15,-4-1 17 0,5-1-25 0,-6 2-55 16,2 0 17-16,-2 2-1 0,1 2-62 0,-8 1-72 15,-4 0-49-15,2-1-145 0,-4 3-17 16,-3-2 0-16</inkml:trace>
  <inkml:trace contextRef="#ctx0" brushRef="#br0" timeOffset="24167.694">7591 1148 409 0,'-3'-3'191'15,"0"2"-32"-15,2 1-21 0,-3-1-24 0,4 0-19 16,4 1-9-16,0 0-4 0,-1 0-2 16,3 0 6-16,3 1-33 0,0-1-3 0,19 2-2 15,-14-2 0-15,32 13-2 0,-17-8-7 0,2 4-1 16,4 4 13-16,-3 4-26 0,-5-4-22 0,-6 5 1 15,2 5 21-15,-2 0-27 0,-4 5 25 16,1 0-15-16,-5 4 39 0,-5 0-29 0,3 4 5 16,-8-1-21-16,2-1 4 0,-5-2 3 15,0-14-7-15,0 5 0 0,0 5-95 0,0 1-58 16,-16 26-95-16,15-28 18 0,0-8 17 16,-3-11-87-16,-1 1-15 0</inkml:trace>
  <inkml:trace contextRef="#ctx0" brushRef="#br0" timeOffset="-23909.035">9975 21 425 0,'0'0'240'0,"-5"-3"-50"16,1 2-5-16,2-1-34 0,-2-1 13 0,2 1-18 16,-3 1-2-16,3-2-14 0,-3 0-5 15,-1 0-28-15,1 0 1 0,0 0-17 0,-1-2 14 16,-11-1-20-16,5-2 4 0,-3 0-10 16,6-1-7-16,-6 6 11 0,4-3-16 0,0 3-14 15,-8-1 3-15,2 1-2 0,4-3-9 16,2 6-5-16,0-4 25 0,0 4-25 0,2 0-2 15,9 0 4-15,-9 0 1 0,-8 0-12 0,1 0-9 16,-20 14 16-16,21-9-20 0,2 2 1 16,-4 2 0-16,2 0 10 0,0 1-18 0,-1-3 4 15,3 3-8-15,2 0 1 0,0 4 12 16,6-2-8-16,-4 3 1 0,2 0 9 0,5-3-16 16,-2 0 20-16,2-1-15 0,2-11 10 0,0 18-22 15,0-2 2-15,24 21 20 0,-17-20-14 0,9-3 4 16,1 5-9-16,-1-4-1 0,8-1 0 15,-1-2-9-15,5-6-7 0,1 0 14 16,-1 2-2-16,-16-8-19 0,10 0 3 0,1 0 2 16,25-19 0-16,-24 6 2 0,2-5 5 15,-4-1 8-15,-1-5 1 0,1 3 0 0,-4-6 9 16,-3 3 4-16,-1-1-19 0,-1 4 20 0,-5-3 7 16,0 3-12-16,1 0 19 0,-7 0 12 15,1 6-11-15,-3 0 1 0,0 15-1 0,0-13 2 16,0-4 18-16,0-1-14 0,-17-25 18 15,12 22-12-15,-3-3-17 0,3 3 5 0,-3 1 15 16,2-3 17-16,-2-1-4 0,3 2-20 16,-5-3 1-16,5 6 10 0,2 4 16 0,-1 2-18 15,2 2 31-15,-2 1-24 0,0 4-10 16,1-3 11-16,3 6-4 0,-4-1-16 0,3-1 33 16,0 2-29-16,-2-2-6 0,2 2-13 15,0-1 0-15,1 2-18 0,0 1 21 0,0-2-10 16,0 3 1-16,0 5 24 0,0 1-31 0,10 9 22 15,-6 4-20-15,5 3 17 0,-1 5 0 0,1 1-7 16,1 5-11-16,-2 2 25 0,-2-2 3 16,4 1-45-16,-3 2 14 0,-1 0 26 0,-2 4-42 15,3-2 23-15,-2-1-9 0,0 2 28 16,1-2-5-16,1-1 8 0,-2-3-65 0,0-1-1 16,2-3-53-16,-3-5-73 0,3-2 15 0,-7-22-158 15,0 9-146-15,0-9 72 0,0 6 25 16,0-15 27-16,0-13 32 0,0 5-11 0,0-8 12 15,0-9 8-15</inkml:trace>
  <inkml:trace contextRef="#ctx0" brushRef="#br0" timeOffset="24720.87">8705 540 328 0,'7'-15'182'0,"2"0"-41"16,2 0-18-16,2 4 10 0,6 3-29 0,-7 2 2 16,1 4-25-16,-3 0 2 0,1 2-26 15,-11 0 8-15,8 0-15 0,19 14-37 0,-10-2 3 16,-5 6 38-16,-2-5-48 0,-2 5-12 15,-4 2 5-15,-2 2 46 0,-2-1-13 0,0-8-11 16,0 4-14-16,-13 25 21 0,8-19 5 0,-5 1 19 16,2 2-24-16,-4-1 26 0,2-2-44 15,-1 0 25-15,0-3-12 0,1 2 10 0,1-3-11 16,-1 0-17-16,-1 0 26 0,3-7-5 16,3-1-31-16,0-2 13 0,4 1-11 0,-3-4 25 15,1 2-26-15,3-3 11 0,0 0 17 16,0-5-19-16,0 0 18 0,0 0-15 0,0 8 0 15,0-8-15-15,0 7 30 0,15 7-11 0,-10-13-2 16,1 1 14-16,3-1-25 0,-1-1 24 16,5 0-7-16,6 0 10 0,1 0 3 0,26-18-2 15,-24 9-21-15,5-4 2 0,-4 5-23 0,-5-4-7 16,-1 2-26-16,1 8 15 0,0-6 4 16,-3 2-55-16,-8 3-25 0,2-1-50 0,-5-2-176 15,0 3-15-15,1 0 54 0,-3 0-16 0</inkml:trace>
  <inkml:trace contextRef="#ctx0" brushRef="#br0" timeOffset="24857.787">9240 877 861 0,'3'0'277'0,"-3"0"-20"0,4 0-39 0,-3 0-57 16,1 0-54-16,0 0-95 0,-2 0-50 0,3 0 5 15,-1 0-208-15,1-3-111 0,-1 0 28 16,0-4 18-16,-2 4 27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07:27:07.049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8985-2165 456 0,'0'0'135'0,"0"0"25"0,0 0-23 16,0 0-35-16,0 0-23 0,0 0 1 0,0 0-15 15,0 0-10-15,0 0-3 0,17 0-8 16,-17 0 3-16,0 0-25 0,0 0 32 0,0 0-4 16,16 0-26-16,8 13-18 0,-21-9-10 0,-1-1 2 15,2-1 29-15,2 2-34 0,-3-2 2 16,-1-2 24-16,5 3 9 0,-6-2-45 0,3 3 36 16,1-3 3-16,-4 0-13 0,2 2 26 0,1-2-45 15,0 1 52-15,-2-2-39 0,-2 0 14 16,0 0-27-16,0 0 12 0,0 0-1 0,0 0 20 15,0 0-25-15,0 0 12 0,12-15 15 16,-12 14-8-16,-1-5-23 0,-1 4 17 0,-2-1 10 16,3-1 0-16,-3 1 15 0,2 1-13 0,-3-3-5 15,-1 2 3-15,2-1-35 0,-2 0 35 16,1 1-15-16,0 0 13 0,0 1 19 0,1-1-29 16,-2-1 20-16,0 2-30 0,2 2 4 15,-1 0 1-15,5 0-4 0,0 0-20 0,0 0 21 16,-8 0 4-16,-15 23-2 0,11-11-1 0,5 4 13 15,-2-1-10-15,3-3 11 0,0-3-41 16,2 0 27-16,3 3-28 0,-2-5 12 0,2 1 42 16,1-2-28-16,0-6 15 0,0 0-20 0,0 12-22 15,0-6 31-15,15 7-19 0,-2 4 10 16,0-7-37-16,1 1 47 0,-1-7 1 0,-2 5 16 16,-1-3-3-16,-2-4 0 0,2-1-62 0,-3-1 52 15,-1 0-5-15,-6 0 4 0,0 0-40 16,12 0 31-16,-3 0-5 0,14-18 2 0,-11 12-5 15,-6-4-11-15,6-1 31 0,-7-2-11 16,0 2 18-16,1 1-7 0,-6 1-3 0,0 2-27 16,0 7 13-16,0-10 41 0,0-3-6 0,0 0 1 15,-16-10 9-15,9 13-15 0,2 1 11 16,-7-3-14-16,2 3 19 0,-3 2-44 0,-2 3 17 16,4 0 14-16,0 4-10 0,2 0 0 15,0 0 4-15,-2-2-20 0,11 2-3 0,0 0 15 16,-13 0-20-16,3 0-5 0,10 0 2 0,-23 12 22 15,16-8-35-15,1 1 20 0,1-2 9 0,-2 2-2 16,3 0-20-16,-7 9 4 0,2-4 5 16,4 1 9-16,1-2 23 0,2 0-32 0,-3 0 14 15,4 0-26-15,1 0-1 0,0-3 14 0,-3 6 2 16,3-3 31-16,0-9-40 0,0 15 15 16,0 1-8-16,20 22 40 0,-13-22-23 0,0 2-11 15,5-4 12-15,-2-1 3 0,0-3-8 0,-2-4-8 16,1-1 22-16,3 1-13 0,-5-5-8 0,0-1-8 15,2 0 0-15,-9 0 28 0,6 0-20 16,-6 0 3-16,12 0-29 0,16-16-3 0,-15 5 39 16,-2-4 2-16,1 4-9 0,-2 0-12 15,-5-1 21-15,-3 1 16 0,2 2 8 0,-4 2 14 16,0 7-2-16,0 0 2 0,0-12 4 0,0 6-1 16,0 6-4-16,-15-19-15 0,3 8 8 15,0 5-13-15,2 2 5 0,1-2-16 16,0 6 5-16,9 0 3 0,-10 0-13 0,2 0-23 15,8 0-27-15,-12 0-14 0,6 0 4 0,-16 21-110 16,12-11-52-16,2-1-129 0,3-1 16 0,3 0 6 16,-2-3 13-16,3 5 10 0</inkml:trace>
  <inkml:trace contextRef="#ctx0" brushRef="#br0" timeOffset="-30403.825">9123-2773 356 0,'0'-4'254'0,"3"4"-43"0,-3-2-42 16,0 1-9-16,0 2-17 0,0 1-3 16,-4 2-30-16,4 2-12 0,0 1-2 0,0 0-16 15,0 3-24-15,1 14 14 0,-1-12-17 16,0 6 11-16,0 6-9 0,17 28-23 0,-12-28-11 15,4 2-6-15,-4-1 16 0,2 6-4 0,0-5-15 16,0-1 4-16,-3 1-12 0,2-1 30 16,-5-2-16-16,3-7 1 0,-4-16 2 0,0 12-19 15,0-1 31-15,0-2-9 0,0-1 12 0,0-8-3 16,0 7 23-16,0-7 10 0,0 0-14 16,0 0-8-16,11 13-6 0,-11-16 6 0,0-2 0 15,1-1-19-15,3-1 3 0,-3-14 8 0,2 6-24 16,6-4 1-16,-3-3 2 0,4 3-11 0,-3 3 13 15,3-1-5-15,2 2-7 0,-6 5 12 16,7-5-3-16,-2 9-19 0,-1 0 10 0,-2-1-5 16,2 4-8-16,-2 0-1 0,1 1-10 15,-3-1 12-15,-1 1-11 0,3 2 10 0,-8 0-6 16,0 0 3-16,12 0 0 0,-3 0 5 16,-9 0 4-16,23 11-13 0,-10 4 14 0,-3-6 0 15,-7 3-13-15,-1-6 5 0,4 5-2 16,-5-1 17-16,-1-2-10 0,0-8 9 0,0 9 6 15,0 5 5-15,-13 16 7 0,3-9 25 0,-1-6-23 16,1 0 9-16,2-3 9 0,-2-1-21 0,-2 2 6 16,5-6 1-16,-9 4 6 0,1-7 0 15,3 1-3-15,0 0 14 0,3-3-7 0,-1 1-15 16,0-3-1-16,-1 0 9 0,2 0-38 0,9 0 14 16,-14 0-57-16,0 0-25 0,-20-13-38 15,17 1-52-15,7-3 14 0,2 0-234 0,3-6-8 16,4 4 22-16,1 2 27 0,0 4 24 0,18-21 15 15,-5 13 50-15</inkml:trace>
  <inkml:trace contextRef="#ctx0" brushRef="#br0" timeOffset="-30239.924">9695-2592 784 0,'5'0'256'0,"0"0"-44"0,-5 2-35 0,0-1-9 0,3-1-49 16,-3 2-58-16,4-1-5 0,-5 1-233 15,1 0-150-15,1-2 24 0,-2-4-31 0,-2 1 51 16</inkml:trace>
  <inkml:trace contextRef="#ctx0" brushRef="#br0" timeOffset="-32343.501">6704 293 277 0,'0'0'309'0,"0"0"-48"0,0 0-41 16,0 0-7-16,0 0-12 0,0 0-29 0,0-18-13 15,0 18 1-15,0 0-10 0,0 0 15 0,0 0-11 16,-2-24-33-16,-5 24-9 0,2-1-2 16,-3 1 2-16,-1 0-28 0,-2 0-1 0,11 0-4 15,-18 0 0-15,-2 0 7 0,-25 16 9 16,22-9-26-16,-3 1-23 0,5-1 4 0,-5 4-23 15,3 2 15-15,0 1 8 0,4 0-10 0,-2 3-5 16,3-1 8-16,1 0-5 0,0 4 13 16,4-1-29-16,3 3 24 0,5 2-32 15,-3 0 1-15,4-2-8 0,3 2 6 0,1-14-5 16,0 9 27-16,13 23-26 0,-4-22 12 0,3 0-20 16,2-4 16-16,3 2-5 0,1-5-2 0,5-2-9 15,4-1-14-15,5-5 17 0,3-1 13 16,1-2-13-16,6 1-4 0,-20-3 9 0,6 0 5 15,39-18-7-15,-31 9-8 0,-1 1-11 16,3-3-40-16,-7 1-23 0,1 0-52 0,0-2-56 16,0 2 19-16,-3 2-199 0,-6 5 30 0,-6 0-122 15,-17 3 31-15,0 0 95 0,0 0 7 0,13 14 22 16,-14-8 13-16,-3 0-6 0</inkml:trace>
  <inkml:trace contextRef="#ctx0" brushRef="#br0" timeOffset="-47693.304">6615-1718 696 0,'0'-16'235'0,"0"16"-9"0,0 0-33 0,0 0 3 15,0-18-39-15,-29-2-2 0,27 19 6 0,0-3-27 16,2 3 7-16,0 0 8 0,-3 0 4 15,3-3-16-15,0 4-25 0,-3-3 27 0,2 1-24 16,1 2 17-16,0 0-17 0,0 0-2 0,0 0-29 16,0-3 7-16,-2 3-10 0,-1-2 0 15,3 1-7-15,0 1-31 0,-1 0-2 0,1 1-6 16,0-2 0-16,0 2-3 0,1 4-4 0,-1-2-14 16,0 4 1-16,0-1-1 0,0 3 25 15,0 14-6-15,0-10-17 0,0 6-10 0,0 4 0 16,0 4-20-16,0-1 28 0,0 3-5 15,0 3-9-15,0 0-2 0,0 0 10 0,0-1-11 16,0 1 6-16,0 2 0 0,0-1 4 0,0 3-2 16,0 0 1-16,0 0-1 0,0-2-2 0,0-1 6 15,0 4-7-15,0-4-17 0,16 39 10 16,-15-36 14-16,3 1 7 0,-4-19-2 0,0 10-20 16,0 4-5-16,0 2 28 0,0 2-1 15,0-2-3-15,0 0 0 0,0 1-2 0,0-2-1 16,10 33-1-16,-10-48-1 0,0 4 6 0,0 8 19 15,0-3-9-15,0 3-2 0,0 1-3 0,0 2-11 16,0-3-4-16,0 0 29 0,0-3-23 16,0 0 8-16,0-2 12 0,12 19 14 0,-11-28 4 15,-1-1-2-15,0-4-1 0,0-1 0 0,0 3 12 16,0-5-23-16,0-8 0 0,0 0 3 16,0 13-7-16,0-4 7 0,0 0-1 0,0 0-9 15,0-9 0-15,0 10 1 0,0-10-18 0,0 11 17 16,0-11 3-16,0 10-8 0,0-10-5 15,0 7-9-15,0-7 7 0,0 8 5 0,0-8-3 16,0 0-3-16,0 0-6 0,0 8-42 16,0-8 2-16,-16 4-113 0,14-5-88 0,-2-2-66 15,-1-4 28-15,2 2 27 0,-2-13 21 0,1 0-254 16,4 9 15-16,0-7 34 0,23-26 30 16,-6 15 55-16,1 2 6 0,3 5-3 0,10-6 55 15,-3 1 34-15</inkml:trace>
  <inkml:trace contextRef="#ctx0" brushRef="#br0" timeOffset="-33955.805">5892-2175 704 0,'0'-4'247'0,"0"2"-38"16,0-2-9-16,0 0 4 0,-1-1-16 0,-2 5-39 16,2-4 2-16,1 2 5 0,-3-4-25 0,-1 4-31 15,3-1-7-15,-3-2 0 0,-1 4-18 16,0 0-11-16,1-2-9 0,-5 1 22 0,1 1-38 15,-3 1 7-15,-1 0-5 0,-5 0 1 0,-27 13 0 16,21-6-13-16,0 3 8 0,1-1-7 16,0-3-19-16,5 6 7 0,-1-1 21 15,1 2-9-15,4-1 0 0,3 1-24 0,1 4 10 16,1-3-20-16,6-3-2 0,-2 1 6 0,4-1 2 16,0-1 1-16,0-10 6 0,0 13-12 15,23 16-3-15,-13-20-4 0,3 1 0 0,3 2-1 16,1-3 2-16,-6-4 14 0,6-1-14 15,-17-4-2-15,12 0 11 0,-1 0 4 0,7 0-11 16,15-21 10-16,-15 15 14 0,-8 0-23 0,8-2 18 16,-11-2 2-16,-1 4 29 0,-2 2-3 15,-3-5-11-15,0 3 8 0,2 0-1 0,-3 0 3 16,0 6-4-16,0 0-2 0,0-9-9 16,0 9 22-16,0-12-24 0,0 5 1 0,0 7-10 15,-15-18 38-15,13 16-52 0,0-1 20 0,0-2-8 16,2 4 2-16,-1-3 11 0,-1 1-4 15,0 1-19-15,1-1 3 0,1 2 32 16,0-1-31-16,0 0-9 0,0 4-1 0,1-5 3 16,1 3 6-16,1 1-1 0,1 3-10 0,-1-1 17 15,2 0 12-15,0 0-31 0,12 10 8 0,-3-4-15 16,6 2 17-16,-8 3 5 0,7-3-11 16,-4-2 3-16,3 0 7 0,5 3-23 0,-1-5-12 15,2-4-15-15,-1 2-57 0,-10-5-54 16,9 0 14-16,2 0-295 0,32-19 31 0,-28 8 30 15,-1-4 34-15,-6 4 20 0,1-10 25 0,1 2 19 16,6 1-43-16,-6-4 38 0</inkml:trace>
  <inkml:trace contextRef="#ctx0" brushRef="#br0" timeOffset="-27185.652">6579-1763 394 0,'0'0'229'0,"0"0"-34"15,0 0-22-15,-18 0-7 0,18 0-9 16,0 0 1-16,0 0-8 0,0 0-40 0,0 0-9 15,-32 10 5-15,30-10-14 0,-1 0-18 16,3 0 2-16,-3 1-2 0,3-1-12 0,-3 0-17 16,2 3-17-16,-4-1 4 0,5 0 3 0,0 2 8 15,-1 0-14-15,-1 1-3 0,2-1-20 16,-2 1 15-16,2 0 11 0,0 0-12 16,2 1 1-16,0-2-5 0,-1 1-1 0,3-1-3 15,-4-4-9-15,6 10-4 0,-3-6 15 0,5 0-15 16,-2-3 9-16,0 4 15 0,1-4-3 0,-1-1-14 15,1 2 0-15,2-2-5 0,-9 0 4 16,0 0 2-16,10 0-21 0,-1 0 15 0,0 0 0 16,17-19 4-16,-14 13-6 0,1-9 11 15,-4 10-24-15,-4-5 20 0,1 1 1 0,-2 2 4 16,-3 1-3-16,3 3 15 0,-1-3 17 0,-3 0-7 16,3 2-1-16,-1 2-15 0,-2 2 0 15,0 0 16-15,0 0-11 0,0-12-16 0,0 12 9 16,0-9-8-16,0 9 7 0,-14-18-1 15,10 16-6-15,-1-2 3 0,0-2 4 0,-2 2 2 16,2 1 7-16,-1 0-3 0,0-2-12 16,-1 5 13-16,0-6-18 0,-2 4-2 0,4-2 6 15,-1 1-5-15,-1 1 15 0,1 2-13 0,-1-4-4 16,-1 4-11-16,5-1 3 0,3 1 14 0,0 0-6 16,0 0-9-16,-11 0 13 0,11 0-13 15,-22 16 14-15,17-10 8 0,3-1 0 0,-7 11-15 16,2-4 0-16,1-1 10 0,2-3-19 15,2 1 7-15,2 2 6 0,-1-4 1 0,-3 1 8 16,4 0-17-16,0 2 9 0,0-4-4 0,0-6 9 16,0 8-13-16,0 0-10 0,0 0 25 15,0-1-20-15,18 18 16 0,-12-14 3 0,3-2-24 16,-6-3 28-16,5-2-22 0,0-2-6 16,-2 1 14-16,1-3-3 0,-7 0-5 15,0 0 7-15,14 0 9 0,-6 0-10 0,3 0 10 16,13-20-18-16,-8 12 13 0,1-5 0 0,-5 3 10 15,-2-2-12-15,-2 2 0 0,-3 1-11 16,-1 2 1-16,-1-3 15 0,-1 1-5 16,1 2-8-16,-3-1 14 0,2 0 9 0,-2 0-3 15,0-1 15-15,0 2-4 0,0 7 7 0,0-8-20 16,0 0 9-16,0 1 13 0,0-6-28 16,-19-14 26-16,11 16-10 0,-1 2-17 0,3 1 2 15,-2 2-6-15,-8-3 10 0,5 1 9 16,1 6-3-16,2-5-22 0,-3 6 30 0,4-1-7 15,-2-1-16-15,1 2 25 0,1 1-31 0,7 0 22 16,0 0-9-16,-11 0-20 0,11 0 28 0,-12 0-6 16,3 0-27-16,9 0 27 0,-19 16-14 15,15-10 12-15,-1 1-18 0,0-1-12 0,2 0 37 16,-1 0 5-16,2 3-31 0,-1-4-7 0,2 2 15 16,-5 10 6-16,5-2-11 0,1-15-13 15,0 10 37-15,0 2-29 0,0-3 8 0,0 0-16 16,0-3 13-16,0-6 0 0,16 23 4 0,-14-16-2 15,9 8-10-15,-6-4 18 0,3-3-15 16,-2-2-6-16,-1-3 2 0,0 2-5 0,2-1-2 16,-1-1 15-16,3-3 0 0,-1 0-17 15,1 3 5-15,-9-3-6 0,13 0 15 16,5 0-7-16,17-21 20 0,-21 15-4 16,3 0-1-16,-8-1 6 0,0-1-9 0,-3 0 6 15,0 0-4-15,-5 5 15 0,0-3-7 0,-1-1 1 16,3-1-1-16,-2 3 2 0,-1 5 0 15,0 0 9-15,0-11-1 0,0 1 11 0,0 10-29 16,0-11 12-16,-15-5 7 0,12 9-5 0,-1 1 0 16,-6-7 2-16,2-2 7 0,0 6-9 15,-2 4 11-15,3 0-17 0,-2 1 24 0,2 1-11 16,2 1-26-16,-2-2 25 0,1 4 5 0,-3-1-31 16,3 1 8-16,-1 0 3 0,7 0 19 15,0 0-12-15,-9 0 10 0,9 0-23 0,-12 0 10 16,4 0-17-16,-7 14 7 0,8-10 5 15,2 0-14-15,3 1 4 0,-2 1 5 16,-7 8-6-16,2-5 16 0,4 2-13 0,3 1 1 16,0-3-3-16,1-2 3 0,1-7 5 15,0 11 19-15,0-5-21 0,0 4-5 0,0 4 6 16,13 13 0-16,-8-17-6 0,0 0-13 0,0-5-3 16,8 10 4-16,-6-7 8 0,2 0-2 15,-3-3-13-15,2-1-1 0,-3 1 11 0,2-4-15 16,-2-1 20-16,4 2 9 0,-3-2-16 15,-6 0 17-15,0 0-13 0,8 0 11 0,1 0-3 16,-9 0 11-16,8 0-2 0,9-16-1 0,-11 14-10 16,-1-1 15-16,7-11-1 0,-3 6 0 15,-7-1 2-15,5 2 7 0,-3-1 0 0,-3 3 2 16,-1-2 3-16,4 1 2 0,-4 6-2 0,0 0 1 16,0 0 8-16,0-11 1 0,0 11 2 15,0-9 4-15,0 9-4 0,0-9-12 0,-14-5 12 16,11 12-19-16,-1-4 3 0,-1 3 26 0,1 0-30 15,-1-1-6-15,-1 3 21 0,0-3-7 16,1 4-2-16,-1-2-16 0,1 2 1 16,-2-2 21-16,2 0-20 0,-1 2-5 0,6 0 5 15,0 0 14-15,-9 0-22 0,9 0 1 0,-8 0 9 16,-4 18-3-16,3-4 15 0,4-2-18 16,2-3 1-16,0 1-13 0,0-2 4 0,3 0 7 15,-3-2-8-15,3 2-2 0,0-8-12 16,0 0 8-16,0 10 0 0,0-10-14 0,15 18 5 15,-12-13 2-15,5-1 0 0,-1-4 7 0,-2 3-16 16,1 0 16-16,2-6-11 0,-3 6 17 0,4-6-7 16,-9 3 11-16,0 0 8 0,9 0-9 15,0 0 10-15,15-18-8 0,-14 12 12 16,-4 2-6-16,0-3 6 0,-4-1-4 0,3 0-4 16,-5 4 6-16,4-2 11 0,-1 1 11 0,-3-1-4 15,0 2 15-15,0-1-13 0,0-1 15 0,0 6-24 16,0 0 16-16,0-9 12 0,0 9-20 15,0-8-2-15,-13-5-5 0,9 9-1 0,1 2 9 16,-2 1-26-16,0-2 7 0,0 1 18 0,0 0-20 16,-2 0-15-16,5 2 15 0,-6 0-9 15,3 0-8-15,5 0-27 0,0 0-7 16,-9 0-28-16,9 0-22 0,-9 0 8 0,9 0-139 16,0 0-134-16,-9 0-33 0,9 0 37 0,0 0 41 15,0 0 15-15,-12-5-9 0,13 1 36 16</inkml:trace>
  <inkml:trace contextRef="#ctx0" brushRef="#br0" timeOffset="-24941.846">6604-1789 283 0,'0'0'67'0,"0"0"-14"0,0 0-2 16,0 0 21-16,0 0 14 0,0 0-32 0,0 0-12 15,0 0 30-15,0 0-48 0,0 0 36 0,0 0-19 16,0 0-8-16,0 0-18 0,0 0 7 0,0 0 19 15,0 0-4-15,0 0-5 0,0 0-2 16,0 0-4-16,0 0-48 0,29-3 29 0,-26 0-13 16,3 1-5-16,-1-1 34 0,1 2-30 0,0-3 1 15,1 3-29-15,-1-3 15 0,0 2 2 16,1-2-6-16,2 4-2 0,10-5-6 0,-2-3-8 16,4 0-19-16,-2 4 34 0,-1-3-79 15,4-1-54-15,-4-2-58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07:27:44.434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1180 1313 439 0,'0'0'242'16,"0"0"-32"-16,0 0-22 0,0 0-32 0,0 0-20 16,0 0 8-16,0 0-17 0,0 0 15 0,0 0-21 15,0-15 4-15,0 15-6 0,0 0 5 16,0 0-26-16,0 0-3 0,0 0-7 0,0 0 5 16,0 0-19-16,0 0 5 0,0 0-6 15,-22-24 17-15,17 24-23 0,1 0 0 0,-3 3-6 16,1-3-5-16,-2 0 28 0,8 0-23 15,0 0 0-15,-10 0-4 0,-2 0-18 0,2 0 35 16,-6 0-7-16,0 0-7 0,-22 11-12 16,20-7 9-16,4-3-12 0,0 0-5 0,2-1-3 15,0 3-6-15,1-3 13 0,0 0-7 0,2 1-16 16,0-1 15-16,-5 0-18 0,0 0-3 16,-2 0-2-16,4 0 1 0,0 0-4 0,0 0-1 15,-3 0 1-15,-2 0 14 0,-1-7-17 16,-21-5-1-16,25 10-2 0,-8-5 21 0,-1 1-18 15,1-3 3-15,-3-1 20 0,-3 2-2 0,5 3-23 16,-1-6 5-16,-4-1 0 0,1 0-2 16,-3 0-15-16,3-2 0 0,-3-1 22 15,-2 0 4-15,6 0 11 0,-1-1 12 0,8 1-3 16,-5-3-4-16,-3 3-29 0,5-1-8 0,0 0 13 16,2-3-14-16,0 1-1 0,4 3 21 15,1-2-3-15,0-1-6 0,1-2-7 0,0 5-3 16,1-3 21-16,2-4-1 0,1 2-11 15,2 1-13-15,-3-2 17 0,4-1-7 0,-2-1-3 16,4-2 4-16,1 1 0 0,0 3-1 16,-2-9 4-16,2 2-11 0,3-1 15 0,-5 0-13 15,5 0 5-15,0 2 4 0,-2 2-19 0,2-5 12 16,-3 3 4-16,3 6-18 0,1 0 31 16,0 12-15-16,0-1-8 0,0-2 8 0,0 1-9 15,0 0 11-15,0 1-6 0,0-6 8 16,0-2-12-16,18-18 16 0,-9 18-25 0,0-1 12 15,0 13-1-15,6-9 2 0,-2-2-9 0,0-2-3 16,2 4 21-16,-1-3-16 0,-1 3 8 16,2-1 2-16,1 2-17 0,-2-2 18 0,5 5-3 15,-3-1 1-15,0 3 13 0,4 1-2 16,-5-5-1-16,2 6-14 0,-3 1 0 0,-1 3-17 16,-2-1 28-16,-2 2-8 0,0-1-3 0,-2 3 15 15,1-1-1-15,0 1-1 0,-8 0-29 0,8 0 28 16,7 0-1-16,17 14-1 0,-14-8-1 15,-3-2 0-15,1-2-18 0,3 5-7 0,5 3 4 16,-6-4 16-16,4 1-3 0,-1-1-3 16,-3 2 9-16,4-1-23 0,-2 1 29 0,0-3-16 15,-2 0-3-15,1 3 14 0,-2 4 0 0,-1-8 4 16,3 5-1-16,-6-5-2 0,2 7 10 16,1-2-2-16,1 0 0 0,-2 2-29 0,3 0 4 15,-4-2 0-15,1 2-7 0,-2 1 21 0,1-2 5 16,0 1-21-16,0 2 18 0,-2 0-11 15,1 1 12-15,2 1-2 0,-2-4 1 0,-1 5-7 16,1-5-3-16,-2 2 8 0,0 0-5 0,2 1 5 16,-1 0-14-16,1-1 2 0,-1-1 1 15,-2 1-6-15,2 2 1 0,0-1 1 0,-5 0 2 16,4 0 4-16,-1-2 8 0,2-2-11 0,-3 5 9 16,2 0-7-16,0 2 4 0,-1-3 1 15,0 1 0-15,-2-6 3 0,5 8 2 0,-4-4 9 16,1 2-9-16,-1-1-4 0,0-1 20 15,2 5-2-15,-5-6-1 0,-1-1-16 0,2 5-1 16,-2-4-8-16,8 6 1 0,-7-3-1 0,1 1 6 16,-2-4 0-16,1 8 1 0,-2-8-1 0,1 1 10 15,-2-3-14-15,0 1 2 0,-1-3 9 16,5 15-7-16,-5-9-3 0,3-2 12 0,-2-2 1 16,1 0-2-16,-3 0-7 0,0-3 22 0,2 4-34 15,-3-5 3-15,3 18 1 0,-3-5 2 16,3-6 2-16,0-4 0 0,0 1 5 0,-3-1-2 15,1-1-1-15,3 1 6 0,-4-9 15 0,0 0-20 16,0 10 7-16,0-3-8 0,0-7 2 16,0 10 6-16,0 1-5 0,0-4 5 0,0-7 12 15,0 9-13-15,0 1-1 0,0-10-20 16,0 10 3-16,0-10 16 0,0 10 6 0,0-4-14 16,0-6 13-16,0 10-2 0,0-1-1 0,11 2-28 15,-9-4 3-15,-2-7 36 0,0 0-16 0,0 0-2 16,0 0 2-16,0 9 20 0,0-9-9 0,0 9-9 15,0-9 0-15,0 0 0 0,0 6 6 16,0-6 0-16,0 0-2 0,-17 18 1 16,16-13-19-16,-2-1 2 0,0 1 0 0,3-1 12 15,-3-1-1-15,0 0 0 0,3 0 1 0,-3 0-2 16,1 3 4-16,2-3 1 0,-4 0 6 0,1 1-4 16,3-2 3-16,-2 3-8 0,0-4 13 15,1 2-10-15,-3 1-7 0,4-2 0 0,-1 1 2 16,0 1 0-16,-3-2-1 0,4 1 2 15,-1 2-1-15,1-4 5 0,-3 0 1 0,2 1-1 16,-1-2 11-16,2 1-18 0,0 2 6 0,-1-2 0 16,1 3-17-16,-2-4 1 0,2 2 12 0,0-2-1 15,0 0 0-15,0 0-1 0,0 0 0 16,0 0 0-16,0 0 14 0,0 0 1 0,0 0-2 16,0 0-18-16,0 0 12 0,0 0 5 15,0 0-2-15,0 0 1 0,0 0-10 0,0 0-4 16,0 0-1-16,0 0-1 0,0 0-51 0,0 0-20 15,-6 9-83-15,5-10-98 0,1 0 24 16,0-4-258-16,-1 1 33 0,-2-1 42 0,-1-1 23 16,-1 2 62-16,-9-8-2 0,5 3 25 0,-5 0 15 15,-1 3 3-15</inkml:trace>
  <inkml:trace contextRef="#ctx0" brushRef="#br0" timeOffset="1750.526">12 1182 282 0,'0'0'47'15,"0"0"13"-15,0 0 18 0,0 0 4 0,0 0 12 16,0 0-33-16,0 0-7 0,0 0 43 16,0 0-23-16,0 0-8 0,0 0-8 0,0 0 3 15,0 0 12-15,0 0-1 0,0 0 7 0,0 0 19 16,0 0-26-16,0 0-23 0,0 0-17 0,0 0 34 15,0 0 0-15,0 0 4 0,0 0-11 16,0 0-7-16,0 0-27 0,0 0 3 0,0 0 16 16,0 0-14-16,0 0-24 0,0 0 24 0,0 0-2 15,0 0 2-15,0 0-9 0,0 0-19 16,0 0 18-16,0 0-28 0,0 0 8 0,0 0 16 16,0 0 19-16,0 0 1 0,0 0-28 15,0 0-8-15,0 0 15 0,0 0-10 0,0 0-5 16,0 0 8-16,0 0 2 0,0 0-24 0,0 0 14 15,0 0-13-15,0 0-13 0,0 0-9 16,0 0-22-16,0 0 5 0,0 0-108 0,0 0-58 16,0 0-147-16,0 0 30 0,0 0 23 15,0 0-12-15</inkml:trace>
  <inkml:trace contextRef="#ctx0" brushRef="#br0" timeOffset="4529.913">1024 651 252 0,'0'0'82'0,"0"0"-1"0,0 0-44 0,0 0 37 16,0 0-1-16,0 0-17 0,0 0-27 0,0 0 13 15,0 0-26-15,0 0 29 0,0 0-5 16,0 0-3-16,0 0-17 0,0 0 26 0,0 0-4 16,0 0-4-16,0 0-3 0,0 0-22 15,0 0-36-15,0 0 14 0,0 0 36 0,0 0-4 16,0 0-35-16,0 0 6 0,0 0-19 0,0 0 18 15,0 0 6-15,0 0 11 0,0 0-27 0,0 0 12 16,0 0 17-16,0 0-35 0,-25 0 19 16,25-4-4-16,0 1 4 0,-3 1 13 0,3-2 19 15,0 4-13-15,0-4-5 0,0 3-11 16,0-2-8-16,0 0 40 0,2 1-36 0,-4-2 13 16,5 3-9-16,-3-2 7 0,-1 0 10 0,1 3 12 15,0 0-56-15,0 0 20 0,0 0 1 16,0 0-2-16,0 0-9 0,0-8 31 0,0 8 21 15,0 0-7-15,0 0-43 0,0 0-9 16,0 0 58-16,0 0-15 0,0 0-31 0,0-7 27 16,0 7-9-16,0 0-32 0,0 0 6 0,-7-9-8 15,7 9 0-15,0 0-1 0,0 0 2 16,0 2 7-16,0-1-64 0,0-1-76 0,0 0 9 16,0-3 7-16</inkml:trace>
  <inkml:trace contextRef="#ctx0" brushRef="#br0" timeOffset="5414.464">890 569 254 0,'-5'0'152'0,"-1"0"23"16,-1 0-14-16,2 0-36 0,-1 0 19 15,1 0 6-15,-1 0-49 0,0 3 20 0,1-2-26 16,-2-1 9-16,4 2-13 0,3-2-6 0,0 0-12 16,0 0-14-16,0 0-1 0,0 0 1 15,-8 0-36-15,8 0 0 0,-8 9 17 0,11-7 2 16,-2 2-5-16,4-2 1 0,0 2-14 15,4-4 3-15,-1 3 3 0,15-2-13 0,-5 0-2 16,-6-1 4-16,3 0-8 0,1 0-9 0,-2 0 11 16,0 0-17-16,-2 0 15 0,0 0 0 0,-1 0 9 15,1 0-23-15,-4 0 14 0,2 0 7 16,0 0-23-16,-2 0 13 0,1 0 4 0,-9 0-12 16,9 0 8-16,0 0-2 0,-9 0-26 15,10 0 25-15,-10 0-12 0,9 0 15 0,-9 0-18 16,10 0 7-16,-10 0 12 0,0 0 1 15,0 0-13-15,7 0-6 0,-7 0 17 0,0 0-19 16,0 0 23-16,0 0-7 0,13-11 12 0,-14 8-10 16,1 0-12-16,-1-1-5 0,-1 1 14 15,2-1-15-15,0 0-3 0,-2-2 16 0,0 1 1 16,1-2-4-16,1 4 10 0,0 3-12 0,0 0 17 16,0-13 7-16,-4-20-18 0,2 14-24 15,-1 5 20-15,1-8 12 0,-2-2-25 0,-2 4 18 16,4-3 8-16,-3 3-2 0,3 2-2 0,0 1-13 15,-3-4 12-15,2 2 12 0,-3-2-39 0,0 8 21 16,3 4-3-16,0 0 2 0,3 3-24 16,-4 0 34-16,3 2-16 0,1-1-19 15,0 2 16-15,0 0-39 0,0 0 5 0,0 1-23 16,0 2 7-16,0 0-111 0,2-1-139 0,-2 2-50 16,0-2 25-16,0 4 14 0,-1 0-5 15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07:28:02.605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0 275 272 0,'0'0'193'0,"0"0"-18"15,0 0-16-15,0 0-65 0,0 0 31 16,0 0-16-16,0 0-1 0,0 0-28 0,0 0 8 15,0 0-1-15,0 0-16 0,0 0-11 0,0 0 20 16,0 0-11-16,0 0-21 0,0 0 5 16,0 0-11-16,0 0-28 0,0 0 11 0,0 0 12 15,0 0 4-15,0 0-10 0,0 0 8 16,0 0-4-16,0 0-5 0,0 0-27 0,0 0 22 16,0 0 9-16,0 0-5 0,0 0 8 0,0 0-20 15,0 0 15-15,0 0-19 0,0 0 4 16,0 0-18-16,0 0 16 0,0 0 13 0,0 0-28 15,0 0-3-15,0 0 16 0,0 0 2 16,0 0 0-16,0 0-8 0,0 0 7 0,0 0-3 16,1 17 3-16,4-17-12 0,0 2 4 0,0-2-2 15,-1 0 9-15,0 3 4 0,1-3-7 0,1 3-10 16,-1-1-8-16,-5-2 8 0,0 0 11 16,11 0-2-16,-4 0-6 0,1 0-4 0,-8 0-7 15,10 0-4-15,-2 0 21 0,2 0 1 16,-10 0-2-16,12 0 1 0,-3 0-4 0,-2 0 4 15,2 0-12-15,0 0 4 0,-2 0 8 16,3 0 0-16,1 0-3 0,7 7-4 0,-2-7 2 16,5 0-15-16,-2 0 16 0,-2 0 9 0,0 0-10 15,-3 0-2-15,-2 0-6 0,2 0 11 0,4 0 0 16,0 0-4-16,0 0 14 0,-2 0-18 16,-1 0 6-16,-3 0-5 0,0 0-18 0,-1 0 14 15,1 0 1-15,-4 0 4 0,1 0-10 16,0 0 12-16,-2 0 13 0,2 0-14 0,0 0-5 15,-1 0-18-15,1 0 27 0,-1 0 4 0,-8 0-9 16,12 0 6-16,-2 0-6 0,0 0-1 16,-2 0 4-16,1 0 2 0,-9 8-21 0,12-8 24 15,-5 0-7-15,4 0-23 0,-4 0 7 16,3 0 30-16,1 0-28 0,24 17-2 0,-21-17 16 16,-6 0 10-16,4 0-10 0,-1 0-12 0,1 0 17 15,-1 0-2-15,1 0-14 0,0 0 9 16,2 0 0-16,3 0-2 0,-1 0 0 15,1 0 9-15,-1 0-1 0,3 0-22 0,2 0 24 16,-4 0-13-16,1 0-8 0,22 12 17 0,-16-12-4 16,-3 0 1-16,-21 0-4 0,18 0 5 0,5 0 6 15,-1 0 0-15,4 0-1 0,0 0-20 16,-2 0 29-16,3 0-1 0,-2 0-8 0,2 0-16 16,-1 0 3-16,0 0 4 0,-3 0 4 15,5 0 0-15,-2 0-10 0,0 0 19 0,0 0-16 16,0 0-5-16,0 0 0 0,-1 0 6 0,1 0 2 15,0 0 10-15,-3 0-4 0,-1 0 10 16,1 0-14-16,-4 0 7 0,2 0-10 0,4 0 7 16,-6 0-10-16,2 0 22 0,-4 0-29 15,2 0 17-15,1 0 5 0,-5 0-11 0,2 0-5 16,-2 0 13-16,2 0-17 0,6 0 17 0,-3 0-10 16,24 7 1-16,-28-7 5 0,3 0 0 15,2 2-22-15,3-2 21 0,-1 5-13 0,-11-5 14 16,6 0 12-16,0 0-10 0,2 0-3 15,0 0-1-15,-1 0 7 0,-1 0-1 0,-4 0-6 16,7 0 4-16,1 0-5 0,-3 0 0 0,-2 0-16 16,-1 0 27-16,-3 0-8 0,-2 0 0 0,1 0-6 15,-1 0-3-15,6 0 2 0,1 0 4 16,0 0 9-16,-1 0-10 0,-1 0-2 0,-1 0-9 16,-1 0 21-16,3 0 5 0,6 0-18 15,-1 0-1-15,-2 0 15 0,0 0-17 0,2 0-2 16,-2 0 15-16,0 0-9 0,-3 0 4 0,-3 0 3 15,8 0 1-15,-4 0-1 0,1 0-6 0,2 0 6 16,-2 0-2-16,2 0-12 0,0 0 6 16,-3 0 16-16,-1 0-10 0,2 0-16 0,5 0 25 15,-1 0 3-15,-1 0-10 0,1 0 5 16,2 0-10-16,0 0-8 0,0-8 13 0,1 8 12 16,23-12-26-16,-21 11 19 0,-4 1-27 0,4-2 28 15,2 1-9-15,-3-1 5 0,2-2-25 16,-1 4 28-16,-4-2-8 0,2 2-3 0,0-3 9 15,1 3-2-15,-9 0-2 0,5-1 1 0,-2 1-4 16,-13 0 5-16,10 0-12 0,1 0-8 0,0 0 22 16,-2 0-5-16,5 0 4 0,1 0 9 15,1 0-11-15,0 0 0 0,-1 0 0 0,3 0 1 16,23-9-10-16,-20 5-1 0,-6 0-8 0,0 3 27 16,-7-2-8-16,8 0 0 0,1 1 1 0,-6 1-10 15,-11 1 15-15,4 0-8 0,4 0-7 16,1 0 6-16,1 0-12 0,-4 0 16 0,4 0-9 15,-1 0-6-15,18 12 11 0,-22-8-11 16,1-2 14-16,-1-2 1 0,-13 0-12 0,10 0 6 16,9 0 16-16,-1 0-9 0,4 0-9 0,-3 0-14 15,2 0 18-15,1 0 2 0,1 0 4 0,0 0-2 16,-1 0-3-16,-4 0 11 0,-1 0-24 16,0 0 5-16,-6 0 9 0,2 0-4 0,4 0 6 15,1 0-1-15,-1 0-2 0,-2 0 11 0,0 0-22 16,-3 0 8-16,1 0 7 0,3 0-9 15,6 0 10-15,-4 0-5 0,-1 0-4 0,-2 0 13 16,-3 0-13-16,-1 0 5 0,1 0-4 16,-4 0-15-16,2 0 20 0,-1 0-5 0,0 0 3 15,-1 0 0-15,4 0 0 0,2 0-2 0,3 0 3 16,1 0 8-16,1 0-9 0,4 0-4 16,-3 0 2-16,3 0 7 0,-1 0 4 0,1 0-10 15,2 0 7-15,-3 0 1 0,21-18-17 16,-23 18 12-16,6 0 12 0,-3-3-15 0,-8 3 12 15,-4 0-12-15,0 0 2 0,1 0-3 0,0 0 7 16,-1 0-6-16,9 0 0 0,-5 0 6 0,4 0-9 16,5 0 2-16,-6 0 1 0,4 0 8 15,-2 0-1-15,2 0 4 0,2 0-6 16,1 0-10-16,-1 0-6 0,-1 0 13 0,-1 0 3 16,1 0-5-16,24-5 3 0,-25 4-2 0,-11 1-6 15,3 0 8-15,4 0 6 0,2 0-5 0,-2 0-8 16,4 0 7-16,1 0-12 0,0 0 14 15,2 0-10-15,-1 0-1 0,5 0 9 0,25-10-1 16,-24 8-5-16,-2-1 12 0,1 3-12 16,2-3 4-16,1 2 4 0,-6-3-15 0,1 1 12 15,0 1 4-15,-1-3-1 0,0 2-8 0,2 3 4 16,2 0-10-16,-3-6 1 0,-1 3 5 16,-11 3 7-16,8 0 1 0,2 0-12 0,3 0 20 15,2 0-1-15,2 0-13 0,-3 0 2 16,2 0-16-16,1 0 18 0,-1 0 4 0,3 0-6 15,-1 0-12-15,1 0 14 0,-3 0-2 0,1 0-2 16,-1 0-6-16,1 0 13 0,-3 0-8 0,0 0-10 16,0 0 9-16,-5 0-5 0,3 0 9 15,-3 0 6-15,-2 0 4 0,16 9-11 0,-23-9-10 16,-1 0 0-16,-1 3 7 0,-13-3 15 16,10 0-11-16,7 0 12 0,2 0 4 0,2 0-2 15,-2 0-9-15,-1 0-4 0,-1 0 13 0,20-15-27 16,-17 8 17-16,-5 2 1 0,-3 0-2 15,0 4-12-15,-1-4 6 0,-3 3-5 0,2-1 20 16,-3 1-2-16,16-4-14 0,-8 2 15 0,-2 2-8 16,3-1-5-16,5-1 14 0,-6 2-10 0,1-1-14 15,4 2 17-15,-4 1-2 0,-1-4 6 16,-1 3-9-16,10 0-13 0,-1-2 11 0,4-1-9 16,0 0 2-16,4 3 14 0,-2-4-12 15,4 1 2-15,-1 2 3 0,-17 2-1 0,8 0-5 16,5 0 20-16,1 0-4 0,3 0-10 15,-4 0 7-15,-2 0-1 0,1 0-11 0,-2 0-1 16,2 0 17-16,-3 0-12 0,23 10 1 0,-33-10-7 16,6 0 5-16,3 0-7 0,3 0 8 15,3 0 4-15,31-13 7 0,-34 12 4 0,-1-4-21 16,4 1-3-16,-1 0 26 0,-1 2-15 16,-3-4-4-16,0 3-1 0,3 0-5 0,-5 0-1 15,3 0 17-15,-7 1-11 0,-3-1 14 0,-3 1-22 16,0 1 7-16,-5 1 1 0,5-1 4 15,-3 1 3-15,-1-3-8 0,2 3 12 0,-1-1 1 16,-3-2-1-16,4 3-10 0,-1 0-4 16,-9 0 8-16,7 0-6 0,-7 0 7 0,12 0-9 15,-2 0 7-15,-3 0-5 0,3 0 9 0,-10 0-14 16,10 0 4-16,-10 0 5 0,9 0 8 0,0 0-10 16,-9 0 8-16,8 0 3 0,-8 0-12 15,11 0 6-15,-11 0 1 0,6 0-1 0,-6 0-1 16,0 0-8-16,10 0 19 0,-10 0-8 15,0 0 3-15,0 0-13 0,8 0 13 0,-8 0-8 16,0 0 2-16,0 0-4 0,9 0 10 0,-9 0-18 16,0 0 8-16,0 0 13 0,0 0-5 15,8 0-25-15,-8 0-16 0,0 0-68 16,0 0-19-16,9-15 12 0,-9 9-270 0,-1 2 27 16,-3-4 23-16,-4-7 24 0,-5-3 5 0,4 0 8 15,5-1 36-15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07:28:04.563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0 262 304 0,'0'0'121'0,"0"0"-23"0,0 0-1 0,0 0-11 15,0 0 35-15,0 0-29 0,0 0-14 16,0 0 40-16,0 0-7 0,0 0-24 0,0 0 8 16,0 0 0-16,0 0-8 0,0 0 0 0,0 0-22 15,0 0 8-15,0 0-8 0,0 0-16 16,0 0 20-16,0 0-25 0,17 0-25 0,-17 0 15 15,29 8-11-15,-24-10 16 0,-1 2-9 16,1 0-25-16,1 0 16 0,3-1 9 0,-2 1-2 16,3 0-10-16,2 0-26 0,2 0 46 0,9 0-34 15,5 0 8-15,1 0-18 0,6 0 25 16,-2 0-28-16,5 0-1 0,-1 0 33 0,3 0-9 16,5 0-25-16,-1 0 8 0,2 0 9 15,-4 0 3-15,3 0 5 0,-1 0-13 0,-4 0 22 16,-1 0-5-16,44 11-31 0,-50-8 19 0,7 0-6 15,-4 3 6-15,-5-2-6 0,6-3 11 0,1 1 11 16,5 0-15-16,-3-2 16 0,-3 3-13 0,2-2-19 16,-3 0-12-16,7-1 22 0,-7 1 2 15,3 2-3-15,-3-2-21 0,3-1 28 0,-4 5-12 16,-1-1 11-16,1-4 6 0,-1 4-5 16,5-2-3-16,-4 3 1 0,-4-2 2 0,2 1-6 15,-1 2 20-15,-1-3-10 0,4 2-13 0,-2-5 3 16,-3 7 4-16,4-4-11 0,0-1 11 15,-1 2-7-15,-2 0 11 0,4-1-16 0,-3-1 9 16,-1-2-3-16,6 4-12 0,-8-4 12 16,-17 0-14-16,11 0 27 0,2 0-16 0,2 0 16 15,1 0-33-15,1 0 22 0,30-13-17 0,-32 11 11 16,-1-2 9-16,0 0-9 0,-15 4 16 0,9 0-9 16,0 0 1-16,4 0-6 0,-2 0 4 15,-2 0 11-15,24-9-13 0,-27 9 2 0,-5 0-2 16,4 0 5-16,8 0 4 0,0 0-22 15,2 0 13-15,0 0-28 0,1 0 31 0,3 0 1 16,3 0 0-16,-3 0-26 0,3 0 16 0,0 0 14 16,-2 0-7-16,-3 0-3 0,1 0-14 15,-1 0 25-15,2 0-3 0,-6 0 17 0,-2 0-17 16,0 0-5-16,-5 0 3 0,2 0-6 16,4 0 10-16,-2 0-5 0,2 0-8 0,1 0 16 15,27 0-3-15,-22-5-13 0,-6 4 16 0,5-3-6 16,-3-3-2-16,2 5-17 0,1-2 25 15,2 2 1-15,-1 0-7 0,-2 2 10 0,-2-6-28 16,0 2 18-16,1 2-20 0,2-1 19 0,1 1-4 16,-1-2 13-16,0 4-37 0,0-4 33 0,-3 4-14 15,5-5 7-15,-3 2 7 0,0-3 6 16,4 3-13-16,3-2-17 0,1-1 31 0,-3 1-13 16,-1 0-18-16,1 1 21 0,-1-1-2 15,0 2-14-15,-5 0 21 0,4-3-12 0,-4 4 2 16,5-6-3-16,-8 6 4 0,0-3-2 15,-2 1-20-15,-6 1 11 0,-1-2 15 0,-2 4-26 16,10-2 24-16,-5-1 17 0,5-2-3 0,-8 4-3 16,9-4-26-16,-7 4 7 0,8-2 15 15,0-2-9-15,-1 0-6 0,0 3 13 16,-1-2 0-16,1-3-7 0,0 2-5 0,1 3 4 16,-2-2 2-16,1-1 11 0,0 2-11 0,3-1 2 15,-3 1 3-15,-3 2-26 0,-2-2 13 0,4 0 8 16,0 2-16-16,-6-4 31 0,-3 6-14 15,-1 0-1-15,0-2-3 0,2 2 17 0,9 0-7 16,-6-1-14-16,-3 1-11 0,0-1 19 0,-5-1-4 16,17-2 5-16,-8 1-8 0,-5 1 6 15,3 2-1-15,5-4-2 0,-5 2-12 0,5-2 10 16,-6 0 13-16,-2 3-6 0,-5-3-13 0,2 4 15 16,-1-4 3-16,-5 3-4 0,1 0-7 15,0 1-1-15,-1-4-11 0,1 3 7 0,1-3 3 16,-4 2 7-16,3 2 10 0,0-1-7 15,1 0-2-15,-1 1 1 0,-1-2-9 0,0-1 7 16,1 3-21-16,-3 0 25 0,2-3 5 0,0 3-9 16,1 0-2-16,-2 0-26 0,2 0 10 0,0-2 21 15,-2 2-16-15,2 0 17 0,-1 0 13 16,-2 0-20-16,-2 0 4 0,0 0 7 0,0 0-3 16,12 0-6-16,-12 0 4 0,13 0 0 15,-7 0-36-15,-6 0 34 0,9 0-17 0,-9 0 5 16,9 0-11-16,-9 0 25 0,11 0-3 15,-5 0 1-15,-6 0 6 0,11 0-9 0,-11 0 3 16,9 0-1-16,-9 0 11 0,10 0-21 0,-10 0 6 16,8 0 5-16,-8 0-7 0,13 0-13 15,-13 0 31-15,9 8-12 0,-9-8-7 0,10 0 6 16,-2 0-10-16,-8 0 12 0,9 0 12 0,-9 8-29 16,10-8 12-16,7 9 1 0,-15-9-1 0,4 4 8 15,-3-4-7-15,1 0-2 0,4 3 4 16,-5-2-4-16,1-1 16 0,1 0-6 0,-3 0-16 15,1 1 26-15,-1-1-3 0,2 0-15 16,-1 0 29-16,-1 0-29 0,-2 0-58 0,0 0 5 16,2-5-319-16,-4 1 27 0,-1 0 21 0,-14-15 35 15,-10 0 17-15,-6-1 13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07:26:33.073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6678-1763 607 0,'4'0'177'0,"-1"-1"-16"0,-3 1 9 0,3-4-16 16,-2 4-25-16,0-2 22 0,-1 2-8 0,0 0-6 16,1 0-23-16,2 0 7 0,-2 0-2 0,-1 0-21 15,2 0-3-15,0-2-2 0,-2 2 11 16,1-1-21-16,-1 1-18 0,2 0 9 15,-2 0-21-15,2 1-3 0,-2-1 0 0,0 0 4 16,0 0 5-16,0 0-28 0,2 0-2 0,-2 0-1 16,0 0-9-16,0 0 12 0,0 0-2 15,0 0-10-15,0 0-3 0,0 0 3 16,0 0 6-16,0 0 0 0,31 2-23 0,-22-4 8 16,-2 2 15-16,4 0-18 0,-11 0 14 0,10 0-10 15,-2 0 9-15,10 0-14 0,4 0-2 0,5 0 11 16,-3 0 4-16,6 0 7 0,-1 0 5 15,31-11-20-15,-29 8 14 0,7 0 10 0,2-3-20 16,0 0-1-16,1 0 5 0,-5 1-6 0,7-2-15 16,-2 1 13-16,2 0 2 0,1-2 9 15,-2 1-18-15,4 0 17 0,-1 2-13 0,-4 0 7 16,4-5-15-16,0 4 22 0,-1-3-1 0,3 2-1 16,-2 2 3-16,-2-4-29 0,1 3 16 15,-2-3-1-15,1 2 7 0,-1 1-24 0,-4 1 4 16,2-2 25-16,-4 1-18 0,-1 0-11 0,-3 2-12 15,-5-2 34-15,0 1-11 0,-2-1-8 16,2-3 5-16,-2 3-20 0,0 5 1 0,0-4 16 16,2 4 37-16,0-6-31 0,3 3-1 15,0-6 3-15,1 7-9 0,0-2 14 0,-2 1-20 16,1 2-8-16,-2-4 0 0,2 2 7 0,-2 0 23 16,0-1 13-16,-5 2-22 0,0 0-17 0,0 0 14 15,-6 2-4-15,-4 1 4 0,1 0-6 16,-5-2 16-16,2 0-14 0,7-4 2 0,-4 6-12 15,-2 0 12-15,-12 0-13 0,7 0 32 16,-7 0-20-16,12 0 1 0,-3 0 31 0,-9 0-46 16,9 0 45-16,-1 0-33 0,-8 0 26 0,9 0-16 15,-9 0-2-15,9 0 3 0,-9 0-21 16,0 0 24-16,8 0-17 0,-8 0 3 0,0 0-3 16,0 0 13-16,9 0-4 0,-9 0 4 15,0 0 14-15,0 0-15 0,0 0 12 0,7 0-28 16,-7 0 24-16,0 0-25 0,0 0-7 0,0 0 10 15,0 0 16-15,9 0 18 0,-9 0-14 16,0 0-20-16,0 0-2 0,0 0 31 0,8 0-31 16,-8 0 3-16,0 0 15 0,0 0-22 0,0 0 16 15,0 0 0-15,0 0 27 0,12 8-34 16,-11-8 16-16,-1-2 5 0,3 4 2 0,-3-2-3 16,0 0 32-16,0-2-37 0,0 4 7 0,0 0-1 15,1-2-12-15,0 1 12 0,-2 1-2 0,1-1-10 16,1-1-2-16,-1 2 28 0,0-1-7 15,0 2-24-15,3 1-15 0,-3 1 12 0,1-2 9 16,-1 0 7-16,0 1-5 0,0 1-7 16,0 1 1-16,-1 0 17 0,-2 4 2 0,3-10-7 15,0 8 3-15,0 8-20 0,0 1-2 0,0 3 24 16,0-1-1-16,-11 21-18 0,11-16 28 0,-6-4-22 16,4 2 2-16,2 0 23 0,0 3-1 15,0-1-4-15,0-14 8 0,0 7-5 0,0 4-3 16,0 0 0-16,0 3-4 0,0-4-2 15,0 3-2-15,14 19-2 0,-9-19-1 0,-1-1 0 16,-3-1-3-16,3 0-2 0,-4-5-29 16,3 5 1-16,1 0 2 0,1-3 3 0,-3-3 0 15,-2-15 2-15,0 18 2 0,0 0 5 0,0 1 2 16,0 2 1-16,0-3-1 0,0 0 2 16,0-1 45-16,0 3-16 0,0 0-14 0,0 1 0 15,0-1-4-15,0-1-5 0,0-3 1 0,0 1-3 16,0-4 0-16,0 0 0 0,0-2 0 15,0 7 19-15,0 1 1 0,0 2 7 0,0-4-8 16,0-2 0-16,0 4 13 0,0-1-26 0,0 3-6 16,0-2 3-16,0-2 16 0,0-1-24 15,0-4 14-15,0 1-4 0,0-2 8 0,0-2-30 16,0 3 22-16,0-3-5 0,0 0 8 16,0 9-2-16,-2 15 6 0,2-15-17 0,0-6 23 15,0-2-25-15,0 2 7 0,0-3 10 0,0 1 4 16,0-10-20-16,0 8 16 0,0 5-24 15,0 3 1-15,0-2 21 0,0-2 1 0,0 0 2 16,0-3-25-16,0 0 8 0,0-3-11 16,0-6 21-16,0 12 5 0,0-6 13 0,0 3-14 15,0-9-12-15,0 10-4 0,0-10 8 0,0 9-3 16,0-1 16-16,0-8-1 0,0 9 0 16,0-9-14-16,0 9-1 0,0-9-24 0,0 8 28 15,0-8-8-15,0 0 22 0,0 10-20 0,0-10 12 16,0 0-8-16,0 7-8 0,0-7-4 15,0 0 18-15,0 0-1 0,0 0-1 16,0 8-15-16,0-8 12 0,0 0 2 0,0 0 10 16,0 9-9-16,0-9 6 0,0 0-5 0,0 0 2 15,0 0-4-15,0 0 19 0,0 0-17 0,0 7 2 16,0-7 0-16,0 0-7 0,0 0 4 16,0 0 2-16,0 0-12 0,0 0 12 0,0 8 0 15,-16 2 8-15,14-10-9 0,-6 1 4 16,5 0-1-16,-3-1-7 0,-3 2-2 0,1 0 16 0,2-2-5 15,-5 0-13-15,1 0-2 16,2 0 9-16,-2 3-2 0,1-2-10 0,0 0-13 16,-1-1 31-16,1 1-6 0,-11 5 5 15,2-5-8-15,6-1 0 0,1 5 8 0,-1-5-11 16,2 3 3-16,1-3 7 0,1 0-7 0,-2 2 1 16,1-2 7-16,1 0-30 0,-1 1 25 15,0 2-18-15,1-3 26 0,-1 3-12 0,-12 0 2 16,5 0-2-16,1-2 15 0,4-1-9 0,2 0-1 15,0 1 8-15,1-1-28 0,-1 2 13 16,3-2-5-16,-2 0-4 0,3 0-1 0,-3 0 18 16,4 0-5-16,-1 0 0 0,-2 2 2 15,2-1 6-15,-1-1-8 0,1 2-12 0,-2-2 24 16,-1 1-6-16,2-1-10 0,-1 0 20 0,0 0-23 16,-1 2 9-16,2 0-1 0,-4-1 1 15,3 1 11-15,-1-2-8 0,-1 1-6 0,0-1 1 16,2 2-17-16,-3-1 17 0,-12 2-7 15,7-3-13-15,3 4 22 0,3-4 4 0,-1 2-8 16,3-2 0-16,1 0 16 0,-3 3-3 0,2 0-14 16,-2-3-6-16,5 0 18 0,-5 1-5 15,-1 0-5-15,4-1-16 0,-3 1 29 0,-1 2-16 16,3-2-1-16,-13 5-3 0,5-3 2 16,-1-1 7-16,3 0 5 0,2 0 5 0,2-2-3 15,-2 4-13-15,2-3-6 0,-1-1-8 0,1 0 22 16,-10 7-2-16,6-4 5 0,1-1-10 0,1 1 18 15,-2-2-2-15,4 1-11 0,2 1 2 16,-3 1 6-16,1-4-5 0,1 0-3 0,-13 3-7 16,7 0-13-16,1 0-5 0,0-1 20 15,13-2 2-15,-11 0 2 0,-4 0 13 0,-19 16-12 16,12-13 17-16,6 2-24 0,2-4 9 0,0 2-1 16,2 1-16-16,-5 1 1 0,-2-1 27 0,3 1-17 15,4-2 5-15,-4 6-10 0,1-7-3 16,4-1 10-16,0 2-4 0,0 0-10 0,5 0 30 15,-3 0-20-15,1-2 3 0,8-1-10 0,0 0 25 16,-21 0 0-16,6 0-10 0,-1 0-5 16,1 0-14-16,2 0 27 0,1 0-10 0,1 0 21 15,2 0-27-15,0 0 3 0,-2 8 1 0,-4-8-6 16,-20 16 19-16,18-13-9 0,6 0 5 16,-1-1-12-16,0 0-13 0,12-2 12 0,-7 0 9 15,-2 0 4-15,9 0-13 0,-12 0-7 16,3 0 25-16,0 0-4 0,-2 0-14 0,-5 13-3 15,7-12 21-15,-12 2-7 0,-1 0 12 0,7-1-21 16,-1-1-2-16,4 1 14 0,1-2-7 0,-1 3 10 16,12-3-10-16,-9 0 1 0,-2 0-21 15,-4 0 34-15,1 0-3 0,-16 13-13 0,20-12-9 16,-2 1 21-16,12-2 5 0,-7 0-13 16,7 0-9-16,-11 0-14 0,1 0 17 15,10 0-12-15,-12 0 14 0,6 0-7 0,-11 12 18 16,11-9-13-16,-1-1 4 0,0-1 12 0,-1 2-12 15,1 0 3-15,-2-2-8 0,2 0 8 16,-1 0-6-16,-3 2-10 0,4-3-1 0,-14 4 28 16,7-2-16-16,2 4-1 0,2-6-12 0,10 0 3 15,-10 0-14-15,2 0 28 16,8 0 11-16,-14 0-16 0,6 0-16 0,-1 0 17 16,9 0 3-16,-12 0-1 0,1 0 4 0,3 0-19 15,-2 0 30-15,2 0-17 0,8 0 6 16,-12 0-21-16,2 0 4 0,1 0 12 15,9 0-3-15,-9 0-2 0,9 0 14 0,-11 0-5 16,11 0-6-16,-10 0 0 0,10 0 15 0,-10 0-11 16,10 0-26-16,-8 0 21 0,8 0 2 15,0 0 4-15,-10 0-18 0,10 0 16 0,-9 0-8 16,9 0 4-16,-9 0 11 0,9 0 1 16,0 0-9-16,-11 0 6 0,11 0-5 0,-9 0-2 15,9 0-19-15,-10 0 22 0,10 0-1 0,-10 0-11 16,10 0 9-16,-12 0 6 0,12 0-5 0,-8 0-14 15,8 0 12-15,-9 0 4 0,9 0-5 16,-11 0 8-16,11 0 4 0,0 0-9 0,-8 0-1 16,8 0-6-16,0 0 8 0,-9 0-3 15,9 0-10-15,-11 0 2 0,11 0 22 0,-7 0-19 16,7 0 6-16,-11 0 5 0,4 0 7 16,7 0-8-16,-11 0-12 0,11 0-6 0,-11 0 17 15,11 0 4-15,-11 0-9 0,2 0 6 0,9 0 2 16,-10 0-19-16,10 0 12 0,-10 0-3 0,10 0 16 15,-8 0-7-15,8 0-6 0,0 0-5 16,-10 0-9-16,10 0 14 0,-11 0-7 0,11 0 4 16,0 0-4-16,-8 0-2 0,8 0-10 15,0 0 19-15,-9 0 12 0,9 8 1 0,0-8-31 16,0 0 20-16,-9 0-4 0,9 0-15 0,0 0 23 16,0 0-10-16,-9 0 10 0,9 0 8 0,0 0-27 15,0 0 19-15,0 0-11 0,0 0-15 16,0 0 29-16,0 0-15 0,-7 0-16 0,7 0 2 15,0 0-90-15,0 0-41 0,0 0-48 16,0 0-66-16,-11 2 23 0,10-4-273 0,2 2 40 16,1-3 33-16,-2-2 59 0,0-4 41 0,1 2-4 15,1-2 27-15,-2-2 2 0,0-4 34 16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06452" units="1/cm"/>
          <inkml:channelProperty channel="Y" name="resolution" value="44.13793" units="1/cm"/>
          <inkml:channelProperty channel="T" name="resolution" value="1" units="1/dev"/>
        </inkml:channelProperties>
      </inkml:inkSource>
      <inkml:timestamp xml:id="ts0" timeString="2025-11-24T06:08:53.350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06452" units="1/cm"/>
          <inkml:channelProperty channel="Y" name="resolution" value="44.13793" units="1/cm"/>
          <inkml:channelProperty channel="T" name="resolution" value="1" units="1/dev"/>
        </inkml:channelProperties>
      </inkml:inkSource>
      <inkml:timestamp xml:id="ts0" timeString="2025-11-24T06:08:54.187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0 0,'0'36'78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06452" units="1/cm"/>
          <inkml:channelProperty channel="Y" name="resolution" value="44.13793" units="1/cm"/>
          <inkml:channelProperty channel="T" name="resolution" value="1" units="1/dev"/>
        </inkml:channelProperties>
      </inkml:inkSource>
      <inkml:timestamp xml:id="ts0" timeString="2025-11-24T06:12:44.387"/>
    </inkml:context>
    <inkml:brush xml:id="br0">
      <inkml:brushProperty name="width" value="0.035" units="cm"/>
      <inkml:brushProperty name="height" value="0.035" units="cm"/>
      <inkml:brushProperty name="fitToCurve" value="1"/>
    </inkml:brush>
  </inkml:definitions>
  <inkml:trace contextRef="#ctx0" brushRef="#br0">0 0 0</inkml:trace>
  <inkml:trace contextRef="#ctx0" brushRef="#br0" timeOffset="435">0 0 0</inkml:trace>
  <inkml:trace contextRef="#ctx0" brushRef="#br0" timeOffset="626">0 0 0</inkml:trace>
  <inkml:trace contextRef="#ctx0" brushRef="#br0" timeOffset="806">0 0 0</inkml:trace>
  <inkml:trace contextRef="#ctx0" brushRef="#br0" timeOffset="970">0 0 0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7T00:42:12.428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144-24 275 0,'-4'-4'202'0,"-1"3"-43"0,4 1-36 0,-3-4-7 0,4 1 16 15,-3 2-15-15,0 1-17 0,3-2-19 16,-2 2 26-16,-2 0-8 0,4 0-5 0,-1-3-49 16,0 3 12-16,-2-2-28 0,3 2 34 15,-2 0-7-15,2 0 4 0,-4 0-11 0,8-1 4 16,-7-1 3-16,6 2 4 0,-3 0-2 16,-3 0-12-16,6 0-8 0,-3 0 15 0,1 0-9 15,0-1 0-15,4 1-3 0,1 0-6 16,0 0 9-16,1-1-20 0,2 1-2 0,13-5 3 15,-15 5 0-15,11 0-8 0,26-6-3 16,-15 6 4-16,0-4-5 0,5 4-12 0,-3-2 14 16,6-3-1-16,1 3-6 0,2-1 9 0,0 0 0 15,0 1 5-15,5-1-15 0,5-2-1 16,1-2-8-16,3 3 23 0,3-1-15 0,0-1-1 16,2-4-2-16,1 4 14 0,-2 0-7 0,2-3 0 15,0-2-22-15,-2 1 3 0,-4 4 15 16,2-3-3-16,3 0-6 0,-2 0 7 0,3 0 1 15,-5 0-9-15,2 3 14 0,-3-4-7 16,1 4-6-16,-3-3-3 0,0 3 8 0,-2-2 0 16,0 1-2-16,1 5-2 0,-5-6 11 0,1 4-25 15,0 1 27-15,-1-1-16 0,-2 1 4 16,-3-3-9-16,-1 4 16 0,6 2-2 0,-7-4-2 16,-5 3 4-16,-19 1 4 0,7 0-11 15,0 0-5-15,0 0-3 0,-5 0 5 0,-4 0 5 16,-2 0-13-16,0 0 8 0,-5 0-11 0,-6 0 19 15,11 0-13-15,-4 0 13 0,-7 0-1 0,0 0 5 16,9 0-11-16,-9 0 13 0,0 0-17 16,8 0 14-16,-8 0 4 0,0 0-12 15,0 0 10-15,10 0-9 0,-10 0 7 0,0 0-20 16,0 0 21-16,0 0 5 0,7 0-8 0,-7 0 4 16,0 0-6-16,0 0 5 0,0 0 11 0,10 0-9 15,-10 0-6-15,0 0 8 0,12 5-11 16,-11 0 9-16,3 0-2 0,-4-1 1 0,3 4 20 15,0-2-4-15,4 13-12 0,-2 0-8 16,0 5 15-16,2-3-14 0,0 0 27 0,-3 3-23 16,1 1 6-16,3 1-6 0,-4-1 9 0,1 2 17 15,-3 0-9-15,1 4-12 0,-1-1 27 16,3 4-31-16,-5-1 24 0,0-16-10 0,0 10 9 16,0 4-21-16,0-1 36 0,0 3-30 15,0 3 23-15,0 0-31 0,0 0 0 0,0-2 5 16,0-4 10-16,11 41-7 0,-8-32 11 0,0-1-26 15,-2 1 48-15,-1 1-23 0,0-2 18 16,5 1-55-16,-4-5 43 0,1 6 10 0,0-8-27 16,5 3 19-16,-5 1-11 0,1-4-20 15,2 0-2-15,-2 2-6 0,-2 1-4 0,-1-5 36 16,2 0-51-16,0-3 38 0,-1 0-4 0,3 1 19 16,-4-1-46-16,0-3 35 0,0-12-19 0,0 6 24 15,0 1 12-15,0 1-24 0,0-1 24 0,0-4-26 16,0-1-3-16,0-4 0 0,0 0-1 15,0-2 16-15,0-8-22 0,0 9 0 0,0-9 18 16,0 9-10-16,0-9-20 0,0 7 11 16,0-7 14-16,0 0-20 0,0 8-2 0,-9-8-61 15,-3 6-30-15,10-6-52 0,-7-3-45 0,6 1 18 16,-18-4-267-16,2-3 12 0,-4 1 30 0,-3-3 28 16,-2 3 25-16,-3 1 24 0,1-5 20 15,-2 2 13-15</inkml:trace>
  <inkml:trace contextRef="#ctx0" brushRef="#br0" timeOffset="1">15 102 602 0,'0'0'214'0,"0"0"-14"0,0-19-13 15,14-6-31-15,-14 18-1 0,0 2 1 16,0-2-8-16,0 2-15 0,2 1-18 0,-2-1-17 16,0 5-9-16,0 0-3 0,0 0-6 15,0 0-10-15,0-10-11 0,0 10-5 0,0 0-5 16,0-6-9-16,0 6 9 0,0 0-18 0,0 0 8 15,-6-9-4-15,8 13 4 0,-2-2-25 16,0 4-5-16,2 0 6 0,-2 1 0 0,2 17 2 16,-2-12-1-16,0 6-13 0,10 27 16 15,-7-20 0-15,-3 5 0 0,5 0-8 0,-5-1-10 16,1 2-4-16,3 0 14 0,-4-14 8 0,0 8-10 16,0 2-7-16,0 7 16 0,0 4-4 15,0 2-14-15,0-1 22 0,0 2-6 0,0 1 14 16,0-1-18-16,0 2 12 0,0-2 0 15,0-1-24-15,0 2 4 0,0 0 8 0,0 0 2 16,0-2 1-16,0-1-8 0,0 1 19 16,0 1-23-16,-12 40 17 0,12-46-1 0,-1-5-6 15,1-15 13-15,0 4 2 0,0 0-19 0,0-2 11 16,0-1-13-16,0-3 13 0,0 0 2 0,0-4 11 16,0-2 11-16,0-7-14 0,0 9 2 15,0-9 16-15,0 10 12 0,0-10-30 0,0 8 32 16,0-8-41-16,0 9-1 0,0-9-4 15,0 0-24-15,0 8 16 0,0-8-43 0,-14 9-55 16,7-11-25-16,2-1-61 0,3 1 16 0,-4-3-205 16,3-4-55-16,-3-9 31 0,6 5 27 15,0-4 21-15,0-6 26 0,16-24-38 0,-8 23 4 16</inkml:trace>
  <inkml:trace contextRef="#ctx0" brushRef="#br0" timeOffset="2">-9-81 459 0,'0'0'126'15,"0"0"-26"-15,0 0 29 0,0 12 0 0,0-12 7 16,-13 25-52-16,8-20 18 0,-11 5-10 0,3-3-7 16,-4 1-14-16,2 2 12 0,-2-2-9 0,-2 2-18 15,2 0 13-15,-1-2-12 0,1 3-22 16,-4 0 12-16,3 1 6 0,2 2 4 0,-8 0-23 16,1 1 8-16,4 3 2 0,-7-2-4 15,3 1-17-15,-1 2 11 0,1-1 8 0,-1-3-12 16,-4 5 9-16,4-4-5 0,1 2 5 0,-4 1-6 15,-1-1 7-15,3-2-22 0,-1 1 0 16,0 0 10-16,-1 2-1 0,2-3 5 0,-3-1-8 16,1 2 6-16,-2-2-14 0,2-1-2 15,1-1 1-15,-2 3 9 0,1 2-30 0,-2-1 18 16,4-1 1-16,-2 5 3 0,-1-6 7 16,4 6-12-16,-1-2 5 0,-2-2-14 0,5 2 14 15,-1-2-5-15,1 3 8 0,-1-3-1 0,-2-1-14 16,5 1 1-16,0-2 7 0,0 0 11 0,4-5-11 15,-6 5-8-15,5-4-1 0,4-1 16 0,3 0-9 16,-1-5 7-16,1-1-14 0,3 3 2 16,0-3-5-16,1 2 6 0,2-4-9 0,-3 2 20 15,4-1-11-15,0 0-7 0,-2 0-3 16,0-2 7-16,3 3 7 0,-3-2-10 0,0 1 0 16,0-1 6-16,0 1 13 0,2 0-20 0,-2-1 4 15,0 0 5-15,0 3-1 0,-2-4-13 0,2 2 6 16,-1-1-6-16,0 2 9 0,1-4-10 15,-2 2 6-15,3 1 2 0,-2-2-7 0,3 3-3 16,-1-3 9-16,-1 3 11 0,1-4-19 16,2 0 6-16,-1 0-6 0,1 4 5 0,-3-2-16 15,4 1 10-15,-3-2-5 0,3-1-9 0,1 0 27 16,-4 2-29-16,2 1 15 0,1-3 10 16,1 0-9-16,0 0 1 0,-2 0 8 0,-1 2-13 15,3-2-11-15,0 1 12 0,-4 0-9 0,3-1-22 16,0 0-23-16,1 0-4 0,0 0 5 15,0 0-106-15,0-1-63 0,2-2-131 0,2-3 17 16,-4 3 41-16,3-6 18 0,-1 2 14 0</inkml:trace>
  <inkml:trace contextRef="#ctx0" brushRef="#br0" timeOffset="3">-9 1469 516 0,'-4'3'127'0,"4"-2"-15"0,-2 1-37 16,1-2 7-16,-3 2 11 0,4-1-37 15,-2-1 30-15,-1 2-47 0,3-1 13 0,-1 0 16 16,0 1-13-16,-2 0-38 0,2-2 2 16,1 0 40-16,0 0-10 0,0 0-11 0,0 0 18 15,0 0-21-15,0 0 6 0,0 0 13 0,0 0-9 16,0 0-4-16,0 0-32 0,0 0 31 16,-6 10 3-16,8-7-6 0,0-1-2 0,-2-1 0 15,2 2 7-15,2-2-28 0,-3 2 12 0,3-1 4 16,-2 1 4-16,2 0-11 0,1 0 16 15,-1 0-29-15,4 2 23 0,0-1-10 0,12 2 1 16,1-2 3-16,1 2 7 0,1-3 7 16,0 2 1-16,5-2-11 0,-4-3-3 0,5 2-8 15,-2-2 14-15,-2 0-1 0,-13 0-14 16,9 0 7-16,3 0-10 0,-2 0-16 16,1 0 13-16,-2 0 4 0,2 0-12 0,-3 0 3 15,0 0 8-15,0 0-1 0,2 0-24 0,0 0 10 16,-3 0 11-16,7 0 2 0,0 0-7 0,0 0-1 15,-2 0 1-15,1 0 7 0,0 0 1 16,1 0-12-16,1 0 11 0,-3 0-20 0,-1 0 12 16,1 0-4-16,-2 0 6 0,2 0 0 0,-1 0-6 15,26-2-4-15,-23-1 1 0,-2 3-2 16,0-3 7-16,-10 3-4 0,4 0-4 0,2 0 20 16,0 0-10-16,6 0 6 0,-3 0-12 0,-1 0 15 15,-3 0-13-15,2 0 1 0,0 0 11 0,0 0-8 16,0 0-17-16,-3 0 4 0,0 0 5 15,2 0 11-15,-1 0-19 0,-1 0 6 0,-1 0 2 16,2 0 9-16,2 0 8 0,1 0-14 16,1 0 9-16,-3 0-2 0,1 0-6 0,16-11 0 15,-15 10-1-15,-6-2-9 0,0 3 21 0,10-3-18 16,-13 2 7-16,11 1-6 0,-8-2 11 16,8-1-4-16,-8 3-4 0,3 0 11 15,4 0-14-15,-5-1 0 0,-2 1 4 0,-5-1-2 16,4-1 1-16,8 2 12 0,-8 0-5 0,0 0-2 15,0-3-19-15,-3 1 19 0,-12 2-3 0,11 0-5 16,0 0-4-16,-1 0 1 0,2 0 11 16,4 0-4-16,-1 0 0 0,1 0 9 0,0 0-15 15,-3 0 3-15,-2 0 13 0,13 14-24 0,-15-14 17 16,10 7-8-16,-1-7 0 0,-2 1 10 16,-5 1-1-16,5-2-8 0,-5 3 3 0,-3-2 6 15,2 2 4-15,10 0-17 0,-3-3-1 16,-1 2 6-16,-4 1-4 0,-2-3 4 0,-10 0 9 15,11 0-20-15,-4 0 9 0,-7 0 11 16,12 0-3-16,-2 0 13 0,-2 0-14 0,3 0 6 16,18 10-12-16,-15-9 3 0,2-1 3 0,-4 4 4 15,-12-4 5-15,9 0 0 0,1 0-11 16,-2 0-9-16,1 0 5 0,-2 0 4 0,4 0 5 16,-3 0-8-16,1 0 10 0,-2 0 0 15,2 0-16-15,-9 0 7 0,12 0 6 0,-4 0-4 16,-8 0 10-16,10 0-5 0,-2 0-18 0,-8 0 11 15,11 0-11-15,-2 0 11 0,2 0-11 16,-11 0 16-16,11 0 5 0,-2 0-13 0,0 0 18 16,-9 0-21-16,12 0 14 0,-5 0 5 0,3 0-10 15,7-15-12-15,-11 15 15 0,1 0-5 16,0-3-5-16,2 1-13 0,-2 2 11 0,-1-1 7 16,1-1 3-16,-7 2-22 0,0 0 30 0,9 0-16 15,-9 0-10-15,11 0-2 0,-4 0 20 16,-7 0-17-16,10 0 2 0,2 0 17 0,-12 0-20 15,11 0 1-15,-3 0 10 0,-8 0 16 16,11 0-9-16,-1 0 2 0,-10 0-5 0,21-13-4 16,-16 13-5-16,0 0 6 0,0-3 4 0,-1 3 2 15,2-1 0-15,-3 0-4 0,2 0 3 16,-1 1 8-16,1 0 4 0,-5 0-13 0,0 0-2 16,0 0 14-16,0 0-15 0,7 0-8 0,-7 0-10 15,0 0 18-15,7 0 3 0,-7 0 2 16,0 0-24-16,0 0 13 0,9 0 14 0,-9 0-8 15,0 0-10-15,0 0 13 0,8 0 0 0,-8 0 2 16,0 0-14-16,0 0 9 0,0 0 5 0,0 0-15 16,9 0 31-16,-9 0-11 0,0 0-14 15,0 0 16-15,0 0 1 0,0 0-2 16,0 0-20-16,0 0 14 0,8 0-1 0,-8 0 14 16,0 0-11-16,0 0-3 0,0 0-4 0,0 0-13 15,0 0 28-15,0 0 1 0,0 0 0 16,0 0-11-16,10 0 2 0,-10 0-11 0,0 0 10 15,0 0 17-15,0-9 3 0,11-3 20 0,-14 9-7 16,3-3-6-16,-1 0-6 0,-1 0 10 16,-3-15 2-16,0 0-17 0,-1-2 16 0,0-5-39 15,1-6-46-15,-2-1-50 0,3-2 11 0,-2-6-283 16,1-4 0-16,3 0-8 0,-2 1 30 16,-8 2 26-16,-1 0 13 0,0 4 43 0</inkml:trace>
  <inkml:trace contextRef="#ctx0" brushRef="#br0" timeOffset="4">-412 1108 232 0,'0'0'227'0,"0"0"-18"16,0 0-58-16,0 0 11 0,0 0-23 0,0 0 6 15,0 0-60-15,0 0 44 0,0 0-43 16,0 0-12-16,0 0-29 0,-13 0 24 0,12 4-8 16,1 1 18-16,0 1-35 0,0-2 2 0,-3 4-3 15,3-3-6-15,-4 3-1 0,4-4-6 16,0 5 18-16,-1-3-23 0,-2 4-4 0,2-3 4 16,1 2-6-16,0-2 2 0,0 2 1 15,0 1-9-15,0-3 15 0,0 3-11 0,0-1-7 16,-1-2 2-16,1 2-24 0,0-9 28 0,0 0-30 15,0 9 19-15,0 1 13 0,0-10-4 16,0 9 8-16,0-1-18 0,0 0 8 0,0-8-22 16,0 8 15-16,0-8-7 0,0 8 18 0,0-8-31 15,0 0 34-15,0 8-4 0,0-8 8 16,0 0 0-16,0 0-12 0,0 0 5 0,0 0-5 16,1 13-8-16,-2-14 7 0,1-3-13 0,-2 4-3 15,2-4-1-15,-2 0 14 0,0-2-16 0,2 4 14 16,-1-4 19-16,1 0-17 0,-2-1-9 15,0 0 13-15,2-1-9 0,0-1-10 0,0 9 21 16,0-9-21-16,0-6 17 0,0-1-12 16,0-3 10-16,0 3-8 0,0 1 6 0,0 4-23 15,16-12 18-15,-16 17 11 0,1-2-8 0,-1 3-4 16,0-3 8-16,1 6-5 0,2-2 2 0,-2-1-6 16,1 0-2-16,-2 0-2 0,1 2 15 15,1-2-3-15,0 2-15 0,-1 2 13 0,3-3 1 16,-4 3 1-16,4 0-10 0,-2 1-7 15,-2 0 21-15,5 0 0 0,-1 0-13 0,-1 1-18 16,2 0 20-16,0-1-2 0,-2 1-18 0,-3-1 18 16,0 0-13-16,0 0 15 0,21 9 2 0,-16-6-4 15,-3 0 3-15,3 0-10 0,1 0-7 16,-3 1 1-16,4 1-1 0,-5-1 9 0,2 1 11 16,8 8-24-16,-3-4 40 0,-1 0-31 0,-2-3 12 15,-1 0 19-15,3 9-16 0,0-4-3 16,0-1 9-16,-4-4-3 0,1 3-11 15,-3-3 18-15,7 10-7 0,-6-2 0 0,1-4-7 16,1 1 10-16,-2-1-10 0,-2-4 0 16,1-1 9-16,0 1-15 0,-2-1 22 0,1 0-29 15,2-1 5-15,-1-2 15 0,-2 3-23 16,0-1 18-16,3-2 17 0,-3 0 5 0,1 3-24 16,-1-5 4-16,0 0-9 0,0 0 13 0,0 0 11 15,0 0-28-15,0 0 0 0,0 0 16 16,0 0-10-16,0 0-5 0,0 0 7 0,0 12 6 15,0-12 6-15,-1-3-18 0,1 6-1 16,-3-6 14-16,3 2 3 0,-1-1-7 0,0 2-10 16,-2 0 10-16,2-1 18 0,1-1-22 15,-2 1 2-15,0-1-9 0,2 1-13 0,-1-3 1 16,-2 3 19-16,3-2 16 0,-3 1-18 0,2 0 12 16,1 0-41-16,-1-2 36 0,-2 3-3 0,2 0-9 15,1-5 10-15,-3 5-1 0,-1-1-16 16,4-2 5-16,-3 1 16 0,1 0 5 0,2 0-11 15,-2 1-9-15,-1-2 11 0,3 2-8 16,-2 0 24-16,-2 0-5 0,4 1-13 0,0-1-19 16,-3-1 4-16,3 3 15 0,-3-1 8 0,2-1-16 15,0 0 8-15,-2 2 16 0,2-3-38 0,1 2 23 16,-1-1 8-16,-3 1-27 0,4-1 20 16,-1 1-11-16,-1 1 18 0,2 0-5 15,0 0-30-15,0 0 27 0,0 0 3 0,0 0-17 16,0 0 7-16,0 0 13 0,0 0-26 0,0 0 28 15,0 0-7-15,0 0 1 0,0 0-10 0,0 0-1 16,0 0 4-16,0 0 14 0,0 0 4 16,0 0-22-16,0 0 7 0,0 0 4 0,0 0 2 15,-9 0-7-15,9 0 19 0,0 0-9 0,0 0-8 16,0 0-5-16,-10 0 14 0,10 0-1 16,0 0 7-16,-8 0-15 0,8 0 13 0,0 0-16 15,-10 0 21-15,10 0 14 0,0 0-42 0,-11 0 17 16,11 0 10-16,-7 0-6 0,7 0-14 15,-11 0 10-15,-1 0 11 0,6 1-4 0,2 1-14 16,1-1-14-16,-1-1 36 0,0 0-12 0,3 2-12 16,-2-2 26-16,-1 1-5 0,0 2-31 15,3-3 10-15,-2 0 11 0,-1 0-12 0,4 0 23 16,0 0-18-16,0 0 0 0,0 0-17 16,0 0-36-16,0 0 10 0,0 0-34 0,-6 0 6 15,-3 0-74-15,8 0-33 0,1 0-95 0,0 0-48 16,0 0 10-16,0 0 14 0,0 0 6 15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7T00:42:35.518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-2 1608 394 0,'0'0'97'0,"0"0"-10"0,0 0-11 0,0 0 14 16,0 0-11-16,0 0-9 0,0 0 33 15,0 0-6-15,0 0-3 0,0 0-23 0,0 0 3 16,0 0-13-16,0 0 29 0,0 0-15 0,0 0 24 16,0 0-11-16,0 0-9 0,0 0-29 0,0 0 8 15,0 0 14-15,3-22-13 0,-11 20 11 16,0 1-12-16,1 1-4 0,-2-3-10 0,-13 3-10 15,-2-4 6-15,1 2-9 0,4-2 8 16,-3 1 9-16,-5-1-15 0,5 0 0 0,4 4 13 16,-5-3-18-16,-1-2 0 0,2 1 9 15,-2-1 4-15,1 1-11 0,1 1 0 0,-2 0 3 16,1-2-12-16,-1 1 19 0,4 3-8 0,0-2 9 16,-1-2-3-16,-2-1-28 0,-1 3 3 0,8-2 7 15,-6 1-10-15,2-2 9 0,2 0 14 16,-2-1-24-16,1 2 16 0,-4-1-18 0,6-2 4 15,1-2-3-15,-2 1 1 0,-1 1 7 16,3-2-13-16,1 0 20 0,-3 2-24 0,0 1 3 16,-1-2-4-16,0 3 16 0,3-1-14 0,-3-1 17 15,6 2-7-15,-4 1 9 0,2-2 8 0,2 3-27 16,-5-5-7-16,6 3 18 0,0 1 16 16,1 3-16-16,2-2-11 0,-4-6 19 0,-4 4-17 15,7 1 23-15,2 1-26 0,1-2-3 0,1 0-3 16,-2 3 6-16,2-3 8 0,1 1 2 15,-7-5-23-15,-2-5 12 0,5 7 4 0,1 0 2 16,-1 1-7-16,5 3 24 0,-4-2 5 0,4 2-8 16,-1-2-21-16,0 1 10 0,0 2-5 15,1 0 3-15,-2-1-8 0,3-2-3 16,-2 5 12-16,0-3-16 0,0 0-2 0,-2 2 8 16,2-4 17-16,0 2 5 0,-2-1-22 0,3 3 12 15,-2-2-3-15,-7-10 12 0,3 7-5 16,2 3-17-16,-2-1 26 0,3 0-12 0,2 2 4 15,0-2-14-15,1 2 14 0,-3-2 10 0,5 4 7 16,-3-2-33-16,0 0 16 0,-2 0-21 16,3 1-3-16,2-2 11 0,-2 4 10 0,0-4-6 15,1 3 6-15,-1-1-14 0,2 0 20 0,-3 1-2 16,3-1-18-16,-1-1 12 0,-1 3-13 16,1-6 23-16,-1 6-23 0,-1-4-7 15,2 4 31-15,0-5-20 0,1 3-6 0,-3-2 5 16,1 3 15-16,2-1-13 0,-2 1 26 15,1-1-22-15,-2 2 9 0,1-4-17 0,3 3 10 16,-6-2 6-16,4 1-4 0,0-1-12 0,-5 1 2 16,6 0-8-16,-5 0-5 15,2 0 15-15,0-1 31 0,-2 2-33 0,2-4 42 16,-1 4-40-16,1-4 10 0,1 5-3 0,1-1 9 16,-2-2-15-16,-1 1-6 0,0 2 43 0,3-4-35 15,-3 4 1-15,4-4-4 0,-3 3 2 16,1 0-14-16,1-2 34 0,-1 1-34 0,3 2 20 15,-3-2 19-15,-1 0-37 0,4 2-7 0,-1-3-12 16,-2 2 3-16,3 0-18 0,0 1 5 16,-2 0-24-16,1 0-15 0,2-3-22 0,-4 3-22 15,4-1-43-15,0 1 15 0,0 0-65 0,0 0-16 16,0 0-86-16,0 0-29 0,0 0 22 16,18-12-48-16,-9 10 20 0,-6-2 60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7T00:42:51.689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79 79 371 0,'-1'2'87'16,"1"-4"-11"-16,1 2-26 0,-1 2 38 0,-1-2-30 16,-2 0-33-16,3 0 22 0,3 2 11 0,-2-2-7 15,-2-2-5-15,1 2-6 0,0 0 30 16,0 0 10-16,-3 0-7 0,3 0-30 0,0-2 48 15,0 4-42-15,0-2 8 0,-1 0 8 0,-1 2 2 16,1 0-33-16,-1-2-10 0,0 0 12 0,2 1 16 16,-1 1-34-16,-2-2 31 0,1 0-9 15,2 2-23-15,0-2 20 0,-3 0-12 0,3-2-9 16,-1 2 25-16,0-2-29 0,1 4 16 16,0 0-24-16,-2-2-6 0,0 1 11 0,2-1 2 15,-3 1-28-15,1-1 33 0,-1 2-7 0,3 1 6 16,-4-1-39-16,3 1 40 0,-3-3-4 15,3 3-6-15,-1-3-5 0,2 1 13 16,-3-1-40-16,1 3 17 0,2-2 3 0,-1 0 14 16,-2 3-16-16,2-4-12 0,0 0 24 0,1 4 13 15,-1-2-3-15,-2 1-14 0,-2-2-14 0,3 2 26 16,2 1 9-16,-1-2-42 0,1 0 15 16,-4 0-21-16,3 2 27 0,1-2-9 0,0-1 30 15,-4 1-47-15,4 2 33 0,0-3-25 0,-1 0 26 16,1 0-3-16,0 2-30 0,0-3 27 15,0 0 32-15,0 0-30 0,0 0 18 0,0 0-12 16,0 0-12-16,0 0 11 0,0 0 12 0,0 0-11 16,0 0 26-16,0 0-24 0,0 0 3 15,0 0-18-15,0 6-2 0,0-6 46 0,0 0-19 16,0 0 0-16,0 0-19 0,0 0 30 0,0 0 0 16,0 0-10-16,6 10-10 0,-2-10 19 15,-1 0-2-15,1-1-6 0,0 1 14 0,-3 0-10 16,5 0 1-16,-2 0-4 0,-3 0 1 0,5-3-8 15,-4 3-13-15,2 2 10 0,1-2-5 16,2-2 3-16,-5 2 2 0,-2 0-1 0,0 0 6 16,0 0-26-16,9 0 18 0,-9 0-1 15,8 0-10-15,-8 0 12 0,9 0-5 0,-9 0 1 16,12 0 7-16,4-12-14 0,-9 8 10 0,-2 3 4 16,2 1-15-16,-2-1 16 0,1-2-9 15,2 2-10-15,0 1 3 0,-2-2 6 0,1 2-11 16,0-3-2-16,1 3-2 0,0 0-3 0,-2-3 21 15,16-2 8-15,-6 3-20 0,-3 0 10 16,0 0-18-16,1 1 15 0,-3-1-2 0,9-2-12 16,2 1 16-16,0 0-1 0,-6 0-2 15,-3 1-6-15,2 1 14 0,7-3-10 0,-2 1 2 16,-6 0 3-16,1 0 8 0,-4 1-19 0,1 2 6 16,-3-3-5-16,0 2 6 0,9-4-4 0,-1 3 11 15,-6 2-3-15,1 0-15 0,-2-2 7 16,1 0 4-16,-4 2-9 0,1-1-2 0,1 0 3 15,-1-3 20-15,1 4-17 0,-1 0 13 0,2 0-14 16,2 0-5-16,8-3 10 0,-4 2-1 16,5-4-7-16,-2 4 8 0,-4-2 9 0,-3 3-11 15,-2 0-3-15,1 0-5 0,-4 0 17 16,4 0-10-16,-4 0 0 0,3 0-3 0,-1-2 2 16,1 2 4-16,-1-1-16 0,0 1 24 15,1 0-8-15,1 0-5 0,12-5 6 0,-8 2-1 16,0 2-9-16,-2-2 12 0,-3 2-5 0,8-4-2 15,-4 5 11-15,-1-3-5 0,-7 0-3 16,4 1-7-16,-4 2-2 0,-3 0 8 0,4 0-7 16,-4 0 10-16,1-1 5 0,1 1-7 15,-2 0 2-15,0 0-13 0,-1 0 11 0,2-2-10 16,-3 1-1-16,3 1 17 0,-2 0-3 0,3 0 1 16,-3 0-8-16,-2 0 6 0,0 0-5 15,0 0-4-15,0 0 3 0,0 0 9 0,0 0-4 16,0 0 1-16,9 0 2 0,-9 0-1 0,0 0 4 15,0 0-9-15,0 0-13 0,0 0 13 16,0 0 2-16,8 0-1 0,-8 0-5 0,0 0-2 16,0 0 10-16,0 0-1 0,0 0-12 0,0 0 17 15,0 0-5-15,0 0 2 0,0 0-13 16,0 0 10-16,0 0 3 0,9 0 7 0,-9 0-19 16,0 0 7-16,0 0 5 0,0 0 4 0,0 0 4 15,0 0-9-15,9 1 11 0,-7-2-14 16,-6 1 13-16,4 0-12 0,0 0-3 0,-4 0 7 15,4 0 2-15,3-2 1 0,-6 2-10 0,3 0 13 16,-1 0-9-16,1-1 1 0,-2-1-12 16,-2 2 14-16,4-1-8 0,-2-2-4 0,2 3-8 15,0-1 16-15,-2 0 5 0,1 0-9 16,1 1 0-16,-3-3-5 0,-2 3 9 0,1 0 5 16,4 0-7-16,-3-3-6 0,-1 3-6 0,4 0 10 15,-5-1 8-15,4 1-5 0,-3-1-12 16,3 1 24-16,0 0-11 0,-3-1-7 0,4 1 14 0,-2-3-13 15,0 2-3-15,1 1 20 0,-1 0-20 16,-2-2 12-16,3 2-6 0,0 0-2 0,-2 0 7 16,2 2-3-16,1-2 6 0,0 0-2 15,0 0 10-15,0 0-7 0,0 0-6 0,0 0-15 16,0 0 10-16,0 0 14 0,-17 10-1 0,16-6-18 16,1-3 6-16,0 4 2 0,0-2-7 0,0 0 23 15,1 0-15-15,2 2-17 0,-2-2 7 16,0 2 1-16,3 0 3 0,-3 0 19 0,3-1-22 15,-1-2 12-15,1 2-4 0,1 0-1 16,-1 1-13-16,4-5-1 0,-3 4 8 0,1-3 6 16,1-1 5-16,-1 0-10 0,2 1-7 0,-3-1-18 15,1 0 10-15,-6 0 15 0,0 0 6 16,11 0-28-16,-11 0 22 0,6 0 5 0,-6 0-7 16,0 0 2-16,16-13 16 0,-16 11-10 0,0-2 10 15,0 2 3-15,0-2-8 0,-2 0 0 16,-1 2-2-16,0-4 12 0,-1 5 8 15,0-1-18-15,2-2 11 0,-2 2-2 0,1-3 5 0,-1 2 2 16,-1 0-17-16,3-1 5 0,-4 3-13 16,3 0 1-16,-3 0 10 0,4-2 3 15,-2 3-1-15,-1 0-2 0,-2 0-5 0,5 0 3 16,-2 0-8-16,-1 0-9 0,5 0 18 16,0 0-1-16,0 0-10 0,0 0 9 0,-12 0-2 15,12 0-8-15,0 0 5 0,-8 0-3 0,-1 15 7 16,7-14 8-16,-2 1 2 0,3 1-8 0,-2 2-3 15,2-2-17-15,1 0 21 0,0 3 1 16,0-2-8-16,0 2-10 0,1-2 11 0,2 2 3 16,-3-6-2-16,0 0-12 0,0 0 11 0,12 21 5 15,-8-18-11-15,8 9 18 0,-4-7-10 16,1-1 10-16,-2-4-26 0,0 0-2 0,-7 0 17 16,0 0-7-16,9 0-9 0,-9 0 14 0,9 0-1 15,-9 0 1-15,22-15-9 0,-18 11 0 0,-2-1 17 16,4-1-2-16,-5 0 7 0,3 0-5 15,-4 2 6-15,0-1-16 0,4-1 22 16,-3 2 0-16,0-2-1 0,-1 6-7 0,0 0 7 16,0 0-17-16,0-10 2 0,0 10 15 0,-18-16-21 15,17 15 26-15,-3-3-15 0,-2 3-10 16,0-3 5-16,0 4 9 0,-1 3-20 0,2-6 15 16,0 3-8-16,0 3-6 0,5-3 14 15,0 0-3-15,0 0-1 0,0 0 0 0,-10 0-19 16,-2 13 21-16,12-10-9 0,3 1-3 0,-3 0 8 15,-3-1-26-15,3 0-7 0,0 1-6 0,3-1-21 16,-2-1 3-16,-1 2-91 0,0-2-134 0,4-2 23 16,-2 0-147-16,2-2 33 0,-3 1 19 15,3-2 98-15,-1 3-17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07:56:15.827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6324 3527 296 0,'0'0'72'0,"0"0"-9"0,0 0-7 15,0-18 30-15,0 18-39 0,0 0-16 0,0 0 17 16,0 0-1-16,0 0-25 0,0 0-1 0,0 0 8 16,0 0-2-16,0 0-12 0,0 0-9 15,0 0 19-15,0 0-47 0,0 0 24 0,0 0 6 16,0 0 16-16,0 0 2 0,0 0-38 0,0 0 16 15,0 0-4-15,0 0-7 0,0 0 5 16,0 0 48-16,0 0-56 0,0 0 13 0,0 0-14 16,0 0 46-16,0 0-13 0,0 0 2 0,0 0-49 15,0 0-23-15,0 0-26 0,0 0-42 16,0 0-116-16,0 0-70 0</inkml:trace>
  <inkml:trace contextRef="#ctx0" brushRef="#br0" timeOffset="212058.263">3515 4080 222 0,'0'0'154'15,"-17"0"-44"-15,17 0-15 0,0 0 24 16,0 0-13-16,0 0-14 0,0 0-9 0,0 0-13 16,0 0-4-16,0 0-8 0,0 0-6 15,-14 0-3-15,14 0-26 0,0 0 43 0,0 0-25 16,0 0-29-16,-26-6 25 0,25 3-29 0,-1 2 25 16,-1 0 48-16,3-1-29 0,-2 2-11 15,1 0 25-15,-2-2-8 0,3 2-7 0,0-1-3 16,0 1 5-16,-1-2-4 0,0 2-26 0,-3-1 29 15,4 1-24-15,-3 0 0 0,1 0-17 0,2-2-2 16,0 2 18-16,0 0-12 0,0 0 1 16,-3 0-12-16,3 0 15 0,0-3-3 0,0 3-4 15,0 0 12-15,0 0-18 0,-2 0 16 16,0 0-9-16,2 0 22 0,0 0 9 0,0 0-23 16,0 0 6-16,0 0-18 0,0 0 19 0,0 0-1 15,0 0-10-15,0 0 2 0,0 0 2 0,0 0-6 16,2 0-5-16,0 0 7 0,1-3-6 15,-1 3 10-15,1 0-9 0,3 0-3 0,0 0 0 16,0-2 7-16,2 2-1 0,1-1-11 16,14 0 5-16,-6-1-8 0,6-1 6 0,0 1 7 15,-1 0-12-15,5-3 5 0,-2 2-6 0,5 0-2 16,-3-2 7-16,5 0-2 0,-4 1-2 0,3 2-12 16,2-3 6-16,-4-1 7 0,1 4-8 0,0-2-11 15,1 0 18-15,-4 2-2 0,1 2 3 16,-1-3-6-16,-5-1 7 0,3 2 7 0,-7-2-21 15,-4 3-2-15,-2-2 18 0,0 3 9 16,-2-2-11-16,-4 2-20 0,-1 0 13 0,3-3 12 16,-3 3-1-16,-2-1 13 0,2 1-9 0,0-1 8 15,0 1 15-15,-3 0-12 0,5-1-10 16,-4 1-6-16,-2-3 19 0,3 3-15 0,0 0-28 16,-1-2-13-16,-2 1-25 0,-1 1-16 0,0-1-25 15,4-1 10-15,-3 2-100 0,-1 0-51 16,0 0-95-16,0 0-36 0,0 0 55 0,0 0 23 15,0 0 11-15</inkml:trace>
  <inkml:trace contextRef="#ctx0" brushRef="#br0" timeOffset="212420.037">3885 3877 277 0,'-6'-3'225'0,"-2"2"-7"0,4 0-9 0,-3-1-43 16,4 2-22-16,-2 0-7 0,1 0-42 16,0 0 19-16,2 0-32 0,-4 2-25 0,6 0 12 15,0 3-10-15,-1-1 5 0,1 2-23 0,0 3 20 16,5 13-9-16,-5-11-38 0,0 8 11 0,0 2 26 15,0 6-13-15,0-1-7 0,12 35 13 16,-8-29 4-16,0-3-5 0,1-1-11 16,1-1-1-16,-6-2 17 0,3-3-19 0,-3-5 9 15,1-1-9-15,-1-5-13 0,1-3 5 0,2 2 9 16,-2-4-20-16,-1-1-2 0,0-5-42 16,0 0-5-16,0 0-26 0,0 0 7 0,0 9-225 15,-6-2-89-15,3-10 27 0,-1-1 18 0,1 0 21 16,-4-1 13-16</inkml:trace>
  <inkml:trace contextRef="#ctx0" brushRef="#br0" timeOffset="142762.497">3486 3654 404 0,'-5'-1'217'0,"1"-1"-8"15,1 1-28-15,1-1-1 0,-2 2-21 0,-1-3-18 16,4 1-20-16,-3 1 4 0,1-1-18 0,0 2-13 16,1 0 8-16,-2 0-21 0,4-1-18 0,-1 1-3 15,0 0 1-15,1 0-14 0,-4-1-1 16,3-1 3-16,-1 2-15 0,0 0-12 0,2 0-3 15,-1 0 7-15,-1 2-8 0,2-2 1 16,0 0-6-16,-4 1 3 0,4-1-17 0,-1 1 24 16,0 2-12-16,-2 2 2 0,3-2 3 0,-1 3 7 15,1-3-9-15,-1 4-2 0,1 0-17 16,-3 1 16-16,2 2-13 0,1 12 22 0,0-3-25 16,0-1 1-16,0-7 12 0,0 7-5 15,0-2 9-15,0 2-2 0,0 0-2 0,0 3 1 16,0-4-1-16,0-1-6 0,0-3 0 0,0-2 10 15,0-1-9-15,0-1 1 0,0-9-10 16,0 9 10-16,0-9-4 0,0 9 3 0,0-9 5 0,0 6-15 16,0-6-25-16,0 0-33 0,0 0-38 15,0 0 10-15,0 9 8 0,0-9-343 16,0 0 26-16,0 0 88 0,-2 9 20 0,-4-9-68 16,1 0-8-16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07:58:32.089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15 227 252 0,'-16'0'262'0,"16"-17"-22"0,0 17-37 15,0 0-35-15,0 0-40 0,0 0-9 0,0 0-10 16,0 0-8-16,0-16-11 0,0 16-2 16,0 0-33-16,0 0 16 0,0 0-17 0,0 0-13 15,0 0 8-15,0 0-2 0,0 0-11 16,0 0-2-16,-3 21-22 0,12-6 22 0,3-2-7 16,-1 0 6-16,2-2-9 0,-1 0-27 0,-4-4 24 15,-1-1-7-15,2 1-1 0,-2-1 7 0,-2-3 4 16,1 2-22-16,-2-2 8 0,3 0 6 15,-1 0-2-15,-1 1 2 0,1-2-3 0,-1 1-9 16,-3 0 10-16,3 0 21 0,2-3-6 0,-2 3-6 16,-1-3 4-16,-4 0 16 0,0 0-6 15,0 0 6-15,9 0 16 0,-9 0 1 0,21-13-11 16,-17 5 8-16,5-6-7 0,0 0-6 16,-4-5-1-16,-1-4-6 0,0 2 2 0,-1-2 11 15,1 4-26-15,-1 2 37 0,-1-5-30 0,2 2 11 16,-4 12 3-16,0-3-33 0,0-1 5 15,0-1-8-15,0 2 15 0,0 0 0 16,0 3-14-16,0-1-22 0,0 9 20 0,0-11-44 16,0 3-17-16,0 8-41 0,0-8-17 0,0 8-33 15,0 0 14-15,0 0-141 0,0-9-147 16,11 3 37-16,-11 6 30 0,0 2-3 0,0 2 43 16,2-4 10-16</inkml:trace>
  <inkml:trace contextRef="#ctx0" brushRef="#br0" timeOffset="294.924">624 206 540 0,'0'4'204'0,"0"0"-5"16,0-2-38-16,0 5-33 0,0-3 0 0,0 1-42 15,1 1 22-15,1 2-13 0,-2 2-1 0,0-1-19 16,0 4-13-16,0 2-15 0,0-1 10 16,0-1-11-16,0 0 8 0,0 5-6 0,0-2-11 15,0-1 14-15,0 4-12 0,0-4-12 0,0-1 3 16,0-1 7-16,0-4-10 0,0-1-2 16,0 0-3-16,0-8-11 0,0 7-39 0,0-7-43 15,0 9 9-15,0-9-236 0,0 9-63 0,0-9 26 16,0 10 22-16,0-11 36 0,0-6 0 15</inkml:trace>
  <inkml:trace contextRef="#ctx0" brushRef="#br0" timeOffset="-1387.692">41 1140 239 0,'16'0'124'0,"-16"0"-20"16,0 0-15-16,0 0 55 0,0-15-39 16,0 15 30-16,0 0 4 0,0 0-25 0,0 0-6 15,0 0-4-15,0 0 6 0,23-31-19 0,-23 30-23 16,0-1 5-16,0-1 3 0,0 1-6 16,3 1-7-16,-3-1 3 0,-3-3-1 0,3 2-11 15,0 1 1-15,-1-3-6 0,2 4-12 16,-1-2 19-16,0 1-11 0,0-1 6 0,0 3 2 15,0 0 1-15,0 0-2 0,0 0 2 0,0 0-8 16,0-8 16-16,0 8-16 0,0 0 1 16,0-8 15-16,0 8-5 0,0 0-10 15,0-9 0-15,0 9 19 0,0 0-2 0,0 0-10 16,0-8-31-16,0 8 31 0,0 0-34 0,0 0 1 16,0 0 15-16,0 0 3 0,0-8-3 15,0 8-28-15,0 0-2 0,0 0 7 0,0 0-13 16,-16-8 2-16,18 9-2 0,-2 1-13 15,0 3 14-15,0-1 2 0,1 1-3 0,-1 1-5 16,0 1 9-16,1 2-2 0,2-3 1 0,-2 3-8 16,-1-9 11-16,0 16-5 0,7 19 12 15,-2-15 12-15,-5-3-16 0,6 4-12 0,-6 2-6 16,3-6 19-16,-3-17-13 0,0 16-2 16,0-3 24-16,0 2-15 0,0-5-9 15,13 11 3-15,-12-15 0 0,0 0 16 0,-1 0-2 16,0-4-15-16,0 2 25 0,0-1-27 0,0-3 44 15,0 0-18-15,0 0 13 0,0 0 17 16,0 0-12-16,0 0 32 0,0 9-51 0,3-11 35 16,-6-2-41-16,3-1 11 0,0-2-14 15,-1 0-9-15,0-1 9 0,1-1 9 0,0-2-5 16,0-5 8-16,-7-20-24 0,5 17 18 0,-1-3-1 16,3 7-7-16,-1-5-13 0,1 2 10 0,0 3-10 15,-3 3 14-15,3 0-2 0,0 1-16 16,0 4 21-16,-1-1-14 0,0 1-11 15,1 2 9-15,0-2-14 0,0 0 29 0,0 5-10 16,0-3-6-16,-3 0 0 0,3 1 12 0,0-1 0 16,-1 2-17-16,1 0 4 0,0 0 25 0,0 0-24 15,0 1-2-15,0 1 8 0,0 1 22 16,0 0-42-16,0 0 7 0,0 0-1 16,4-7 17-16,-7 8-20 0,2-1 11 0,1 6 2 15,0-3 5-15,0 5-19 0,0 1 15 0,0-1-6 16,0 0-6-16,0 7 15 0,0 3 22 15,0 1-33-15,0 2 10 0,0 3 21 0,0-3-33 16,0-3 27-16,0-2-25 0,0 2 7 0,0-1-5 16,0-1-14-16,0-4 11 0,0 0 32 15,0 1-21-15,0-3 11 0,0 0-11 0,0-1-19 16,0 0 44-16,0-2-31 0,0 1 8 0,0 0-10 16,0 0 15-16,0-8-6 0,0 8-14 0,0-8 12 15,0 13-7-15,0-13-1 0,0 8 25 16,0-1 17-16,0-7-26 0,0 0-12 0,0 9-12 15,0-9 18-15,0 0-2 0,-18 12-38 16,16-15-32-16,0 3-23 0,-3-3-51 0,3 0-41 16,0 0 16-16,-2 3-287 0,3-1 33 0,-3-1 30 15,3 2 3-15,-1-2 26 0,0 1 23 0,2-2 43 16,2 1 11-16</inkml:trace>
  <inkml:trace contextRef="#ctx0" brushRef="#br0" timeOffset="39136.62">205 1454 229 0,'0'0'148'0,"0"0"16"0,0 0-37 0,0 0-18 16,-14 0-13-16,14-16-12 0,0 16-9 0,0 0-8 15,0 0-2-15,0 0-6 0,0 0 6 0,0 0-48 16,0 0 15-16,0 0 8 0,-21-29-24 15,21 30-2-15,-2-2-23 0,2 1 1 0,1-3 51 16,-1 3-6-16,1-3-52 0,-1 2 8 0,2 1 1 16,-2-1-1-16,0 0-3 0,0 3-17 15,0-3 0-15,4 0-25 0,-4 3-16 0,0-2 15 16,1 0-20-16,1 0-9 0,1 0 14 0,0 1 4 16,-2-1-38-16,1 0-46 0,1 0-54 15</inkml:trace>
  <inkml:trace contextRef="#ctx0" brushRef="#br0" timeOffset="3442.12">-10 3139 507 0,'0'0'257'0,"0"0"-25"16,-20 0-22-16,20 0-28 0,0 0-33 16,0 0-11-16,0 0-8 0,0 0-38 0,0 0 10 15,0 0-32-15,0 0-8 0,5 1 4 0,2-4-2 16,1 0-24-16,-2 3 4 0,-1-3-10 16,3 2 17-16,-3-1-17 0,2 0-10 0,-7 2-6 15,0 0 5-15,7 0-3 0,-7 0 0 0,22 13 9 16,-17-8-2-16,1 0-14 0,-1-1 9 15,-3 1-33-15,2 1 21 0,0 2 8 0,-4-4-6 16,3 2-16-16,-2 3 17 0,-1-3-7 0,0-6 1 16,0 0-5-16,0 13 15 0,-14 16-7 0,3-12-20 15,0-4 22-15,3-2-6 0,0-3-12 16,2-2 18-16,1 0-18 0,1 0 13 0,0-3-21 16,0 0 10-16,3 1 1 0,1-1 0 15,-3 0-3-15,1-2 3 0,2 1 19 0,0 0-8 16,0-2 1-16,0 0-6 0,0 0 11 0,0 0-1 15,0 0-15-15,11 0-4 0,-6 0 13 16,1 0 2-16,-3 0-5 0,4 0-4 0,-2 0-9 16,3 0-6-16,-2 3 17 0,3-3-15 0,-9 0 4 15,8 0 20-15,9 0-9 0,0 0-8 16,-2 0 6-16,20 13 6 0,-18-6 4 0,-6 1-20 16,-3-1-1-16,4 6 15 0,-6-6-12 0,-2 7 1 15,-1-4 7-15,-1 2-9 0,-2-12 25 0,0 15-23 16,0 3 12-16,-15 16 6 0,10-16-6 15,-2-1 11-15,1-1 1 0,-5 1 1 0,1-2 33 16,2-3-5-16,1-4 21 0,-6 4-1 16,5-4-8-16,0-2 5 0,-1 0-3 0,1-2 39 15,-1-2-28-15,3 0 3 0,-2-1-24 0,3 2 11 16,-2 0 16-16,2-3-18 0,0 0-28 16,-1 0 30-16,3 0-41 0,-1 1-34 0,-1-1 7 15,5 0-22-15,0 0-48 0,0 0-59 16,0 0-56-16,-10 0 17 0,10 0-252 0,0 0 7 15,-9 0 52-15,9 0 12 0,0 0 24 0,-16-16 23 16,11 14 37-16,5-1-7 0</inkml:trace>
  <inkml:trace contextRef="#ctx0" brushRef="#br0" timeOffset="7552.038">-19 5337 362 0,'0'0'148'0,"0"0"-44"15,0 0 32-15,0 0-4 0,0 17-17 0,0-10-27 16,3 2-42-16,-3-1 32 0,0 0-23 16,0 7 5-16,12 10-11 0,-7-14-3 0,-1-2-33 15,4-1 5-15,-4-4-12 0,1 2 43 0,0-2-43 16,1 1 47-16,0-2-2 0,3 0-11 0,-4-1-15 16,1-1 11-16,2 1 6 0,1-1-37 15,-2 2 13-15,0-3 8 0,0 1 7 0,2 1-36 16,-3 1 11-16,2-2 21 0,2 0-4 0,-1 3-7 15,-2-4-27-15,11 10 8 0,-5-4 21 16,-3-1 8-16,6 6-24 0,-7 2 15 0,0 0-33 16,-3 0 19-16,-1-2 17 0,-1 0 17 15,-4-11-9-15,0 7 1 0,0 2-12 0,0 7 22 16,0 0 2-16,-20 19-21 0,12-17 17 16,-4 0-13-16,3 3 16 0,-6-6-12 0,3-1-12 15,-2-5-26-15,5-1-30 0,-3-6 4 16,3 1-130-16,9-3-69 0,0 0-128 0,-11 0 23 15,-15-22 19-15,15 4 8 0</inkml:trace>
  <inkml:trace contextRef="#ctx0" brushRef="#br0" timeOffset="7758.909">1 5376 394 0,'8'-8'176'0,"0"0"-36"16,6-1-11-16,-1-2 3 0,-3 2-53 15,8-3-26-15,-2 2 36 0,-2 0-13 0,3-1-30 16,-1 3-6-16,5-2-6 0,-9 5-110 16,-3-1-132-16,1 4-100 0,-5 1-5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07:58:33.285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2985 276 212 0,'0'0'332'16,"0"0"-38"-16,0-15-43 0,0 15-15 0,-6-28-31 16,2 24-19-16,4-1-26 0,0 3-15 15,0-4-20-15,-1 4-11 0,0 0-15 16,-2-1-13-16,3 0-2 0,0 1-12 0,0 2-13 15,0 0 2-15,3 5-10 0,-2-2 2 16,0 1-16-16,0 3-8 0,3-1 1 0,-2 1-10 16,7 11 16-16,-2 1 5 0,-1-2-23 0,0 0-6 15,0 2 2-15,5-3 17 0,-1 1-16 16,-3 2 11-16,-1-4-3 0,3 2-11 0,-2-4-1 16,-2-3-7-16,-3-1-1 0,2-1-9 15,1-4 4-15,0 2 3 0,-2-3 16 0,2-1-11 16,2-1-9-16,-2 1 3 0,1-2 3 0,-6 0-3 15,12 0 4-15,16-20-7 0,-16 8 20 16,0-1 7-16,4-1-3 0,-5-2 0 0,-5-3 14 16,4-1-20-16,-2-2 16 0,-3-1 8 0,2 4-14 15,-3-4 40-15,0 4-32 0,-1-2 14 16,-3 13-36-16,0-2-3 0,0-2 42 16,0 2-51-16,0 0 13 0,0 10-12 0,0-10-19 15,0 1-12-15,0 9-25 0,0-9-45 0,11-3-33 16,-11 8-17-16,0 4 13 0,0 0-99 15,0 0-51-15,0 0-107 0,0 0 36 0,9-7 24 16,-7 10-36-16,4-1 13 0,-3 0 68 16</inkml:trace>
  <inkml:trace contextRef="#ctx0" brushRef="#br0" timeOffset="489.496">3475 288 493 0,'0'0'277'0,"2"0"-42"16,-2 0-42-16,3 0-15 0,1 0-23 0,-2-3-24 16,6 0-29-16,-4 0 6 0,5 0-25 0,8-6-25 15,0 7-8-15,-8-2-6 0,2 1 1 16,0 2-9-16,-2 1-8 0,-3 0 14 0,-6 0-10 16,0 0-11-16,11 0 3 0,-4 0-18 15,-7 0-2-15,22 12-13 0,-17-6 18 0,1-3 4 16,-3 3 3-16,0-2 0 0,-2 5-6 0,1-3 3 15,-2 0-3-15,0 3-26 0,0-9 20 0,0 8 15 16,0 6-8-16,-17 19-16 0,10-15 23 16,0-1 2-16,-2-5 1 0,2 7-9 0,-3-6 9 15,6-2-3-15,-4 1-4 0,6-6-3 0,-2 0 10 16,-1 2-11-16,3-3-3 0,1-2 16 16,-2-1-23-16,3 4 13 0,0-4 5 0,0-2-9 15,0 0 1-15,0 0-5 0,0 0-4 0,0 8 3 16,0-8 8-16,15 15-9 0,-9-14-3 15,0 1 12-15,1 1 7 0,3-1 0 0,10 0-1 16,0-2-2-16,-4 2-9 0,-16-2 13 0,13 0 5 16,-2 0-3-16,1 0 1 0,-2 0 12 0,-1 0 3 15,-1 0-18-15,-8 0 6 0,9 0-3 16,1 0 15-16,-10 0-6 0,11 0 14 16,-11 0-13-16,8 0-27 0,-8 0 30 0,10 0-16 15,-10 0 3-15,9 0-47 0,-9 0-27 0,0 0-60 16,0 0 9-16,13-2-247 0,-14 4-53 0,-3-4 20 15,-3 4 28-15,-2 0 24 0,3 2 16 16,-16-1-42-16</inkml:trace>
  <inkml:trace contextRef="#ctx0" brushRef="#br0" timeOffset="3741.887">3028 1120 357 0,'0'0'238'0,"0"-16"-53"0,0 16-22 16,17 0-34-16,-17 0-20 0,0-18-12 0,0 18-8 15,32-24-13-15,-27 20-11 0,0-2 4 0,-2 3 2 16,3-3-20-16,0 3-18 0,0 0 1 16,-1 0 20-16,0 2-27 0,2 1-14 0,2-1 18 15,-9 1-8-15,0 0 0 0,12 0-21 0,0 0 12 16,21 21 7-16,-22-14 8 0,-3 0-35 15,1 1 28-15,-2 0 7 0,-5 0-50 0,3 1 24 16,-1-2 19-16,-2 1-8 0,3 12-38 0,-5-12 20 16,0 3 36-16,0-1-5 0,0 7-20 15,0-1-27-15,-16 15 39 0,10-21 1 0,-1-2-25 16,2-2 16-16,4 2 24 0,-3-3 10 16,1 1-12-16,0-1 15 0,1-1-11 0,-2 0 21 15,4-3 2-15,-2 4-10 0,-1-1-1 16,2-1-4-16,0-1-8 0,-3-1 2 0,4 2 7 15,-2 0-20-15,1-1 3 0,-1-1-9 0,2 3-5 16,0-4-10-16,0 0 16 0,0 0-9 16,0 0 1-16,16 11-13 0,-10-9 17 0,0-2-4 15,4 1 2-15,1-1-14 0,13 3 19 16,-14-3-16-16,9 0 6 0,-1 0-17 0,-2 0 11 16,1 0 6-16,-4 0-14 0,3 0 2 0,-5 0 14 15,0 0-2-15,-4 0-24 0,4 0-53 16,-11 0-40-16,11 0 11 0,-4 0-152 0,-7 0-141 15,10 0 28-15,-10 0 22 0,8-8 23 0,-9 8-38 16,-5 2 10-16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07:59:46.533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-2 13 385 0,'0'0'165'0,"0"0"-5"0,0 0-61 16,0 0 45-16,0-15-18 0,0 15-23 0,0 0-7 15,0 0 4-15,0 0-38 0,0 0 47 0,0 0-35 16,0 0-12-16,0 0 17 0,0 0-12 16,0 0-8-16,0 0-9 0,0 0 2 0,0 0-5 15,0 0 1-15,0 0-17 0,0 0 0 0,0 0 1 16,0 0-22-16,0 0 12 0,0 0 17 16,0 0-26-16,0 0 3 0,0 0-3 0,0 0-7 15,0 0 9-15,0 0 12 0,0 0-14 16,0 0-10-16,0 0-4 0,0 0 20 0,19 6-11 15,-14-3 6-15,1 3-2 0,-1-2 4 0,0-2-17 16,-1 5 24-16,7 5-25 0,4-1-1 16,-10-1-1-16,6-1 2 0,-4-3 10 0,4 6 7 15,2 0 4-15,3 0-6 0,-5-9-3 0,-3 5-10 16,6 5 20-16,1-2 2 0,-6-2-12 16,2 0-5-16,1 2 14 0,0-2-15 0,0 3 5 15,0-1-11-15,-3-2 5 0,5 1 13 0,2 5-7 16,-8-7-12-16,2 1 3 0,1 4 8 0,2-4 5 15,2 3-8-15,-4 0-2 0,-2-3 9 16,-1-2-9-16,1 0 6 0,5 4 6 0,-5-2-7 16,2-1-16-16,-5-2 11 0,6 7 10 15,-1-5-8-15,-2 2 1 0,6 0 12 0,-5-1-15 16,-1-1 9-16,5 2-25 0,-2-3 16 0,-3 1 9 16,-1-2-11-16,7 5-2 0,-3-7 4 0,1 7-11 15,1-5-1-15,-6-2 0 0,-1 1 11 16,2-1-3-16,-4 2 11 0,2-4-4 0,-2 1-7 15,0 3 8-15,2-2 2 0,-2-1-1 0,1 2-5 16,0-1-7-16,8 6 18 0,-3-1-4 16,-2-3-12-16,6 5-7 0,-4-3 12 0,3 1 2 15,-2-1 1-15,1 2-6 0,-3-2 2 16,2-5 1-16,-2 10 5 0,2-5 0 16,-6-3-3-16,1 1-9 0,1 1 9 0,-3-1 2 15,9 6-7-15,-5-6-9 0,-1 0 9 0,-2-1 8 16,2 3-6-16,-2 0 10 0,-2-5-10 0,1 3-1 15,2-2-16-15,-2-2 24 0,0 4-19 0,8 7 11 16,-3-2 14-16,-3-5-13 0,1 0-6 16,6 4 3-16,-5-1 6 0,0-1-12 0,1-2-6 15,3 7 1-15,3-7 26 0,-3 4-18 16,-1 0 12-16,-1-2-3 0,-3 0-3 0,1-2-13 16,-3 0 7-16,0 1 12 0,1-5 1 0,1 2-20 15,-4 1 21-15,10 7-4 0,-3-3-6 16,-3-3 6-16,2 0 3 0,-4 0-3 0,0 1 8 15,-1-3-8-15,11 10-6 0,-7-4 0 0,2 1 2 16,0-1 1-16,-6 0-5 0,7 6 8 0,-5-10-1 16,2 3-4-16,-2-1 9 0,-2-2-7 15,1 2-11-15,0-3 13 0,0 1 4 0,-2-2-6 16,1 2 17-16,7 9-14 0,-3-6 0 16,2 6 0-16,-2-6 1 0,3 3 0 0,-6-3 2 15,5-1 3-15,-6-2 3 0,1 2-12 0,0-2 2 16,0-1-5-16,-1 1-7 0,8 6 18 0,-1-3-9 15,-6 0 4-15,5 5-8 0,-1-1 7 16,1 1-5-16,2-2 13 0,-7 1-13 0,9 2 3 16,-3-1 9-16,-1-1-3 0,-3-2-14 15,2 3 1-15,2-1 5 0,1 2-7 0,-3-3 20 16,3 3-9-16,-3-1-2 0,6-1 4 16,-3-3 1-16,-1 3-8 0,0-2 0 0,-1 3 2 15,2-4-11-15,-3-2 8 0,0 0 3 0,-3-2 6 16,8 5 0-16,-7-2-6 0,5 3-8 15,-3-5 18-15,1 4-7 0,-6-6-13 0,3 1 17 16,2 7-17-16,3 0 1 0,-3-2 0 0,6 2 8 16,-9-2 9-16,5 2-7 0,-3-4-8 15,5 3 11-15,3-3-3 0,-7 0 3 0,3 3-12 16,-4-6 8-16,0 3 9 0,0-4-6 16,4 11-6-16,-1-10-6 0,-3 1 16 0,3 7-2 15,-3-6-7-15,1-3 4 0,-1 1 7 0,-3 0-20 16,7 6 8-16,-2-3-11 0,-4 0 8 15,-1 0 7-15,6 3-6 0,-1-2 1 0,-6-5 4 16,1 2-10-16,-2-2 8 0,1-1-3 16,1 0-1-16,-4 3 3 0,3-4 2 0,1 0-5 15,-1 1 13-15,0 1 5 0,-1 1-19 0,1-2 2 16,0 1 14-16,9 8-20 0,-6-4 6 0,2-4-6 16,-2 1 18-16,1-2-18 0,-4 0 8 15,2 1 4-15,-2-1 7 0,-2-1-2 0,3 2-16 16,-1 1 12-16,0-3-1 0,2 3-11 15,-2-3 2-15,10 9 4 0,-7-2-7 0,4-4 9 16,1 7 7-16,-3-3-11 0,-1-3 3 0,-2-1 10 16,-1 0-4-16,6 7-13 0,-5-5-1 0,2 1 8 15,-2-6-5-15,-1 3 11 0,-1-3-12 0,1 1 17 16,-1 1-21-16,-3-1 12 0,2 0 13 16,3 0-13-16,-3-1-3 0,2 3 2 0,-1-4-1 15,-2 3-2-15,5 0-4 0,-6-2 24 16,7-2-19-16,-6 5 17 0,2-2-20 0,1 1 6 15,-2-2 6-15,1 2 3 0,1-1-18 16,-3 1 18-16,3-1-4 0,0 2-14 0,-1-2 2 16,0 1-1-16,1-1 9 0,-1 1-3 15,0 0 2-15,-2 1 8 0,2-3-12 0,-1 2 12 16,-3-3-11-16,5 4 5 0,-3-4 3 0,-1 2-7 16,4 0 0-16,-3-2 0 0,0 1-2 0,-3-3 2 15,5 3 3-15,-5 0-13 0,4-3-30 16,-4 2-27-16,1-2-72 0,-1 0 14 0,-5-2 12 15,0 2-338-15,-3-1 30 0,-15-6 23 16,-4-3 21-16,-1 0 12 0,3-5-10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07:58:40.727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3324 5132 234 0,'-5'3'194'0,"-1"-1"-58"0,-8 13-16 0,0-5 23 16,9 2-6-16,-3 0-37 0,-2 6 7 0,3-1-18 16,1 5-20-16,-1-1 19 0,4 3-31 15,-4 1 17-15,3-1-17 0,-2 0 11 0,6-12-14 16,0 0-11-16,0 9-5 0,0-1 9 0,0 3-11 16,0 1-38-16,20 22 45 0,-11-27-11 15,-3-2-6-15,5 2-5 0,1 0-10 0,2-3 6 16,3-3 3-16,-2 0-6 0,2-6-17 0,0 2 27 15,0-4-11-15,-2-2-8 0,-15-3-11 16,12 0 5-16,-1 0 9 0,4 0-5 16,18-18-8-16,-15 10-14 0,-5 1 30 0,-1 1 7 0,-4-2-18 15,-2 2 3-15,-1-1-4 0,0-2 7 16,3-3-16-16,-3 1 26 0,-1 2 14 0,-1 2-21 16,-3-1 14-16,0 8 4 0,0 0 21 15,0-10-7-15,0 4-2 0,0 6 11 0,-18-17-7 16,13 16-10-16,-3-3-4 0,1 3-3 0,-3 1 0 15,0 1-9-15,10-1 3 0,-18 0 5 16,-2 0-1-16,-22 14-8 0,22-6-8 0,-2 1 12 16,5-3-3-16,-1 0-7 0,7 3 5 0,-1-5-24 15,3 4-31-15,1-4-8 0,2 2-49 16,2-1 8-16,1-1-103 0,1-2-102 0,-1 2 22 16,3 0-98-16,0-4 22 0,0 0 12 0,0 0-2 15</inkml:trace>
  <inkml:trace contextRef="#ctx0" brushRef="#br0" timeOffset="72227.61">2571 1321 509 0,'0'0'141'0,"0"0"0"16,0 0-20-16,0 0-12 0,0 0-9 0,0 0-13 15,0 0-9-15,0 0 13 0,0 0-22 0,0 0 0 16,6 3-16-16,-16 16-11 0,0-1 16 16,-2 3 0-16,-1 3 6 0,-4 3-14 0,1 0-3 15,-1 1 10-15,-3-1-14 0,-1 5 20 0,-3 2-22 16,-2 1 5-16,-1 2-20 0,-5 0 2 16,2 5 18-16,-3-2-10 0,-1 1 2 0,-1 1-18 15,0-1-3-15,2 0-5 0,-2-2 10 0,0 1 0 16,0-4 13-16,2 4-26 0,-2-3 20 15,3 1-25-15,1-4 22 0,2 3-4 0,1-5-4 16,-1 4 1-16,2-5-9 0,4 1 1 16,-2 1-7-16,2-1 21 0,1 1-22 0,4-3 4 15,-2 3-11-15,0-6 1 0,3 4 13 16,2-5 2-16,1 1-15 0,1 1 14 0,-4 3-4 16,3-4-9-16,1 3 17 0,1-6-20 0,-1 0 4 15,2-1-15-15,-1 2 26 0,0-6-9 0,0 4 11 16,2-4-21-16,-1 2 13 0,1-3-9 15,-2 1 4-15,5-3-10 0,-3 0 14 0,0-1-3 16,2 4-2-16,-2-5 13 0,-1 4-16 0,2 0 3 16,-1-3 16-16,-2 3-5 0,1-3-15 15,-1 1 8-15,1-3 4 0,-1 4-2 0,2-4-7 16,-2-1 9-16,0 3-1 0,-3-3-19 0,3 1 23 16,2-4 7-16,-2 2-22 0,-1 1 11 15,-3-1 6-15,5-1-5 0,2-1-3 0,3-1 1 16,-2-2 9-16,2 1-4 0,-1-1-24 15,-6 6 6-15,2 1 7 0,5-1-4 0,-7 3 11 16,-1-3-3-16,1 0-3 0,0 1 3 0,2 1 2 16,0-4-10-16,6-4 11 0,-4 1-11 0,3-2 7 15,-1 4-5-15,2-5 12 0,0 1-8 0,1-2 2 16,-1 3-8-16,1 0 2 0,-1-4 10 16,4 1-2-16,-3 4-1 0,-1-5-7 0,2 2 7 15,3-2-7-15,-5 1 17 0,1 1-10 16,1-2-5-16,0 3-14 0,0-3 16 0,-1 1 0 15,3 0-15-15,-1 0 31 0,0-1-21 0,-1-1 18 16,1 0-26-16,0 1 7 0,1 2 12 16,-1-3-9-16,0 0 7 0,1-1 3 0,0 3 15 15,-2 0-15-15,3-3 15 0,-1 0-8 0,0 1-1 16,-2 1-8-16,3-2-14 0,-1 0 16 16,-1 0 1-16,2 0-6 0,0 0-2 0,-1 3 9 15,1-3-21-15,0 0 19 0,0 0-5 16,0 0 13-16,-2 1-23 0,0 0 11 0,1-1-13 15,1 3 22-15,1-3-8 0,-1 0 4 0,0 0-14 16,-1 0 10-16,2 0 7 0,1 0-26 0,-2 0 27 16,3 0-11-16,0 0-7 0,0 0 5 15,2 0-3-15,-3 0-2 0,2 1 9 0,3 0-10 16,-2-1 15-16,3 3-2 0,-2-3-1 0,2 4-1 16,-2-3-5-16,17 8 4 0,-3-2 8 15,-3 4-13-15,1-4 2 0,4 2 1 0,-6 3-6 16,2 0 5-16,-1 3-2 0,4-2 6 0,-7 1 10 15,4 2-5-15,4 0-3 0,-1 1 14 16,1 0-7-16,-3 0-4 0,3 1 3 0,1 0 3 16,1 1 5-16,-1-3-7 0,-4 1-5 15,3 2 19-15,1-3-9 0,-2 2-10 0,1 0 1 16,-3-3 10-16,3 2 3 0,-2-1-15 0,3 2 4 16,-2-4 10-16,-2 3-3 0,2-2-18 15,-2 0 18-15,-2 1-19 0,1-1-2 0,1-1 7 16,-1-1-12-16,-3 1 7 0,1 1-3 15,0 0 12-15,1-2 7 0,-3-1-13 0,5 3 16 16,-5 0-11-16,2-3 1 0,-1 3 8 16,1-3-11-16,-1 1 17 0,2 1-14 0,-4 1 3 15,3-2-15-15,-1 2 6 0,-1 0 18 0,3 1-22 16,0 1 22-16,0-2-8 0,-3 0-15 16,1 3 0-16,2-3 0 0,1 0 4 0,-1-2-7 15,-4-1 6-15,6 4 4 0,-2-5 11 16,-1 1-19-16,-1 3 4 0,2-3 4 0,1 0 11 15,-3-4-4-15,-2 2-4 0,4 3-12 16,-1-4 5-16,-5-1-6 0,2 4 5 0,3-3 6 16,-5 1 17-16,1 1-25 0,1 1 19 0,-2 1-18 15,2-1 25-15,-2-6-8 0,-1 4 0 16,3 0-6-16,-4 1-9 0,3 2-7 0,-1-2 20 16,-3 0-14-16,2-5 9 0,-3 1-10 0,-1 0 15 15,6 4-13-15,-1 0-4 0,-4-5-4 16,7 8 3-16,-1-3-4 0,-5-2 7 0,2-1-5 15,-3 0 23-15,0-2-13 0,6 7-7 16,0 0-4-16,-1-1 4 0,3 2 5 0,-4-1-5 16,0 0 6-16,-2-3 0 0,0-1-4 15,-2-3-6-15,-1 0 25 0,1 1-13 16,8 3 19-16,-8 3-5 0,3-7-24 0,2 6 27 16,0-3-20-16,0 0-10 0,-5-1 28 0,7 5-10 15,-7-7 4-15,3 2-16 0,-3-2-7 0,4 7-1 16,-1-4 10-16,-6-2 21 0,4-1-12 15,-5-1 6-15,3-1-10 0,-1-2-19 0,0 2 20 16,1 1-14-16,0-1-7 0,0-2 12 16,-2 4 11-16,1-3-20 0,0 4 2 0,-1-4 0 15,1 2 22-15,0-1-11 0,1-1-4 16,0 2 4-16,-1-1-5 0,0 1-4 0,1 0 7 16,-1-3-2-16,-3 4 18 0,3-3-6 15,-1 3-16-15,1-1 5 0,1 0 10 0,-4 0 0 16,3-1-12-16,-1-2 0 0,-1 3 0 0,3-1-5 15,-3 0 22-15,1-2-2 0,1 4 10 16,-1-4-14-16,1 0-13 0,-2 3 16 0,0-3-28 16,1 2 6-16,-1 0 5 0,2-2 0 15,-1 2 22-15,-2 1-24 0,5-1-3 0,-7-1 13 16,5 2-5-16,-1-2 19 0,1 5-23 16,-2-4 9-16,2 0 15 0,0-2-25 0,-1 2-3 15,-1 1 14-15,3-4-7 0,-2 4-8 0,1-1 11 16,-2 1 3-16,0-1 2 0,-1 0 20 0,4-1-31 15,-1 2 27-15,-1-5 2 0,-2 3-37 16,1-1 11-16,0 2 7 0,0-2 4 0,-2 2 2 16,4-1 3-16,-2 0-10 0,1-3 19 15,-3 4-38-15,4 0 12 0,0-2 12 0,-2 2-1 16,2-3 15-16,-3 3-17 0,1-2-9 0,1 0 22 16,-3-1-33-16,4 2 13 0,-1 1 9 15,-1-3 14-15,1 0-25 0,-2 3 0 0,1-1-3 16,-2-3-1-16,0 2 1 0,-1-1 9 15,4 1-12-15,-1-1 3 0,2 3 26 0,-5-3-1 16,4-1-5-16,-1 4-7 0,-3-3-17 0,0-1 11 16,2 1 3-16,-1 1-9 0,-1 0-1 15,2 0 9-15,0-2 12 0,0 1-1 0,-1 0-28 16,0-1 18-16,-1 2 13 0,3-2-6 16,-2 2-17-16,0-2 8 0,2 0 25 0,-2 0-23 15,-1 3-3-15,0-3 1 0,0 0-4 16,0 0 3-16,0 0 6 0,0 0-7 0,0 0 1 15,0 0 22-15,0 0 2 0,0 0-1 0,0 0-30 16,0 0 2-16,12 2-14 0,-11 0-20 16,-2-4-52-16,0 2-43 0,-2 2 13 0,-4 0-300 15,2 2 27-15,-1-4 6 0,-16 6 28 16,10-6 26-16,-21-14 17 0,7-1 12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07:59:50.224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2544 28 448 0,'0'0'123'0,"0"0"-2"0,-17 0-13 15,17 0-1-15,0 0-1 0,0 0-6 16,0 0-25-16,0 0 13 0,-18 0-6 0,-1-28-13 15,16 29-18-15,1 1-1 0,-2-2 18 16,-1 2 6-16,3 2-20 0,-3-2 23 0,4 2-26 16,-3 1-14-16,-2 2 10 0,0-4 8 0,-4 12 5 15,-3 1-20-15,0-3 14 0,-2 6 5 16,2-4-13-16,-3 1-10 0,2 6 2 0,-3-3 10 16,-3 3-26-16,0 2 0 0,-2 0 9 15,4-2-15-15,-4-2 13 0,3 4-8 0,-3 1 6 16,0-4-1-16,0 2-4 0,3 0-3 0,-5 3 5 15,1-4-19-15,0 1 10 0,-2 3-1 0,5-6 6 16,-2 8-10-16,0-2 6 0,-3 0-2 16,3-1 5-16,-1 3-12 0,5-4 2 0,-3 1-4 15,3-2-4-15,2-1 10 0,-4 2 3 0,1 0-4 16,5 0 3-16,-3-2-10 0,4-5 10 16,-4 7-6-16,6-3-11 0,-5-2 10 0,4 2-6 15,1-3 8-15,6 0-7 0,-7 1 4 16,-4-2-4-16,5 2 3 0,2-2-15 0,-3 2 12 15,-2 0-4-15,5-5 8 0,-3 4-6 0,1-3 5 16,0 3-1-16,-3-2 4 0,1-1-16 0,2 2 13 16,-2-2-2-16,-1 1-12 0,1 1 5 0,1 0 11 15,-1 0-4-15,-4-1-7 0,6 1-2 16,-4 2 9-16,1-2 3 0,1 2-3 0,-1-2 6 16,0 0-4-16,-2 0-12 0,0-1 14 15,4-1 1-15,-6 2 2 0,2-5-13 16,4 1 17-16,0-2-8 0,-4 5-5 0,4-6 15 0,-1 1-9 15,1 4-4-15,0-9-6 0,2-2 0 16,1 3 8-16,-5 3-4 0,3-6 1 0,0 5 1 16,-1 1 3-16,-5 3-13 0,6 1 7 15,-5 0 4-15,0 1-3 0,1 0-2 0,-1 0-2 16,0 1 12-16,2 2-7 0,-2-6-6 0,0 5 4 16,1-2-1-16,0-2-7 0,-3 0 11 15,4 1-2-15,-1-2-13 0,4 0 8 0,-6-1 15 16,1 2-3-16,-3-3-1 0,7-1-8 0,3-3 8 15,2 0-1-15,-2-1-3 0,1 0 9 0,-5 3-3 16,3 0-2-16,-8 3-3 0,3-1 6 16,-1 0 2-16,1 1-13 0,0 0 3 0,-5 3 8 15,6-2-2-15,-4 3-3 0,0 0-4 0,0 0-2 16,0 1 6-16,1-2-6 0,0-1-4 16,-1 3 10-16,2-5 8 0,1 2 0 0,1-1-12 15,0 1 7-15,5-4-12 0,-1-1 10 0,3 0 10 16,-8 2-9-16,4-2-8 0,2-2 11 0,4 2 10 15,-4-3-15-15,5 0 9 0,-4-1-18 16,3 1 13-16,1 0-2 0,-3-2 9 0,3 2-3 16,-4-2 19-16,2 1-20 0,0-1 10 15,3 2-4-15,-13 7-10 0,1-2 4 0,0 1 1 16,1-3 3-16,5-2-11 0,-8 3-12 0,3 1 20 16,5-2-16-16,-3-2 21 0,-3 5-4 15,2-6 10-15,3 1 4 0,3-2-30 0,-2-1 23 16,3 0-15-16,-2 2 11 0,3-4-4 15,0 3-7-15,1-1 9 0,-1 0-5 16,-2 0 1-16,2-1 13 0,-1 1-21 0,0-2 4 16,2 3-2-16,-1-1 9 0,-1-2-13 0,1 3 22 15,0-2-17-15,1 1 2 0,-2 0-7 16,4-3 4-16,-5 2-1 0,2 2 15 0,0 0-27 16,1-2 32-16,-1-1-1 0,2 2-4 15,2-3-26-15,-4 2-6 0,2 0 16 0,1-1 1 16,-3 0-8-16,3 1 17 0,-3 0 3 0,5 0-21 15,-4-1 1-15,2 1 7 0,2-2 21 16,-4 3-18-16,3-3-6 0,1 1 10 0,-3 1 2 16,2-2-16-16,1 2-22 0,-2-2-46 15,1 1-43-15,1 1-18 0,0-2-31 0,0 0 15 16,0 0-206-16,9 6-50 0,-4-8 24 0,1-4 46 16,6-10 26-16,3-1 16 0,-1-8 10 15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07:59:54.513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0 3 380 0,'0'-1'278'0,"0"-1"-61"0,0 1-18 16,0 1-39-16,0 0-16 0,1 3-14 0,-1 1-25 15,4-1-7-15,-3 6-17 0,5 12-3 16,1-2-26-16,2 2 11 0,-1 0 3 0,-1 0-27 16,3 0 4-16,-4-5-30 0,3 1-25 0,-5-4-12 15,1-3-30-15,-1-4 6 0,3 2-76 0,-6-6-17 16,-1 1-104-16,0-3-92 0,-1 0 18 15,-3-4-39-15</inkml:trace>
  <inkml:trace contextRef="#ctx0" brushRef="#br0" timeOffset="-270.834">-434-231 801 0,'0'0'250'16,"0"0"-44"-16,-18 0-28 0,18 0-4 15,0 16-38-15,0-16-12 0,0 0-12 0,-25 37-30 16,22-16 9-16,3-10-11 0,0 5-15 0,0 4-1 16,0 5-5-16,0 0-6 0,15 32 1 0,-9-33-8 15,1 0-11-15,-2 1-6 0,-2 0 4 16,6-3-1-16,-8-1-7 0,3-6-5 0,-3 1 3 15,0-6 13-15,2-3 1 0,-2-3 2 16,-1-4 23-16,0 0 38 0,0 0-42 0,0 0-5 16,-11 15-10-16,7-20 23 0,-1 1-33 15,-8-14 19-15,0-7-44 0,-4-1 1 16,5-5 5-16,2 1-12 0,4 1-2 0,-3 0 4 16,6 3 8-16,3 14-29 0,0-7 11 0,0 0-15 15,0-1 14-15,0 2-13 0,14-13-11 0,-5 16-5 16,-2 4 1-16,4-1-14 0,0 2 20 15,-4 1-4-15,4 5 1 0,-3 0 0 0,1 2-18 16,-4-1 15-16,1 1-2 0,-1 2 2 0,-5 0-3 16,0 0 13-16,0 0-8 0,11 0 20 15,2 18 1-15,-13-11-17 0,1 2 26 0,0 0-9 16,-1 14-3-16,0-13-5 0,0 3 29 0,0 3-1 16,0-2-17-16,0 4 13 0,0-1 3 15,-14 12-16-15,13-19 7 0,1-2-1 0,0-3 10 16,0 0-25-16,0-5-6 0,0 0-14 15,0 0 27-15,0 0 2 0,0 0 0 0,13 11 18 16,-8-11-9-16,1-1-11 0,-1-2-7 0,2 2 15 16,1-1 2-16,-1-1-6 0,1 2 11 0,0-1-20 15,1 2 12-15,-1-1-10 0,-8 1-2 16,0 0 6-16,11 0-9 0,3 0 13 0,10 19-12 16,-14-10 20-16,-1 7-10 0,0 2 12 15,-4 3 4-15,-3-1-18 0,-2-10 12 0,0 8-4 16,0 4 3-16,-13 26-6 0,5-22 27 15,0-1-2-15,-2-1 13 0,2-3-20 0,-1-2 20 16,-3-4 9-16,3-1-13 0,-1-4 1 16,4-2-1-16,-2-2-16 0,-1-2 15 0,4 0-7 15,-2-4-8-15,1 1-6 0,6-1-18 0,0 0-16 16,-9 0-33-16,9 0-19 0,-7 0-33 16,-4-14 10-16,7 11-96 0,1-3-40 0,1 1-121 15,2-1 10-15,2-1 21 0,-2 0 11 0,0 1 8 16</inkml:trace>
  <inkml:trace contextRef="#ctx0" brushRef="#br0" timeOffset="158.462">-127-260 451 0,'-4'-3'218'0,"3"0"-2"0,-3 0-35 15,3 0-36-15,1 1-36 0,0 1-59 0,0-2-5 16,0 2-45-16,3 1-76 0,0-2-111 16,-3 1 11-16,6-1-182 0,-4 2-8 0</inkml:trace>
  <inkml:trace contextRef="#ctx0" brushRef="#br0" timeOffset="978.956">272-227 226 0,'-6'-4'317'16,"-6"-6"-47"-16,2 2-36 0,2 2-21 0,3 2-35 15,-1 0-11-15,4 4-42 0,-2-2 4 16,3 1-24-16,-1 1-13 0,2 1-16 0,0-1 8 16,2 2-15-16,-1 1-14 0,3 2 3 0,-1 1-6 15,7 10-10-15,1-3-4 0,-6 1-1 16,4 2-7-16,1 3-9 0,2-4 9 0,-1 4-14 15,0-5 3-15,-1 3-1 0,2-1-2 16,-3-1-9-16,-5-2 10 0,-2 0-3 0,2-3-3 16,6 5-8-16,1 1 10 0,-5 0 5 0,-5-3-9 15,5 0-10-15,0-4 7 0,-2-2 7 0,-3 1-8 16,4 2-5-16,-3-3 9 0,3-1-23 16,-4 0 22-16,2-1-16 0,-1 3 6 0,-2-2 7 15,5-1-2-15,-5 2 1 0,4-1-8 0,-1 0 2 16,-2 2 6-16,2 0-4 0,2 13-5 15,-3-9-4-15,4-1 7 0,-2-1 7 0,-3-1 7 16,3-1-12-16,-2-1 3 0,2 1-8 16,-3-2 10-16,3-2-3 0,-1 3-3 0,-3-2 4 15,4-2 0-15,-3 3 1 0,0-1 1 0,2-1-18 16,-2-1 11-16,-1 0 2 0,0 0 5 0,2-1-12 16,-1-1 20-16,1 3 25 0,0-1-5 15,-2-1 35-15,0-1-9 0,0-1 0 0,-4 0-34 16,1-3 10-16,-2 0 9 0,0-1-22 15,-7-7 7-15,-1-7-1 0,-2-1-5 0,-3-8-21 16,1-2 19-16,4 0-16 0,-2-4-4 0,3-2-8 16,-4-3 1-16,4 1 11 0,1 2-11 15,3 2-4-15,2-3 5 0,0 4-5 0,2 3 8 16,0-1-13-16,4 19 6 0,0-4-5 16,0-3 17-16,14-11-18 0,-11 17-6 15,2 3-16-15,1 3 10 0,2 3-6 0,-2 1 9 16,1 1-11-16,-1 1-7 0,1 1 19 15,-7-1-7-15,27 18 12 0,-17-7 4 0,-2 3-6 0,-8-1-1 16,4-3 8-16,-3 12 1 0,-1-14 7 16,0 4 0-16,0 3-5 0,-17 24 9 0,10-21-2 15,-2 1 6-15,2-7 0 0,-3 2-2 16,2-2-13-16,2-6-20 0,-2 0-34 0,4 1-2 16,0-5 8-16,3-2-143 0,1 0-106 0,0 0 21 15,0 0 21-15,2-11-90 0,4 3 25 16,9-5 42-16</inkml:trace>
  <inkml:trace contextRef="#ctx0" brushRef="#br0" timeOffset="1402.696">777-170 607 0,'-6'1'228'0,"-1"3"-10"0,-11 1-39 0,3 1-28 15,2-3-14-15,-9 5-14 0,6-1-21 16,1 2-5-16,-1 3-12 0,5-1-3 0,0 3-25 16,4-3 1-16,0 6-13 0,0 0-7 0,5-1-1 15,2-3-4-15,0-13-24 0,0 16-1 16,13 21 15-16,-5-24-19 0,-4-2-6 0,11 3-5 16,2-4-22-16,-4-4 33 0,-3-1 3 0,1-1-30 15,-11-4 2-15,7 0 24 0,-7 0-6 16,11 0-4-16,4-13-9 0,-11 7 16 0,0 1 14 15,0-2 14-15,-3 1 5 0,0-2 2 16,-1 1-9-16,0-2 30 0,0 9-3 0,0 0 5 16,0-8-14-16,0 8 2 0,0-10-3 0,0 10 1 15,0-9-4-15,0 9 5 0,0-9-2 16,0 9-28-16,0 0 21 0,-12-16-23 0,12 16-6 16,0 0 3-16,0 0 1 0,6 0-5 0,-1 1 11 15,0 3-5-15,2-2-17 0,-2 1-13 16,1 0-27-16,1-1-19 0,2 2-15 0,9 2-36 15,-5-2 4-15,2-2 9 0,-15-2-137 16,9 0-153-16,2 0 24 0,-2 0 25 0,11-21 12 16,-9 16 5-16</inkml:trace>
  <inkml:trace contextRef="#ctx0" brushRef="#br0" timeOffset="1872.991">883-115 490 0,'-4'-3'257'0,"4"1"-37"15,0-1-47-15,0-2-12 0,0 3-29 0,0-1-13 16,4-2-7-16,1 0-10 0,-1 0-5 16,16-4-8-16,-2 1-20 0,0 2-9 0,4 2 7 15,-6-2-14-15,5 6-4 0,-11 0-10 0,6 0 5 16,1 0-22-16,18 11 2 0,-16-4-1 16,-2 2 10-16,0 0-6 0,-2 3-4 0,-6-3-7 15,5 5-5-15,-6 0 6 0,1-3 3 0,-1 5-13 16,-4-4 6-16,-2 0 3 0,-2-1-5 15,0-11 11-15,0 10-11 0,0-1-8 0,-11 18-14 16,3-15 26-16,-2-6-7 0,4-1-16 16,-1-1 13-16,2-2-21 0,-2 0-18 0,-2-4 4 15,9 2-2-15,-18-15-22 0,6-4-33 0,2-3 9 16,5-6 29-16,-2-1-7 0,7-2 17 16,0 16-30-16,0-5 28 0,0-4-9 0,15-21 17 0,-13 22 12 15,5 5-13-15,-4 3 6 0,3 6-17 16,-5 0 39-16,3 3-32 0,1 0 18 0,-2 3-3 15,0 2 3-15,0-2 1 0,2 1 1 16,0 2 43-16,2 0 5 0,-7 0-20 0,0 0 25 16,10 0-27-16,-2 0-12 0,20 13 34 0,-14-6 8 15,5 3-33-15,-1 2 29 0,-2 3 6 16,1-2-25-16,-4 4 7 0,-3-1-12 16,2-2 22-16,1 0 6 0,-1 1-25 0,-3-2 10 15,-2-6-22-15,-3 1-25 0,-1-3-20 0,6 0 4 16,-8-2-135-16,0-2-150 0,-1-1-27 15,-1-3 32-15,0-1 8 0</inkml:trace>
  <inkml:trace contextRef="#ctx0" brushRef="#br0" timeOffset="2096.856">1122-400 416 0,'-4'1'172'0,"-1"0"-6"0,1 1-13 15,2-2-25-15,-1 1 1 0,3-1-46 0,0-1 22 16,0 1-47-16,0 0 28 0,0 0-36 0,0-2 25 16,0 2 5-16,0 0-15 0,0 0-8 15,0-1-4-15,0 1-4 0,0 0 19 0,0 0-51 16,-3-1 5-16,0 1-28 0,3-3 0 0,-3 6-128 16,0-6-53-16,2 3-178 0,-3-2 23 15,2 2 12-15,-2-3 13 0</inkml:trace>
  <inkml:trace contextRef="#ctx0" brushRef="#br0" timeOffset="2710.488">1229-618 411 0,'2'-2'255'0,"0"0"-39"15,-1 1-40-15,1 1-42 0,-2 0 8 16,5 0-14-16,-1 3-23 0,-2 2-21 0,14 8 11 16,-3 0-11-16,-3-1-18 0,-3 6 6 0,4 6-17 15,-1 0 6-15,2 0-9 0,-2 2-19 16,2-2 11-16,2 3-7 0,0-2 2 0,-2 2-13 16,5-3 5-16,4 0-2 0,-6-1-4 0,2-1-6 15,0 2-2-15,-1-4-3 0,2-1 8 16,2-4-9-16,-3 2 8 0,1-4-29 0,-2-1 19 15,1-3 2-15,-1 0-10 0,3-2 1 16,-7-2-1-16,-1 1-13 0,1-3 17 0,1-3-20 16,-13 0 19-16,9 0-22 0,6 0 0 0,20-18-3 15,-17 6 0-15,0-1 2 0,-1-1 4 16,-1-4-6-16,1-1 1 0,-6 1 9 0,-1 0 1 16,0-3 4-16,-5 3-12 0,0 4 3 15,-5 3 13-15,1 1 7 0,-1 10-22 0,0-10 16 16,0 4 18-16,0 6 10 0,0-9-18 0,-17-3 0 15,11 10 7-15,1 0-24 0,-2 0 27 0,2 4-9 16,-3-2 6-16,2 2-10 0,-3 0 7 0,9-2-6 16,0 0-9-16,-19 8-11 0,3 2 11 15,8 2 8-15,-1-5-3 0,7 1-2 16,-1 0 0-16,2-1-4 0,1-1 7 0,0-6-8 16,0 0-5-16,13 28 0 0,1-14 12 0,0-2 15 15,0-2-35-15,1 1 13 0,5-3-15 16,-3 2 19-16,1-3 1 0,1-1 10 0,-4-4-5 15,-2 1 8-15,-4-2-16 0,0-1-5 16,-9 0 1-16,11 0 7 0,0 0 9 0,18-12-5 16,-11 5-19-16,-1-5-8 0,0 0 14 0,-5 1-27 15,2-2-20-15,-5-2-23 0,1 6 9 16,-5 0-109-16,-3-1-64 0,0-3 20 0,-1 4 18 16,-1 5-131-16,0 4 11 0,0 0 7 15</inkml:trace>
  <inkml:trace contextRef="#ctx0" brushRef="#br0" timeOffset="3032.001">1326-324 291 0,'-5'0'277'0,"0"0"-83"15,3 0 0-15,-1-2-31 0,3 2-16 0,0-4-18 16,5-2-10-16,6-9-21 0,7 0-3 15,-1-3-7-15,-1-6-36 0,6 3-46 0,-3 0-1 16,4-1-210-16,-1-2-148 0,-4 0 44 0,0 3 14 16,-3-6 5-16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07:37:53.814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87 452 613 0,'0'0'200'0,"0"0"-40"0,0 0 20 0,0 0-21 16,0 0-7-16,0 0-28 0,0 0 2 0,0 0-11 16,0 0-12-16,0 0-26 0,-17 10 1 0,12-10 2 15,0 2-34-15,2 3 14 0,-2-3-13 16,0 5-21-16,-5 6 14 0,2 1 1 0,-2 4-8 16,6 1-9-16,-4 4-13 0,4-4 23 0,3 0-16 15,1-3-14-15,0-1 13 0,0-15-7 0,0 17-14 16,0-1 10-16,15 14-12 0,-8-18 5 0,-1-4-5 15,1-3 10-15,0-3-18 0,1 1 16 16,-1-3-24-16,0-4 27 0,2 4 5 0,16-17-6 16,-13 1 2-16,0 1-15 0,0-3 5 15,1 1 14-15,-5-3 7 0,-4 1-17 0,-3-3-1 16,0 6 0-16,-1 4-9 0,0-6 24 16,0 1-4-16,0-1 20 0,-18-18 0 0,9 17-6 15,1 3-4-15,-3-1-4 0,0-2-15 0,5 6 30 16,-1 2-4-16,-4-2 10 0,2 2-18 15,2 2 3-15,0 2 2 0,0 5 18 0,-1-3-27 16,6 2 4-16,-3 3-2 0,-2-4 1 0,7 2 5 16,-4-2-9-16,2 3-4 0,-1-2 4 15,1 1-1-15,0 2-11 0,2 0 9 0,0 0-10 16,0 0 7-16,0 0-15 0,0 0 14 16,-7 15-8-16,9-9 5 0,-1-1 1 0,1 5-2 15,4 11-8-15,3-3-2 0,5 0 14 16,-3-2-9-16,0-3 0 0,1 1-4 0,3 1-9 15,1-2-15-15,-3 0 7 0,4-6-1 0,-4-2 0 16,0-1 5-16,-2-4-6 0,-11 0-2 16,10 0 3-16,7 0 1 0,16-18-14 0,-17 7 18 15,-3 1 15-15,0-6-30 0,-3 0 12 0,-2-4 11 16,1 4-4-16,-7 1 1 0,3 2-8 16,-5 0 15-16,4 1-12 0,-4 0 23 0,0 12-6 15,0-6 0-15,0 6 0 0,0-12-5 0,0 3-10 16,-16-4 18-16,12 9-3 0,-1 0 11 15,2 0-21-15,0-1 9 0,-3 5-2 0,4-1-1 16,-2 2 3-16,3-1 5 0,-1 6-31 0,0-3 2 16,2 1 3-16,0 0 7 0,4-1-10 15,-3 3-5-15,3-2-48 0,2-2 39 0,-1 2-18 16,7-4 4-16,-4 0 8 0,14-3-11 16,-22 3 6-16,41-10-22 0,-14-2-1 0,-2 1 7 15,1-3-11-15,-3-6 7 0,-1-1-9 0,-3-3-6 16,-1 0 14-16,-1-3 24 0,-3 2 24 15,-2 2-30-15,-3 0 20 0,-5 3 1 0,-4 4 6 16,0 16 49-16,0-10-31 0,0 3 2 0,-21-5 43 16,15 12-1-16,-1 3 20 0,-1-2-9 15,-7 8-27-15,3 4-6 0,1 0 21 0,3 5 2 16,-5-1-19-16,12-1 4 0,-1 5-4 16,2-21-1-16,0 11-5 0,0 2 0 0,0-4-49 15,0 0 6-15,17 6 2 0,-14-11 12 0,1 0-26 16,2-2 27-16,-6 2-2 0,5-4 1 15,1-4 39-15,-4 3-2 0,2-4-2 0,0 2 30 16,-3-3-20-16,0 0 20 0,3 0-38 16,-4-3 38-16,2 3 6 0,-2 0-32 0,1-2 16 15,-1 3 10-15,2-1 0 0,0 4 10 0,-2-5-31 16,1 4 2-16,2 0-39 0,-3 0 27 16,2 0-19-16,2 3 26 0,-4 0-8 0,0 0 1 15,0 0-3-15,8 0 5 0,14 21-2 16,-7-8-9-16,3 3-14 0,-1-2 37 0,0 4-26 15,-3 0-19-15,3 2 32 0,-4-1 14 16,2 2-37-16,-3-1-15 0,0 3 27 0,-2-2-26 16,-8 5 34-16,4 0-8 0,-4 4-9 0,0-3 28 15,-2-13-5-15,0 7-15 0,-16 31 20 16,10-28 22-16,-2 0-18 0,-1-4-1 0,-4-4 31 16,1 0 9-16,2-1-1 0,-2-6-2 0,6-3 3 15,-3-5-13-15,1 2 15 0,8-3-14 16,-8 0-21-16,-19-15 0 0,10-1-18 0,2-2-29 15,2-3 12-15,1-2-38 0,6-2-34 16,1-6 19-16,3 4-39 0,0-4 8 0,2 17-66 16,0-8-104-16,23-29-82 0,-11 27-3 0,2 0 43 15,-8 1 3-15,6 4 6 0</inkml:trace>
  <inkml:trace contextRef="#ctx0" brushRef="#br0" timeOffset="807.501">862-244 247 0,'0'0'262'0,"0"0"14"0,0 0-48 0,0 0-44 16,0 0-21-16,0 0 5 0,0 0-26 0,-17 0-12 15,17 0-8-15,0 0-34 0,0 0 12 16,0 0-29-16,0 0 10 0,0 0-8 0,0 0-7 15,0 0-28-15,0 0 13 0,0 0-22 0,12 1 16 16,1-11-24-16,-3 0 7 0,2 4-8 0,-7-1 6 16,1 1 10-16,-5 3-11 0,3 1-19 15,0 0 2-15,-1-4-2 0,-2 6-20 0,2-3-45 16,-2 0-4-16,0 1-6 0,2 0-25 16,-2 2 9-16,2-1-75 0,1 0-27 0,-4-2-50 15,1 3-79-15,-1 0-8 0,0 0 17 0,0 0 8 16</inkml:trace>
  <inkml:trace contextRef="#ctx0" brushRef="#br0" timeOffset="1071.338">960-150 606 0,'0'3'234'0,"4"3"9"0,-4-5-45 15,1-1-20-15,0 0-1 0,1 0-32 0,0-2-21 16,0 0-26-16,4-4 3 0,-1 4-16 0,2-2-5 16,-2-1-20-16,1 1-10 0,-1-2 16 15,11-3-7-15,-7 0-9 0,1 4-10 0,2 1-5 16,-3-1-9-16,-4 1 12 0,-1 0-14 0,0 2-28 16,0-1 8-16,-2 0-32 0,2 0-28 15,-1 2-18-15,2-2 8 0,-5 1-89 0,4-2-135 16,-3 2-87-16,-1-4 35 0,0 6 35 0,0 0 15 15,0 0 7-15</inkml:trace>
  <inkml:trace contextRef="#ctx0" brushRef="#br0" timeOffset="1701.95">1068-534 296 0,'-3'-5'257'0,"1"0"-31"0,1 3-37 0,-2-5-44 16,3 2-30-16,3-3 8 0,-2 1-15 15,6-11 2-15,3 3-23 0,0-1-37 0,2 1 10 16,1 4-8-16,2 2-8 0,5 2 4 15,-5-3-34-15,2 10 34 0,-9-1-15 0,-8 1-4 16,11 0-21-16,-4 0 23 0,-7 0-9 0,28 24-7 16,-21-15 4-16,3 6-11 0,-5-1 1 15,-1 2-2-15,-1 3 9 0,-3-9 7 0,0 3-25 16,0 6-27-16,0-2 21 0,0 0 6 0,0 3 0 16,-14 13 16-16,6-14-19 0,6-3 33 15,2-3 2-15,-2-3-22 0,-1 0 0 0,1-1-15 16,-1-3 20-16,3-6-10 0,0 0-9 0,0 8 26 15,0-8-5-15,0 10-19 0,0-10 11 0,0 0 24 16,0 8 13-16,0-8 11 0,14 3-4 16,3-9-3-16,1-4-15 0,2-4 1 15,0 0 2-15,2-9 4 0,3 5-9 0,-3-1 7 16,4 3-1-16,-6 0 0 0,-2 4-7 0,0-3-8 16,3 6-4-16,-7-1-15 0,3 3 7 15,-7-1-44-15,1 6-52 0,-2-6-38 0,0 7 11 16,-4-3-294-16,0 2 66 0,-2 2 23 0,-3-2 23 15,0 2-13-15,0 0 17 0</inkml:trace>
  <inkml:trace contextRef="#ctx0" brushRef="#br0" timeOffset="-9967.804">-227 1811 465 0,'-3'0'175'16,"3"3"-35"-16,1-2 4 0,4-1-23 15,1 0-50-15,1-1 19 0,20-2-7 0,2-6-40 16,7-3-4-16,-4 2-116 0,7-4-138 16,2-6 16-16,6 1 11 0,4-5-83 0</inkml:trace>
  <inkml:trace contextRef="#ctx0" brushRef="#br0" timeOffset="-10115.715">-53 1766 500 0,'-3'-6'248'0,"3"3"-43"0,0-1-21 16,-1 2-18-16,1-1-23 0,-1 3-5 0,-4 0-25 15,5 5-19-15,-6 0 1 0,-4 10-2 0,1 5-20 16,4 1-6-16,-5-2-6 0,-2 2 2 16,5-3-12-16,-2 1 9 0,8-8 5 0,-5 1-6 15,0-3 29-15,0 0 13 0,1-6-15 16,4 3 17-16,-2-3 17 0,0-2-29 0,1 1-8 16,2-2-26-16,0 0 11 0,-18-19-3 0,10-4-23 15,3-4-12-15,0-6-15 0,3-10-9 16,2 21 22-16,0-10-24 0,0-1 36 15,15-40-32-15,-6 34 22 0,-3 6-37 0,-1 5 43 16,3 1-36-16,-3 3 9 0,-1 4-16 0,-1 7 4 16,6 1-1-16,2-5-2 0,0 11 17 15,0 2-20-15,-2 4 4 0,2-3 16 0,-11 3-22 16,16 0-2-16,18 22 16 0,-16-4-17 16,4 2 20-16,-5 2-12 0,-4 4 7 0,3 4 7 15,-4 3-15-15,0 0 2 0,-6-2-1 0,4 2 8 16,-2-4-8-16,3 0 29 0,-5-2-13 15,0-6-28-15,0 0-8 0,-2-5-20 16,-3-3-30-16,4-5-34 0,-5-8-32 16,0 0 14-16,0 0-210 0,0 8 28 0,-18-1 22 15,13-11-90-15,-11-4 31 0,3-5 52 0,-2 0 17 16,-3 2 6-16</inkml:trace>
  <inkml:trace contextRef="#ctx0" brushRef="#br0" timeOffset="-9119.565">2386 1325 598 0,'1'-4'340'0,"2"1"-50"0,-3-2-64 0,1 5-10 16,2-3-36-16,-3 0-24 0,3 2-13 0,-2 1-16 15,0 4-19-15,-1-1 23 0,4 2-47 16,-4 2 6-16,0 2-17 0,0 0 0 0,1 15-17 16,1-3 7-16,-2-8-25 0,0 5 8 0,0 3 2 15,0 1-13-15,0-4 11 0,0 2-21 16,0-2-5-16,0-4 4 0,0-4 6 0,0 0 47 15,0-1-11-15,-12 4 9 0,9-9-10 16,2-1 11-16,-3-6-29 0,0-1 13 0,0 0-33 16,-6-20 11-16,4 1 11 0,0-7 11 0,-3-2-41 15,9-8-14-15,0 19-1 0,0-10-11 0,0-3 20 16,16-40-13-16,-8 41 2 0,3 0 10 16,4 3-18-16,-3 3 33 0,1-1-31 0,3 6 14 15,-3 1-27-15,7 7 23 0,-7 2-12 0,-1 6 2 16,-2 2-16-16,-2 0-13 0,-8 4 1 15,10 0 25-15,-10 0-24 0,21 14 4 0,-12-1 10 16,1 2 11-16,-4-1-10 0,-1-2 4 16,-3-1-22-16,-2 0 12 0,0-11-5 0,0 13 2 15,0 3 13-15,-15 11 14 0,4-14-19 0,2-1 8 16,-3-1 13-16,0-5-2 0,3 1-14 16,2-3 1-16,2-2 29 0,1 2-2 15,-1 1-28-15,3-5 1 0,-1 1-18 0,3-1 8 16,0 0-21-16,5 0 20 0,0 0-15 0,-1-1-1 15,5 1 11-15,11-5-7 0,-9 5 8 16,18-6 12-16,-6 3-3 0,-4 2 13 0,1-6-13 16,-5 4 6-16,-15 3-2 0,12 0-13 0,-1 0 22 15,0 0-6-15,15 19-1 0,-12-7-7 16,-8 0 4-16,1 1 20 0,-6-2-3 0,-1 1 25 16,0-2 2-16,0 0-8 0,0 4 10 0,-18 19 15 15,8-14 53-15,-1-2-34 0,-4-2 31 0,-7 1-25 16,-4-1-19-16,0 1 6 0,-4-5-5 15,-6 1-6-15,0-3-5 0,-3-6-39 0,4-3-56 16,17 0-61-16,-9 0 11 0,-36-20-341 16,32 6 1-16,5-3 26 0,3-2 31 0,0-4 26 15,9-1 24-15,3 4 22 0,7 0 22 0,4 11-2 16</inkml:trace>
  <inkml:trace contextRef="#ctx0" brushRef="#br0" timeOffset="2679.349">3394-222 565 0,'0'0'236'0,"0"-18"-54"0,0 18-19 15,0 0-26-15,-9-34-9 0,10 29-11 0,3-3-2 16,3-8-7-16,3 3-28 0,2-4-18 16,2 4-22-16,-5 4 20 0,0 2-17 0,1 0-19 15,6 0 31-15,-2 4-31 0,-2 1 11 0,-2-2-8 16,-1 4-17-16,-9 0-11 0,0 0 21 16,12 0-10-16,2 15 20 0,-10-9-11 0,7 11-1 15,-4 3 3-15,-7-3-16 0,1 6 11 16,-1-13-13-16,0 8 1 0,0 4 19 0,-14 23-37 15,5-18 33-15,6-4-10 0,-5-4-5 0,1 4-7 16,-1-1 11-16,0-1 4 0,6-2 13 0,-2-3-20 16,1-4-16-16,3-12 20 0,0 11 2 15,0-11 11-15,0 10-7 0,0-4-22 0,-14 8 22 16,14-10-4-16,0-2 12 0,0-2 12 16,0 0-6-16,9 0 10 0,9-5-2 0,0-2 12 15,3-4-15-15,5-4 13 0,1 2-5 0,0-2-13 16,3 3 4-16,-5-4 1 0,3 2 15 0,-1 0-21 15,-2 1 0-15,3 3-8 0,-5-2 2 16,3 1 11-16,-8 1-12 0,5 1-12 16,-10 7 10-16,-1-7-3 0,-1 5 20 0,-4 0-7 15,2 2-14-15,-4-1-31 0,1-2-24 0,-1 4-54 16,-2-1-45-16,-3 0 13 0,4 2 11 16,-4 0 12-16,-5 1-296 0,-2 2 32 0,-13 8 42 15,-6 8 30-15,4 4 19 0,-1 0 14 0,-5 3 8 16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07:37:58.608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-1195 2595 359 0,'0'0'140'0,"0"-18"15"0,-10-16-58 0,14 19 0 15,0 0-2-15,2 6-12 0,7-3-9 16,-3-1-8-16,1 5 4 0,-4-1-15 0,4 6-21 16,-1-3 4-16,9 3-14 0,-3-1 14 0,-4 4 11 15,0-2-25-15,-12 2-1 0,11 0-3 0,15 15 0 16,-11-8-29-16,-2 4 30 0,1 4-4 16,-9-5-15-16,-2 1 11 0,1 1-11 15,-3-1 0-15,-1-11 1 0,0 9-20 0,0 9 51 16,-17 16-18-16,10-17-16 0,-2 1 3 0,1-4 26 15,-8 4 5-15,5-5-7 0,-1 1-22 0,2 2 43 16,-2-2-9-16,3-4 13 0,-1 1-40 0,-1-1-5 16,4-2 11-16,2-1 10 0,-1-4 10 15,2 0-10-15,2 2-3 0,-2-1-11 0,3-1 4 16,-3 0-14-16,4 1-13 0,-3 0 23 16,3-3 17-16,0-1-24 0,0 0 14 0,0 0 7 15,0 0-11-15,0 0-28 0,21 9 36 0,-16-9-1 16,4 0 8-16,-2-1-4 0,3-1-14 15,2 2 17-15,-1 0-18 0,1 0 13 0,11-9-18 16,-13 9-1-16,-3-2-16 0,2 2 8 0,-1-3 8 16,-2 3 0-16,1-1-3 0,3 1 5 15,-5-2 12-15,1 1-22 0,0 1-6 0,0-2 4 16,-1 2-39-16,0 0-34 0,-2 0 7 0,1-1-116 16,-4 1-131-16,2-3 22 0,-2 3 22 15,0 0-32-15,0 4 2 0</inkml:trace>
  <inkml:trace contextRef="#ctx0" brushRef="#br0" timeOffset="-13032.156">75 2333 328 0,'0'0'307'16,"0"0"-21"-16,0 0-43 0,0 0-10 0,0 0-23 15,0 0-6-15,0 0-20 0,0 0-7 16,-35 27-42-16,30-27-17 0,-1 2-10 0,-5 1 15 15,5-2-35-15,-17 5-4 0,1-1-23 0,0 3 14 16,-3-2-21-16,7 2 10 0,-4 1-30 0,-1 6 14 16,2-7-17-16,2 5 16 0,1 3-31 15,-2-2 0-15,6 4 2 0,3 1 0 0,-1-5 17 16,0 5-26-16,7-2 17 0,-1 4-5 16,3-6-6-16,3-15-9 0,0 17-1 15,20 18-5-15,-9-18 29 0,7 0-7 16,-1-5 3-16,8 2-30 0,-2-4 14 0,4-4 1 15,1 0-9-15,2-6-8 0,-12 0 7 0,9 0 6 16,4 0-32-16,4 0-18 0,1 0-54 16,35-12-51-16,-31 5 12 0,-6 3-281 0,-1 0 26 15,-7-1 28-15,0 4-24 0,-7-6 25 16,-9 7 17-16,2 0 5 0</inkml:trace>
  <inkml:trace contextRef="#ctx0" brushRef="#br0" timeOffset="-15777.812">54-15 565 0,'-2'-4'211'0,"2"1"-44"0,-1-2 9 0,-2 4-19 16,2-5-35-16,-1 5 9 0,0-1-6 15,-1-1-15-15,3 3 10 0,-1-1-23 0,1-2-12 16,-3 1-16-16,3-1-11 0,-1 3 15 0,1-1-16 16,0 1-16-16,-1-2-3 0,-2 0 4 0,6 2 0 15,-2 0 5-15,0 0-23 0,3 0 9 0,3 0-3 16,-3-1-1-16,2 1 3 0,1-2-19 15,16-2 6-15,-12 4 6 0,9 0-1 0,30-8-11 16,-15 0 14-16,4 3-10 0,5 1-4 16,-8-1-11-16,4 4 13 0,2-3-3 0,6 2-4 15,0-2-4-15,8 1 13 0,-1-1-5 16,10 0-8-16,-5-2 9 0,6 4-6 0,0-5-6 16,2 4 4-16,0 0-11 0,-3-1 10 0,6-1-5 15,-1 1 16-15,5-1-19 0,-4 0 1 16,0 1 18-16,-4 1-19 0,2 0 12 0,-1-3 1 15,-6 3-13-15,0 0 12 0,-4 3-5 16,-1-1-4-16,-5-1 1 0,-1 2 1 0,-3 0-6 16,4-3 4-16,-6 3-5 0,5-3 15 0,-5 0-13 15,1-1 12-15,-2 4-4 0,1-2-10 0,-7-4 4 16,2 4-3-16,2-1 17 0,-3-1-7 16,-3 1 1-16,1-3 5 0,-8 5 3 0,-2-1-6 15,-2-4-8-15,0 4 6 0,-8 1-5 16,-3 0 1-16,-3-2-6 0,-3 1 9 0,3 2-9 15,-12 0-5-15,9 0 16 0,-9 0-6 0,11 0-3 16,0 0 3-16,-11 0 7 0,9 0-1 0,0 0-17 16,-9 0 5-16,10 0-4 0,-10 0 7 15,6 0 2-15,-6 0 7 0,11 0-14 0,-11 0 15 16,6 0-2-16,-6 0-6 0,9 0 8 16,-9 0-8-16,9 0 6 0,-9 0-8 0,11 0 9 15,-11 0-6-15,7 0 8 0,-7 0-8 0,0 0-3 16,9 0 7-16,-9 0-2 0,0 0-3 15,8 0 21-15,-8 0-19 0,0 0 9 0,0 0 5 16,18 11 9-16,-18-11-28 0,2 0 8 16,-2 1-5-16,2-1-3 0,-1 3 27 0,1-1-21 15,0 1-8-15,0 1 12 0,-1-1 4 16,-1 4-3-16,2-1 8 0,-2 2-10 0,0-2 10 16,0 3-7-16,0 3 8 0,0 1-24 0,0 4 11 15,0 2 15-15,0 2-24 0,0 0 9 16,0 3 4-16,0-3 12 0,0 0 5 0,0 3-26 15,0-3-1-15,0 3 8 0,0 0 1 16,0 1-7-16,0 1-9 0,0 0 26 0,0 0 2 16,0-1-20-16,0 2 22 0,0 3-17 0,0-3 12 15,0 0 2-15,0 25-9 0,0-25 5 0,0-3 8 16,2 7-32-16,-2-20 38 0,0 11-12 16,0 2-11-16,0 1 9 0,0 5-5 15,0-5-13-15,0 2 8 0,0-4-6 0,0 2 31 16,0-2-12-16,0 0-17 0,0-1 22 0,0-1-29 15,0 0 3-15,0-5 3 0,0-1-7 0,0 1 15 16,0-2-4-16,0-4 10 0,0 1-9 16,0 7 6-16,0-3 8 0,0 1-22 15,10 12 22-15,-10-17-30 0,0-3 33 0,0 2-15 16,0-1-4-16,0 0-2 0,0 0 7 0,1 0-27 16,-1 0 38-16,0-2-29 0,2 1 10 0,-2-8-2 15,0 0-2-15,0 11 11 0,0 0-11 16,0-2 32-16,0 0-40 0,0-1 6 0,0 2-1 15,0-2 19-15,0-1-5 0,0 5-8 16,0-6-3-16,0 4 25 0,0-1-11 0,0 2-2 16,0 4-17-16,0 1 16 0,0 1 11 0,0 2-22 15,0-4-1-15,0-3 6 0,-13 24-2 16,11-24-2-16,0 4-2 0,-1 5-3 0,-1-6 4 16,4-1-3-16,-3-3 9 0,1 0 18 0,1-1-11 15,0-2-10-15,1-2-11 0,-3 1 4 16,2 0 23-16,1 1-17 0,0-2 15 0,-2 2-15 15,0-2-12-15,1 0 12 0,1-2 17 0,-2 1-13 16,2 1-2-16,-1-2 6 0,1 2-14 16,0 0-1-16,0-2-1 0,-3 1 15 0,2-1 15 15,1-1-19-15,-1 2 0 0,1-2 33 16,0 0-42-16,-3 1 18 0,3 1-11 0,-1-3 6 16,0-1-8-16,1 2 2 0,0 0-2 15,-2-2-9-15,2 1 13 0,0 1 0 0,0-2 3 16,0 1-17-16,0-1 11 0,0 1 3 0,0 2-1 15,-2-2 14-15,1 1-2 0,1 0-27 16,0-1 48-16,0 3-35 0,0-3 12 0,-2 0-12 16,2-2-12-16,0 0 35 0,0 0-25 15,0 0 4-15,0 10-7 0,0-10 1 0,0 8 6 16,0-8-11-16,0 9 19 0,0-9 20 16,0 7-6-16,0-7-10 0,0 10-21 0,0-10-10 15,0 11 4-15,0-4 28 0,0-7-8 0,0 9-7 16,0-9-13-16,0 9 48 0,0-9-12 15,0 8-28-15,0-8 0 0,0 9 13 16,0-9-17-16,0 7 29 0,0-7-17 0,0 0 11 16,0 9 29-16,-10 1-11 0,9-7 27 0,1 0-25 15,-4-2-7-15,0 1 3 0,3 0 24 16,-1-2-5-16,-3 0-4 0,1 0-23 0,2 3-1 16,-5-3-14-16,3 0 1 0,-1 0 18 15,3 3-15-15,-6-3-5 0,8 0 0 0,0 0 0 16,-9 0 19-16,2 0-21 0,7 0 15 0,-14 0-2 15,5 0-1-15,-4 0-15 0,5 0 2 0,1 0 1 16,-5 0-1-16,2 0-1 0,-7 0 6 16,-5 0-5-16,3 0 5 0,-3 0-7 0,-2 0 2 15,6 0-2-15,2 0-5 0,-4 0 5 16,-16 5-7-16,18-3 17 0,-4 1 1 0,0 2-9 16,1-2 22-16,2 1-21 0,6-3 13 15,-2-1-20-15,-10 2 1 0,1-2-2 0,5 0 12 16,3 3-3-16,-6 0-6 0,1-2-19 0,8-1 37 15,-11 5-27-15,2-2 8 0,1-3 13 16,-2 2-12-16,2 1 1 0,-3-1 0 0,5 0 22 16,3-2-23-16,-8 2 3 0,8-1-1 15,0 2 0-15,2-3-12 0,-8 3 12 0,-1 3 15 16,6-5-29-16,-4 1 17 0,2 1 21 0,-4 0-2 16,8-2-2-16,-1 1-19 0,-6 1-21 0,0 3 29 15,14-6 5-15,-7 0-25 0,-2 0 1 16,0 0 1-16,-1 0 1 0,-1 0 1 0,-2 0 2 15,-2 0 35-15,3 0-3 0,3 0-7 0,1 0-1 16,0 0-2-16,-2 0-8 0,0 0-2 16,-3 8 1-16,-15 2-7 0,21-10 10 0,1 3 0 15,3-2 1-15,1 1-5 0,-13 5-3 0,1-4-1 16,6 2-7-16,-6-2 10 0,5 0-13 16,-5 2 18-16,4 1-25 0,-2 1 2 0,20-7 31 15,-14 0-4-15,-5 0-2 0,-1 0-8 0,2 0-23 16,-4 0 19-16,5 0 10 0,-6 0 0 15,5 0 2-15,-24 18 0 0,22-16-22 0,3-2 1 16,-6 0 1-16,-6 1 2 0,6 0 28 0,10-1-1 16,-5 0-2-16,-3 0-11 0,-2 0 0 15,0 0-1-15,3 0-1 0,-3 0 0 0,1 0-1 16,-1 0 0-16,0 0 0 0,1 0 12 0,4 0-2 16,2 0-28-16,1 0 6 0,2 0 0 15,1 0 10-15,1 0 5 0,3 0 0 16,-1 0-10-16,-2 0-4 0,11 0-11 0,-12 0 2 15,4 0 2-15,-1 0 2 0,9 0 6 0,-12 0-2 16,2 0 0-16,2 0 25 0,-9 10-2 0,11-10-25 16,-3 2 2-16,1-2 1 0,2 1 10 15,6-1-6-15,-11 0 0 0,4 0 0 0,-9 0 4 16,-1 0-14-16,0 0 1 0,3 0 1 16,3 0 0-16,-11 13 21 0,11-12-1 0,4-1-1 15,-1 3-24-15,0-2 3 0,2 0 47 0,-1 0-19 16,-2 2-7-16,3-3-1 0,1 0 7 0,-3 3-5 15,-1-2 3-15,2-1 2 0,1 2-8 16,-1-2-2-16,1 0 2 0,-3 3-3 0,2-3 1 16,0 4-1-16,-2-4-23 0,1 0 3 0,8 0 41 15,-9 0-3-15,1 0-29 0,-2 0 0 16,-1 0 0-16,1 0 5 0,2 0 2 0,-3 0-1 16,3 0 0-16,-8 0 0 0,1 0-6 15,2 0-1-15,1 0 2 0,1 0-13 0,1 0 5 16,3 0 1-16,7 0 45 0,-12 0-16 15,2 0-12-15,10 0 19 0,-10 0-21 0,10 0 0 16,-8 0-3-16,8 0-11 0,-8 0 1 0,8 0 26 16,0 0 3-16,-10 0-1 0,10 0-2 15,0 0 8-15,-9 0 12 0,9 0-5 0,0 0-37 16,0 0 30-16,-8 0-17 0,8 0-9 16,0 0 26-16,0 0-16 0,-9 0 3 0,9 0 15 15,0 0-19-15,0 0 0 0,0 0-17 0,-8 0 32 16,8 0-22-16,0 0 14 0,0 0-18 15,0 0 8-15,0 0 4 0,0 0-6 0,0 0 1 16,0 0 2-16,0 0 9 0,-7 0-10 16,7 0 15-16,0 0 3 0,0 0 1 0,0 0-7 15,-11-1-17-15,11 1 13 0,0 1 12 0,0-2-11 16,0 0 11-16,-1-1-7 0,1-3 15 0,0 1-12 16,-3-2 6-16,2-3-12 0,1 1-10 15,0-14 2-15,0 9-15 0,0-8 10 0,0-6 17 16,0-2-19-16,0-8-9 0,0 3-17 0,0-5 17 15,13-34 2-15,-4 34-70 0,-2 1-3 16,-1 1-47-16,-1 0-23 0,-4 1-40 0,2 3-50 16,-3 18 21-16,0-7-244 0,-14-24 3 0,2 23 36 15,-5 6 12-15,-2 0 54 0,-3 3 24 0,-6 1 23 16,3 5-18-16,-2-1 55 0</inkml:trace>
  <inkml:trace contextRef="#ctx0" brushRef="#br0" timeOffset="-11227.456">-2867 4000 692 0,'-4'-3'237'0,"3"0"-35"16,-2 3-24-16,2-2-32 0,-4 1 4 0,5 1-31 15,0 0-1-15,0 0-22 0,0 0-23 16,-2 26-8-16,2-17 7 0,0 15-4 0,0-15-7 16,0 4-13-16,0-3 0 0,0 3-7 0,0-2-14 15,0-3 6-15,0-8 8 0,0 10 1 0,0-10-2 16,0 10 16-16,0-10-1 0,0 0 5 16,-6 12-24-16,2-17-17 0,-1-12 5 15,2-4 0-15,-2 3-12 0,1-4 10 0,4-1-24 16,-1 7 12-16,1 1-4 0,0 15 1 0,0-12-5 15,0 3 5-15,0 0-21 0,0 9 13 16,0-10 1-16,0 10-3 0,0 0-13 0,17-11 13 16,-11 13 3-16,1 1 4 0,13 7-5 0,0-2 1 15,2 5-15-15,-3-2 17 0,6 5 1 16,-2-6 0-16,1 1 5 0,1 4-24 0,2-5 21 16,-2 1-21-16,0 5 15 0,4-4-9 0,-9 0 14 15,4-3-7-15,-7-2 4 0,-3-2-6 16,-1-1 6-16,-6 0-2 0,2-3 11 0,-9-1-4 15,0 0 11-15,8 0-22 0,8-18 12 16,-10 2-2-16,-5-1-1 0,-1-8-1 0,0 11 9 16,0-7-9-16,0-1 12 0,-23-29 1 0,10 24-11 15,3 2-10-15,-2-1 4 0,5 4-7 16,-4 2-10-16,3 4-10 0,5 0-61 0,-3 7-39 16,4 2 13-16,-1 3-73 0,2 0-54 0,1 2-116 15,0 2-10-15,0 0 36 0,5 0 0 16,-2 0 3-16</inkml:trace>
  <inkml:trace contextRef="#ctx0" brushRef="#br0" timeOffset="-10924.068">-2282 3830 379 0,'-13'15'171'0,"1"2"-56"0,3 2 8 16,3 0 9-16,-2-3-15 0,3 4-24 0,2 2-15 15,3-13 17-15,0 5-50 0,0 5-10 0,16 18 31 16,-7-20-40-16,5 1 44 0,-1-4-23 16,4-5-18-16,-3-1 27 0,3 0-59 0,2-5 49 15,-6 1-32-15,1-4-12 0,-5 0-3 0,7 0 26 16,11-18-15-16,-13 6 37 0,-4 6 6 16,-3-4 6-16,-2 1-1 0,-4 3 25 0,-1-3-15 15,0 9-1-15,0 0-22 0,-15-27 6 0,2 12 1 16,-3 4-5-16,0-1-16 0,0 2 4 15,-3 2-11-15,1 3 2 0,1 3-19 0,0 0-16 16,8 0-30-16,-2 0-29 0,1 0 8 0,4 0-127 16,-3 1-93-16,3 0-73 0,0 1 35 15,5-4 0-15,1 3 29 0</inkml:trace>
  <inkml:trace contextRef="#ctx0" brushRef="#br0" timeOffset="-10777.163">-1871 3858 578 0,'2'2'207'0,"-1"-1"-52"16,1 0 3-16,-1 1-34 0,-1-2-33 0,5 0-43 15,-2 1-6-15,-2-1-111 0,-1 2-45 16,0-2-166-16,3 0-43 0,4-2 10 0</inkml:trace>
  <inkml:trace contextRef="#ctx0" brushRef="#br0" timeOffset="-10133.55">-1284 3647 237 0,'-14'19'275'0,"1"0"-55"15,0-1-22-15,1-2-38 0,3 5-34 0,-2 0-3 16,3-4-24-16,5 3-7 0,2-2-17 0,1-18 10 15,0 14-2-15,16 20-27 0,-11-23 9 0,9 0-24 16,2-3-12-16,-7-3-4 0,3-1 22 16,-2-2-17-16,-1-2 20 0,-2 1-19 0,-7-1 5 15,0 0 4-15,9 0-8 0,-9 0 8 0,13-17-20 16,-11 13 22-16,-2-5-4 0,0 3 0 16,-3-2-9-16,-1-10-4 0,4 18 5 0,-8-28 1 15,8 16-12-15,-4 1-15 0,3 4-16 0,1-1-3 16,0 0 20-16,0 8 10 0,0 0-1 15,0-17-17-15,22-12 12 0,-15 18-13 16,0 1-1-16,0 2-18 0,2 2 23 0,-4 3-17 16,1 0 11-16,0-1-6 0,0 2 7 0,-1 2-7 15,-5 0-8-15,0 0 6 0,8 0 14 0,14 18-13 16,-12-9 15-16,2 6 11 0,-7 3-11 16,3 6 3-16,2-3 10 0,-5 6-3 0,2 3-12 15,-1 3 21-15,2 1-10 0,-5 3 4 16,-1-1 1-16,-2 1 0 0,4-2-11 0,1 2-9 15,-2-1 14-15,2 1-4 0,4-1 1 0,-1-2-5 16,2-1 7-16,2-1 1 0,2-5-18 0,3-3 13 16,2-2-4-16,2-1-6 0,1-6 3 15,-2-4 3-15,-2-10 3 0,-18-1-10 0,18 0 4 16,17-23 8-16,-19 3-2 0,-8-1 5 16,-2 0-1-16,-1-4 8 0,-5 14 6 0,0-7 24 15,-13-21-1-15,-2 18 17 0,-2 2-3 0,-6 0-1 16,-1 1-11-16,-4 2-11 0,0 3-12 15,2 0 4-15,0 4-4 0,-2-1-4 0,7-4 5 16,-1 6-12-16,7 5 17 0,3-4-28 16,4 4-13-16,-1 0-14 0,7-2-12 0,-4 0-27 15,5 2-40-15,1 3 3 0,0 0-20 0,19-24 12 16,-3 6-136-16,2-1-159 0,4-1 24 0,1 3 27 16,0-2 19-16,3 0 9 0,3 2-38 15</inkml:trace>
  <inkml:trace contextRef="#ctx0" brushRef="#br0" timeOffset="-8562.327">-587 3694 304 0,'4'0'239'0,"-1"0"-46"0,1 0 0 0,0 1-22 16,-2 2-60-16,2-3-9 0,3 4 0 15,-4-3-13-15,1-1 2 0,4 0-30 0,-2 0-20 16,2-1-14-16,-1 1 9 0,-7 0 7 0,0 0-41 15,11 0 7-15,6-13 18 0,-5 1-2 16,-7 2 12-16,-4 1-33 0,-1 1 13 16,0 0-3-16,0 8-1 0,0 0 0 0,-15-18 19 15,10 14-34-15,-12-3 16 0,0 4 4 0,-1 0-21 16,18 3 28-16,-17 0-37 0,0 0 21 0,-20 24 18 16,19-12-17-16,1 3-25 0,3 2 2 15,7 1 20-15,2-1 14 0,1 1-17 0,4-18-13 16,0 18 25-16,18 19-7 0,-6-19-35 0,5-1 33 15,5-5-16-15,1 1 21 0,5-2-9 16,5-3-8-16,-1 0 20 0,8-3-53 0,-3-5-5 16,-17 0 24-16,9 0-11 0,37-17 0 0,-31 8 4 15,-1-3-43-15,-3-1 9 0,-2-5-6 16,-1 3 1-16,-1-6 5 0,-5 2 6 0,-3-1 5 16,-6 3 48-16,-4 1 18 0,-3 4 7 15,-6 3 23-15,0 9 6 0,0 0-6 0,-20-16-36 16,12 13 0-16,-15 1 31 0,5 2-2 0,4 0 9 15,-7 0-42-15,-28 17 28 0,24-11-3 16,2 4-33-16,6-1 13 0,6 1 10 0,0 1-41 16,9-2 34-16,-1-1 0 0,2 0-7 15,1-8 7-15,0 0-4 0,13 17 14 0,-7-14-24 16,15 9-26-16,-4-10 29 0,6 0-27 0,-23-2 12 16,13 0 16-16,19-13 12 0,-18 1 2 0,2-3-15 15,-5-3-7-15,0-2-18 0,-5-5 18 16,-2 4 13-16,-3-6 3 0,-1-7 27 15,0 20-15-15,0-8 8 0,0-1 26 0,-20-27 25 16,12 25-4-16,-1 2 20 0,0 4-25 0,-1 1-7 16,0 3-2-16,7 4-8 0,-5 2 5 15,5 2-15-15,3 4-14 0,0-1 7 0,-4 2-15 16,4 2 0-16,0 0-3 0,4 6-10 0,-4 4 4 16,7 10-8-16,-2 2 10 0,3 3-9 15,2 1-8-15,0-2 2 0,3 0-16 0,4 1-14 16,-5-1-8-16,6 0 13 0,0-7-23 0,2 2-1 15,0-2-31-15,2-4-11 0,5-6-3 16,-3-2 9-16,4-5-38 0,-17 0-43 16,30-12 15-16,-8 0 14 0,-4-6 43 0,-5 1-22 15,0-3 32-15,-1-3 17 0,-2 3 26 0,-3 0 5 16,-5 1 3-16,-3 3 2 0,-3 4 62 0,-7 12 2 16,0-10-2-16,0 10 6 0,-18-13-3 15,10 13-19-15,2 1 12 0,-15 5 1 0,2 3-16 16,-1-1 9-16,3 5-25 0,3 0 29 15,1 1-39-15,0 2 12 0,6-1 20 0,0 2 1 16,6-2-9-16,-2-1 14 0,3-14-14 0,0 14-2 16,0 1-30-16,18 11 19 0,-5-12 2 15,-1 1-2-15,-3-9-23 0,9 0 18 0,-1-6-31 16,-17 0 13-16,10 0 10 0,1 0 2 16,-1 0 3-16,14-19-1 0,-8 10 1 0,-4-4 0 15,-5 3 23-15,-2-3 30 0,-1 4-34 16,-1 0 41-16,-3 0 14 0,0 1 6 0,1 4 5 15,2-3 10-15,-2 2-17 0,-1 1-1 0,0-1-8 16,0 1-16-16,1 1-4 0,2 0-4 0,-2 3-22 16,2-4 18-16,1 4-9 0,-4 0-10 15,0 0 1-15,0 0-1 0,10 0 6 0,16 26-16 16,-11-13-8-16,1 2 21 0,2 2-5 0,-4 4-1 16,-2 4-16-16,1 2 22 0,-2 1-18 15,-2 4 3-15,-2 1 14 0,2 3-7 0,-7-1-7 16,-2-16 19-16,0 9 2 0,0 6-8 15,0 1 8-15,-20 33-3 0,8-36-5 0,-3-2 14 16,2-1-21-16,-3-4 3 0,-3-1 8 0,2-4-3 16,0-5 8-16,-1-5-10 0,4-3 0 15,1-7-5-15,13 0 17 0,-28-14-26 0,16 2-2 16,0-6-2-16,7-6-24 0,0-4 11 0,5-5-26 16,0 12 14-16,0-7-18 0,21-38 22 15,-8 28-25-15,-2 3 8 0,5-5 3 0,-2 6 11 16,3-3-4-16,-2 5 3 0,2 0-3 0,-3 3 1 15,0 3 20-15,3-1-18 0,-3-2-11 16,2 4 13-16,-2 1-7 0,0 2 4 0,-1-1-6 16,-2 2 19-16,1 0 18 0,-2 8-17 0,-4 1-2 15,-5 3 22-15,4 2-3 0,-3 2-16 16,-2 5 26-16,0 0-11 0,0 0 6 0,-7-8 0 16,3 8-21-16,3 2 35 0,-5 2-18 15,2 1 0-15,0 1-11 0,1 0 7 0,2 0-26 0,1 3 9 16,0-2 15-16,0 2-3 0,13 21 13 15,-1-11-4-15,-2-2 5 0,7-5 4 0,1 0-26 16,2-5-3-16,5-5 18 0,-2 0-16 16,-10-2-25-16,6 0 19 0,19-14 22 0,-16 5-24 15,-1 0 27-15,-3-5-19 0,-5 0-16 16,2-4 24-16,-7 1 6 0,1-4 2 0,-7 1-17 16,0 3 47-16,-2 7-9 0,-13-17-38 0,2 13 26 15,-1 4 5-15,-4-1-8 0,3 5 2 0,2 2 3 16,-1 4 2-16,2 0-18 0,10 0 10 15,0 0-23-15,-9 0 22 0,-3 16-19 0,8-11-10 16,4 3 21-16,4 0-8 0,4 10-10 16,3 0 19-16,1 0-7 0,5-3-26 0,1 3 40 15,2-4-21-15,-2 4 11 0,-1-2-7 0,0 0 13 16,2 2-3-16,-6-3 1 0,0 3-12 16,-4-3 28-16,2 6-4 0,-4-6-17 0,-3 5 4 15,0 2-2-15,-3 0 25 0,-1-8-6 16,0 4-2-16,-18 28 0 0,7-22 7 0,-5 4-2 15,5-1-21-15,-2 0-33 0,1-5 3 16,-2-2-135-16,0-9-123 0,3-3-65 0,5-7 20 16,6-1-1-16,0 0 43 0</inkml:trace>
  <inkml:trace contextRef="#ctx0" brushRef="#br0" timeOffset="-7719.801">1942 3012 494 0,'-4'0'245'0,"-3"0"-61"0,5 4-28 15,-3 2-9-15,-4 13-19 0,1-9-16 0,4 14-6 0,-1-3-13 16,1-2-14-16,1 4-12 0,3 2-5 15,0-15-1-15,0 10-14 0,0-2 4 0,0 2 4 16,0 0-19-16,0 0-4 0,0-4-12 0,0-1-7 16,16 13 16-16,-15-20-23 0,-1-1 17 15,4 0 4-15,-1-3-5 0,2-1-8 0,4-2 5 16,0 1-2-16,3-2 1 0,8 0-17 0,5 0 19 16,30-21-8-16,-24 13-6 0,-6-8 9 15,6 7-2-15,-3-3-18 0,-3 3 0 0,1-7 5 16,-3 5 16-16,-5 1-6 0,-1 2 13 0,-1-3-33 15,1 6 12-15,-4 0-16 0,-2-2 9 16,-4 1-3-16,0 0-30 0,-3 3 8 16,1-2-20-16,-4 4 4 0,0-3-43 0,3 2-41 15,0-1-16-15,-4-1-80 0,0 2-103 0,0 2 21 16,0 0 16-16,0 0-25 0</inkml:trace>
  <inkml:trace contextRef="#ctx0" brushRef="#br0" timeOffset="-7307.507">2178 3092 212 0,'-2'-2'216'0,"-1"0"-67"0,-1 0 13 0,0 6-27 16,3-3-29-16,-2 2-28 0,3 2 10 0,0-2 11 15,0 6-15-15,0-1-23 0,11 14 13 0,-7 0 5 16,2 3-18-16,2-4-27 0,-4 5 13 15,1 5-18-15,1-4 55 0,1 3-10 0,-1-3-19 16,-1 3 2-16,-1-3-7 0,1-1 13 0,-1-3-24 16,0 1-10-16,-3-2 3 0,3-1 10 15,0-3 7-15,0-1-21 0,-4-4 5 0,3-3-9 16,-2-4-1-16,3 2-12 0,-3-6-39 0,-1-2-46 16,0 0 8-16,0 2-298 0,0-4 24 15,-4-3 25-15,-5-10-9 0,-5-3 21 0</inkml:trace>
  <inkml:trace contextRef="#ctx0" brushRef="#br0" timeOffset="-8360.452">1272 3356 458 0,'5'-4'207'0,"10"-5"-40"0,-1 1-3 0,3-1-24 15,0 0-50-15,1 3 25 0,-1 3-36 16,-5 0 13-16,-1 1-40 0,0 2-2 0,-2 0-11 16,0 0-27-16,-9 0 0 0,0 0 1 0,9 0-108 15,-9 0-65-15,7 0-61 0,-7 0-81 16,11 0-26-16,-1 13 47 0</inkml:trace>
  <inkml:trace contextRef="#ctx0" brushRef="#br0" timeOffset="-8154.053">1375 3553 298 0,'-5'5'180'16,"3"0"-24"-16,1 0 14 0,1-2-17 0,0-2-8 15,1 0 4-15,6-1 3 0,-2-1-36 16,2 1 13-16,2-4-24 0,-3 4 2 0,13-4-28 15,1-1-17-15,0-1 13 0,2 0-12 0,-4 2-23 16,3-3 16-16,4 1-17 0,-2 2-12 16,0-6-16-16,-2 1-33 0,2-1-41 0,2-1 8 15,-5-1-127-15,0-3-144 0,0 3 23 16,-3 0-75-16,-4-4 11 0,0 1 57 0</inkml:trace>
  <inkml:trace contextRef="#ctx0" brushRef="#br0" timeOffset="-12167.896">3262 2063 462 0,'9'-13'152'0,"0"2"-39"16,0 5 25-16,1-9-54 0,3 9 31 0,0 1-24 16,5-3-1-16,-3 6 2 0,1-2-25 15,-2 4-3-15,12 0-9 0,-14 0-30 0,7 0 42 16,3 0-1-16,26 23-22 0,-23-6 2 16,-6-2-3-16,3 6 22 0,-4 1 5 0,-8 6-14 15,-2 1 16-15,-7 2-2 0,-1 1 17 0,0-16-13 16,-14 32 6-16,2-19 1 0,-9-1-3 0,2 0-5 15,-4-1-5-15,-4 0-12 0,-3-1-12 16,3-1-31-16,-7-2-17 0,3-7-82 0,-2 2 9 16,-3-5-301-16,2-4 26 0,-1-4-48 15,16-5 26-15,-8 0 76 0,-30-24-2 0</inkml:trace>
  <inkml:trace contextRef="#ctx0" brushRef="#br0" timeOffset="-12415.745">3184 2092 331 0,'0'-2'335'0,"0"2"-47"16,-3-3-36-16,1 3-24 0,2 0-21 16,-4-2-33-16,3 2-22 0,1-1-8 0,-4-2-30 15,5 3-14-15,-2 0-8 0,0 0-2 16,1 3 0-16,-2 0-13 0,2 2-22 0,2 3-3 16,3 16-6-16,-5-12-8 0,0 4-7 15,0 4 10-15,0 6-20 0,10 25 4 0,-10-22-2 16,3 0 7-16,2 2-15 0,-4-4-8 0,4-5 4 15,-5 1-13-15,0-7-37 0,2-5-24 16,0-2-13-16,-2-3-7 0,1-2-12 0,3-4 9 16,-2-3-134-16,0-3-34 0,1 0-69 15,2-16-31-15,3 1 21 0,-3-3 19 0,-1-4 9 16</inkml:trace>
  <inkml:trace contextRef="#ctx0" brushRef="#br0" timeOffset="-1058.351">3566 2895 232 0,'0'-16'216'0,"0"16"-71"0,-20-35-30 15,22 12 3-15,-2 13 7 0,13-19 26 0,-8 11-35 0,6 3 3 16,-1 0-43-16,-5 3 9 0,8 0-10 15,-7 2-2-15,4 1-17 0,-3 3-6 0,2 1 18 16,-5-1-35-16,4 0 7 0,0 4-1 16,-2 0-2-16,3-3-4 0,-1 4-9 0,1-1 6 15,-3 1-6-15,2-1-8 0,-8 2 4 0,0 0-1 16,11 0-9-16,-11 0-11 0,10 0 4 16,8 15 11-16,-17-9-20 0,3 0 10 0,-4 2 12 15,1-1-12-15,-2 2-8 0,1 2 17 16,0-11 9-16,0 16 5 0,0 0-14 0,-12 19 10 15,6-17-1-15,1-7-22 0,1 2 6 0,3-3 20 16,-2-4 9-16,1 1-5 0,0 3-3 16,0-4-2-16,0-2-22 0,2 2 11 0,-1-3-5 15,1 3 5-15,0-2-3 0,-3 0 5 0,3 1 0 16,0-5 5-16,0 0 7 0,0 0-11 0,15 8 2 16,-10-8-19-16,3 0 22 0,15-11-8 15,3 1 1-15,-1 1 2 0,8 0-8 0,2-2 0 16,-6 2 2-16,5-1-9 0,-1-3 1 15,0 5-10-15,-1-2-28 0,-4 3-45 0,2 5 9 16,-1-6-106-16,-7 1-69 0,1 4-120 0,-6-5 17 16,-1 2 22-16,-4 4 14 0,-7 0 16 0</inkml:trace>
  <inkml:trace contextRef="#ctx0" brushRef="#br0" timeOffset="3903.745">-2282 5221 526 0,'0'0'165'15,"-17"-18"10"-15,17 18-30 0,0 0-4 0,0 0-23 16,0 0-16-16,0-16-43 0,-33-2 36 0,30 15-6 16,3 3-57-16,-3-4 9 0,2 3-1 15,-1 0 8-15,2 1-10 0,-2-3-13 0,-2 3 11 16,4 0-4-16,-1 3-5 0,-2-3 1 0,1 0-10 16,2 0 20-16,-1 1-18 0,-1-1-12 15,0 0-11-15,2 0-7 0,-2 0 8 0,2 0 39 16,-1 1 3-16,1-1-4 0,-1 0-28 0,-2 0 5 15,3 0-10-15,-1-1 26 0,1 1-2 16,0 0-5-16,-1 0 5 0,-2 0-4 0,3 1-9 16,0-1 4-16,0 1 1 0,-4 2-9 15,4-3 1-15,0 0 12 0,0 0-32 0,-20 9 17 16,4 0-8-16,1 0 9 0,0 4 2 0,-1-1-18 16,3 1 9-16,0-1 5 0,-3-1-25 15,3 1 22-15,3 1 9 0,2-2-30 0,1-2 23 16,1-1-6-16,0 2-15 0,5-4 20 15,-3 1-1-15,4-2-8 0,0 2 8 0,0-7-3 16,0 0-6-16,0 7 14 0,17 13-3 0,-1-11-17 16,6-1-3-16,-1-3 2 0,-6-1 22 15,9-3 4-15,1 2-23 0,1-1 17 0,-9-2 3 16,6 1-14-16,3 2-6 0,-6 0 6 16,3 0-20-16,-8 0 19 0,-2 0-14 0,1 0 10 15,-5 3 9-15,7 1-3 0,-8 3-6 0,1-1 18 16,-2 7-10-16,1 3 2 0,-8-2 13 0,2-1-5 15,-2-5-35-15,0 4 24 0,0 4 8 16,-21 23-4-16,12-21-25 0,-3-1 23 0,-3 0-19 16,3-2 32-16,-3 0-32 0,2-2 38 15,-4-2-13-15,5-2 1 0,5-4 7 0,-1 0-15 16,0-2-7-16,4-4-4 0,-1 1 14 0,-1-2-26 16,3-1-42-16,3 0 2 0,0 0 5 15,0 0-44-15,0 0-1 0,-14-14-4 0,14 8-29 16,0-1-47-16,0-2-80 0,0 2 18 0,0-2-103 15,0-7-40-15</inkml:trace>
  <inkml:trace contextRef="#ctx0" brushRef="#br0" timeOffset="4779.891">-2114 5363 259 0,'0'0'165'15,"-2"3"-26"-15,2-2 2 0,0 1-18 16,-2 4-16-16,2-3-11 0,-1 3-13 0,2 0-19 16,1 3-6-16,2 9-6 0,-4-18-7 15,8 26-18-15,-4-17 21 0,4 9-2 0,5-7 2 16,-2 1-14-16,1-3-2 0,1-1 11 0,-3-4-44 16,2-1 24-16,-2-3-16 0,-10 0 16 15,10 0-1-15,-2 0-1 0,17-18-2 0,-14 8-10 16,1 0 6-16,1-3-21 0,-5 3 7 0,-5 1 13 15,0-1 18-15,-3 1-3 0,4-1 3 16,-3 2 22-16,-1 0-28 0,0 8 8 0,0-8-5 16,0 8-4-16,0-12 3 0,0 3-4 0,0 2 13 15,0 7-11-15,0-12 7 0,0 12-19 16,0-9 20-16,0 9-15 0,0-10-8 16,0 10-10-16,0 0-7 0,0 0 4 0,0 0 15 15,-11-12-2-15,12 14-1 0,-2 0-2 0,4 1 5 16,-3 0-26-16,0-1 15 0,3 1-17 0,-2 1 2 15,3-1-6-15,0-1-4 0,-1-1 11 16,2 0-8-16,-1-1 17 0,0 0-42 0,3-1 31 16,14-7-30-16,-4-2 31 0,-2 1 4 15,1-1-1-15,-2-2-3 0,0 0 11 0,-2 4-4 16,3-2 16-16,-3 5-19 0,-3 0-17 0,-3 0 37 16,1 4-22-16,-1-1-29 0,2 1 11 0,-8 1 31 15,0 0 4-15,7 0-16 0,-7 0 5 16,9 0 5-16,-9 0-2 0,13 0 3 0,1 13 0 15,-9-12 20-15,-1 4-14 0,0-5-20 16,-1 4 12-16,3-3 5 0,-4 3 5 0,2-3 15 16,0 1-55-16,-1-1 47 0,-1-1 0 0,1 2-13 15,1-2 18-15,-4 0-5 0,0 0 3 0,0 0-15 16,0 0 7-16,11-12 10 0,-8 9-22 0,2-2-10 16,0 0 0-16,0 0-5 0,-1 1 5 15,-3 0 35-15,5 0-1 0,-4 1-10 0,1 1-21 16,3-2-8-16,-1 3 18 0,-5 1-33 15,0 0 12-15,0 0-10 0,26 21 41 0,-15-9 16 16,-1 5-52-16,-2-3 0 0,-3-3 4 16,0-1 28-16,-4-1-7 0,3-2 7 0,-1-2 5 15,-1-1-28-15,1 1-10 0,-1-3 20 0,-2-2 28 16,3 5 9-16,-3-5-28 0,1 0 8 0,-1 0-11 16,0 0-7-16,0 0 6 0,4-18-3 15,0-1 3-15,4 0 6 0,-2 0 7 0,3 0-8 16,-2 1-8-16,-1 7-9 0,-4 4-5 15,3 0 13-15,-1 2 0 0,-3 1 3 0,0 4 12 16,3 0-13-16,-4 0-13 0,0 0-12 0,0 0 14 16,0 0 20-16,25 24 6 0,-16-11-42 15,-3 2 28-15,4 4 6 0,2-2-13 0,-4-2 0 16,3 0 4-16,1 1 7 0,-6-5-2 16,5 3 26-16,-1-5-21 0,-3 1-1 0,0-2-21 15,1-3-15-15,-1 1 0 0,-2-1 3 0,-3-1-35 16,3 0-74-16,-1-4-13 0,0 0-125 0,-4 0 16 15,0 0 16-15</inkml:trace>
  <inkml:trace contextRef="#ctx0" brushRef="#br0" timeOffset="5455.936">-993 5191 477 0,'0'20'146'0,"2"0"-27"16,7 0-16-16,-4-2-11 0,2 0 9 0,3-4-40 15,6-1 22-15,-3-1-44 0,3-5 21 16,0-4-4-16,-4-1-29 0,-1-2 21 0,-11 0-15 16,9 0 12-16,-1 0 10 0,1 0-25 15,17-17 1-15,-18 10 4 0,-5-5-20 0,3 6 34 16,-6-5-25-16,0 0 3 0,0 11-9 15,0-11 7-15,-21-19 0 0,13 18 13 0,-6-1-8 16,1 0-16-16,-4 3 3 0,-1 4-16 0,3-1 7 16,1 5 0-16,-3-5 9 0,3 4-30 15,1-1 30-15,5 2-9 0,-1-1-22 0,6 1 23 16,-1 0-3-16,3-2-12 0,0 3-1 16,1 1 14-16,0 0-23 0,0-9-8 15,15-15-3-15,-4 6 42 0,2 5-41 0,1-2 13 0,3 3 23 16,-6 5 6-16,2-1-5 0,3 3-18 15,-5 2 31-15,1 3-32 0,-12 0 16 0,14 0 13 16,20 13-19-16,-14-1 5 0,0-2-21 16,0 5 43-16,-2 2-6 0,-1 1-5 0,2 3-10 15,0 1-6-15,0 1 15 0,-1 4-23 0,-4 0 26 16,0 3-11-16,-1 0 34 0,0 4-14 0,1 2-1 16,-1 3-4-16,-1 0-7 0,0 3 21 15,-2-2-23-15,2-1-11 0,-1-1 18 16,1-3-4-16,-2-2-30 0,3-3 21 0,4-2-8 15,0-3 18-15,-4-3-43 0,3-8 28 16,-3-10-6-16,-1-4-17 0,-12 0 3 16,28-18 22-16,-12 3 10 0,-8-2-10 0,-1-7 7 15,-5-4-11-15,-2 15 7 0,0-10-1 0,-21-28 13 16,9 26-9-16,-6 1 0 0,0 2 4 16,-4 3 2-16,0 0 9 0,2 4-5 0,-9 2-7 15,7 0-10-15,-5 6 18 0,8-2-5 0,-3 1 4 16,10 3-7-16,2 0-4 0,1 1 2 0,-2 0-10 15,6 3-26-15,-1-3-23 0,2 1-15 16,3 2-8-16,1-1-3 0,0 2 6 0,0 0-59 16,0 0-17-16,28-23-66 0,-11 9-93 0,7-1-30 15,1-2 14-15,3-1 11 0</inkml:trace>
  <inkml:trace contextRef="#ctx0" brushRef="#br0" timeOffset="7114.876">-193 5086 272 0,'-9'0'196'0,"1"2"-11"0,-12 3-39 0,0 2-51 15,2 1 37-15,0 2-27 0,3-1 2 16,4 0-59-16,1 0 19 0,4-1 8 0,3 1-18 16,1-1-12-16,2-8-30 0,0 0 22 0,0 9 3 15,0-9-5-15,14 16-11 0,-7-15 9 16,3 1-23-16,14-2 14 0,-14 0-16 0,24-13-3 15,-16 4 23-15,0-1-5 0,-2-5-21 0,-3 1 11 16,-2 0 13-16,-3-1-29 0,-3 0 44 16,-2 0-21-16,-3 4 17 0,0-7-4 0,-16-22 22 15,6 19-9-15,2-2-9 0,-9 4-11 0,4-4 20 16,-9 6 1-16,6 0 8 0,4 1 16 16,-5 5-14-16,6-2-3 0,-1 4-11 0,3 3 6 15,2 1-9-15,1-2-11 0,5 5 10 0,-4-2-9 16,1 4-19-16,1-3 8 0,1 3 10 15,2 0-13-15,0 0 5 0,0 9-20 0,2 0 4 16,6 12 4-16,2 0 2 0,-2 2-8 16,4 2 9-16,3 0 0 0,1-4-17 0,3 6 17 0,3-4-6 15,-3-1 2-15,3-1-4 0,0-3-11 16,0 1-3-16,-3-3 0 0,3-2-12 0,-2-2 3 16,0-4-8-16,-7-4-23 0,3-4 5 15,-5 0 4-15,-11 0-16 0,25-14-13 0,-10 1-12 16,1-1-9-16,-3-4 39 0,-7 2 13 15,0-5 9-15,1 2-4 0,-3 2 7 0,-4 5 22 16,0 12-27-16,0-10 32 0,0 1-12 0,0 9 13 16,-11-16-7-16,5 11 3 0,0 3-11 0,1 2-12 15,-2 2 24-15,2 3 2 0,0 1 0 16,0 0 15-16,3 0-19 0,-1 2 2 0,3 1-31 16,0-1 47-16,2 1-19 0,-2-2-22 15,18 17 31-15,-10-16-15 0,4-1-22 0,-2-4-8 16,2 0 29-16,-12-3 4 0,16 0-5 0,24-17 1 15,-20 9 13-15,-1 1-20 0,-5-7 4 16,2-1-8-16,-5-3-8 0,1 4 57 0,-5 1-13 16,-6 4 12-16,3-4 3 0,-4 13-22 15,0 0 28-15,0-11-20 0,0 4 15 16,-16-7-8-16,11 12 16 0,2-3-16 0,0 2-10 16,0 1-2-16,-2-1 2 0,4 3 2 0,-3-1-12 15,4 1 9-15,1 1-9 0,-1 2 2 0,3-1-33 16,-2 4 12-16,5 1 21 0,5 8 6 15,2 2-9-15,-2 2 9 0,6 5 6 0,-5-1-10 16,-3 4-4-16,2 1 1 0,5-3-26 16,-7 8 36-16,2-1-9 0,1-3 14 0,0 4 1 15,-5 2-20-15,2-4-24 0,-1 0 11 0,0-3-6 16,-7 1 14-16,1-3 38 0,-2-1-19 0,0-15 13 16,0 4-28-16,-20 20 23 0,15-22-20 15,-7 1 25-15,-2-2 12 0,5-3-18 0,-8 0-10 16,3-6 25-16,1-2-18 0,13 0-4 0,-10 0-16 15,1 0 10-15,-12-24 0 0,10 6-6 16,0 0-10-16,9-3 11 0,-4-6-5 16,6 17-6-16,0-9 24 0,0-3-11 0,19-30-20 15,-8 27 0-15,1-1-35 0,1-2 27 0,4 0-10 16,-1 3 5-16,0-1 8 0,2 2-10 16,-3 0-13-16,-2-3 34 0,3 6-16 0,-8-2 9 15,3 3-6-15,-6 2 12 0,-1 5 21 16,-3-1-6-16,-1 14-13 0,0-9 30 0,0 0-35 15,0 1 29-15,-16-4 3 0,12 8-24 0,-4 0-14 16,3 0 31-16,-2 3-16 0,2 0 27 0,-2-1 6 16,-1 2-44-16,5 3 26 0,3-3-25 15,0 0 39-15,-17 11-16 0,16-3-1 0,-3-2 8 16,4 4-4-16,0 0-9 0,2-4-25 0,-2 3 44 16,15 12-16-16,-2-8-13 0,2-3-20 15,2-2 46-15,-4-2-10 0,0-4-8 0,1-2-40 16,-14 0 22-16,17 0 9 0,19-16-9 0,-15 3-7 15,-2 0 20-15,2-5-21 0,-7-3 14 0,2 2-10 16,-6 0 35-16,-2 3-11 0,-2-5 7 16,-1 2-19-16,-5 4 0 0,0 1 14 0,0 14 8 15,0-10 0-15,0 1 3 0,0 2-22 16,-16-7 30-16,9 11-14 0,2 0 1 0,-2 3 8 16,2 0-29-16,-1 0 5 0,1 3 3 0,1-3-15 15,1 2 2-15,-1 2 43 0,3 0-22 0,1 1-8 16,1 1-6-16,3 0 5 0,-1 0 19 15,1 0-42-15,9 7-1 0,2-1 43 16,1 4-11-16,2-5-15 0,-5-6 29 0,7 3-53 16,-4-6 34-16,6 4-15 0,-6-5 5 0,1 1 16 15,-17-2-4-15,13 0 0 0,3 0 1 0,19-21-18 16,-20 11-3-16,-2-3 11 0,-3-1 22 16,1-4-1-16,-8 4-41 0,0-1 39 0,-2 5-12 15,-1-3 10-15,0 0-15 0,0 3 15 16,0-3-1-16,-16-12 26 0,8 14 2 15,0 3-36-15,0 1 29 0,3 4 1 0,-1 0-36 16,1 2 38-16,3 1-43 0,1 0 34 0,-2 1 5 16,3 2-4-16,0-1-50 0,0 2 2 15,6 0 36-15,-1 2 0 0,10 3-31 0,2-1-7 16,2 3 43-16,5-4-6 0,0-5 0 0,2 3-10 16,0 0-4-16,1-4-20 0,0 2-13 15,-1-3 33-15,2 0-38 0,-14 0 4 0,6 0-67 16,0 0-23-16,0 0-97 0,20-14 15 15,-29 9 17-15,1-4-92 0</inkml:trace>
  <inkml:trace contextRef="#ctx0" brushRef="#br0" timeOffset="7150.855">1345 4484 676 0,'2'-4'215'0,"0"2"-27"0,1-2-22 16,3 0-38-16,4-7-1 0,7 0-13 15,-1-1-14-15,-2 4-51 0,3-1 8 0,1-5-29 16,-1 5-66-16,5-3 3 0,0 4-63 0,-4 1-45 16,-7 3-91-16,0-1-88 0,0 3 1 15,-4 2 0-15</inkml:trace>
  <inkml:trace contextRef="#ctx0" brushRef="#br0" timeOffset="7352.732">1522 4623 389 0,'0'2'243'0,"-1"1"-32"15,2 0-17-15,2-3-22 0,1 0-18 0,-1-2-9 0,0 1-10 16,4-2-27-16,-2 1 4 0,1-2-23 0,-1 0-1 15,13-2-34-15,2-2 24 0,-3-1-17 16,1 0-9-16,-4 6-12 0,3-5-3 0,3-2-41 16,-2-1-15-16,4 4 2 0,-4-2-168 0,-2-1-97 15,-3 4 22-15,-5-2 17 0,1 1-59 16,-4 1 16-16,1 3-16 0</inkml:trace>
  <inkml:trace contextRef="#ctx0" brushRef="#br0" timeOffset="8035.652">2124 4195 395 0,'-3'-7'196'0,"-6"-9"-20"0,3 0-32 0,-2 3-25 15,-1-3 9-15,-3 0-15 0,2 4-11 0,-3 0 6 16,3 3-25-16,1 3-16 0,-5-3-1 0,2 4-10 16,2 1 3-16,-1 1-10 0,1 3 8 0,10 0-12 15,-9 0-26-15,-5 0 16 0,-17 21 0 16,15-11-14-16,-1 3-22 0,6 1-5 0,2 1 40 16,-2 2-25-16,2-2-3 0,4-4 18 0,4 0-14 15,1-11 1-15,0 10-5 0,0-1-17 16,0-2 22-16,21 18-14 0,-7-15 17 0,6 2-23 15,-1 0 19-15,3 0-30 0,-3-1 27 0,2 0 11 16,3-1-10-16,-6 1 10 0,0-3-35 0,2 4 15 16,-2-3-14-16,-2 1 16 0,1-2-8 15,-3 1 8-15,5-2 8 0,-7-2-4 16,3 4-27-16,0 1 23 0,-3-6 4 0,-2 1-11 16,-2 0 24-16,0-1-13 0,-1 0-9 0,0-2-16 15,-2 1 20-15,0 1 5 0,-1 1-23 16,-1-3 18-16,2 3 7 0,-4 0 9 0,2 0-8 15,-3-1-1-15,2 4 20 0,-2-1-20 16,0 0-4-16,0-1-9 0,0-6 20 0,0 0 6 16,0 11-5-16,-14 14 2 0,10-13 3 15,-5-4-29-15,-3 8 15 0,5-10 31 0,-9 6-13 16,5-9 14-16,-1 3 10 0,2-4 1 16,-1-1-1-16,4 0 11 0,0-1-9 0,7 0 6 15,0 0-18-15,-10 0 19 0,10 0-19 16,-11 0 11-16,11 0-19 0,-9 0 1 0,-5-13-4 15,9 10 7-15,2-2-20 0,1-2 3 0,2 0-12 16,2-1 12-16,-2-3-1 0,17-22-12 16,-8 11 6-16,0 0-9 0,-1 1-15 0,1 0 8 15,-6 4 0-15,2-2-19 0,-3 3-10 16,0 5-18-16,-2-2-72 0,0 13 13 0,0-15-152 16,0 1-130-16,-22-15 28 0,10 9 22 0,-1 4 24 15,-2-1 13-15,-3-1 2 0</inkml:trace>
  <inkml:trace contextRef="#ctx0" brushRef="#br0" timeOffset="8956.193">2500 4227 272 0,'0'14'173'0,"-17"-14"2"0,17 0-21 0,0 0 1 15,0 0 19-15,0 0-20 0,-16 0-4 16,16 0 7-16,-24 28-10 0,24-28-20 0,-4 2 1 16,1-2-12-16,2 0-5 0,0-2-21 0,2-2-2 15,3 2-9-15,-1-1 1 0,0-3-21 0,0 3 1 16,14-7-6-16,-3-2-2 0,3 0-5 16,-4 0-19-16,1 2 3 0,5 0-1 0,-10 2 1 15,3-3-10-15,0 6-12 0,-3-2-3 16,-3 4-6-16,-1 0-10 0,0 1-12 0,-2-2-15 15,1 1-29-15,0 0-12 0,-3 1-35 0,2 1 10 16,-3-2-50-16,3 3-25 0,-1-2-37 16,0 2-72-16,-2 0-51 0,0 0 6 0,0 0 14 15,0 6 5-15</inkml:trace>
  <inkml:trace contextRef="#ctx0" brushRef="#br0" timeOffset="9188.051">2547 4278 391 0,'-5'3'186'16,"1"0"-21"-16,3-1-11 0,-1 3-2 0,2-3-30 0,0 1-40 15,0-2 33-15,0 0-19 0,2-1-10 16,-1 0 6-16,3-2-31 0,1 2 21 0,-3-5-15 16,3 3-1-16,1-1-32 0,0 1 11 15,0-1-3-15,12-5-28 0,-5 1 15 0,4 1 1 16,-3 0-8-16,-2 1-20 0,-3 0-30 0,0 2 7 15,-3-1-37-15,-1 0 4 0,2 4-48 0,-2-3-41 16,-1 2-34-16,-3-1-81 0,4-1 19 16,-3 2 13-16,1 0-104 0</inkml:trace>
  <inkml:trace contextRef="#ctx0" brushRef="#br0" timeOffset="9712.808">2794 3994 249 0,'-2'-9'234'16,"-1"3"-17"-16,-5-10-62 0,7 3 7 0,0 0-22 15,-1 4-16-15,2 9-7 0,0-12-20 0,13-15-17 16,-2 8-29-16,5 3 37 0,-4 1-30 0,5 0-27 15,-2 2-1-15,2 3 17 0,0-3-10 16,-3 7-21-16,-2 2 18 0,-5 2-4 0,2 2-7 16,-1-3-20-16,0 3 1 0,-8 0 10 15,0 0 3-15,9 0-12 0,13 20 13 0,-14-12-14 16,1 7 16-16,-2-3 4 0,-1-2-24 0,-5 1 0 16,0 0 5-16,2-1 10 0,-3 0-9 15,1 13-2-15,-1-12-12 0,0 6 26 0,0-1-18 16,-18 20-22-16,12-16 4 0,-1-2 5 0,-2 1 18 15,-1-1 9-15,1-4 2 0,-3-4-12 16,3 5 32-16,6-3-44 0,-4-3 11 0,2-3-11 16,3-2-1-16,-3 1 21 0,2 0-7 0,1-2 4 15,2-1-21-15,-1 1 18 0,1-3 0 16,0 0 1-16,0 0 12 0,0 0-1 0,10 0-2 16,-4-4-19-16,1 1 17 0,2 0-7 0,8-5 16 15,2 0 9-15,2-1-25 0,-2 3-16 16,4-2 25-16,1-3-1 0,-1 2-10 0,-1-5 3 15,0 5-11-15,-3 3-18 0,2-2-4 0,-4 2 6 16,-1 2 12-16,-7 0-13 0,0-1-37 16,-3 1 1-16,-4-3 6 0,2 5-104 0,-3-3-76 15,1 2-135-15,0 0 28 0,-2 3 19 0,0 0 4 16</inkml:trace>
  <inkml:trace contextRef="#ctx0" brushRef="#br0" timeOffset="10059.664">3219 3604 314 0,'-3'-3'163'16,"1"2"-2"-16,-2 2-33 0,1 2 7 0,-2-1-31 15,1 2-35-15,2 2 6 0,-1 3 4 16,-5 8 0-16,2 7-25 0,1-2 28 16,2-1-17-16,-1 4-6 0,4-3 3 0,0-11-1 15,0 4-5-15,0 1-4 0,0 5-8 0,20 18-2 16,-14-18-3-16,3-3-15 0,-2 0 7 0,3 0 0 16,2-3-10-16,-1 0 12 0,-4-5-23 15,6 5-15-15,-3-8 26 0,7 3 1 0,-7-3 12 16,2-2-24-16,-5-1-8 0,4-1-36 15,-4-3-3-15,4 1 4 0,-5-1-93 0,3 1-27 16,-9-1-72-16,0 0 18 0,7 0 18 0,-7 0 13 16,9 0 12-16</inkml:trace>
  <inkml:trace contextRef="#ctx0" brushRef="#br0" timeOffset="10499.392">3460 3547 483 0,'0'-3'183'0,"-2"0"-19"15,2 0 1-15,-1 1-49 0,1-2-3 16,-2 8-42-16,2-4 1 0,2 3 33 0,-1 1-32 16,-1 2-20-16,2 1 8 0,-2 1-6 0,0 1 10 15,0 2-53-15,0 9 40 0,0-2-17 16,0 3 8-16,0 3-37 0,0 2 38 0,0-3-18 15,0-3 3-15,0-1-21 0,0-4 5 0,0 0 1 16,0-4-2-16,0-3-17 0,0 0 21 16,0-8-14-16,0 10-4 0,0-2 20 0,0-8-14 15,0 9-4-15,0-9 11 0,0 8 7 16,0-8-9-16,0 0 29 0,0 7-1 0,8-7-13 16,-8 0 16-16,18 13-34 0,-13-16 13 0,2 1-12 15,12-6 14-15,-1-3-11 0,2 1-4 16,0-1-14-16,0-2 16 0,2 2-1 0,-4 1 5 15,2-1-16-15,-3 1 11 0,-4 4-5 0,4-2 2 16,0 1 19-16,-7 1-16 0,-1 1-14 0,0 1 10 16,-1 1-2-16,-2 0 5 0,3 2-35 15,-4-4-3-15,2 3 15 0,-2-1-15 0,0 2-17 16,-1-3 6-16,1 2-19 0,0-1 6 16,1 1-85-16,-1-2-28 0,-3 0-58 0,1 0-111 15,-2 0 21-15,1 0 9 0</inkml:trace>
  <inkml:trace contextRef="#ctx0" brushRef="#br0" timeOffset="10796.344">3715 3655 541 0,'-5'1'167'0,"2"-2"-27"0,-2 1 20 15,-2 0-46-15,4-2 17 0,1 4-45 0,-2-2 0 16,3 1-6-16,0 1-13 0,1-2 14 15,-3 4-33-15,2 0-21 0,2 1 27 0,2 1-34 16,-1 0 27-16,7 9-14 0,-3 1-1 0,1 0 12 16,0 0-9-16,2 5-5 0,-4-10 15 0,-2 9-4 15,3 0-11-15,3-4-6 0,-1 2-6 16,-2 0 14-16,-1-6-4 0,2 6-12 0,2-3 14 16,-3 3-6-16,0-8 0 0,-1 1-24 15,-3-2 18-15,2-2-11 0,-1-1 0 0,1 1-32 16,-4-1-14-16,1-1-30 0,3-2 9 0,-3-2 5 15,-1-1-175-15,-1 0-145 0,-3-3 56 16,3-3 17-16,-1 1-62 0</inkml:trace>
  <inkml:trace contextRef="#ctx0" brushRef="#br0" timeOffset="11088.445">3742 3371 314 0,'0'-6'193'15,"0"-1"-21"-15,1 2-15 0,1 0-31 0,0 2-11 16,-2 1-4-16,3-2-8 0,1 3 5 16,1 1-31-16,-3 1 12 0,3 3-6 0,1-2-6 15,12 9-30-15,-3 0 16 0,2 3-17 16,-4 1-2-16,5 3-7 0,3 1 4 0,-5 3-10 15,2 1-5-15,-1 6 8 0,0-5-37 0,-3 4 29 16,-2 2 10-16,-2 5 0 0,-3-1-11 16,-2 6-46-16,-1-2-39 0,-4-18 7 0,0 15-200 15,-21 41-115-15,8-33 58 0,-5-1-13 16,1-5 11-16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07:37:39.927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103 2327 296 0,'0'0'190'0,"0"0"-45"0,0 0 30 15,0-17-17-15,0 17-29 0,-30-25-11 16,30 20 11-16,-2-1 3 0,1 2-15 0,1-2 5 16,0 1-32-16,-2 2 24 0,4-1-30 0,-4 1-6 15,2 3-14-15,0 0-3 0,0 0 2 16,0 0-3-16,0 0-3 0,0 0-4 0,0-8-9 15,0 8-12-15,0 0-1 0,0 0 1 0,0-8-10 16,0 8-1-16,0 0 7 0,0-7-20 0,0 7 8 16,0 2-16-16,0 2 9 0,0 2 2 15,0-1 1-15,2 1-21 0,-1 4 20 0,1-3 0 16,-2 4-12-16,0 5-7 0,8 25 18 16,-4-14-1-16,-3-5-13 0,3 5 15 0,-3 0 7 15,-1 1-18-15,3 1 8 0,1-1-2 0,0 4-2 16,-3-3-7-16,0 0 1 0,2 2 10 15,-2 1 3-15,-1-16-9 0,0 8 10 0,0 6-1 16,0-1 2-16,0 2 7 0,0 0 0 16,0-1-16-16,0-3 4 0,0 5 5 0,0-1 9 15,0 0-8-15,0 1-6 0,0 2 4 0,0-4 2 16,0-2 2-16,0 3-15 0,0-1 11 0,0-1-6 16,0 3-9-16,0-3 24 0,0 3-16 15,0-2 0-15,0-2 9 0,0 0-12 0,0-1 16 16,0 4-15-16,0-4 3 0,0-1 17 15,0 4-22-15,0-3-1 0,0-2 22 0,0 2 4 16,0-3-4-16,0 0-5 0,0 0-3 0,0 1-2 16,0-2 10-16,0-3-6 0,0-3 0 0,0 0 5 15,0-4-6-15,0-4-4 0,0 2-1 16,0-3-7-16,0-8 9 0,0 8 19 0,0-8-25 16,0 10 4-16,0-2-15 0,0-8 11 15,0 0-7-15,0 8 26 0,0-8-16 0,0 0-3 16,0 8 15-16,0-8-26 0,0 0-15 0,0 9-31 15,-1-11-64-15,-3-2 13 0,0 1-215 16,3-6-83-16,0-16 27 0,1 11 26 0,0-7 24 16,11-35 22-16,0 23 5 0,-4 1 1 15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07:38:10.587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5 176 267 0,'-1'5'160'0,"-3"-3"-10"16,8 1-15-16,-3-3-4 0,0 0-16 0,5-2-15 15,-3-1-15-15,16-7-12 0,-5-1 8 16,5-5-5-16,2 4-31 0,1-2 7 0,-2 0-2 16,0 0-18-16,-3 2 17 0,1-3-34 15,-2 6 0-15,1-4-54 0,-1 2-97 0,-10 3-105 16,6 1-90-16,-6 1 36 0,-1-3-33 16</inkml:trace>
  <inkml:trace contextRef="#ctx0" brushRef="#br0" timeOffset="-213.584">-84-15 591 0,'0'0'185'0,"0"0"-40"16,0 0 3-16,0 0-51 0,0 0 17 0,0 0-30 16,0 0-20-16,0 0 4 0,28-24-16 15,-7 11 38-15,-7-2-29 0,3 1-24 0,0-2 10 16,1 4-3-16,1 2-12 0,-1-3-43 16,-1 5-5-16,0-1-13 0,-3 3 1 0,-7 4-85 15,3 1 2-15,-6-2-90 0,-2 3-133 0,-2 0 7 16,0 0 5-16</inkml:trace>
  <inkml:trace contextRef="#ctx0" brushRef="#br0" timeOffset="513.684">316-333 395 0,'2'-6'166'0,"-2"-3"-58"16,7-7 14-16,0 3-15 0,2-1 11 15,4 0-23-15,-5 4-17 0,-1 4-7 0,2 1-5 16,-2 3-8-16,-1-2-15 0,-1 3-3 0,-1 1 13 16,-4 0-37-16,0 0 28 0,0 0-16 0,9 0-39 15,11 15 20-15,-18-9 14 0,3 0-27 16,-1 0 41-16,-1 0-37 0,-1 2 4 0,1-1-24 16,1 1 44-16,-4 1-10 0,1 15-1 15,-1-14-18-15,0 8 34 0,0 1-9 0,-17 18 4 16,11-20-17-16,-3 2-2 0,5-4 47 0,-4-6-26 15,7 0-11-15,-2-1 16 0,3-4-22 16,-3 2 11-16,1-3 13 0,0 0-40 0,0 2 15 16,2-4 11-16,0-1 3 0,0 0 0 15,0 0 12-15,6 6-37 0,-1-6 26 0,0-3-9 16,3-1 7-16,7-4 8 0,2 2 0 0,1-4-10 16,-1 0-5-16,0 2-9 0,1 0 1 15,4 1 6-15,-3-2-22 0,-6 5 10 0,-2 0 4 16,9-6-34-16,-7 5 18 0,-2 2-44 0,10 0 4 15,-9-4-76-15,-3 1-15 0,-3 2-35 16,-1-1-76-16,0 2-72 0,-2-2 13 0,0 3 6 16</inkml:trace>
  <inkml:trace contextRef="#ctx0" brushRef="#br0" timeOffset="769.089">600-675 382 0,'-5'-3'213'16,"1"2"-62"-16,0 5-18 0,1-4-31 0,-1 3 2 15,2 3-40-15,0-2 22 0,2 4-7 16,0 0-43-16,8 14 33 0,-8-12-17 0,11 22-30 15,-3-10 33-15,2-2-26 0,2 2 19 16,0 0 18-16,-2-1-20 0,4-3-7 0,0 3-8 16,-1-5 2-16,5 0-11 0,-2 2 6 0,1-7-3 15,-6 2-30-15,6-3 30 0,-8-2-20 0,1-1-9 16,-1-3 1-16,-1-1-72 0,2-2-45 16,-3 0-51-16,-7-1-148 0,0 0-22 0,30-17 46 15,-19 8 0-15</inkml:trace>
  <inkml:trace contextRef="#ctx0" brushRef="#br0" timeOffset="1634.277">866-521 256 0,'-1'-3'130'15,"2"3"-17"-15,1-2-19 0,0-1 0 0,1 2-13 16,1 1-9-16,-2-5-7 0,1 0-8 16,-1 2-8-16,1 1-30 0,-2-2 2 0,1 2 7 15,-2-4-3-15,0 1-3 0,0 1-2 0,0-2 35 16,-2 2-24-16,1 2-5 0,1 2-1 16,0 0 6-16,-10-13-1 0,5 11-45 15,-1-1 5-15,-1 1 25 0,1 2 27 0,0-1-1 16,1 1-23-16,-3 0 22 0,4 1-43 0,-1-1 3 15,5 0 0-15,0 0-16 0,0 0-8 16,0 0 2-16,-10 0 51 0,-2 15-2 0,11-13-3 16,-2 3-24-16,2-1 6 0,-2 2 6 0,3-2 2 15,0 1-3-15,2 2-14 0,-1-2 26 16,0 1-24-16,-1-6-5 0,0 0 2 0,11 18-1 16,-6-13 16-16,0-3 3 0,5 1-7 0,-3-1-15 15,3-4 3-15,2 2 9 0,6 0 0 16,27-19-38-16,-21 9-6 0,4-4-12 0,-9 0 12 15,5 0-17-15,2-3 17 0,-4-1-29 16,-6 3 3-16,-1-4 22 0,-2 1 1 0,-2 6 7 16,-2-6 19-16,2 4 7 0,-8 4 26 0,1 1-8 15,-4 1 24-15,0 8-26 0,0 0 1 16,0 0-2-16,0 0 18 0,-18-15-4 0,12 15-1 16,0 0-2-16,-3 5-2 0,2-4 1 15,1 2 1-15,-10 10-3 0,5-6-19 0,3 2 3 16,2-4 36-16,0 3-5 0,3 0-4 15,3 0-30-15,-2-4 1 0,2-4 0 0,0 0 2 16,0 12-2-16,17 10 13 0,-12-15 1 16,-1 1-3-16,4-5 1 0,0 0-12 0,-3-1 1 15,0-4 1-15,0-1 15 0,0 0-16 0,-2 0-17 16,2-3 0-16,-1-1 57 0,-4-1 3 16,6-12-3-16,-4 0-4 0,-2 7 18 0,0-2-13 15,0-7-28-15,-13-20 42 0,6 22-19 16,-3-3 18-16,0 4-16 0,2 0-1 0,-4 0 26 15,1 2-8-15,-1 5-5 0,-3 0 18 0,2 1-12 16,4 2-16-16,2 3 7 0,-1-1-4 16,3 4-11-16,0 0 13 0,0 0-11 0,0 2-9 15,3-3 9-15,-1 4-39 0,3 0 25 16,0 0 4-16,0 0-26 0,-3 12 1 0,3-3 3 16,0-1 9-16,3-1-8 0,0 14 21 0,9-4-10 15,-7 3-8-15,2 2 0 0,-1-6-18 16,4 5-7-16,-4-10 11 0,5 3-5 0,-4-1 0 15,9 0 4-15,-1-3-24 0,5-1 3 0,-8-8 7 16,1 4 2-16,-1-5 4 0,2 0-19 16,-3 0-9-16,7 0 5 0,19-18-23 0,-14 8-9 15,-1 2-9-15,1-5-4 0,-2 1 14 16,-3 0 6-16,-1 1 16 0,-3-2 1 0,0 2-14 16,-5-2-5-16,0 0-8 0,-6 2 5 0</inkml:trace>
  <inkml:trace contextRef="#ctx0" brushRef="#br0" timeOffset="2396.331">1382-987 556 0,'-2'-7'43'16,"-3"3"-4"-16,0-1-26 0,0 1 8 16,0 1-1-16,-2 2 8 0,1 1 8 0,-1 1 1 15,-9 7 8-15,1-4-14 0,8 5 6 0,-10-2-14 16,6 0-31-16,5 0 11 0,5-1 18 16,1 0-26-16,1-2 16 0,-1-4-3 0,0 0 6 15,16 15 3-15,-11-13-29 0,10 7 24 16,-1-2-5-16,3 2-21 0,3-3 31 0,-4 3 1 15,0 4-29-15,-7-3 5 0,0-3 5 0,8 6-23 16,-1 1 26-16,-3-2 8 0,3 1 12 16,-5 1-16-16,1 1-4 0,0 1 1 0,-1 2 34 15,-8-6-2-15,2 0 12 0,-1 1-6 0,-4-5 7 16,0 1-6-16,0-9-3 0,0 10-22 16,0 1 40-16,0 4 7 0,-21 16-46 0,10-16 19 15,3 1 11-15,-4-3-12 0,-3 3-31 16,2-7 29-16,-3 1-1 0,9-3-8 0,0 0-15 15,-2-5 22-15,3 0-28 0,6-2 13 0,0 0-8 16,0 0 5-16,-13-13-28 0,13 4-12 16,2-13 5-16,-2 11 17 0,16-25 0 0,-6 8 0 15,2-2 1-15,-1 0-50 0,4 5 1 0,0-4 0 16,1 2-4-16,-2-2 7 0,1 1 7 16,-3 1-3-16,2 2-1 0,0-6 0 0,-2 7 17 15,-4 0-13-15,3 1 30 0,-4 1-9 0,-2 1 24 16,-1 3 10-16,-4 4-12 0,0 14 16 0,0-12 9 15,0 4-3-15,0-1 22 0,-16-6-3 16,11 13-7-16,0-2-4 0,-1 2-26 0,3 0 10 16,-3 2 0-16,-3 2-11 0,3 0 3 15,4 1 0-15,-3-2-2 0,5-1 24 0,-7 9-3 16,5-1-34-16,2-2 3 0,0 3-1 16,3-3 1-16,8 9 1 0,-3-6-28 0,2 1-11 15,-4-4 39-15,1-3-24 0,2 2-15 0,-1-5 35 16,-2 2 8-16,-6-2-18 0,0 0 26 15,9 0-19-15,-9 0-3 0,25-23-4 0,-19 11 6 16,-2 3 6-16,-3-2 1 0,0 1 1 16,-1 4-1-16,0 6 2 0,0 0 55 0,0-12 1 15,0 3-17-15,0 9 3 0,0-9 0 0,-14-1-36 16,13 8 46-16,-3-1-24 0,3 1 1 16,-2 2-36-16,2 2 1 0,2 1 0 0,3-3 2 15,-4 2 1-15,1-1-1 0,5 2-13 16,-3 1-8-16,5-3 4 0,-3 3 1 0,2-2 3 15,10 7 2-15,-4-2 3 0,1 2-1 0,0 2 3 16,1-1 34-16,-3 4-2 0,0-3-2 0,-2 4 8 16,2 2-21-16,-2-1 0 0,-1-1 0 15,0 1 22-15,-1-1-26 0,2 2-1 0,-5-8 1 16,2 0 0-16,-1 1-45 0,-1-4-2 16,-3 0-14-16,-2-1-28 0,0-5-117 0,0 0 14 15,0 0 12-15,0 0-158 0</inkml:trace>
  <inkml:trace contextRef="#ctx0" brushRef="#br0" timeOffset="2742.645">1662-1282 371 0,'19'3'175'0,"4"2"-48"0,-1 0-32 15,2 4-12-15,-2 1 25 0,0 3-22 0,-4 2-4 16,1 1-24-16,-1 6-11 0,-2 5 22 16,-6 2-10-16,0 7-15 0,-2 0-3 0,-8 7-75 15,0-24-105-15,-19 46 13 0,-2-20-256 0,-2 5 3 16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07:39:13.089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3239-970 529 0,'0'-5'314'0,"1"1"-62"0,-1 1-42 16,1 0-4-16,2 0-25 0,-2 0-36 16,3 5-8-16,2-2-29 0,1 0-2 0,20 1-9 15,-15-1-23-15,24 13-6 0,-9-4 2 0,-3 2-9 16,4 1-13-16,-5 3 10 0,5 1 0 15,-3 7-20-15,-2 3-9 0,0 0-9 16,-2 4 12-16,-3 4-4 0,-1 3 14 0,-6 10-29 16,1 3 3-16,-7-1-29 0,-5-21-32 0,0 13-74 15,-23 57 10-15,7-37-266 0,-6-2-20 0,-3-5 50 16,-4 2 53-16,1-2-15 0,-1-6 59 16,-4 0-35-16</inkml:trace>
  <inkml:trace contextRef="#ctx0" brushRef="#br0" timeOffset="-290.822">3147-601 544 0,'-1'-4'262'0,"-5"1"-41"0,1 1-42 0,1 1 2 15,-2 1-33-15,0 0-13 0,0 0-9 0,0 3-21 16,-1-1-13-16,1 3-12 0,-6 5-12 0,2 1-2 16,0 5-28-16,2-1 11 0,4 2 1 15,3-5 6-15,1-12-16 0,0 13 4 0,0 0-14 16,0 2-2-16,11 20-2 0,-3-18 8 0,4-2-26 16,-2 1 11-16,2-1 6 0,-1 1-10 15,-2-8-6-15,0 0 6 0,8 2-14 0,-4-4 6 16,-3-3-7-16,-1 1 4 0,-3-4-4 15,1 1 11-15,-7-1 5 0,0 0-10 0,12 0 0 16,15-18-22-16,-13 7 7 0,-5 3 18 0,3-7 14 16,-2 1 8-16,-2 0-3 0,-3 0 10 15,6-5 8-15,-8 1 12 0,0-1 31 0,-3 19-26 16,0-13 1-16,0-4-14 0,-15-18-1 0,7 17 0 16,-3 2 32-16,1 2-12 0,2 1-16 0,-2 8-15 15,2-3 1-15,-3 5-20 0,-6-5-58 16,5 1-26-16,1 4-11 0,-1 3-55 15,4-4-38-15,2 2 15 0,-1 2-190 0,2-2 26 16,3 2 24-16,-2 0-67 0,2-3 11 0,2 0 39 16,-2-1 20-16,2 4 41 0</inkml:trace>
  <inkml:trace contextRef="#ctx0" brushRef="#br0" timeOffset="813.498">3090 25 486 0,'0'0'268'15,"0"0"-60"-15,0 0-6 0,0 0-20 0,0 0-22 16,0 0-24-16,0 0-13 0,0 0-4 16,0 0-12-16,0 0-22 0,0 0-12 0,0 0 1 15,0 0-8-15,27 2-17 0,-25 22 20 16,-2 1-33-16,3 0 11 0,-3 4-12 0,3 3 4 15,1 0 8-15,-2 3-29 0,1-1 17 16,0-1-8-16,0 3 7 0,-3-5-28 0,3 4 14 16,0-3-8-16,-3 0 7 0,4-2-10 0,-1-2 3 15,-3-7 6-15,4 3-7 0,-2-3-1 0,0-5 4 16,1-3-2-16,-2-2-16 0,0-3 5 16,2 1 0-16,-3-2 9 0,0-4-2 0,0 1-1 15,0-1-8-15,0-3-27 0,0 0-30 16,0 0-45-16,0 0 9 0,-16 6-149 0,9-8-127 15,-4-9 24-15,-2-2 24 0,3-4 9 0,4 1 12 16,-5 1 5-16</inkml:trace>
  <inkml:trace contextRef="#ctx0" brushRef="#br0" timeOffset="1141.296">2851 535 222 0,'-4'3'240'16,"-3"-3"0"-16,4 0-16 0,2 1-30 16,-4-1-20-16,1 1-33 0,1-1-1 0,1 1-15 15,-1-1-13-15,3 3-14 0,-3 0-5 0,6-2-4 16,-3 0-20-16,1 0 15 0,3 2-28 0,-3-1 16 16,5 2-22-16,-1-1 9 0,1 0-20 15,1-3 0-15,15 11 4 0,-3-5-2 16,3 4-14-16,0-2 6 0,-3-4-6 0,3 2 1 15,-4 0 9-15,-2-3-23 0,2 4 9 0,1-1-5 16,-7-4-12-16,8 6 4 0,-4 1 3 0,7-5 6 16,-10 3-26-16,-1-4 6 0,-1 3-8 15,-3-3-6-15,0-1-36 0,-3 2-1 16,1 0-45-16,0-3 8 0,-4 0-56 0,3 3-82 16,-1-1-121-16,3-1-2 0,-2-2 39 0,-4 0 8 15,3 0 30-15</inkml:trace>
  <inkml:trace contextRef="#ctx0" brushRef="#br0" timeOffset="1394.149">3519 492 724 0,'-4'-3'227'0,"3"3"-48"0,1-1-14 0,0 1-35 16,0-1-7-16,0 2-13 0,-4-1-11 0,1 1-17 16,3 6-8-16,-5-4-5 0,-4 12 0 0,-5 2-11 15,-3 2-14-15,-6 2 15 0,1 0-30 16,0 2-38-16,2-1-7 0,-3 1-1 0,-4 1-161 16,3-1-161-16,-2 1 18 0,1-4 5 15,2-2 13-15,0 2 7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07:39:10.701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1015 104 781 0,'5'0'264'0,"-1"2"-44"0,-3-4-26 15,4 4-32-15,1-2-6 0,-4 3-18 0,3-3-30 16,1 1 15-16,3-2-28 0,-3 1 1 15,6 0-29-15,1 0-2 0,2 0-4 0,-1 0-24 16,8-14 1-16,-10 12-50 0,11-4-3 0,-11 1-58 16,-1 1-22-16,1-2 6 0,-7 4-215 15,13-6-36-15,-9 0 5 0,-1 2 28 16,-3 1 2-16,2 4 5 0</inkml:trace>
  <inkml:trace contextRef="#ctx0" brushRef="#br0" timeOffset="203.879">1245 259 454 0,'-1'4'216'0,"-5"-1"2"15,6 0-39-15,0 1-30 0,0 1-20 0,2-5-10 16,2 0 12-16,1 0-16 0,0-3-21 16,0 2-4-16,9-8-6 0,0 4-4 0,1-1-9 15,-4 2-16-15,12 0 11 0,-6-4-43 16,7-4-43-16,-10 7-21 0,3-3 4 0,-3-3-151 15,4 2-170-15,1 0 50 0,-3 3-37 0,4-6 11 16,-2 2-2-16</inkml:trace>
  <inkml:trace contextRef="#ctx0" brushRef="#br0" timeOffset="764.53">1706-129 507 0,'-5'-9'311'0,"1"-1"-18"16,-1 5-38-16,-1-3-37 0,4 3-8 16,-2-1-37-16,4-2-28 0,-1 0-12 0,1 8-18 15,0-15-15-15,19-21-1 0,-7 20-33 16,4-1-13-16,1-2 1 0,1 3-13 0,3 3 2 15,-2 0-11-15,-2 5-5 0,3 1-13 16,-6 3-13-16,-3 2 6 0,1 2-7 0,-12 0 0 16,9 0 6-16,-9 0-9 0,9 0 1 15,8 13 1-15,-12-7 2 0,7 6 4 0,-3 6-7 16,0-1-11-16,-4 2 11 0,-5-4 5 0,4 7 0 16,-4-11-5-16,0 4 1 0,0 3 4 15,0 1-11-15,-18 23 13 0,10-18-3 0,-1 0 3 16,0-3-4-16,0 1 9 0,-2-4 0 0,-3 1 16 15,3-2-28-15,-1 1 13 0,3 0 11 16,-3-4-3-16,3 0-3 0,3-3-2 16,-1-1 4-16,4-3-10 0,0-2-5 0,0 0 10 15,2-2-11-15,1 1 27 0,0-4 1 0,0 0 0 16,0 0-4-16,18 2 5 0,-11-4-23 16,17-2 26-16,1-2 3 0,-2-1-33 0,1-2 6 15,0 3-7-15,4-4-2 0,1 3 20 16,2-1-18-16,-4 0-7 0,4-1 6 0,-6 2-2 15,3 3-5-15,0-3-2 0,-5 5 17 0,-1-1-6 16,0-6 11-16,-10 7-22 0,-1 0-18 16,-3 0-11-16,1-1-26 0,-5 2-19 0,0-1-41 15,-3 0 12-15,-1 1-132 0,0 1-133 0,0 0-13 16,0 0 28-16,0 0 59 0,0 0-28 16,-17-13 69-16,15 8-31 0</inkml:trace>
  <inkml:trace contextRef="#ctx0" brushRef="#br0" timeOffset="1101.322">2419-674 475 0,'-7'0'216'0,"2"0"-1"0,0 1-65 0,-2 4 8 16,2-2-5-16,-6 9-51 0,0 2-11 0,1 8 16 16,2 0-16-16,2 4 5 0,1 3 12 15,1 3-15-15,4 5 5 0,-2-4-16 16,2-15-5-16,0 8 1 0,0 3-23 0,13 35 2 16,-1-30 1-16,-3-2 2 0,4 0-2 0,2-2-12 15,2-8-4-15,-3 2 4 0,10 0-23 0,-4-2 7 16,2-4-11-16,-1-3-21 0,0-1-19 15,-2-4-9-15,3-1-40 0,-4-3-34 0,3 0 10 16,-21-6-153-16,13 0-120 0,1 0 27 0,5-13-15 16,-12 7 49-16,-2-3 12 0,4-5-57 15</inkml:trace>
  <inkml:trace contextRef="#ctx0" brushRef="#br0" timeOffset="1636.992">2667-414 510 0,'0'-12'269'0,"0"3"-41"0,6-11-3 15,2-3-39-15,-4 7-30 0,6-1-19 0,0 2-9 16,2 1-5-16,1 4-27 0,-4 1 5 0,4-4-25 16,-2 8 8-16,-2 0-16 0,3 5-5 15,-8-1-27-15,6 0 15 0,-10 1-7 0,0 0-9 16,0 0-13-16,0 0 7 0,16 15 6 15,-14-9-19-15,1 2 23 0,-7-1-19 0,0 14 5 16,4-11-15-16,-13 17 19 0,7-8-29 16,-2-1 17-16,-1-2 3 0,4-2 2 0,0-2-9 15,0-5-16-15,2 3 7 0,2-3-7 0,-5-4-3 16,3 3-15-16,3-4 2 0,-2 2 16 16,2-1-9-16,-1 0-6 0,1-3 10 0,0 0 2 15,0 0-4-15,0 0 6 0,16 1-18 0,-11-1 9 16,2-3-14-16,0 2 9 0,-1-2 13 15,1 0-4-15,-1 2-16 0,3-1 34 0,-2 2-20 16,-1 0-2-16,1 0-10 0,-7 0 4 0,0 0 16 16,10 0 9-16,-10 0-3 0,10 0-3 0,-2 0-20 15,8 16-4-15,-5-3 38 0,-6-3-11 16,3 5 10-16,-4-3-17 0,-3-1 25 16,-1-1 1-16,0 3-15 0,0-13 26 0,0 9-8 15,0 0 0-15,0 4 34 0,0 2-21 0,-13 8 2 16,6-13-10-16,3-1 10 0,-1-4-4 0,-3 0-5 15,4 0 6-15,-8 7-14 0,2-3 1 16,0-3 4-16,2-4 11 0,0 2-35 16,2 0-25-16,-1-3-25 0,2 0-33 0,-1-1-34 15,0 3 10-15,6-3-165 0,0 0-131 0,-9 0 27 16,9 0 27-16,-16-13 19 0,10 8 63 16,4 2-20-16</inkml:trace>
  <inkml:trace contextRef="#ctx0" brushRef="#br0" timeOffset="-571.112">141 30 269 0,'0'0'370'15,"0"0"-61"-15,0 0-43 0,0 0-49 0,-22-30-23 16,17 31-21-16,-2 1-27 0,-8 13-1 0,2 2-37 16,0 2-13-16,-1 8 6 0,2 2-13 15,0 6-3-15,3-2-6 0,4 6 15 0,0-1-21 16,0 0 4-16,0 1-1 0,5 1-21 15,0-19-8-15,0 6 13 0,0 9 0 16,16 31-33-16,-4-33-1 0,1-5-10 0,2-5-6 16,9-3 5-16,3-8 21 0,-3-4-27 15,4-7 15-15,-16-2-28 0,8 0 10 0,25-12 8 16,-18 3-18-16,-8-2 1 0,3-2 3 0,-3-1 18 16,0 0-11-16,-7 2 0 0,-5 1 6 15,-7 1 26-15,2 1-7 0,-2 1-15 0,0 8 34 16,0 0-24-16,0-9 27 0,-25-7-28 0,10 11-1 15,-5 1 19-15,3 2-17 0,17 2-3 16,-19 0 6-16,0 0-21 0,-1 0-8 0,-20 17 8 16,22-7 11-16,-1 6-5 0,1-5 1 15,5 4 2-15,-3 0-22 0,3-3 4 0,2 1-56 16,3-1-20-16,3-1-21 0,1-5-28 16,0 3 13-16,4-5 9 0,0-4 11 0,0 0-286 0,9 6-41 15,-4-8 31-15,13-9 24 0,4-5 24 16,0-1 57-16,3-1-33 0,-1-3 29 15</inkml:trace>
  <inkml:trace contextRef="#ctx0" brushRef="#br0" timeOffset="-208.994">517 255 237 0,'-2'-1'309'0,"0"-3"-45"0,-2 4-67 0,-1 4-18 16,1-3-45-16,0 4-1 0,0 0-11 0,-6 11-5 15,7-2-37-15,-3 2-4 0,6-16 6 0,0 16-17 16,0 1 13-16,0 2-20 0,0 1-2 16,15 20-3-16,-5-22-15 0,2-3-8 0,4 1-5 15,-2-5 0-15,6-1-5 0,-2-4 2 16,3 1 10-16,-4-6-34 0,-2-1 15 0,-15 0 11 16,20 0-22-16,16-11 11 0,-15 1 24 0,-7-2-2 15,-1 0 21-15,-4 1 25 0,-3-2-22 16,-2 4 23-16,-4-3-12 0,1 3 39 0,-1-4-9 15,0-2-12-15,-22-16-23 0,12 11 9 16,-3 5-16-16,-2 2-6 0,-1 2 20 0,-1 2-7 16,2 3-16-16,-2 0-5 0,-1 5-28 0,6-1-28 15,0 1 1-15,12 1-19 0,-11 0-34 16,1 0-20-16,2 0-70 0,8 0 15 0,-10 0-85 16,10 0-89-16,-11 0-81 0,11 0 24 15,-10 4-1-15,14-7 25 0,0 0 19 0,9-6 42 16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07:39:16.605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130 531 222 0,'0'0'248'0,"0"0"-39"0,-17 17-53 16,17-17-10-16,0 0-50 0,0 0 13 0,0 0 14 16,0 0-14-16,0 16-28 0,0-16-32 15,-15 24-9-15,18-24 26 0,2 3 13 0,-4-1-19 16,5-1-31-16,0-1 22 0,-1 2-9 0,-3-4-6 16,6 1 20-16,-7-1-23 0,6-1-8 0,-2 0 18 15,-2-3-7-15,-3 0 1 0,-2 0-13 16,1 0 12-16,0-3-4 0,1-1-5 0,-5 4-1 15,5 6 6-15,-15-20-33 0,8 5 20 16,-2 9 5-16,0-1-9 0,-2 4-8 16,2 3-19-16,9 0-1 0,-9 0 26 0,-1 0-11 0,-13 15-16 15,12-9 15-15,5 4 7 0,-5 5-3 16,4 2-3-16,3-2 14 0,4 0-34 0,0-15 13 16,0 16-8-16,15 24 32 0,-7-17-20 15,4-4-8-15,7-1-2 0,-3-2-1 0,4-2-6 16,2-1-25-16,1-5-3 0,2-2 25 15,5-5-4-15,-11-1-41 0,6 0 43 0,34-23-37 16,-22 12 4-16,-2-5 6 0,0 1-25 0,-1-6 11 16,-3 0 1-16,-3 3 18 0,-5 0 4 0,-2-3 34 15,-7 0-7-15,2 2 1 0,-7 7 1 16,-7-2 21-16,0 7-5 0,-2 7 21 0,0 0-4 16,-15-12 2-16,9 10-37 0,-3 1 9 15,1 2 11-15,2 1 35 0,-7-2-37 0,-17 15 36 16,12-6-44-16,3 2-7 0,-1 3 4 0,4 1 16 15,7-4 10-15,1-1 2 0,3 0-15 16,1-10-26-16,0 0 20 0,0 9 2 0,18 5-2 16,-10-12 1-16,4 0-73 0,12-7 7 0,-11 5 51 15,27-22 2-15,-14 8-57 0,0-3 34 16,-4-8-2-16,-3-1 5 0,-6 0 3 0,-1 0 6 16,-3-1 1-16,-7 1 46 0,-2 0-3 0,0 14 0 15,0-11-2-15,-24-33 39 0,12 29-10 0,-5 2 16 16,3-1 11-16,-5 8-5 0,1-1 25 15,0 4-14-15,-1 3-21 0,5-3 0 16,5 8 4-16,0 2-14 0,3 0 8 0,-1 4-26 16,7 1-2-16,0 0 4 0,0 0 0 0,-9 16-6 15,8-10-4-15,2 0-8 0,7 20-11 0,-3 0 17 16,7-2-4-16,-5-1-32 0,4-2 13 16,0 1-36-16,4 1 13 0,0-3-14 15,1-2-12-15,0-3-20 0,0-2 27 0,5-6-6 16,-2 0-14-16,4-6 6 0,-10-1 5 0,8 0 5 15,25-19-68-15,-19 5 11 0,2 3-3 0,-1-10 8 16,-1 6 21-16,-6 1 43 0,-2 4-37 16,-3-3 39-16,1 2 39 0,-10-2-1 0,0 7 0 15,-6 2-2-15,3 0 2 0,-4 4-5 16,0 0 0-16,0 0 1 0,-5 0 0 0,0 4-1 16,1 0 25-16,1-1 1 0,-6 15 8 0,4-8-13 15,0 2-2-15,2-2-1 0,3 1 12 16,0-11-30-16,0 8 2 0,0-8-1 0,0 10-23 15,0-1 2-15,16 5-30 0,-10-10 12 0,-1-4 15 16,2 0 1-16,-2 0 3 0,1 0 2 16,0-4 1-16,-3 2 29 0,5-4-2 0,-5 3 46 15,1-1 19-15,-2-1-25 0,2 0-5 0,0 1 26 16,-4-1-6-16,0-2 10 0,3 1-20 16,-2 3 18-16,1-1-6 0,-2-3-9 15,0 3 1-15,2 0-16 0,-2 1 8 0,4-1-34 16,-4 0-4-16,1 3 13 0,0-2-9 0,-1 3-22 15,0 0 23-15,0 0 3 0,12 14 4 0,-2 2-35 16,-2-6 22-16,4 8 3 0,-1-1-2 16,2 5-5-16,3-1 10 0,-1 3-20 0,2 2-6 15,-6 1 23-15,5 1-9 0,-4 1 9 16,0 4 2-16,-1-1-7 0,-3 2-1 0,-3-1 10 16,-1-3-11-16,-4-2-9 0,0-3 19 0,0-11-7 15,0-2 8-15,0 4-10 0,0-3-9 16,0-3 26-16,-15 9 11 0,13-16-10 0,-3 3-2 15,-2-6 0-15,3 0-6 0,-1 0-8 16,-1-6-5-16,-7-7-13 0,4-10 0 0,1-2-15 16,4-6 2-16,4-5-3 0,0 17-27 0,17-38-12 15,-7 13 9-15,3 0 14 0,4-6-54 16,0 6 40-16,-2 1-22 0,5 1 41 0,-2 4 15 16,-2 3-25-16,0 6 11 0,-8 1 8 0,1 2 26 15,-4 0 12-15,-2 11-3 0,-3 2-10 0,0 13 32 16,0 0-29-16,0-9-10 0,-13-2 16 15,9 7 4-15,-3 4 14 0,6 0-9 0,-5 0-6 16,0 3 4-16,2 0-30 0,2-3 2 16,-2 4 0-16,4 2 15 0,-1-1 17 0,1 1-10 15,0 3 4-15,1 12-30 0,-1-21 30 0,0 10 4 16,18 16-7-16,-6-12 18 0,2-2-24 16,-5-7-19-16,1 1 12 0,6-6 3 0,-5 0-12 15,1 0 19-15,2 0 6 0,25-16-9 0,-18 2-33 16,-2 2 24-16,3-9 18 0,-5 2 9 15,-4 0 11-15,2 0 4 0,-3-3 9 0,-10 2-4 16,5 1 8-16,-5 5-1 0,-2 1-6 16,0 13-2-16,0-10-5 0,0 2-2 0,-16-4-9 15,9 6 1-15,2 5-4 0,-4 0-4 16,2 1-3-16,1 0 3 0,0 0-11 16,2 1-16-16,1 0 8 0,3-1-1 0,0 0-3 15,-5 9-1-15,6-4 9 0,4-3-5 0,1 2-15 16,10 6 9-16,-3-1 2 0,3 0-8 15,2 3 21-15,-10-3-13 0,7 4 6 0,2 1-23 16,-4 2 23-16,2 0 6 0,-2 0-10 0,-1 2 10 16,1-3 5-16,-4 5-1 0,-1 0-13 15,-3-1 4-15,-1-1 2 0,-4-7-28 0,0-11-15 16,0 21-81-16,-19 19 11 0,3-18-275 0,-6-2 26 16,-5-5 24-16,-3-3-2 0,-1-9 30 0,-3-3 12 15</inkml:trace>
  <inkml:trace contextRef="#ctx0" brushRef="#br0" timeOffset="140.992">1876 89 643 0,'14'-6'271'0,"-6"-3"-66"16,-1 5-136-16,-7-1-9 0,0 1-368 0,-3-4 11 16,-14-2 4-16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07:42:10.496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61 54 391 0,'0'0'174'0,"0"0"-8"0,0 0-48 0,-17 0 1 15,17-17 10-15,0 17-27 0,0 0-13 0,0 0 17 16,0 0-39-16,0 0 2 0,0 0 14 0,0 0-40 16,0 0-1-16,0 0-10 0,0 0 4 15,-17-15 18-15,17 15-53 0,0 0 40 0,0 0-14 16,0 0 5-16,0 0-12 0,-22-19 20 0,22 19-12 15,0 0 18-15,0 0 16 0,0 0-12 16,0 0 7-16,-1 0-22 0,-2-1 27 0,3-1-5 16,0 2-10-16,0 0 0 0,0 2-10 0,0-4 9 15,0 4-18-15,0-2 21 0,0 0-18 16,-1 0 11-16,2 0-23 0,-1 0-1 0,0 0-2 16,-1 1 3-16,1-2-15 0,1 2 21 0,-1-1-8 15,4 1-15-15,-2 2 0 0,4-1 13 16,-2 1-9-16,2-1 7 0,1-1 1 0,-1 2-3 15,14 7-17-15,-2-2 6 0,-1-6 12 0,-1 6-7 16,1 0-15-16,1-2 14 16,0 3-5-16,0 0 8 0,0-3-18 0,2 2 13 15,-6-3 4-15,-2 0-10 0,-1-2 19 0,7 3-14 16,-7-2 0-16,-5-2-12 0,4-1 20 0,-3 2-4 16,-1-1 0-16,0 1 6 0,-3-2-4 15,0 2-8-15,2-2 2 0,-1 1 5 0,-1-1-9 16,-1 1 8-16,1-2-1 0,-1 0-9 0,0 0 8 15,2 3-2-15,-3-3 6 0,0 1-10 0,0-1 0 16,2 2-5-16,-3-2 7 0,0 0 6 0,0 0 5 16,0 0-16-16,0 0 14 0,0 0-9 15,0 0 5-15,0 0-12 0,0 0-5 0,0 0 20 16,9 0-9-16,-9 0-7 0,0 0 8 16,0 0 4-16,0 0 9 0,0 0-17 0,0 0 15 15,0 0 3-15,8 0 5 0,-8 0-9 0,0 0-10 16,0 0 13-16,0 0 5 0,0 0-20 0,0 0-3 15,0 0 17-15,9 9-12 0,-9-6 2 16,0 0 10-16,-1-1-7 0,-1-1-2 0,0 5 0 16,-1 0-6-16,2 0 21 0,-11 11 3 15,1-1-8-15,-2 5 9 0,-2-2-12 0,-1-1 18 16,0-2-11-16,-1 4 5 0,3-2 14 0,0-4-12 16,-4 3 0-16,9-6 9 0,-1-1-4 15,0-2-11-15,5-3-22 0,3 3 21 0,-2-5 1 16,-1 2-9-16,3-2 0 0,-3 1 19 0,5-1-4 15,-5-2 1-15,5 1 16 0,-1 1-9 16,-1 0-17-16,1 0-7 0,-1-1 24 0,0-1-28 16,2-1 8-16,-4 2 1 0,4-2-13 15,-1 0 35-15,0 2-32 0,1-1-18 0,0-1-13 16,0 1-18-16,-1-1-32 0,1 0-70 0,0 0 15 16,0 0-170-16,-3-1-104 0,2-2 29 15,-1 3-32-15,0 0 25 0,2 0 78 0,-5 0 11 16,2 0 54-16</inkml:trace>
  <inkml:trace contextRef="#ctx0" brushRef="#br0" timeOffset="-6735.17">2591-526 290 0,'-22'-3'263'15,"1"3"-17"-15,8 0-27 0,-5 0-8 16,-5 0-29-16,-26 15 2 0,24-6-24 0,2 0-23 16,-4 0 6-16,4 1 2 0,4-1-36 0,1 5-24 15,2 1 0-15,0 4-3 0,7-1-7 0,-1 0-13 16,-2 2-9-16,7-2 19 0,5-10-20 15,0 3-6-15,0 7 1 0,14 20 10 16,-4-19-21-16,6-4 26 0,1-2 1 0,6-1-14 16,3-11 6-16,2 0-40 0,-11-1 25 0,6 0-17 15,37-17-4-15,-28 9 15 0,0-1-28 16,3 1 20-16,-7 1 3 0,1 0-31 0,-6 1-25 16,0-1-36-16,-11 0-18 0,0 3-16 0,-2 4 8 15,-4-3-139-15,-4 2-193 0,-2 1 14 16,-2 1 27-16,-1-1 25 0,-4 0 9 0,-3 3 9 15,-16-7-1-15</inkml:trace>
  <inkml:trace contextRef="#ctx0" brushRef="#br0" timeOffset="-1945.714">1857 1014 295 0,'0'0'79'0,"0"16"-29"16,0-16-9-16,-21 0 18 0,21 0-30 0,0 0-4 15,0 0 20-15,0 0 23 0,-31 28-3 16,28-25-7-16,1-1-6 0,-2-2-6 15,3 1-5-15,-3 2-3 0,2-1 22 0,-3 1-2 16,-1-2-19-16,5 0 29 0,-3-1-6 0,2 1-3 16,-2 3 15-16,2-1-2 0,-1-3-18 0,1 0 10 15,1 2 0-15,-2-2-4 0,3 1 30 16,-2 2-19-16,2-3 5 0,-3 2 17 16,2-2-4-16,0 2 5 0,-1-2-9 0,0 1-3 15,2-1-7-15,0 0-11 0,-3 1-12 0,3-1-7 16,0 0 17-16,-4 2-18 0,4 0 5 15,-1-2-15-15,1 0 11 0,-1 0-21 16,2 0 0-16,-1 0 8 0,0 0-1 0,0 0-4 16,0 0-8-16,0-2-1 0,1 0 3 15,1 0 0-15,0-5-14 0,1 4 0 0,1-4-5 0,3-5 6 16,2-3 12-16,-3 0 1 0,1 5-14 16,-3-1-3-16,-1-1-5 0,2 3 21 15,1-6-15-15,1 2-3 0,-3 4 5 0,1 0-12 0,-5-2 25 16,3 5-17-16,0-1 3 0,1 4 13 15,-2-3-14-15,1 3-6 0,-1-3-5 0,-1 4 6 16,0-2 24-16,-1 0-24 0,3 2 8 16,-2-2-12-16,0 3-2 0,2 1 19 0,-2-4-18 15,-1 3-3-15,2-2 13 0,1 3-10 0,-3-2-2 16,2 2 2-16,-1 0-4 0,-1-3 8 16,4 3 5-16,-4 0-14 0,0 0 12 15,0 0 7-15,0 0 6 0,0 0-25 0,0 0 8 16,12 0 1-16,-5 0 7 0,8 14-23 0,3-4 18 15,-2 0-16-15,-1 1 18 0,4-2-1 16,-6 1-7-16,0-2 16 0,2 2-19 0,2-1 2 16,-5 2 7-16,1-5 6 0,-3 2-1 15,-2-1-7-15,-3-3 3 0,1 2 4 0,-2 2-10 16,1-4-2-16,2 1-3 0,-2-1-1 16,-2-1 9-16,0-1 7 0,3 2-9 0,-4-2-4 15,1 2 10-15,-1-4 7 0,2 1-7 16,-2 2-31-16,1-1-16 0,-3-2-26 0,3 0-27 15,0 0 11-15,-3 0-175 0,-3-3-140 16,3 1 42-16,0-3 0 0,-3 0 35 0,3-1 17 16,0 2 11-16</inkml:trace>
  <inkml:trace contextRef="#ctx0" brushRef="#br0" timeOffset="63152.138">3910 408 553 0,'0'0'213'0,"0"0"-21"0,0 0-13 0,0 0-28 16,0 0-26-16,0 0 10 0,0 0-16 0,0 0-20 15,-23-15 5-15,20 20-16 0,-3 3-11 16,1 6-15-16,-2 4 10 0,2-6-11 0,-1 9-10 16,3-2 2-16,1-2 0 0,0-6-5 0,1 0-21 15,1-11 2-15,0 12 6 0,0-3-5 16,0 1-13-16,14 15 12 0,-2-9-6 0,-3-5-7 15,3 3 0-15,-6-8 7 0,4-3-2 0,-1-1-8 16,-9-2-10-16,11 0 11 0,4 0-3 16,16-18 0-16,-19 11-2 0,3-2 7 0,-4-5 0 15,2 2-7-15,-10 3 9 0,0 0-12 0,1 1 13 16,-4 0 5-16,0 8 6 0,0 0-13 16,0-9-12-16,-16-5 1 0,2 4 2 0,-5 5 10 15,1-1-19-15,1 2 6 0,-2 1-4 16,3 1 1-16,3 1 10 0,2-2-11 0,4-1-7 15,-2 4-3-15,4 0 4 0,-2-1-12 0,5 1 3 16,-1-1-23-16,1-3 20 0,2 2-6 0,0 2 4 16,0 0 14-16,0 0-7 0,0-12 6 15,0 12-7-15,16-18 3 0,-3 5-1 0,-5 5 1 16,1 0-7-16,-1 4 6 0,1-1 5 16,-1 3-1-16,-2-1-11 0,-1 1 18 0,2 2-18 15,2 0 4-15,-9 0 0 0,0 0 10 0,10 0 13 16,-1 0-12-16,20 15 3 0,-15-12-10 0,-3 3 15 15,6 4 6-15,-3 4-11 0,2-2-4 16,-4 0 14-16,-5-1-3 0,7 5 1 0,-4-5-23 16,-4-2 1-16,2 1 8 0,-2-4 11 15,-1 2 4-15,2-3-22 0,-2-1 12 0,0 0 12 16,-2 0-6-16,6-4-12 0,-3 1 9 0,-6-1-8 16,0 0 15-16,26-17 7 0,-16 5-7 0,1-3-1 15,-4-3-17-15,-1 1 16 0,0-2 1 0,-3 4-5 16,-1 2-5-16,-2 2 12 0,0 3 9 15,0 0 7-15,0 2-1 0,0 1-12 0,0 1-5 16,0-1 8-16,0 4-10 0,3-2 9 16,-2 3 5-16,-1 0-9 0,0 0 2 0,0 0-16 15,0 0 5-15,10 13-11 0,-7-8 16 16,13 8-11-16,-4-1-16 0,-1 1 7 16,0-3-15-16,2 3 5 0,3-1 13 0,-2-6-3 15,-2-2 2-15,-2-2-20 0,2-2 26 0,-12 0-3 16,11 0-1-16,-2 0 20 0,17-12-18 0,-9 0-4 15,-7-1 13-15,-2-2 11 0,-3 1 5 16,-2 0 9-16,-2 0-1 0,-1 3-4 0,0-5 13 16,-16-23-14-16,5 18 11 0,-1 0 15 15,1-1-4-15,-2 2 24 0,-3-1-22 0,-1 1-5 16,1 0 15-16,1 2-10 0,0 2 40 0,2 5-33 16,3 0 28-16,2 3-32 0,4 3-24 15,-1-1 7-15,0 2-11 0,1 0 4 0,1 2 6 16,1-2 1-16,-1 2-8 0,1 1 3 15,2 1-13-15,0 0-8 0,0 7 17 0,2-4-10 16,-2 4-21-16,10 8 9 0,-3 3 0 0,-1 2 20 16,3 0-21-16,3-3 2 0,-2 6 19 0,5 1 4 15,1-1-31-15,-1-4 6 0,-1 0 22 0,1 0-25 16,2-1-10-16,-4-3 10 0,0 1-20 16,2-5-11-16,5-2-31 0,-9-3-20 0,-3-2-32 15,1-2-23-15,0-2 1 0,-9 0 11 16,0 0-137-16,26-21-92 0,-16 10-31 0,1-7 25 15,-4 1-23-15,-1-1 20 0,-4 2 18 0,1 0-10 16</inkml:trace>
  <inkml:trace contextRef="#ctx0" brushRef="#br0" timeOffset="64648.012">4349 407 323 0,'-6'1'250'0,"6"2"-36"0,-5-1-14 16,1 0-38-16,0 0 3 0,0-2-27 0,3 0-6 16,-3 3-31-16,3-3-12 0,-1 3-4 15,1-3-7-15,2 0-11 0,1-3-5 0,3 3-8 16,1-5-10-16,12-4-13 0,3-4 1 0,1-1-9 15,4 0-7-15,-3-4-8 0,0 2-13 16,-1-1 13-16,1-1 4 0,1 3-2 0,-7 3 2 16,-2 0 12-16,-7 6-40 0,1-2 9 15,-4 3 18-15,-2 1 1 0,-3 2-19 0,0 2 5 16,0 0 14-16,0 0-34 0,-13-2 27 0,6 4 16 16,-15 7-20-16,-1-2-23 0,-4 5 43 0,-2 0-20 15,-2 0 18-15,2-1-32 0,0 3 32 16,-2 0 5-16,-4 0-4 0,1 3-14 0,5-3 1 15,-2 4 7-15,-1 2-5 0,-3-1 2 0,2 0-6 16,4 2 5-16,5-4 10 0,-4 2-38 16,5 0 20-16,4-3 2 0,3-2-2 15,5-5 3-15,6 0-10 0,-1 0 5 0,5-3 11 16,1-2-4-16,0-4-19 0,0 0 20 0,0 0-21 16,18 10 26-16,-9-10 0 0,2 0 5 0,13-4-33 15,-11 4 12-15,33-16 6 0,-13 4-16 16,-4-2 16-16,1-1 0 0,2-3 3 0,5 1-8 15,0-2-7-15,-2-1 15 0,0 2-13 16,-2 2 21-16,-3 3-7 0,-5-3 4 0,0 5-29 16,-7 2 9-16,-6 3 8 0,-5-1-2 0,-4 5 3 15,-3 2 5-15,-5 1-19 0,-4 2 27 0,-8 7-16 16,-8-1 9-16,-8 5-8 0,2 2 12 16,-6 7-4-16,1 2-4 0,-8 4 15 15,-3 0-6-15,6 1 0 0,-3-3-7 0,7 5 12 16,-1-4 4-16,10-1-17 0,-1-6-2 15,4 1-13-15,1 1 20 0,4-4-21 0,8 2 27 16,2-11 1-16,7-5-16 0,3-5 19 0,8 0-13 16,-3-4 5-16,16-9 5 0,2-1 7 15,-4-6-10-15,10 2 2 0,0-3-16 0,4-3 10 16,2-1 2-16,1 2 1 0,4-2-28 0,0-2 1 16,0 0-64-16,-1 2-21 0,-1 1 8 15,-3 3-231-15,-4-2-46 0,-2 2 22 0,-4 2 24 16,-4 1 14-16,-5 1 7 0</inkml:trace>
  <inkml:trace contextRef="#ctx0" brushRef="#br0" timeOffset="63328.032">4445 227 422 0,'-7'1'224'0,"4"0"-8"0,0 0-42 15,0-1-25-15,3 0-13 0,0-1-21 16,6 0-1-16,0-3-36 0,10-9-36 16,3 3-23-16,-2-1-2 0,-1 2-108 0,3 2-48 15,-5 0-57-15,0-2-118 0,3 1 12 0,2 0-39 16</inkml:trace>
  <inkml:trace contextRef="#ctx0" brushRef="#br0" timeOffset="63740.83">4920 98 348 0,'-5'-1'227'15,"-1"0"-6"-15,-1 1-42 0,-1 0-18 0,1-2-19 16,0 4-21-16,1-1-15 0,-2-1-39 0,1 1-3 15,7-1 14-15,0 0-17 0,-16 9-14 16,9-4 1-16,2 1 4 0,2-1-7 0,2-2-14 16,-4 1 5-16,1 0-2 0,0-2-3 0,2 2-25 15,-2-2 2-15,2 0-4 0,-1 1 28 16,0-2-3-16,2 1 18 0,-2-1 6 16,1 1-25-16,-1-1 12 0,3-1-8 0,-3 0-8 15,2 0 2-15,1 0-4 0,0-1-15 0,0-1-11 16,-2 1-10-16,4 1-22 0,-2-2 23 15,0 2-20-15,0-1-17 0,0 1 20 0,0-3 3 16,0 3 4-16,0-2-2 0,0 0 21 16,0 2-13-16,1-1 14 0,-2 1 13 0,1 0-29 15,1-3 22-15,-1 3-30 0,0 0 16 0,0 0 13 16,-1 0-16-16,1-2-37 0,1 2 16 16,-1 0 4-16,0 0-82 0,-1-1-58 0,1-1-132 15,0 1-21-15,0-2 15 0,-2 2-8 0</inkml:trace>
  <inkml:trace contextRef="#ctx0" brushRef="#br0" timeOffset="-12417.674">-1206 429 406 0,'0'0'78'15,"0"-18"-9"-15,0 18 29 0,-28-32 25 0,25 26 9 16,3-1-27-16,-1-3 11 0,1 5-1 15,0 5-28-15,0 0 22 0,0-10-11 0,0 1 9 16,0 9-5-16,0-9-19 0,0 0 24 16,0 9-15-16,0-10-8 0,0 2 11 0,0 8-2 15,0-11-9-15,0 11-3 0,0-7 12 0,0 7-7 16,0-8-20-16,0 8-2 0,0 0-2 16,0-9 13-16,0 9-14 0,0 0-28 0,0-10-4 15,0 10 16-15,0 0-22 0,0 0 12 16,0 0-9-16,-3-13-1 0,3 16-17 0,0-1 3 15,0 3 0-15,2 0 6 0,-2 5 6 0,2 11-6 16,-2-10-6-16,0 6-10 0,0 6-3 16,10 28 7-16,-7-20 2 0,1 1 3 0,0 5 13 15,-4-16 5-15,0 9-15 0,0 4 9 16,0 2-6-16,0 3 3 0,0 3 6 0,0 3 13 16,11 44 8-16,-7-43-19 0,-2 7 7 15,-1-4-19-15,-1 2 15 0,1-3 0 0,2 3-5 16,-3-4 2-16,1 1-3 0,5-1 8 0,-3-1-2 15,1-4-17-15,-1 0 32 0,-1 4-31 16,3-8 25-16,0 0-26 0,-1 1-24 0,3 1 16 16,-6-8 9-16,3 2-26 0,0 2 48 0,0-7-37 15,0 2 11-15,-2-4-10 0,2-3 1 16,-3-2 0-16,3-5 9 0,-4-3 2 0,3-6-11 16,-3 1 9-16,2 0-25 0,-2-3 15 0,0 0-3 15,0 1 13-15,0-2-23 0,0-2 13 16,0 4 13-16,0-5 15 0,2 2-20 0,-1 0-6 15,-1-2 1-15,0 2 23 0,0-2-31 0,0-1-22 16,0 3 3-16,0-3-22 0,0-1-70 16,0-1-57-16,0-6 16 0,0 1-308 0,5-14 34 15,-1-6 1-15,2-5 28 0,2 1 47 0,2-2 23 16,1 0 17-16,0 6 7 0</inkml:trace>
  <inkml:trace contextRef="#ctx0" brushRef="#br0" timeOffset="-9669.407">-1154 287 215 0,'-3'0'224'0,"3"0"-61"0,-1 0 28 16,1 2-56-16,0-1 29 0,0-1-29 15,-3 0-8-15,3 3 16 0,0-3 5 0,-4 0-37 16,4 0 3-16,0 0-16 0,0 0 2 0,0 0-10 16,0 0-9-16,0 0-24 0,0 0 6 15,0 0-1-15,2 0-8 0,0 0-6 0,1 0-4 16,2 0 9-16,-1 0-12 0,0-3 0 0,4 3-8 15,-1-1 7-15,4 1-14 0,2 0 1 16,7 0 3-16,29-9-6 0,-15 7 11 16,5 1-19-16,-3-2 5 0,8 1-6 0,-4 2-2 15,2-3-9-15,2 0 4 0,1 3 5 0,1-5 1 16,-3 4-7-16,7-3 18 0,1 1-8 0,2 0-16 16,4 0 8-16,0-3-8 0,2-1 8 15,2 2 4-15,-2 0-8 0,-1-4 0 0,-1 3 9 16,1 0 7-16,-3-1-19 0,-1 1-11 15,1 0 10-15,-3 0 6 0,4 0-10 0,-5 0 15 16,1-1-14-16,-1-2-3 0,5 3 20 16,-4-2-18-16,-1-2-1 0,6 1 9 0,-3 1-8 15,3-3 16-15,-5 2-5 0,3-2-7 16,0-1-6-16,-2 2 5 0,-2 4-10 0,1-3 12 16,-4 1 7-16,1 2 1 0,1 1-15 0,-7-2-1 15,1 4-4-15,-2-2 13 0,-2 4 6 0,0-1-9 16,-1 1-4-16,-5 0 18 0,-18 1-9 15,9 0-8-15,2 0 0 0,-1 0-1 0,0 0 8 16,-1 0-2-16,-3 0-13 0,-4 0 21 0,-1 0-22 16,-1 0 15-16,-5 0-12 0,1 0 10 15,-2 0 6-15,-2 0-4 0,2 0-3 0,-10 0-3 16,12 0 10-16,-4 0-2 0,1 0-7 0,-9 0 10 16,11 0-4-16,-4 0 13 0,-7 0-16 15,10 0 3-15,-10 0 1 0,8 0 9 0,-8 0-8 16,10 0 6-16,-10 0-7 0,7 0 8 15,-7 0-17-15,0 0 8 0,10 0 10 0,-10 0-9 16,0 0-3-16,8 0 0 0,-8 0 27 16,0 0-27-16,21 2 6 0,-19 6-5 0,2-5 32 15,1 3-14-15,-4 1-16 0,5 11 27 16,-1 1-3-16,-3-1 7 0,5 1-27 16,-5-3 6-16,1 6-5 0,-3-12 7 0,0 3-2 15,0 6-6-15,0 2 30 0,0 4-16 0,0-2-5 16,0 0 17-16,0 1-10 0,0 1-28 0,0-1 23 15,-14 28 8-15,11-25 5 0,1 1 11 16,-2 0-17-16,2 0-5 0,1 0-9 0,1 2 5 16,-2-5-5-16,-1 10 17 0,3-5 8 15,0 2-1-15,0-16-40 0,0 6 11 0,0 2-8 16,0 4 12-16,0 1-11 0,0-4 9 0,0 1 12 16,0 1-8-16,0-1 18 0,13 25-27 15,-12-24 23-15,2-2-6 0,-3 2-9 0,0-3-1 16,2-1-4-16,-2-10-2 0,0 2 1 15,0 3-2-15,0 3 21 0,0-3-3 0,0 2-17 16,0 3 6-16,0-2 4 0,0-3-1 0,0 1 7 16,0 1-3-16,0 2-19 0,0-1 0 15,9 21-1-15,-9-33 0 0,0 6 1 0,0 2 0 16,0-1 28-16,0-1-10 0,0 1-11 16,0 1 0-16,0-2 18 0,0 1-22 0,0-4 13 15,0 0-8-15,0-3-8 0,0 0 5 0,0 0 14 16,0 1-1-16,0-1-4 0,0-2-1 15,0 3-1-15,0 7-14 0,0-3-3 16,0 1 16-16,0 6 2 0,0-5-11 0,0-2-1 16,0 0 0-16,0-4 1 0,0 2 9 0,0-5-12 15,0 2 2-15,0-9 1 0,0 8 18 0,0 1-14 16,0-9 2-16,0 9-3 0,0-9-23 16,0 7-6-16,0-7 2 0,0 11 23 15,0-11 13-15,0 0 3 0,0 6-5 0,0-6-18 16,0 9 14-16,0-9-8 0,0 0 20 0,0 10-1 15,0-10-43-15,0 0 6 0,0 6 16 16,0-6-1-16,0 0 12 0,0 0 5 0,0 9-2 16,0-9 8-16,0 0-13 0,0 0 15 15,-6 11-5-15,3-10-3 0,2-1-7 0,0 0 1 16,-2 2 6-16,1-2-1 0,-2 0-5 0,1 0-7 16,-1 1 5-16,-1 0 12 0,0-1-23 15,1 2-2-15,-1-2 18 0,0 3-1 0,-4-2 4 16,9-1-9-16,-15 1-2 0,6-1 1 0,2 0-11 15,-14 4-9-15,3-1 23 0,5-2-3 16,-1 1 13-16,1 1-21 0,-9 0 17 0,5-2-5 16,3 1-20-16,2 2 24 0,1-4-22 0,0 2 15 15,1 0-7-15,2-1-15 0,-15 2 17 16,5 0 5-16,-4 0-1 0,0 6 1 0,4-6-4 16,0 0 8-16,4 0-6 0,0-2 9 0,2 2-15 15,0-2-9-15,-8 4 19 0,7-5-1 16,-3 4-3-16,2-3-7 0,2 0-5 0,-10 5 6 15,4-3 2-15,18-3 2 0,-14 0 5 16,-4 0-2-16,-1 0-11 0,-21 14-1 0,23-11 2 16,3 2 1-16,-7-3 11 0,-2 1-4 15,6 1-20-15,2-2 21 0,2 2-5 0,1-2 8 16,-10 1-7-16,5-1 16 0,4-1-19 16,-10 4 8-16,-3-1-20 0,9-2 7 0,1-2 14 15,-4 4 4-15,-4 2-30 0,3 1 15 0,-2-7 11 16,0 5 3-16,1 1-14 0,-4 1-11 15,4-4 26-15,-1 1 2 0,-1 0-22 0,8 0-1 16,-5 1 25-16,-4 1-8 0,0-2-1 0,4 0 5 16,3-2 13-16,-7 3-12 0,2-1 11 15,6-4-27-15,-9 6 18 0,5-4-5 0,-1 2-10 16,3 0 14-16,4-3-10 0,-6 3 15 16,-5-2 8-16,10-2-18 0,0 1 3 15,2-1-10-15,1 3-12 0,-11-3 24 0,-1 4-11 16,0-3 18-16,4 3-30 0,-8-2 21 0,5 2-21 15,12-4 18-15,-6 0-21 0,-4 0 26 16,0 0-5-16,-23 11-11 0,19-8 21 0,4 0-4 16,1 2-8-16,3-4-3 0,-4 3 15 15,4-4-9-15,18 0-3 0,-14 0-3 0,-5 0-6 16,-1 0 13-16,4 0-5 0,-1 0-5 0,0 0 9 16,4 0-1-16,-5 0 1 0,-3 0 12 15,5 0-17-15,-3 0 3 0,5 0 2 0,0 0-10 16,2 0 6-16,1 0 1 0,3 0 4 15,-2 0-18-15,-1 0 15 0,4 0 2 0,-2 0-9 16,0 0 8-16,-2 0 9 0,2 0-21 0,0 0 11 16,-1 0 4-16,-1 0-18 0,1 0 6 15,1 0-10-15,-8 0 5 0,-3 0 0 0,3 0 14 16,0 0-7-16,4 0-2 0,0 0 5 0,-4 0 0 16,2 0-3-16,-2 0-8 0,6 0 0 15,-2 0 15-15,-9 16-19 0,13-13 16 0,1-1 9 16,0-2-6-16,2 0-1 0,-3 0 8 15,1 2 1-15,1-2-27 0,-2 1 7 0,2 0 4 16,-2 1 12-16,1 1-10 0,-2-2 4 0,-12 4-10 16,2-1-9-16,-2 1 18 0,5-2-2 15,5-3-10-15,0 2 11 0,2-1 3 0,-1-1-4 16,4 4 8-16,0-3-5 0,-2 0-1 16,9-1-6-16,0 0 4 0,-9 0 11 0,-1 0-19 15,10 0 10-15,-11 0 8 0,1 0-22 0,10 0-13 16,-21 12 22-16,12-9 10 0,3-2-20 15,-1 0 16-15,-2 1-3 0,3 1 2 0,-1 0-2 16,-9 2 5-16,4-2-3 0,2-1-7 0,2-1 5 16,2 0 2-16,-2 2-3 0,6-3 2 0,-4 1-2 15,5-1-6-15,-4 1 12 0,1-1-6 16,2 2 9-16,2-2-11 0,0 0 2 0,0 0-3 16,0 0-9-16,0 0 5 0,0 0 11 15,0 0-4-15,-7 0 5 0,7 0-12 0,0 0 4 16,0 0 4-16,0 0-6 0,-9 0 8 0,9 0-4 15,0 0-5-15,0 0-9 0,0 0 8 16,0 0 9-16,0 0-1 0,0 0-2 0,0 0-14 16,-8 0 13-16,8 0-11 0,0 0 18 0,0 0-2 15,0 0-25-15,0 0 19 0,0 0 8 16,0 0-19-16,0 0 22 0,0 0-3 0,0 0 0 16,0 0 0-16,0 0 3 0,0 0 5 15,0 0 5-15,-16 8-13 0,16-11 11 0,0 0 5 16,0 1-16-16,0-2 14 0,0-1-14 0,0-2 3 15,2 4-17-15,-2-6-4 0,2 2 17 16,-2 2 4-16,0-5-16 0,0 10 27 0,0-9-17 16,0-6-5-16,0-3 9 0,0-1-1 15,-15-19 4-15,10 20-7 0,2 2 7 0,0 1-17 16,1 5 14-16,2-3-4 0,-4 3-2 0,4 1-12 16,-3 0 5-16,3 1 14 0,-2-11-5 0,-3-2-27 15,3 3 22-15,-2 8-37 0,-3-10 6 16,2-1 10-16,-2 5 2 0,2 1-67 0,2 3-26 15,-1 1-4-15,1 1-41 0,1 0-8 0,1 1-56 16,1 9 4-16,0 0 20 0,13-30-63 16,-1 16-97-16,-1-1 28 0,3 2 27 0,-1 3-66 15,-2 0 26-15,-4 6 23 0,0 1-12 0,-3 2 29 16,-4 1 1-16</inkml:trace>
  <inkml:trace contextRef="#ctx0" brushRef="#br0" timeOffset="-8515.859">-1463 2705 219 0,'-13'2'297'16,"3"-2"-37"-16,3 3-41 0,1-2-32 16,-2 1 5-16,4-2-31 0,0 2-4 0,1-1-22 15,1-1-21-15,0 0-2 0,-2 1-7 16,4 1-18-16,0-2-13 0,0 3 17 0,4-3-15 15,-2 0-27-15,2-3 3 0,1 3 16 16,-1 3-11-16,4-6-18 0,0 6-1 0,-2-8-4 16,3 5-11-16,0-1 21 0,3 1-16 0,5 0-24 15,23-15-22-15,-13 6-14 0,-4 0-43 16,5-4 6-16,-4-4-190 0,3 0 20 0,-3 0 20 16,3-4-166-16,-1 3 24 0,-4 0-17 15,-6 6 7-15,-11 0 74 0</inkml:trace>
  <inkml:trace contextRef="#ctx0" brushRef="#br0" timeOffset="-8773.834">-1480 2585 456 0,'-1'-4'208'0,"-3"3"-32"0,3 1 7 0,0-1-74 16,-3 1 21-16,4 1-8 0,0 2 1 16,0 2-25-16,0 0 2 0,0 3-41 0,0-2 18 15,0 4-25-15,0-4 13 0,0 5 5 16,0-1-8-16,0 5-1 0,0-2-21 0,0 1-2 15,0-4 22-15,0 1-10 0,0-3-2 0,0-8-12 16,0 9 9-16,0-9 3 0,0 9-2 0,0-9 2 16,0 8 14-16,0-8 3 0,0 0 8 15,0 8-14-15,0-8-1 0,0 0-13 0,-5 9 3 16,2-9-13-16,0-3-6 0,2 0-12 0,-3-2 9 16,3-3-9-16,1 1-2 0,-1-2-3 15,-1-1 11-15,2 1-14 0,-4-15 12 0,4 14-16 16,0-6 1-16,0-2-14 0,0 1 27 15,19-10-5-15,-14 14-12 0,0 3 3 16,-3 6-10-16,4-2-1 0,-2 3 13 0,2-3-7 16,-1 6 2-16,0 0-5 0,2 0 0 0,-7 0-7 15,6 0 21-15,10 0-16 0,15 12 7 16,-15-5-7-16,3 1-4 0,-4 0 0 16,2-1-3-16,0 5 10 0,-4 1-3 0,-2 2 7 15,1-1-12-15,-3-1 18 0,-4-4 2 0,7 5-10 16,-9-1 13-16,5-3-17 0,-4-2-7 15,0 1 1-15,-4-3 9 0,6 0 12 0,-2-1-11 16,-2-1-11-16,-1 0-18 0,3-2 1 16,0 1 5-16,-2 0-17 0,-2-1-21 0,0-2-36 15,0 0-13-15,0 0 11 0,-6-4-91 0,6 3-54 16,-5-2-52-16,3 1-86 0,-2-2 23 16,-2 0 21-16,2 2 38 0,0-2-1 15</inkml:trace>
  <inkml:trace contextRef="#ctx0" brushRef="#br0" timeOffset="2402.563">-1015 2237 280 0,'0'0'162'0,"-18"0"-20"15,18 0-2-15,0 0-30 0,0 0 7 0,0 0-22 16,-17 0-3-16,17 0 4 0,-23-29-16 16,18 29-14-16,5 1-3 0,-3-1-6 0,1 0-35 15,-3 1 39-15,3 0-48 0,1-1 24 16,-2 1-21-16,2 1 17 0,1 1-18 0,-1-3 8 16,1 2 0-16,-1 2-18 0,1-3 24 15,0 2-10-15,0 0 12 0,0 2-5 0,2-2-7 16,-1 1-23-16,-1-2 19 0,4 2-7 0,-2-1 3 15,3 0-2-15,0 0-5 0,0 0 19 16,0-1-11-16,0-1-6 0,2 0 12 0,-1 1-40 16,1-4 33-16,-2 4-3 0,-5-2-26 0,0 0 31 15,12 0-4-15,-12 0-20 0,9 0 21 16,-2 0 3-16,-7 0-28 0,8 0 38 0,-8 0-4 16,20-12-7-16,-18 9-10 0,3 0-4 0,-5-2 2 15,2 1 22-15,0 2 6 0,-2-2 5 16,0 0 4-16,0 2-11 0,-2-2 6 0,0 0-4 15,1 2 4-15,-3-3-1 0,3 4-21 0,-4-1 8 16,-1 1 1-16,1-1 12 0,0-1-19 16,1 2 9-16,0 1-6 0,-1-1 5 0,0 1-22 15,-1-1-9-15,4 1 25 0,-3-4-9 0,0 4-8 16,0 0 16-16,2-1 9 0,-2 1-26 16,1 0-3-16,4 0 11 0,0 0-10 0,0 0 10 15,-11 0 5-15,11 0 6 0,-8 0-22 16,-8 13 12-16,11-10-12 0,3 3-8 0,-2-2 19 15,2 2-10-15,0 2-7 0,1-1 14 16,-1-1 13-16,1 5-14 0,1-4 12 0,0 2-30 16,0-9 15-16,0 9-11 0,0 3 25 15,13 15-15-15,-11-17-8 0,6 1 7 0,-3-4 9 16,-2-1-3-16,1 0-9 0,1-4 21 0,-2 5-10 16,2-6-7-16,1 1 20 0,1-2-24 15,2 3 26-15,-9-3-27 0,7 0 16 0,-7 0 7 16,12 0-20-16,20-13-1 0,-19 5 19 15,-2 5-23-15,-1-4 14 0,-8 4-2 0,4-1 13 16,0 0-11-16,-3-2 4 0,-2 2-4 0,-1-2-11 16,1-1 18-16,-1 0-13 0,0 7 3 15,0 0 5-15,0-8 17 0,0 0 9 16,-17-13-9-16,11 6 2 0,-2 7 5 0,-3-6-11 16,2 9 9-16,1-4-9 0,-1 3 15 15,-1 5-12-15,3-1-11 0,1 1 3 0,0-1 3 16,-1 2-1-16,3 0-4 0,-4-3 5 0,8 3-10 15,0 0-12-15,-9 0 10 0,9 0-2 16,-9 0 7-16,9 0-16 0,-9 0 11 0,-7 14-4 16,13-10-8-16,-3 2 1 0,3-3 2 0,0 4 3 15,-1-1 4-15,0 2 0 0,3-2-4 16,0 1-5-16,1 1 5 0,0 0 5 0,0-8-3 16,0 8 4-16,0 2-4 0,0-3-2 0,13 21-2 15,-8-15 1-15,1-2-1 0,-1-3 1 16,2 0 13-16,4 6-10 0,0-8 4 0,-1-2 0 15,-1 0-2-15,1-3 7 0,-1-1-8 16,-9 0 5-16,13 0-13 0,20-13 6 0,-15 6 1 16,-4-2-2-16,0-2 8 0,-5 3-19 0,2 0 26 15,-5-2-4-15,-1 4-5 0,-1-1 2 16,-3-1-1-16,-1 1 15 0,0 7-1 0,0 0-10 16,0-7 9-16,0 7 0 0,0-11-9 15,-27-9-3-15,16 10 2 0,-2 4 9 0,1 4-13 16,-10-2 0-16,10 0-2 0,2 4-4 0,2 0-9 15,2 0 12-15,1 0-7 0,5 0 12 0,0 0 3 16,-11 0-11-16,11 0 2 0,0 0-6 16,-18 15 6-16,17-12-4 0,-2-1 6 0,2 5-6 15,1-3 10-15,0 1-6 0,0 0-14 16,0 3 5-16,0-3 6 0,4-1-5 0,-4-4 5 16,0 0 2-16,0 0-3 0,0 10-11 0,12 1 14 15,-7-7 1-15,0-1-10 0,-1-3 2 16,4 2-5-16,-4-2 12 0,5 0-9 0,-3-2 10 15,0 2 3-15,-6 0-3 0,0 0-7 16,0 0 5-16,17-13 10 0,-13 9-11 0,-1-1 15 16,-3 1 4-16,0-1 7 0,0 2-5 0,-2-2-3 15,-3 2-8-15,4-1 13 0,-3 0-12 16,-2 3 3-16,2-3 0 0,0 1-16 16,0 2 6-16,0 1-17 0,0 0-17 0,0-1-5 15,-1 2-17-15,4 0-38 0,-3 2-24 0,4 1 12 16,0-4-112-16,-3 5-118 0,5-4-18 15,-1 2 7-15,-1 0 43 0,3 0 14 0,-1 1-57 16</inkml:trace>
  <inkml:trace contextRef="#ctx0" brushRef="#br0" timeOffset="-3365.447">763 1900 277 0,'0'0'226'0,"0"0"-48"0,0-17-16 0,-16 17 1 16,16 0-50-16,0 0 22 0,0 0-50 0,0 0 10 15,0 0 7-15,-31-25-2 0,28 20-6 16,2 4-12-16,-1 1 7 0,1-1-20 0,-1 2-9 16,0-2-7-16,-2 1-13 0,4 0 18 15,-1 1-3-15,0 0-14 0,0 1 21 0,1 1-14 16,-4-1-11-16,5-1-8 0,2-1 16 15,-6 3 4-15,3-3-27 0,-1 3 19 0,1-3-2 16,-2 0-12-16,2 2 13 0,0-1-5 0,3 2-2 16,0-2 1-16,0 1-9 0,5 1 2 15,-4 1 4-15,15 1-19 0,-6 0 8 0,0-1-5 16,4 3-13-16,-2-2 8 0,-2-2 21 16,0 0-19-16,12 2 8 0,-11-4-16 0,-1-1 11 15,-1 1-10-15,1 2-9 0,-6 0-2 0,1-1 23 16,0-1-16-16,-4 1 6 0,5 2-1 0,-4-4-10 15,1 1 1-15,-2 1-2 0,3 0 16 0,-2-1-13 16,-3 2 8-16,2-1 7 0,-1 2-13 16,1-2 3-16,-3 1 1 0,0 3-7 15,-1 1 10-15,3 0-4 0,-3-7-4 0,0 14 17 16,0 1-14-16,-18 24 14 0,13-21 10 0,-6 3-5 16,0 2-13-16,-1-1 0 0,-1-1 10 0,-1 1 18 15,0 1-31-15,0-6 8 0,4 3-1 16,-1-1 7-16,-3-1-2 0,7-2 16 0,-4 0-5 15,-1-2 4-15,2-2-1 0,-1-1-4 16,5-5-10-16,-1 3 2 0,2-5-3 0,0 4 4 16,1-1-4-16,0-4-3 0,-1 3-3 0,3-4-3 15,2 3-6-15,-4-2 8 0,2 0-26 16,-1 0-4-16,1 1-35 0,0-3-6 16,2 2-44-16,-2-3-42 0,2 0-9 0,-1 2 14 15,1-2-96-15,0 0-94 0,7-2-45 0,-2-1 7 16,-1 0 32-16,3 1 21 0,-2 1 8 15</inkml:trace>
  <inkml:trace contextRef="#ctx0" brushRef="#br0" timeOffset="-7429.748">2061 2164 247 0,'3'0'276'16,"2"-3"-27"-16,-3 3-41 0,1 0-17 0,-2 3-36 15,5-3-11-15,-4 2-15 0,2 1-26 0,-3 0 13 16,3 3 0-16,3 12-10 0,-2-5-10 16,3 5-13-16,2-3-3 0,-6 0-7 0,-3-1 4 15,5 5-2-15,0-5-6 0,-5-1 5 16,3 0-1-16,-2-5 9 0,-2 0 9 0,4 0 3 16,-4-2-30-16,2-1 34 0,-2 2-14 15,0-4 16-15,0-3-13 0,0 0 0 0,0 0-7 16,-8 7-10-16,3-8-17 0,-1-2 15 0,0-1-14 15,-4-10 5-15,-1-5-4 0,0-5-21 16,3 0-11-16,-1-3-8 0,6 0-18 0,-1 0 8 16,3 2 6-16,1 13 11 0,0-8-26 0,13-21-12 15,-1 15-18-15,-2 3 6 0,8 4-2 16,-1 1-14-16,5 5 0 0,-5-3 17 0,-1 8-16 16,3 1-5-16,0 2 1 0,0-3-4 0,-19 8 1 15,12 0 10-15,0 0 5 0,-5 0 14 16,9 14-14-16,-10-8 1 0,-3 0 7 15,-1 2 3-15,-2 0 2 0,0-1 23 0,-2 1-3 16,2 2-21-16,0 0 12 0,-13 15-2 16,6-14 1-16,1-6 10 0,2 3 0 0,3-2 11 15,-3-2-16-15,3 1 0 0,-1-2 6 16,2 1-9-16,-1 1-1 0,1-5 3 0,0 0-1 16,0 0 7-16,8 0 9 0,-3 0-24 15,1-3-2-15,1 0 11 0,2 3-13 0,-3-3 5 16,2 2 5-16,2 1 1 0,-2-2-5 0,1 2-7 15,-9 0 21-15,17 0-13 0,1 0 1 0,18 15 2 16,-19-7 7-16,0 2 4 0,-2 2-11 16,-3 0 7-16,0 4-8 0,-5-1 4 15,0 2 8-15,-3-2 11 0,-4-1-3 0,0 0 12 16,0-3 4-16,0 4 2 0,-24 25 40 0,13-13-13 16,-12-7 4-16,-1 0 5 0,1 1 24 15,-3-3-20-15,-2-3 11 0,1 0-48 0,0 0 16 16,-6-3-7-16,4 4 10 0,1-8 8 0,3-2-47 15,1-2-10-15,4-4-53 0,8 0-35 16,-2 0-51-16,-20-15 13 0,18 2-335 0,4 0 34 16,2-7 32-16,2-3 47 0,3-2-7 15,5-5 60-15,-2 3-4 0,2 11 11 0</inkml:trace>
  <inkml:trace contextRef="#ctx0" brushRef="#br0" timeOffset="75967.7">4345 2495 421 0,'-3'4'219'16,"-1"-1"-55"-16,1-1 15 0,-1 2-14 0,4-4-16 16,-2 2-4-16,-1-1 3 0,1 1-11 0,2 2-12 15,-4-3-13-15,4 0-11 0,0 0-22 16,-2 2 7-16,1-2-12 0,1-1-6 0,0 2-13 15,0-2 9-15,1 0-15 0,2-2-18 16,2 2 11-16,0-1-6 0,2-3-8 0,16-1-11 16,-6-1-1-16,5 0 11 0,-4-1-4 0,5 3-10 15,3 0 13-15,-4-2-4 0,-2 1-17 16,2 0 10-16,-3 0-8 0,1-1 3 0,-3 3-8 16,-4 2 13-16,0-3-2 0,-3 2-10 0,0 1-5 15,-2-1-1-15,-1 2 12 0,-2-3-1 16,1 3-2-16,-1-1 4 0,2 1 3 0,-5 0-1 15,1 0 2-15,5-2 14 0,-7 0-3 0,2 2 2 16,-1 0-12-16,1 0 7 0,1 0-15 0,-2 0-9 16,1-1-27-16,-3-1-46 0,2 2-23 15,-2-1 11-15,4 1-175 0,-4-1-142 16,0 1 7-16,0 1 59 0,-1-2 25 0,-2 1-40 16,2-2 5-16</inkml:trace>
  <inkml:trace contextRef="#ctx0" brushRef="#br0" timeOffset="75569.942">4353 2272 323 0,'-17'0'284'16,"17"0"-42"-16,0 0-35 0,-18 0-23 0,-5 13-9 15,17-12-10-15,-2 1-19 0,4-4 0 0,-1 4-20 16,0 0-6-16,1-2-17 0,4 0 1 0,0 0-2 16,0 0-8-16,0 0-26 0,-8 0 6 15,8 0 8-15,0 0-25 0,-9 0-6 16,9 0 9-16,0 0 0 0,0 0-4 0,-6 0-25 15,6 0 1-15,0 0-4 0,-11 1 16 0,15-1-17 16,0-1-14-16,1-3 8 0,2 3 10 0,9-6-16 16,0 0 6-16,6 0 5 0,1 2-6 15,-4-2-5-15,2 1-15 0,6-1 1 0,-2 0 6 16,-3 2-6-16,2 1-1 0,1 0 13 16,-1 2-15-16,-4-3-4 0,-3 3 8 0,-6 1-29 15,5 1 5-15,-6-1-6 0,-1-1-7 0,-4 2-3 16,2 0-20-16,-3 0-1 0,1 0 10 0,-3-3 0 15,3 3-16-15,-5-1-16 0,3 0-38 16,0 1 12-16,-1 0-35 0,-2 1-17 0,-2 0-23 16,0 2-22-16,-2-3-27 0,4 3-129 15,-2-2 51-15,-3 0 16 0,1 2-28 0</inkml:trace>
  <inkml:trace contextRef="#ctx0" brushRef="#br0" timeOffset="80727.671">5375 1910 304 0,'0'0'96'0,"0"0"-13"0,0 0-12 0,0 0-7 0,0 0 45 16,0 0 19-16,0 0-39 0,0 0 15 16,0 0 16-16,0 0-43 0,0 0 15 15,0 0-39-15,0 0 25 0,0 0-5 0,0 0 15 16,0 0-8-16,0 0-23 0,0 0-25 15,0 0 28-15,0 0-5 0,0 0-11 0,0 0 3 16,0 0 16-16,0 0-25 0,0 0-6 0,0 0-6 16,0 0 22-16,0 0-14 0,0 0-2 0,0 0-10 15,0 0 0-15,0 0-1 0,0 0-1 0,0 0-22 16,0 0 16-16,0 0-3 0,0 0-3 16,0 0-10-16,0 0 12 0,0 0 3 0,0 0 4 15,0 0-7-15,0 0 12 0,0 0-11 0,-7-1 8 16,7 8-14-16,2 2 20 0,0-3-11 15,5 15 2-15,-2 0-7 0,-1-3 8 0,3 1-5 16,-3 2-7-16,5-4 13 0,-1 5-10 16,0-3 1-16,-2 0 1 0,2 0-6 0,-3-1 2 15,2 3 9-15,2-2-3 0,-6-8 3 16,0 2 3-16,2-1-8 0,-5-3 16 0,2-1-9 16,1-2-8-16,-3 1 8 0,3-4 3 0,-3 3-5 15,1-2 9-15,2 1-6 0,-2-3 26 0,0 2-10 16,2 0-3-16,-3-2 20 0,0 1-20 15,1-1 17-15,1 2-5 0,-2-3-13 0,0 1-6 16,1-1 1-16,1 1 3 0,-2-2 4 0,0 0-15 16,0 0-25-16,0 0-40 0,0 0-35 15,0 0 7-15,0 0-256 0,-3 0 26 0,0 0 23 16,-2 0-93-16,-2 2 23 0,2-2 60 16,-3 1-14-16,-15 4 25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07:42:04.761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-759-396 350 0,'3'-5'301'0,"-6"0"-21"0,3 0-36 15,0 4-21-15,3-4-56 0,-2 2-4 0,-1 3-16 16,1 0-12-16,-1 1-5 0,0 6-32 16,0 1-3-16,0 2-14 0,3 15-13 0,-3-12 4 15,0 6-6-15,7 27 8 0,-3-18-7 0,-2-3-24 16,5-1 5-16,1-2-13 0,-1-3 8 15,-1 0-14-15,2-1-4 0,-4-5-7 0,-2-3-3 16,-2-4 11-16,4-1 13 0,-4-1-24 16,1 0 15-16,-1-1-4 0,0-3 13 0,-1 1-22 15,-3-5 3-15,2-1 22 0,-9-7-36 16,0-4 4-16,-1-6 28 0,2-1-29 0,-2 2 13 16,4 0-8-16,-3-1-8 0,0 2 19 0,5 0-32 15,-4 1 23-15,4 0-6 0,5-2 7 16,-3 6-29-16,4 3 19 0,0 12 11 0,0-18-5 15,20-15-9-15,-13 16-11 0,4-1 4 0,6 3-13 16,1 1 23-16,-7 2-22 0,6 2 1 16,1-3 13-16,-1 8 9 0,2-2-20 0,-2 5-4 15,-1 2 1-15,-1-2 22 0,-15 2-17 16,16 0 9-16,24 15 3 0,-20-4-18 0,-3-1 7 16,1 2 2-16,-6 5 21 0,1-3-25 0,-2 3 5 15,-2 1 2-15,-2 2 3 0,-3 2 9 16,-1-6-15-16,-3 8-2 0,0-12 29 0,-14 21 2 15,4-8-2-15,-2-1-1 0,-6-1 0 0,1 0 9 16,-1-3 5-16,-2 3-28 0,-5-5 46 16,2 1-8-16,1-1-13 0,0-2 31 0,3 0-35 15,1-3-14-15,-2-3 13 0,6-4-3 0,2 0 9 16,7 2-12-16,-4-6-28 0,3 1-18 16,-1-3-43-16,2 0-41 0,0 0-87 0,5 0 17 15,0 0-261-15,0 0 9 0,0 0 52 16,-4-13-4-16,5 13 43 0,2-2 18 0,2 1-22 15,0-2-9-15</inkml:trace>
  <inkml:trace contextRef="#ctx0" brushRef="#br0" timeOffset="1291.62">-32 1122 376 0,'0'0'175'0,"-17"0"-30"0,17 0-9 15,0 15 4-15,0-15-27 0,0 0-40 16,0 0 19-16,0 0-10 0,-18 0-24 16,18 0 0-16,0 17 27 0,-18-1-1 0,17-13-33 15,-2-3 19-15,3 0 15 0,0 3-6 0,0-3 2 16,0 2 6-16,-1-1 4 0,1-1-15 15,0 0 16-15,0 3-9 0,0-3-16 0,0 0-9 16,0 2 18-16,0-2-15 0,0-2-9 16,0-1-8-16,4 1-6 0,-4-2-7 0,2-1 6 15,2-3-11-15,-3 0 3 0,10-11-12 16,-6 1 13-16,1-3 1 0,-3 7-27 0,1 0 10 16,-3 2-7-16,3 1 13 0,-3 1 10 0,3 2-11 15,-2 1-18-15,4-10 15 0,-2 4-17 16,-3 5 11-16,3-2-13 0,-1 1 15 0,-2 5-14 15,3-3-1-15,-4 5 19 0,0-2-12 16,4 0-6-16,-4 1-7 0,1 0 8 16,1-1-4-16,1 2 6 0,-3-2-2 0,1 1-5 0,1 1-4 15,2-4 13-15,-3 4 8 0,0-1-3 16,2 2-6-16,-2-1 1 0,-1-1 5 16,0 2 0-16,1-2-12 0,2 2-8 0,-2 0 16 15,0 0-11-15,2 1 5 0,-2 0-4 0,-1 0 11 16,0 0-6-16,0 0-4 0,0 0 6 0,0 0-13 15,11 0 15-15,3 12-9 0,-9-8 13 16,12 7-12-16,-6 2 0 0,2-4 3 0,3 2 10 16,-6-3-17-16,3 5 15 0,-1 1-6 15,-1-3 7-15,-2 0-14 0,3 4 9 0,-4-2-4 16,2-2 11-16,-5-4-12 0,2 1 16 16,-2-1-17-16,0-1 6 0,-2-2-11 0,3 1-2 15,-2-2 15-15,-1 1 9 0,0 0-7 0,1-2-12 16,-1 1 10-16,-3-1-4 0,4-1-26 15,-3 0-29-15,-1 0-38 0,1-1 10 0,-1 0-230 16,-1-2 25-16,1-1 21 0,0 3-99 0,-4-3 4 16,3 1 48-16,-2 0 14 0,1 0-9 15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07:42:15.268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91 304 385 0,'0'0'156'0,"-20"0"-10"0,20 0-29 16,0 0-33-16,-35-14 14 0,29 19-5 0,-6 8-25 16,5 0 21-16,3-2-24 0,0 1-8 15,3-2 12-15,1-10-47 0,0 11 11 0,0-1 11 16,0 5-4-16,0 2-34 0,23 17-3 0,-12-16 4 15,1-3 26-15,0 1-31 0,2-5 35 16,0-1-38-16,3-1 23 0,1-4-14 0,1 1 35 16,-2-6-39-16,0 0-19 0,-17 0 26 15,18 0 11-15,3 0-4 0,12-17 7 0,-21 12-21 16,-3 0-15-16,5-6 30 0,-2-4-24 16,-10 5 31-16,1 1 22 0,-1 4-5 0,-2-1-13 15,0 6 10-15,0 0-2 0,-14-23-5 16,-5 13-2-16,5-3 2 0,-2 9-7 0,-3-4-3 15,-4 6-4-15,6-2 4 0,0 1-7 16,2 2 1-16,3-1-1 0,4-1-1 0,-3 2-11 16,5 1-7-16,-3-1 9 0,4 1-20 0,1-2 23 15,-1 2-17-15,0 0 14 0,1-2 1 16,1 2 4-16,1-3-19 0,1 3 24 0,-1-1-12 16,2 1-2-16,0 0-11 0,0 0 22 15,13-11 4-15,-6 7-21 0,9-7-19 0,5 1 37 16,-8 2-20-16,0-3 8 0,1 5-24 0,-2 1 28 15,-1 1-6-15,1 0-4 0,-4 0-5 0,-3 2 20 16,4 1-9-16,-3-2-5 0,-3 3-12 16,2 0-4-16,4 0 19 0,-9 0-1 0,0 0-12 15,8 0 26-15,-8 0-25 0,21 12 10 0,-7 0 7 16,-3 1-10-16,5 1 1 0,-8-2 5 16,3 1-8-16,-2-1 27 0,2 0-16 15,0 5 1-15,-4-7-12 0,4 3 23 0,1 1-16 0,0-8 4 16,-5 1 4-16,4-1-6 0,0-3-1 15,0-1 1-15,-1-2-17 0,-1 0 33 0,5 0-22 16,4 0 12-16,24-19-5 0,-20 8 8 16,-3-1 14-16,2 0-24 0,-5-3 7 0,-4 3-27 15,0-1 34-15,-5-4-15 0,-3 7 5 0,1-1 4 16,-5 3 0-16,0-1 7 0,0 9-28 16,0 0 24-16,0-11 5 0,0 3-18 0,0 8 9 15,0-10 7-15,0 10 4 0,0-6-5 0,-16-6 8 16,16 11-13-16,-2-3-1 0,0 1 1 15,1 3-2-15,-3 0-26 0,4 2 33 0,-2-1-26 16,4 3 12-16,-5 0-17 0,6 1 23 0,1 0-13 16,-3 3 7-16,8 10 17 0,-1-6-20 15,2 6 2-15,3-4 10 0,-2-1-13 0,1-1 0 16,4 1-10-16,-2-4-2 0,3-4-8 16,-3-4 33-16,9 2-18 0,-5-3-2 0,-8 0-1 15,8 0-2-15,23-17-6 0,-22 6 20 0,0-2-24 16,-1-2 21-16,-1 1-1 0,-4-4-3 15,-3 0 7-15,-2-1 7 0,-4-1-5 0,-4 2 8 16,0 8 23-16,0-5-9 0,-18-25 11 16,6 18 3-16,-3 3-8 0,-1 1 4 0,3 0 16 15,-6 1 0-15,-2 2 3 0,3 2 1 16,1 1-8-16,2 1-8 0,3 3 15 16,5 2-19-16,-2 3 9 0,2-3-17 0,5 4-11 15,-4 1-10-15,3-1 6 0,1 1 0 0,-3 1-1 16,5 0-4-16,0 0 2 0,0 6-12 15,1 2 7-15,3 11 6 0,1-1-5 0,3 2 9 16,-1 0-5-16,4 4-13 0,0-3 6 0,0 2 11 16,2-1-4-16,1 0-9 0,0 1 3 15,3-1 3-15,-1 0 4 0,-1-2-18 0,-2 0 24 16,0-1-10-16,5-3 1 0,-1-1-14 16,-2-2-13-16,-3-2 0 0,0-7-22 0,-2-2-49 15,2-2-26-15,-12 0 10 0,14 0-72 0,5 0-11 16,17-21-49-16,-19 8-133 0,-1 1 4 15,-3-3 23-15,-3 0 13 0,-2 4 2 0</inkml:trace>
  <inkml:trace contextRef="#ctx0" brushRef="#br0" timeOffset="192.883">925 293 357 0,'-3'-3'177'0,"6"0"-23"0,-2 3 13 16,4-6-20-16,2 3-46 0,10-4 13 0,-6 2-36 0,6-6-38 15,1 4-3-15,1 1-51 0,2 0-45 16,-4 0-55-16,-4 0-142 0,0 0-73 0,6 0 1 16</inkml:trace>
  <inkml:trace contextRef="#ctx0" brushRef="#br0" timeOffset="1705.952">1781 168 386 0,'-5'-1'202'0,"-2"2"-6"16,1-2-37-16,-4 1-38 0,2 1 27 0,-17 3-34 16,18-4-4-16,-6 0-3 0,1 0-21 0,0 0 13 15,-20 11-23-15,13-3 2 0,-2-2-8 0,8 0-20 16,2 0 0-16,-5 5-19 0,2-1-14 16,5-1 8-16,-3 3 18 0,6 0-17 0,4 0 1 15,-1-3 0-15,1 2-25 0,2-11 8 0,0 8-6 16,0-1 18-16,0 7-4 0,17 10-7 15,-8-8 2-15,7-6 3 0,-5-3-1 0,1-3-14 16,-2-1 0-16,1-3 15 0,-11 0 3 0,9 0-21 16,6 0-1-16,15-17 17 0,-13 7-16 0,-6-3 13 15,6 3-6-15,-7-4 16 0,-2-6-6 16,-1 1 6-16,-2-3 7 0,-1 2 1 0,-3-2-6 16,-1 13 19-16,0-9 8 0,-13-21-5 15,3 17 6-15,-1 4 2 0,2-6 12 0,-5 5 12 16,1 1-7-16,1 0-25 0,0 3 0 15,3 9-9-15,-3-3-7 0,5 3 25 0,2 0-28 16,1 2 0-16,1-1 6 0,-1 5-21 16,2-3-1-16,-2 3-10 0,4 0 9 0,0 0 8 15,0 0-13-15,-7 14-10 0,7-6 23 0,0 2-17 16,6 13 2-16,1 1 16 0,-1-1-7 16,3-1-15-16,3 2 5 0,-1-5 17 0,2 1-16 15,4 2-21-15,1-8-2 0,-1 5 2 16,2-4-7-16,6-3 1 0,-2-3-3 0,0-3-1 15,2-4-24-15,-13-2 14 0,8 0-13 0,1 0-4 16,28-17-5-16,-26 5 14 0,-1 0-6 0,-3 0-10 16,-2-1 20-16,-1 2 14 0,-2-6-9 15,-9 8 3-15,4-2-14 0,-6 5 28 0,-3-2-5 16,0 1 5-16,0 4-1 0,0 3 20 16,0 0 7-16,0 0-5 0,0 0-5 0,-17-10-2 15,11 10 12-15,0 1-12 0,0 2 8 0,1 0-31 16,-2 2 36-16,2-1-31 0,3 2 24 15,-2 1-9-15,-2-1 5 0,5 2-1 0,1 1-7 16,0-3 4-16,0-6 2 0,0 15 5 16,17 15-18-16,-4-19-6 0,-1-3-14 0,6 0 13 15,-2-6-10-15,0-2-35 0,-5 0 24 0,6 0-16 16,23-13 17-16,-20 7 12 0,3-4 3 0,-5 1 3 16,-3-2 9-16,-2-1 22 0,-2 2 12 0,-6 2 20 15,-1 0-15-15,0 2 18 0,-2-1-2 16,-2 7 3-16,0 0 10 0,0 0-12 0,0-11-15 15,-15 0 17-15,12 7-5 0,-2 2-16 16,0 0 11-16,0 1-21 0,-1 1 17 0,1 0-25 16,-1 1-2-16,1 3 5 0,3 0 5 0,1-2-3 15,-1 2-6-15,4 2 10 0,-1 1-15 0,1 1 19 16,8 10-7-16,2 1-13 0,3 1-3 16,-1-1 17-16,2-2 2 0,-3 5-8 0,2 2 13 15,-1 3-7-15,1-2-2 0,-1 5-10 0,1-1 10 16,-7-1-1-16,2 0-1 0,-3-1 5 15,-5-1-3-15,1-1 17 0,-2-7-13 0,-1-18-10 16,0 17 19-16,0-1 11 0,-13 13-10 16,12-19-1-16,-3-1-5 0,-1-3 8 0,-9 4 1 15,4-1-3-15,-2-3-2 0,2-3 3 0,-2-1-2 16,12-2-15-16,-8 0-12 0,8 0 17 16,-11 0-8-16,2 0 1 0,9 0-10 15,-24-24 12-15,17 16-6 0,0-5 6 0,5 1-14 0,0 1-11 16,2 11-11-16,0-13-5 0,0-2-34 15,17-24 28-15,-7 16-8 0,3 0 24 0,-1 0-29 16,1 2 11-16,-3 0-23 0,3 2 36 16,4-2-10-16,-5 2 18 0,-2 2 11 0,-1 1-37 15,-3 5 33-15,-3-2 13 0,1 4-12 16,-3 0 36-16,-1 9-4 0,0-9 7 0,0 0 12 16,0 9-10-16,0-8-23 0,-13-8 10 0,9 12 23 15,-2-2-11-15,1 1-4 0,2 2-2 16,-2 2 16-16,-2 1-10 0,2-1-33 0,0 1 14 15,1 1 7-15,-2 3-4 0,5-1-18 0,1-3 9 16,-4 6 29-16,4 0-15 0,0-2-28 0,0 4 17 16,4-4 5-16,-2 2-1 0,8 11 7 15,2-6-20-15,-2-2-1 0,2-3 8 16,-2-2-1-16,3 0-1 0,-1-4-10 0,-2 0 6 16,2 0 17-16,1 0-41 0,19-14 13 0,-13 6 15 15,-2-1 12-15,-1-3-32 0,-2-1 37 16,0-1-17-16,-1 0-5 0,-7 0-13 0,5 0 14 15,-6 0 14-15,0 1-21 0,-4 7 18 0,-1-2 4 16,0 2 10-16,0 6-3 0,0 0-1 0,0 0-3 16,0-9-32-16,-13-1 28 0,10 9 16 15,-4 1-5-15,1 1-18 0,1-1-1 0,1 5-10 16,-2 0 5-16,5-1-22 0,0 1 29 0,1 1 9 16,0 1 10-16,2-1-26 0,9 8 8 15,-5-3-21-15,6 1 21 0,-3-3 4 0,0-3 2 16,1-2-10-16,2 1 3 0,-2-3 6 0,12 0-3 15,1 0 11-15,-11-2-11 0,2 0 11 16,7 0-1-16,-3 0-21 0,26-18 33 0,-30 17-6 16,-2-1-10-16,-1-1 4 0,-3 2-9 15,-1 1-21-15,-2-2 18 0,-1 1-20 0,1-1 7 16,-1 2 2-16,-2-1-109 0,2-4-119 0,-3 2-121 16,2 0 12-16,-2 0 15 0,1-3 7 15</inkml:trace>
  <inkml:trace contextRef="#ctx0" brushRef="#br0" timeOffset="2536.442">3149-73 214 0,'-7'7'187'0,"6"13"-49"16,-3 3 0-16,4-13-22 0,0 4-31 0,0 6 1 15,0-1-5-15,15 20 1 0,-8-19 1 0,-1-1-40 16,3-4 13-16,-1 0-13 0,1-4-19 16,-2-3-2-16,-5-3-5 0,3-2-12 0,1 0 36 15,-4-3-4-15,-2 0-5 0,0 0-36 0,0 0 22 16,16-13-12-16,-13 7 13 0,-1-2-16 15,4-11-5-15,-2 4 23 0,-3 1 53 0,-1 1-33 16,0 13 7-16,0-11 6 0,0-1 14 0,-19-17-25 16,9 20 2-16,-6-1 5 0,2 1-8 15,1 3-5-15,3 2-1 0,-1 0-8 16,8 2-16-16,-4-2-12 0,2 1 22 0,1 1-5 16,1-1-7-16,3 0-15 0,0 3 21 0,0 0-6 15,0 0-10-15,0-10-31 0,24-10 13 16,-13 6 4-16,1 0 3 0,2 3 12 0,-1-7-16 15,-3 5 7-15,-2 2-5 0,2-2 3 16,-2 4 21-16,-3 0 5 0,1 0 6 0,-3 3 6 16,0 1 14-16,0-2-4 0,-2 4-3 0,0-3-1 15,-1 2 7-15,3 1-10 0,-2 0-14 0,0 2 0 16,1-1 5-16,-2 0-3 0,4 2-13 0,-1 0-1 16,-3 0 14-16,0 0-11 0,0 0-4 15,16 11 12-15,1 5 2 0,-2 3-8 0,-2 4 16 16,6 1-6-16,-3 0 0 0,1 7 2 15,-3-3 0-15,4 4 0 0,-4 1-13 0,2 4-3 16,-3-1 6-16,3 3-17 0,0 0 12 0,-1 1 6 16,-3 0-9-16,0 4 4 0,-1-11-5 0,-2 6 11 15,3-2-12-15,0-4 7 0,-1 1-7 16,2-7-1-16,-1 1-2 0,-3-2-8 0,2-5-1 16,0-3-2-16,-2-4-4 0,-2-5 6 15,0-4 9-15,2-4-12 0,-9-1-22 0,0 0 15 16,6 0 7-16,13-28-18 0,-13 12 7 15,-5-5 7-15,3 3 0 0,-4-6 2 0,0 13 16 16,0-7 7-16,-15-22-7 0,7 19 14 0,-4 2 15 16,-1 1-5-16,-2 0-6 0,-2 7-6 15,-6-3 8-15,2 8-1 0,-2-1-9 0,-5 2 12 16,4 0 5-16,1 5 0 0,6-4-9 0,17 4 12 16,-11 0-10-16,3 0 2 0,8 0-7 0,-10 0-12 15,10 0 13-15,-11 0-6 0,3-13 8 16,10 11-18-16,0-4-16 0,11-12-18 0,-1 0-9 15,-1-5-17-15,8 4-18 0,-1-3-15 16,4 1 7-16,-6 3-117 0,-3-4-106 0,3 3-68 16,-6 4 26-16,-5 1 20 0,-2 3 14 0,-3 11 1 15</inkml:trace>
  <inkml:trace contextRef="#ctx0" brushRef="#br0" timeOffset="3459.87">4596 36 259 0,'-2'2'280'0,"4"2"-49"0,-2 0 1 16,0-4-12-16,0 2-22 0,0 1-10 0,0-2-17 15,0-1-12-15,0-1-17 0,0-2-11 16,0 1-25-16,0-4-13 0,0 6 6 0,3-28-22 15,-3 17 2-15,0-8-3 0,0-1-26 0,0-7-10 16,0-1 20-16,0-1-25 0,0-3 10 16,0 3-10-16,0-2 6 0,0 1-17 0,0 2-4 15,0-1 13-15,14-24-17 0,-12 32-6 0,0 4 10 16,0 2 5-16,-2 6 0 0,0-1-7 16,2 5-16-16,-2-3 3 0,0 3 11 0,0 0-5 15,1 1-4-15,2 1-11 0,-3 2 6 16,2 0 0-16,2 1-11 0,-1 1-3 0,-1 0 8 0,5 2 7 15,-1 1-14-15,1 1 7 0,9 3-5 16,0 4 18-16,3 1-16 0,-1 2 6 0,-1-1-2 16,1 3 8-16,1 1-3 0,1-2-6 15,-2 3 6-15,3 2-13 0,-7-2 5 0,5 2 6 16,1 0-5-16,-2-1 12 0,2 0 3 16,-6 1-17-16,3-2 6 0,0-1-8 0,-1 0 7 15,-2-3-3-15,0 2 5 0,-2-4-3 0,-1 1 15 16,0-6-19-16,-5 1-2 0,0-3 8 15,-3-1 12-15,1-1-18 0,0 0 0 0,-2 0 21 16,2-4-6-16,-4 3-6 0,3-1-9 16,-1 2 17-16,0-3-1 0,2 0-16 0,-3 0-8 15,-1-1-36-15,0-1-36 0,-4 1-29 0,3-1 12 16,-1 0-112-16,-3-5-116 0,1 3-62 16,-1-3 23-16,0 0 25 0,-7-6 27 15,-1-4 9-15</inkml:trace>
  <inkml:trace contextRef="#ctx0" brushRef="#br0" timeOffset="3904.598">4568-112 461 0,'-7'0'208'0,"5"3"-78"0,0-3 41 0,1 0-47 16,-5 0-12-16,6 0-10 0,0 0-2 0,0-3-18 15,0 3 19-15,2-2-27 0,2 2 4 16,-1-1-3-16,1 0-13 0,2-2-7 0,0 0 3 15,15-5-8-15,2-1-23 0,2 0 24 0,2 0-6 16,-1-2-20-16,1 2 16 0,0-1-12 16,3-2 4-16,-3 2-12 0,-1 1-6 0,0 2 6 15,-6-1-14-15,1 2 12 0,-7 2 4 16,-4 2-27-16,-1-3 27 0,0 3 5 0,1 0 0 16,-5 2 19-16,0-5 5 0,-1 4 23 15,-2-1-17-15,3 1 8 0,-2-1-6 0,1 2-4 16,-3-1-22-16,1-2-22 0,0 2-21 0,-1-1-36 15,1 2-74-15,-2-3 12 0,0 3 10 0,0 3-342 16,-3-2 29-16,1 1 77 0,-1 2 21 16,2-1 18-16,-5 0 5 0</inkml:trace>
  <inkml:trace contextRef="#ctx0" brushRef="#br0" timeOffset="10622.071">6072-537 395 0,'0'0'210'0,"0"0"-11"15,0 0 7-15,0 0-39 0,-18 0-5 0,18 0-17 16,0 0-21-16,0 0-9 0,0 0-29 16,0 0 0-16,0 0-2 0,0 0-17 0,0 0-2 15,0 0 3-15,0 0-20 0,0 0 7 16,0 0 0-16,0 0-1 0,3-14-4 0,13 5-2 15,5-2-7-15,-2-1-4 0,3-1 1 0,2 1-11 16,1-1-1-16,0 3-3 0,2-2-6 16,-6 5 2-16,1-4-1 0,-4 2-13 0,2 3 6 15,-3-4 4-15,-4 8 4 0,-4-2-20 0,-2 0 23 16,0 2-16-16,-3-2-6 0,1 2-1 0,-2 2-20 16,-2-3-3-16,3 3-15 0,-4 0-22 15,1 0-12-15,2 0 8 0,-3 0-105 0,0 2-40 16,-3-1-98-16,2 1-63 0,0-2 24 15,-3 4 16-15,3-1 5 0</inkml:trace>
  <inkml:trace contextRef="#ctx0" brushRef="#br0" timeOffset="10948.865">6226-382 380 0,'-2'2'160'0,"0"0"31"0,1 2-62 0,1-2-11 16,-2-2 35-16,4 3-44 0,1-3 5 16,0 0 8-16,1 0-18 0,1-3-11 0,3 1-11 15,-3-2-13-15,18 0-12 0,-3-3 1 0,0-4-2 16,2 4 2-16,3-6-14 0,-5 3 4 0,1 2-16 16,1-3-4-16,1 2 24 0,-2-1-24 15,-2 0 8-15,-2 1-27 0,0 4 14 0,-5-2-9 16,-1 2 5-16,-4 1-2 0,-2 4-16 15,1-3 14-15,-2 0-4 0,-3 3-9 0,5-2 16 16,-3 0-10-16,0 1 2 0,-3 1 2 0,1-1 0 16,3 1-12-16,-4-6-32 0,4 6-20 15,-1-1-4-15,-3-1 5 0,1 2-86 0,-1 0-40 16,2-3-36-16,-2 3-136 0,0 0 26 16,0 0 12-16,0-9 3 0</inkml:trace>
  <inkml:trace contextRef="#ctx0" brushRef="#br0" timeOffset="11686.67">6809-936 439 0,'-2'-7'195'0,"1"2"-7"15,-1-2-19-15,-2-1-49 0,4 0 9 16,2 1-27-16,2-1-4 0,-4-2 6 0,18-16-25 16,-7 12-35-16,1-1 34 0,3 0-20 0,-8 6-7 15,6-4-12-15,-3 7-15 0,2 3 11 16,-1-2-7-16,0 4-14 0,-4 1 26 0,-7 0-22 16,0 0 0-16,11 0-5 0,-1 0-19 0,15 12 20 15,-9-2 0-15,0 1 12 0,-5-1-2 0,1 3-5 16,-5-2-12-16,-1 4-23 0,0 2 25 15,0 5-9-15,0-4 2 0,-2 1-3 16,-3 1 8-16,3-5 0 0,-4-15 10 0,0 16-29 16,0 1 17-16,0 2-9 0,0 2 11 0,-15 21-12 15,9-23 14-15,4 0-8 0,-3 0-2 16,0-5 23-16,-2 5-11 0,-2 0 19 0,4-4-28 16,4 1 8-16,-2-7 13 0,0 1 8 0,-2-1-23 15,4-1 20-15,-2-1-35 0,1 1 14 0,1-2 5 16,-3-2 8-16,2 2 0 0,-1 0 0 15,1-1-3-15,2 1 7 0,-5-2-2 16,5 2-6-16,-3-4-9 0,1 1 13 0,1 1-5 16,-1-2-6-16,1 2 9 0,1-4 0 0,0 0-5 15,0 0-13-15,0 0 14 0,0 0-4 0,0 0-7 16,0 0 25-16,14 13-18 0,-9-15 7 16,6 0-5-16,12-5 9 0,0-5-3 0,2 3 10 15,1-3-16-15,3 0 11 0,1-3-2 16,0 2-2-16,-2 0 8 0,7 3 1 0,-4-3-13 15,-1 1-3-15,-1 0-7 0,-5 6 8 0,3-3-2 16,-3-1-4-16,2-1-2 0,-7 1-6 0,-6 8 4 16,2-1-8-16,-6 1 2 0,0-1 10 0,-4 2-8 15,0-3 12-15,1 3-7 0,-3 0 7 16,1 1-18-16,-2-3 18 0,2 3-7 0,0 0 1 16,-3-1 1-16,1 1-8 0,2 0-24 15,-4-3-25-15,0 3-57 0,2 0 9 0,-2 0-155 16,0 0-158-16,0 0 19 0,0 0 65 0,0-10 1 15,0 2 7-15,0-1 62 0</inkml:trace>
  <inkml:trace contextRef="#ctx0" brushRef="#br0" timeOffset="11795.604">7852-921 517 0,'3'2'322'0,"-1"-2"-47"0,0 0-39 0,1 3-17 15,1-2-41-15,-2 1-32 0,1-2-28 0,-1 2-65 16,0-2-66-16,3 1 2 0,-5 3-1 0,-1-1 3 16,-6 0-348-16,-17 10 2 0,-7 0 24 15,-16 0 10-15,-12 6 33 0</inkml:trace>
  <inkml:trace contextRef="#ctx0" brushRef="#br0" timeOffset="16021.696">3205 885 343 0,'0'-2'214'16,"0"-2"-41"-16,0 1-24 0,0 2-36 0,0 1-10 16,0 0-26-16,3-1-41 0,-2 2-4 0,1 0-97 15,1 3-54-15,-3-1-169 0,3-1-26 16</inkml:trace>
  <inkml:trace contextRef="#ctx0" brushRef="#br0" timeOffset="15745.783">3387 1074 331 0,'0'-17'225'0,"0"17"6"0,0 0-59 0,0-17 5 16,0 17-18-16,-31-22-7 0,31 17-15 16,-2 2-24-16,1-1 2 0,1 3-11 0,0 0-12 15,0-3-11-15,-2 4-12 0,2-3-14 16,0 3-4-16,0 0 0 0,2 3-23 0,1 0 7 15,-1-1 3-15,0 3-11 0,10 8 0 0,0 0-2 16,-1 0 7-16,-2-1-18 0,2 3-1 16,1 0 0-16,-4 0 4 0,4 0-5 0,1-2 2 15,0 2-3-15,-2-4 9 0,-3-1-13 16,0-1-2-16,-6-5-11 0,5 3 9 0,-3-4 5 0,-2 1-5 16,2 0-5-16,0-2 0 0,-3 1-22 15,1-3-31-15,-2 3 5 0,0-3-106 0,-6-3-51 16,1 3-86-16,4-4 22 0,-12-5-102 0,-4-2 9 15,-3-3 7-15</inkml:trace>
  <inkml:trace contextRef="#ctx0" brushRef="#br0" timeOffset="16409.778">3536 1015 275 0,'6'4'147'0,"1"1"-22"0,-2-2-37 16,1 0-11-16,0 1 28 0,-1 0-25 15,0-2-7-15,0 4-8 0,0-1 6 0,-1-1-11 16,0-1-2-16,0 0-12 0,1 1-4 0,-4-3 13 16,1 3 18-16,-1-2-17 0,-1 0 12 15,4 0-20-15,0 1 21 0,-4-3 0 0,0 1-11 16,0-1-11-16,0-1 10 0,0-2-24 0,-3-1-3 16,2 2-6-16,-3-3-13 0,3 1-27 15,-2-5 29-15,0 3-10 0,2-1 20 0,1 2-49 16,-1-2 32-16,1 1 2 0,0 0-11 0,0 6-28 15,0 0 35-15,0-10 4 0,19-13-35 16,-7 9 26-16,0 0 1 0,2 2 0 0,-1 1 15 16,-2 2-22-16,0 3 5 0,-4 2-7 0,2 4-22 15,-1-2 51-15,-3 2-25 0,2 0-7 16,-7 0 27-16,0 0-10 0,29 12-4 0,-14-3-7 16,-1 3-14-16,0-1 25 0,-2-3-1 15,-3-1 9-15,-3 1 7 0,3-2-18 0,4 5 4 16,-3-1-4-16,-6-4 7 0,0-1 1 0,4 4-2 15,-4-4 1-15,0 2-24 0,0-4-13 16,-3 3-15-16,1 0 5 0,-2-6-160 16,0 0-161-16,0 0 24 0,0 0 12 0,0 10 2 15</inkml:trace>
  <inkml:trace contextRef="#ctx0" brushRef="#br0" timeOffset="16648.763">3996 907 500 0,'0'-1'235'15,"0"1"-41"-15,0-2-35 0,1 2-37 0,-1 0-5 16,3-2-6-16,-2 1-6 0,3 1-5 0,-2-4-10 16,2 2-15-16,1 0-28 0,-1 0 4 15,4 0 20-15,-4-1-21 0,4 2-25 0,-6-1 0 16,5 2 9-16,-2-4-12 0,0 1-28 0,1 2-27 15,1 0-2-15,1 0 4 0,12-6-106 16,-3 1-60-16,1-1 18 0,1 0-184 0,-2 1 11 16,-5 0 6-16</inkml:trace>
  <inkml:trace contextRef="#ctx0" brushRef="#br0" timeOffset="17726.194">4634 662 354 0,'-6'-3'214'0,"0"0"-70"16,1 2-4-16,-2 0-14 0,0 1-44 16,0 0-6-16,-2 1 17 0,-9 6-23 0,5-1-2 15,1-1-1-15,1 5-5 0,-1-1-24 16,7 1 18-16,-1-1-18 0,-5 5-2 0,1 1-23 15,2-2 34-15,8-3-23 0,-2 1-6 0,2-3 14 16,0-8-49-16,0 9 37 0,0-9-20 16,22 27 3-16,-11-18-11 0,-2-4 30 0,-1-3-13 15,1-2-21-15,0 0 49 0,-9 0-9 16,9 0 2-16,3 0-35 0,10-17 14 0,-11 7-12 16,-3-2 19-16,-3-1-11 0,0 5 20 15,-3-3-11-15,2-9-4 0,-4 12-9 0,0-8-9 0,0-2 26 16,-15-27-7-16,13 23 17 0,-7-2 14 15,1 3-12-15,-1 0 14 0,0 4 6 16,-5 1 11-16,5 1-16 0,0 4 0 0,2 1 7 16,1 4-8-16,1-3-2 0,1 5-18 15,-2 0 6-15,3 2 6 0,-1 0-16 0,2-2-4 16,-1 3-17-16,1-2 9 0,2 3 4 16,0 0-7-16,0 0-1 0,0 0-5 0,0 0 5 15,-5 14-2-15,15 4 8 0,-1-3 5 0,-1 5-14 16,0 0-3-16,1-3 6 0,3-1 0 15,-1 2-9-15,3-1 17 0,2 1-12 0,1-5 5 16,0 3-16-16,2-5 18 0,-1 1-8 0,-4-5 2 16,6-1-17-16,0-1 4 0,-2-4-4 15,-6-1-17-15,1 0 3 0,26-16-2 0,-21 0-1 16,4 0 10-16,-3 2-6 0,2-5-8 16,-5 4 7-16,-1-4 2 0,-4 3 1 0,-6 1 23 15,-1 4-8-15,-2 1-16 0,-1 1 17 0,-1 9 6 16,0 0-6-16,0-12 12 0,0 12-15 15,0-9 8-15,-14-1 9 0,7 8-22 0,2 2-5 16,-4-3 20-16,4 3-26 0,1 3 17 0,-1-1 19 16,0 2-10-16,-2 1-9 0,2 0-5 15,-4 11 30-15,2-4-14 0,5 1 2 0,-1-4-31 16,3 2 23-16,0-11-3 0,0 13-30 16,0 2 0-16,21 15 16 0,-13-20 6 0,1-4 10 15,5 6-1-15,-2-9 2 0,-3 0-31 0,2-2 1 16,-11-1 5-16,17 0 3 0,18-17 28 0,-12 5-20 15,-1-2 4-15,1-4 1 0,-2-1 31 16,4-2-39-16,-5-1 5 0,0-1 0 0,-6 1 24 16,1 1 16-16,-2 4-16 0,-2-2-22 15,-4 7 42-15,-3 0-29 0,-1 3 21 0,-1 4 23 16,-2-2-10-16,0 3-2 0,0 4-23 0,0 0 17 16,0 0 0-16,0 0-7 0,0 0 4 0,-14-10 10 15,12 12-26-15,-5-1 6 0,3 4-21 0,2-2 18 16,-2 2 3-16,-3 0-7 0,3 0 4 15,3 1 7-15,0 2-31 0,-2-1-7 0,1 1 9 16,2 0-14-16,0 0 22 0,0-2-15 16,0-6 0-16,0 7 3 0,0-7 10 0,0 11 3 15,0-2 0-15,0-9 3 0,16 20-19 0,-13-15 2 16,1-3 1-16,-2 2 4 0,2 1 5 16,2-1 18-16,-4 0-21 0,3 1 17 0,2 0 0 15,7 8 11-15,-2 1-29 0,-1-1 19 16,2-1-7-16,3 3-9 0,-2 0-7 0,1-2 34 15,2 4-2-15,-1 2-10 0,-4-1 1 16,3 1 27-16,-1 4-9 0,-2 0 21 0,-1 2-20 16,-6 0 7-16,4 1-5 0,0 3 3 15,-3-3-8-15,-4 1 14 0,3 0-23 0,-5-15 34 16,0 5-42-16,0 0 25 0,0 1 0 0,-18 18-24 16,12-23-11-16,-3-7-32 0,2-1 3 0,1-4-121 15,-2-2-152-15,-1-2 25 0,-4-15-60 0,1 0-19 16</inkml:trace>
  <inkml:trace contextRef="#ctx0" brushRef="#br0" timeOffset="18120.22">5517 236 275 0,'-3'3'216'0,"-1"1"-84"16,3 4 19-16,0-1-15 0,-2 1-6 15,2 16-22-15,1-12 6 0,-1 23-28 0,1-24 21 16,0 10-32-16,0-2 16 0,0 6 5 0,14 21-20 16,-5-21 3-16,-4-1-25 0,8-3 1 15,2 1-2-15,2-2-29 0,1-2 13 0,2-3 7 16,2 0-14-16,-3-3-2 0,2-3-2 16,3 1 12-16,-1-1-9 0,-1-5-4 0,0 1-31 15,3-2-21-15,-3 0-29 0,0-3 5 0,-11 0-82 16,7 0-59-16,23-15-101 0,-18 3 22 0,1-1-87 15,1-2-10-15</inkml:trace>
  <inkml:trace contextRef="#ctx0" brushRef="#br0" timeOffset="18705.229">6117 426 298 0,'-5'0'242'16,"1"0"-43"-16,2 1-14 0,2-1-35 0,-2-2-13 15,4 2-26-15,-2-5-15 0,6 2 6 0,-2-1-21 16,9-7-12-16,2-1-1 0,2 1 1 0,1 1-14 16,-1-2-20-16,1 3 6 0,0-4 4 15,-1 1-26-15,-2 1-38 0,1 2-14 16,-6-1-11-16,1 4 6 0,-1 0-119 0,-5 0-84 16,-1 2-80-16,1 1 16 0,-1-2 12 0</inkml:trace>
  <inkml:trace contextRef="#ctx0" brushRef="#br0" timeOffset="18498.218">6174 426 489 0,'-4'-4'294'0,"3"4"-42"0,1-1-27 0,-1 0-15 15,-2 1-24-15,2-3-27 0,-2 3-7 0,-1-2-13 16,4-2-21-16,-1 4-6 0,-3-4-26 16,3-1-13-16,-3-1 1 0,3-2-2 0,-1 1-6 15,-1-10 0-15,-1-1-22 0,2 4-14 0,-4-8 2 16,6 5 9-16,0 2-15 0,-1 3 4 16,-2 3 3-16,3 9-20 0,0-9-3 0,0 0 0 15,0 9 0-15,0-10 0 0,0 2 4 0,0 8-12 16,0-11 19-16,0 3-4 0,16-3-14 15,-13 7-10-15,1 0 1 0,4 2 13 0,-2 2-1 16,1 0 4-16,1 0-8 0,-1 1-12 0,5-1 8 16,20 17 0-16,-8-7 8 15,-8 1-4-15,4-1-2 0,-5 2-9 0,5-2 6 16,-4 1 6-16,-1-2-7 0,0 3-5 0,-3-6-10 16,-5-3-6-16,4 1-28 0,-5 1-30 15,-1-2-26-15,1 0-18 0,0 1 14 0,-2-2-77 16,-3 1-36-16,-1-1-162 0,0 0 23 0,0-2 26 15,0 0 13-15,0 0-47 0</inkml:trace>
  <inkml:trace contextRef="#ctx0" brushRef="#br0" timeOffset="19006.234">6347 1 512 0,'0'-1'207'0,"0"-2"-35"0,0 2-20 16,0 0-2-16,4 2-18 0,-1-1-11 0,2-1-19 15,0 2-1-15,1-1 3 0,3 1-16 0,11 3 0 16,-9-4-4-16,22 11-5 0,-14-4-7 16,2 4-12-16,-2 1-5 0,4-2 5 0,1 3-7 15,-2 0-20-15,-1 0 21 0,-1 5-14 16,1 0-3-16,-9 0-14 0,4 4 2 0,-4-2 3 16,-1 2 0-16,1-5-15 0,-4 5 21 0,-2-4-26 15,-2 3-33-15,2-3-27 0,-6-10 5 16,0 3-96-16,0 0-32 0,0-1-124 0,0-2-57 15,0-8 1-15,0 0 21 0,-2 12 12 0,-1-17-2 16</inkml:trace>
  <inkml:trace contextRef="#ctx0" brushRef="#br0" timeOffset="19283.246">6910-24 354 0,'3'-2'293'0,"-1"1"-58"0,2-1-13 0,-1 2-40 15,1-2-25-15,-2 2-23 0,3-5-2 16,1 4-21-16,0-4 3 0,13-1-13 0,-1-6-10 16,1-2-10-16,-1 4-6 0,5-3 2 0,-6-2-17 15,1 5-3-15,-1-2-6 0,-2 4-4 0,-1-1-6 16,-2 2-32-16,3-3-6 0,-6 4-27 15,0 2-39-15,-3-1-42 0,0 1 10 16,-1 1-106-16,-1 0-116 0,1 3 23 0,-2 0 22 16,-3 0-59-16,0 0 41 0,0 0 3 0</inkml:trace>
  <inkml:trace contextRef="#ctx0" brushRef="#br0" timeOffset="19518.148">7123 103 419 0,'-1'3'235'16,"1"0"-23"-16,0 1-21 0,-1-2-2 0,2 0-27 16,-1 1-3-16,5-3-9 0,0 0-1 0,2 0-35 15,-1 0 6-15,-1-2-23 0,4-1 11 16,11-3-28-16,-2 0-10 0,0 0-10 0,4-3 10 16,-4-1-12-16,1-1-13 0,2 6-7 0,-4-1 0 15,1-4-17-15,-5 4-25 0,2-4-11 16,-6 3-22-16,-1 2-20 0,-3 1-32 0,2 0 8 15,-3-2-159-15,1 3 20 0,-4-1 19 0,0 2-170 16,-1-2 32-16,3 3 17 0,-3 1 7 16</inkml:trace>
  <inkml:trace contextRef="#ctx0" brushRef="#br0" timeOffset="20277.363">7617-354 280 0,'-4'0'190'0,"-4"1"-20"0,1 4-71 0,2-3 19 16,-6 8-18-16,-1 0-7 0,4-1 11 16,3-3-13-16,-5 11 3 0,2 0-36 0,2 1 6 15,0 2 3-15,3 0-8 0,3-10 14 0,0 6-23 16,0 0-3-16,0 3-27 0,0-1-2 16,12 23 25-16,-6-22-27 0,5-2 16 0,-2 0 16 15,-1-2-16-15,4 1 13 0,2-4-38 0,-1 0 22 16,0-5-10-16,2 4 4 0,-2-8-6 15,5 3 20-15,-1-2-15 0,-2-4-6 0,-15 0-9 16,13 0 2-16,8 0-11 0,-2 0 19 16,27-13-3-16,-30 4 15 0,5-3-5 0,-5 1-36 0,0 1 12 15,0-4 25-15,-3 1 4 0,-3 0-20 16,-5 3 25-16,-2 1-5 0,1-1 14 0,-3 0-13 16,-1 1 20-16,0-2-11 0,0 11 7 15,0-13-12-15,-17-18 9 0,9 13-3 0,-4 1-8 16,-3-1 1-16,2 4-8 0,-6 0 10 0,0 1-17 15,2 0-3-15,-1 3 14 0,6 1 2 16,-10 0-8-16,5 1-15 0,-1 3 5 0,7-1 3 16,-1 1-8-16,2 2 11 0,-2 0 5 15,4 3-20-15,1 0 14 0,-1 0-25 0,8 0-15 16,0 0-38-16,-12 0-12 0,-2 0-60 0,-12 18 12 16,15-14-82-16,4 1-114 0,2-2 25 0,0 0-116 15,-2-3 25-15,7 0 63 0,0 0 2 16</inkml:trace>
  <inkml:trace contextRef="#ctx0" brushRef="#br0" timeOffset="20718.202">8031-380 455 0,'3'0'380'0,"0"2"-100"0,3-4-31 0,-4 2-24 16,0 2-50-16,3-2-21 0,0 0-54 16,-4 3-73-16,7-2-2 0,-4-1-211 15,0 0-180-15,-3-1 25 0,2-2 19 0,-6 1 14 16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07:43:16.866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5659 1185 371 0,'0'0'224'0,"-5"0"-27"0,1-1-30 15,-1-1-38-15,1-1 13 0,4 3-20 16,-13-3-13-16,6 0-10 0,0-1 0 0,0 3-22 16,-1 0 1-16,-1-2-5 0,3 0 3 15,-2 2-5-15,-1-1-10 0,9 2-13 0,-9 0-28 16,-5 0 26-16,-21 18-11 0,18-12 7 0,0 1-13 15,-1 4-27-15,5-1-3 0,3 4 20 16,-2 4 1-16,5-3-11 0,2 4-8 0,1-5 13 16,2-1-6-16,2-3-10 0,0 4 10 0,0-1 2 15,0-2-1-15,20 14-4 0,-6-10 8 16,0-5-13-16,3-5-6 0,4-3 4 0,-21-2 1 16,19 0-3-16,20-12-6 0,-17 3 6 0,-2 0 9 15,-3-3 7-15,4-3-15 0,-8-1 19 16,-2 2-5-16,-2-4-2 0,-2-3 13 0,-2 0 0 15,-2-1-24-15,-3-2-5 0,0 9 9 0,0-6 19 16,0-1-19-16,-22-28 29 0,15 22 8 16,-4 4-4-16,-1 2 24 0,-1 2 1 0,1-1-19 15,1 6 8-15,-1-1 13 0,1 4-14 16,0 3-9-16,5 0-1 0,-1 6 5 16,2-3-16-16,1 3-12 0,-1 0 7 0,3 0-9 15,-2 1 6-15,2 2-17 0,2 0 2 0,0 0-4 16,-5 13 12-16,4-7-13 0,-2 4-5 0,3 13 0 15,0-10 15-15,0 3-7 0,0 5 12 16,22 22-18-16,-15-17-1 0,3-1 4 0,2-1-4 16,-1-1 14-16,5-1-7 0,1-1-2 15,-1 0 10-15,-1-1-20 0,5-1 11 0,-2-5-11 16,2 3 4-16,-4-2-14 0,4-4 7 0,0-1-8 16,-1-2 2-16,-3 0-7 0,1-6 2 15,-5 1 3-15,-12-3 2 0,11 0-2 0,-2 0-3 16,-1 0 11-16,9-13-2 0,-11 8 4 0,6-9-12 15,-3-4 14-15,-2 3 4 0,-6-2-8 16,3 5 3-16,-4-1-3 0,1 0 4 0,-1 13-3 16,0-10 12-16,0 0 0 0,0 2-4 0,0 8 8 15,0-9-15-15,-17-6 7 0,15 11 3 16,-4 3-9-16,1-3 8 0,1 3-3 0,-1 2-14 16,-1-1 22-16,1 4-10 0,2-3 2 0,-1 6-8 15,2-1 10-15,-1 0 3 0,2 2-19 0,-1 0-3 16,2 0-1-16,0 1-22 0,0 6-1 0,20 16-3 15,-14-16 0-15,2-3-1 0,4 2-13 16,1-3 25-16,-1-8-16 0,0-1-7 0,-12-2 15 16,21 0-2-16,1 0 15 0,29-21-20 15,-26 9 31-15,-3-3 20 0,1-3-16 0,-1 2 8 16,-8-5-39-16,2 2 28 0,-6 3 23 16,-1-2 3-16,-4 4 20 0,-1 1-19 0,-3 3 38 15,-1 0-15-15,0 10-19 0,0 0 17 0,0-9 16 16,-15-4-28-16,8 9-9 0,1 3 22 0,-4 1-14 15,6 0-5-15,-5 1-22 0,2 3 24 16,-9 4-3-16,4 0 5 0,5 2-12 0,-2 2-3 16,4 1-1-16,1 0-14 0,2-3-8 0,2-1 5 15,0-9-4-15,0 10-11 0,19 13 11 16,-11-14-13-16,0-3-4 0,-1 0 8 0,0-3 3 16,-1 0 4-16,-3-1 6 0,2-4 3 0,-5 2 1 15,0 0 18-15,0 0-30 0,0 0 30 0,10 0-9 16,2-13 37-16,-11 5-4 0,3 2 3 15,0 0 28-15,-4-3-21 0,0 1 13 0,1 2 13 16,-1-2 3-16,2 3-1 0,-2-1 15 16,0 0 1-16,0 2-21 0,0 4 0 0,0 0 5 15,0 0-13-15,0-9-10 0,0 9-17 0,0 0 15 16,0-11-16-16,0 11-3 0,0 0-14 0,0 0 15 16,1-12-2-16,-1 14-9 0,3 2 6 15,-2-2-4-15,0 1-7 0,3 4 4 0,6 4 4 16,-3 2-2-16,3 2-15 0,-2-1 1 15,5 0 2-15,-3 5 7 0,3-4-1 0,-1 4 2 16,4 0-18-16,-4 2 28 0,0-3-14 0,3 6 5 16,-3 0-2-16,-1-2-18 0,2-4 18 15,-1 6 1-15,-4-3 0 0,-2 0-2 0,-1 0 2 16,-2 3-2-16,-1-8 3 0,-2 8 9 16,0-14-2-16,0 8-5 0,0 2 10 0,-24 25 10 15,12-24-5-15,1 0 7 0,-6 0-8 0,-1-2 21 16,0-1-3-16,2 0-3 0,2-3 10 0,1-3 19 15,-2-2 3-15,3-1-18 0,3-3 27 16,0-2-14-16,2 1 4 0,0-2-7 0,4 0-6 16,-2-3-7-16,1 3-4 0,2-2-16 15,-2 1-40-15,1 0-19 0,3-2-45 0,-4 0-35 16,0 0-42-16,4 0 15 0,0 0-151 0,0 0 25 16,-2-10-187-16,2 2 31 0,10-10 27 15,-1-5 23-15,8-2 55 0,0 6 14 0,1-5-31 16</inkml:trace>
  <inkml:trace contextRef="#ctx0" brushRef="#br0" timeOffset="599.468">6081 930 249 0,'-4'0'250'0,"-1"1"-31"16,5-1-20-16,-1 0-17 0,-2 0-28 0,3 0-9 15,0-1-27-15,0 1-9 0,0 0-7 0,1 0-16 16,2-2-7-16,1-1-23 0,4 0 7 16,-3 0 0-16,1-3-16 0,15-2 4 0,-6 0-28 0,5 0 2 15,4 1-6-15,2-4 6 0,-1 1 6 16,-1 3 9-16,1-1-33 0,-2-2 27 15,-2 3-18-15,-1-3 11 0,-3 4-19 0,0-2-11 16,0 3-3-16,-13 0 5 0,3 2-6 16,-3-4 2-16,4 5-1 0,-7-3-29 0,3 3-10 15,-1 0 3-15,-2 1-47 0,-1-4-53 0,0 5-28 16,0 0-85-16,0 0 20 0,0 0 19 0,0 0 16 16,-14-11-160-16</inkml:trace>
  <inkml:trace contextRef="#ctx0" brushRef="#br0" timeOffset="875.055">6195 677 524 0,'-4'-2'183'0,"0"-1"1"0,4 5-22 15,-3-5-33-15,2 3-8 0,1 0-26 0,-3 0 3 16,2 3 3-16,0 0-59 0,1 0 26 15,1 3-1-15,3 3 1 0,0 10-17 0,4 0 18 16,-4 1-25-16,7 1-6 0,2 3 2 0,-1-3-16 16,-1 0 5-16,-3 1-5 0,4 2 8 15,1-5-13-15,-2 1 19 0,-2 1-17 0,-1-3-4 16,0 0 4-16,-4-5-29 0,3-5-18 0,0 1 3 16,-2-3-139-16,-4-2-139 0,-1-2-33 15,0-2 4-15,0 0 15 0,0 0 7 16</inkml:trace>
  <inkml:trace contextRef="#ctx0" brushRef="#br0" timeOffset="1619.201">6703 499 585 0,'0'-2'212'0,"-1"2"-34"0,0-1 8 16,1 0-28-16,-1 1-13 0,1 0-9 0,-4 2-19 15,0 0-3-15,4-2-9 0,0 0-23 0,0 0 2 16,-13 39-3-16,6-21-5 0,4 3 6 16,-1 3-16-16,-1 1-2 0,2 2-4 0,0 0-6 15,3-14-7-15,0 9-1 0,0 4-15 0,0-1 2 16,15 29-2-16,-8-27-13 0,0 3 14 15,2-5-9-15,2 1-4 0,2-4 5 0,0-1-12 16,-2 0 1-16,5-3 0 0,-1-3 5 0,-2 1-7 16,1-3-12-16,0-1-16 0,0-2 1 15,-1 3 1-15,-1-5-23 0,-3-1-36 0,0-3 0 16,-3 3-5-16,2-5 8 0,-2 3-85 0,1 0-20 16,-5-1-91-16,8-2 21 0,-7 0 18 15,4-1-122-15,-2-1 40 0,1 0 6 0</inkml:trace>
  <inkml:trace contextRef="#ctx0" brushRef="#br0" timeOffset="2236.821">7026 668 799 0,'-4'-9'259'0,"3"9"-36"0,-4-4-28 16,4 4-5-16,-3-5-21 0,3 3-24 15,-3 0-20-15,4 2-5 0,-2 2-29 0,1-1 1 16,1 3-22-16,0-1-2 0,0 5-22 16,0-1 5-16,0 2-9 0,4 12-10 0,-4-15 9 15,14 22-4-15,-9-14-15 0,-5-1 12 0,7 5-6 16,-2-5-10-16,1-2-7 0,-4-2 7 15,2-2 0-15,-3 0 2 0,0 0-5 16,2-4 3-16,-3 4-4 0,2-5-9 0,0 2 2 16,0-2 5-16,-2 0-7 0,0-1-13 0,0-1 4 15,0 0-13-15,-2-1-9 0,-1-3 8 0,2 0 5 16,-2-1-22-16,2 0 27 0,-3-2-12 0,1 1 5 16,1-1 11-16,-1 1-9 0,2-2-7 15,-3 0 14-15,-4-9-14 0,4 2 12 16,3 2-2-16,1 2 8 0,0-3-7 0,0 5 0 15,0-7 12-15,17-19-7 0,-11 17 2 0,2 1-13 16,6-1 9-16,-2 5 0 0,0-1 3 0,-1 5-2 16,-2 3-1-16,-1 0 4 0,4 2-6 15,-5 1 16-15,4 3-19 0,-11 0 10 0,0 0-6 16,10 0-3-16,17 10 2 0,-17-4 17 16,6 3-2-16,-6 0-17 0,-2-1-6 0,-4-3 19 15,-1 3-14-15,6 8 23 0,-4-3-10 16,-4-3 9-16,-1-10-18 0,0 13 24 0,0-4-2 15,0 9 0-15,-15 18 4 0,8-15-1 16,-1 3 2-16,-2-3 4 0,-2 0 0 0,-2-3-23 16,5 1 6-16,-1-2 3 0,-1-1 9 0,4-4-31 15,0-4-3-15,2-1-24 0,0-4-12 16,1 3-74-16,1-4 12 0,0-2-142 0,3 0-103 16,0 0-6-16,0 0 26 0,0 0 18 15,-7-18 27-15</inkml:trace>
  <inkml:trace contextRef="#ctx0" brushRef="#br0" timeOffset="2591.602">7236 299 821 0,'-3'-3'235'16,"3"3"-23"-16,-3-2-34 0,2-1-15 0,1 3-31 15,0-1-10-15,4 2-10 0,-3-1-21 16,2 3 1-16,5-3-11 0,-2 2-8 0,13 6-7 16,3 1-6-16,0 2-10 0,0 1-2 0,-2 1-9 15,0 3 2-15,-2 0 0 0,2 0-2 16,-4 7 16-16,0 4-16 0,1-2 7 0,-3 3 4 15,0 4-10-15,-2-5 10 0,-1 4-2 0,-4 2-8 16,-1 6-15-16,0-2 2 0,-4 1 2 16,-2-18-19-16,0 6-31 0,-21 38-81 0,10-23 9 15,-9 0-276-15,1-3-54 0,-2 1 27 16,-3-5 25-16,-1-1 23 0,2 0 15 0,-5-8 1 16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07:43:35.990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4348 3242 367 0,'0'0'103'0,"0"0"1"0,0 0-13 0,0 0 27 15,0 0-19-15,0 0 45 0,0 0-18 0,0 0-2 16,0 0-17-16,0 0-7 0,0 0 9 16,0 0-19-16,0 0-17 0,0 0-3 15,0 0 15-15,0 0-24 0,0 0-2 0,0 0-13 16,0 0 5-16,0 0 2 0,0 0-22 0,0 0-1 15,0 0 0-15,-18 0 8 0,18-17-3 16,0 17-3-16,0 0-6 0,-34-25 12 0,28 22-16 16,0-2 0-16,-1 3-4 0,-12-5-12 15,3 2 15-15,2 3-1 0,1-1-15 0,0 3-15 16,3-3 22-16,1 3-4 0,9 0-5 0,-18 0 1 16,1 0 3-16,-14 15-7 0,14-4 2 15,4 4 1-15,3 1-5 0,0 2-4 0,3 0 13 16,2 3-9-16,1-5-9 0,1 6 17 0,3-14-14 15,0 3 5-15,0-1-11 0,0 6 1 16,13 10 20-16,-2-16-22 0,-4-5 25 0,3 1-38 16,-3-4 26-16,5-1-23 0,-12-1 29 15,15 0-12-15,5 0 8 0,20-19-21 0,-17 9 7 16,-2-4 9-16,-3-3 9 0,-5 0 0 0,1-1 9 16,-6-1-2-16,2 0-17 0,-5-2 12 15,-5 5-21-15,0 6 20 0,0-6 16 16,0-3-11-16,-21-20-21 0,10 17 19 0,-1 2 10 15,-2-1 6-15,-3 3-7 0,3-4-13 0,0 5 1 16,-2 2 11-16,5 2 8 0,-2 3-11 0,4 2 14 16,1 1 0-16,-1-1-3 0,5 5-12 15,-1-3 6-15,1 5-3 0,3-1-16 0,-3-1 13 16,3 0-5-16,-3 3-8 0,4 0 12 16,0 0-7-16,0 0 3 0,-3 18 3 0,4-10-9 15,5 11 3-15,-6-6-9 0,13 19 10 0,-2-10-7 16,1 1-6-16,-1 2 16 0,4-1-17 15,-1 1 12-15,1-2-11 0,2 0 5 0,-3 0 5 16,8-5 1-16,-4-2-10 0,4 2-15 16,-4-4-1-16,3-5 20 0,-2 1-7 0,2-5-21 15,-4-2 8-15,-3-3 17 0,-14 0-9 0,12 0 1 16,2 0-3-16,17-21 10 0,-20 10-8 0,-2 1 5 16,-2-1-14-16,-2 1 24 0,-2 1-14 15,-1 0 25-15,0 2-25 0,-2 7 21 16,0-8-15-16,0 8-10 0,0-10 31 0,0 0-6 15,-19-3-2-15,16 9-22 0,-3-2 21 16,1 2 5-16,1 0-13 0,1 1 11 0,-1 1-24 16,-3 0 5-16,7 4-12 0,-5 0 12 15,4 1 1-15,-4 1 14 0,5 4-43 0,0-6 0 16,0 5 19-16,0-1-18 0,0 0 27 0,3 2-12 16,0-3-13-16,9 9 23 0,2 1-22 0,-5-9-15 15,1 0 8-15,2-2 25 0,-2-3-21 16,-10-1 0-16,13 0 4 0,8 0 5 0,18-22-1 15,-20 11 7-15,0-4-5 0,2-1-13 16,-4-3 27-16,-1-1-16 0,-3 0 2 0,-2 2 2 16,0-3 3-16,-3 3 3 0,-1 1 14 0,-7 17 13 15,0-11 13-15,0 0-34 0,0 4 47 0,-13-6-8 16,7 10-3-16,-1-1-10 0,2 4 26 16,-3 0-22-16,0 2 8 0,-9 7-21 15,4-3 7-15,-1 7-12 0,1-1-13 0,6 1 37 16,3 0-22-16,-3-3-3 0,7-1-2 0,0-9 0 15,0 9 1-15,0 0-25 0,18 12 3 16,-7-12 3-16,-2-2 5 0,-2-4 15 0,0 1-3 16,2-4-18-16,-3 0 12 0,-6 0-8 0,0 0 9 15,0 0 19-15,8 0 5 0,-8 0-15 16,0 0 35-16,19-13 0 0,-17 9-1 0,0-2-21 16,-2 3 38-16,-1-2-2 0,0 1-13 15,-1-2 10-15,0 3-12 0,1-3 9 0,-1 1-9 16,2 1 12-16,0 4-2 0,0 0-6 0,0 0-3 15,0 0-5-15,0-9-8 0,0 9-4 16,0 0-22-16,0-8 36 0,0 8-16 0,0 0-24 16,-2-8 25-16,6 9-4 0,-3 2-3 15,4 1 15-15,-1 1-4 0,1-1-22 0,4 10-13 16,3 0 22-16,2-1-18 0,-2 3 3 0,-3-3 14 16,1 1-15-16,4 1 20 0,-5 0 1 15,0 3-14-15,-2 3 2 0,0 0 0 0,-3-3 15 16,1 2 4-16,-2 3 4 0,0-5 1 15,-2 9-12-15,-1-11 6 0,1-3 9 0,-1-13 8 16,0 10-4-16,0 2 0 0,0-2 8 0,0-2-6 16,0-1 0-16,-19 17-5 0,12-15-1 0,0 0-6 15,3-3 4-15,-4 1-1 0,4-2-23 16,-4-1-16-16,3-2-34 0,-1 1-35 0,3-2 8 16,3-1-117-16,0 0-106 0,-10 0-69 15,10 0 7-15,-20-13 20 0,17 7 13 0,-1 1-29 16</inkml:trace>
  <inkml:trace contextRef="#ctx0" brushRef="#br0" timeOffset="572.646">4648 2889 232 0,'-7'0'213'0,"5"3"-22"0,-2-3-53 0,1 0-11 16,1 0-48-16,0 0 20 0,-2 0 10 0,4 0-19 15,-1 0-29-15,1 0 14 0,1 0-1 16,-1 0-29-16,3 0 19 0,2-3-31 0,-1 2-7 16,0-3 11-16,4 2-15 0,8-7 29 15,0 0-14-15,-3 3 2 0,5-2-2 0,-1 0-33 16,0-1 30-16,1 3-5 0,-2 1-14 16,-4 1 10-16,5-6 3 0,-6 7-24 0,1 2 33 15,-3-3-24-15,-2 2 1 0,-1-1 4 0,-2 2 11 16,-2 0-18-16,2-1 0 0,1 0 21 15,-3 2-24-15,-1 0-21 0,3 0 14 0,-3 0-11 16,2-3-18-16,-3 2-34 0,0 1 5 16,0 0-131-16,0 0-119 0,0 0 22 0,0 0 19 15,0 0-59-15,0 0 5 0</inkml:trace>
  <inkml:trace contextRef="#ctx0" brushRef="#br0" timeOffset="1076.337">5175 2630 323 0,'-3'2'152'16,"-2"0"-42"-16,-2 0 20 0,2 2-35 15,-1 11-11-15,-6 1-10 0,2 1-5 0,3 2-17 16,0 2 20-16,4 6-11 0,-1-2 0 16,4-1-13-16,0-13 4 0,0 5-10 0,0 5-8 15,16 23 20-15,-16-21-22 0,11-2-5 0,1 2-17 16,-1-4 30-16,5 3-29 0,-3-4 18 15,2-2-21-15,-2-3-11 0,3 3 9 16,-1-7 0-16,1 6-2 0,1-6-14 0,-1 0 0 16,-1-3-78-16,-3 0-42 0,0-5-12 0,-5 1-88 15,0-2-87-15,-7 0 7 0</inkml:trace>
  <inkml:trace contextRef="#ctx0" brushRef="#br0" timeOffset="1604.043">5430 2819 377 0,'-5'-4'247'0,"1"-1"-31"0,2 3-29 0,-6-1-42 16,7-1-24-16,-2 3-16 0,0 1-20 0,2 0 4 15,0 1-14-15,2 3 6 0,0-1-11 0,2 4-17 16,-2-1-3-16,2 0-24 0,7 13 11 15,-7-3 1-15,6 4 11 0,-4 0-22 16,5-1 15-16,1 0-21 0,-8 2-7 0,5-3-7 16,-3-5 23-16,-2 0-31 0,1-4 14 15,-2 1-3-15,1-4-16 0,-3-2 18 0,1 1-6 16,-1-1 21-16,2-1-2 0,-2 0 0 0,0-3 0 16,0 0-7-16,0 0-2 0,-8 2-16 15,1-6 25-15,2 2-31 0,1-5 21 0,-11-4-7 16,3-4 2-16,6 2-12 0,-2-7 2 0,3 2 9 15,1 2-18-15,1 1 30 0,1 1-27 16,2 14 9-16,0-12-15 0,0-4 5 0,0-1 0 16,20-17-10-16,-12 16-19 0,4 6 22 15,-1-1-6-15,5 3 16 0,-1-1 0 0,-3 4-9 16,-2 3 2-16,2 4-21 0,-3 0 34 0,-9 0-9 16,9 0-6-16,-9 0 11 0,9 0 1 0,20 18-19 15,-19-9 7-15,5 6 17 0,-2 0-3 16,-2-1-10-16,-5 5 5 0,1-4 24 15,-2-5-21-15,-1 1 0 0,-2-1 22 0,-1 1-1 16,-1-1-29-16,0 0 11 0,0 1 17 0,0 2-8 16,-15 26-11-16,6-18 12 0,1-1-2 0,-7 1-24 15,2-5-27-15,1 2-22 0,-2-4 6 16,5-4-69-16,0-1-82 0,1-5-125 0,2-1-10 16,1-3 25-16,-2 0 6 0</inkml:trace>
  <inkml:trace contextRef="#ctx0" brushRef="#br0" timeOffset="1931.841">5643 2585 403 0,'2'-4'204'0,"-2"3"-27"0,0-2-33 15,3 0 7-15,-1-2-55 0,-1 5 26 0,3 0-1 16,-2 0-20-16,4 0-8 0,-2 0-15 16,2 3-6-16,0-1-12 0,1 1 15 0,8 5-24 15,3 2 0-15,-1-1-10 0,0 8 1 0,0-8-9 16,-2 5-9-16,-2 4 13 0,0 0-1 16,1 0 8-16,-2 3 4 0,-3 3-17 0,-3-2-13 15,2 2 11-15,-7 5 0 0,3-5-1 16,-4 5-10-16,0-4-3 0,0-15-13 0,0 9-33 15,0-1-50-15,0-3 7 0,0-1-95 16,0-4-48-16,0 0-93 0,0-2 23 0,0-8-78 16,0 0 10-16,0 0 42 0</inkml:trace>
  <inkml:trace contextRef="#ctx0" brushRef="#br0" timeOffset="2186.913">6005 2649 374 0,'1'-2'231'0,"-1"1"-31"0,3 1-10 16,-2-2-44-16,0 1-15 0,3-1-15 0,1 1-19 16,2-3 2-16,-2 2-20 0,14-5-1 0,-3-3-9 15,-5 4-3-15,1-1-30 0,-4 4 7 16,1-4-4-16,-3 2-3 0,-1 3 8 0,2-4-21 15,-2 2-24-15,0 1-51 0,2 0 5 16,-5 0-54-16,3 0-37 0,-1-1-77 0,2 2 17 16,-5-1 17-16,4 0 12 0,-5 3-180 0</inkml:trace>
  <inkml:trace contextRef="#ctx0" brushRef="#br0" timeOffset="2442.11">6135 2732 636 0,'-2'2'164'0,"0"3"23"0,2-1-57 0,-3 0 9 15,1-4 3-15,6 2-14 0,-4 1-25 0,3-3-14 16,2 0 15-16,0 0-20 0,-1 0-18 0,0-3 9 16,4 3-11-16,-3-2-12 0,1 2-11 15,1-3 1-15,-2 0 2 0,2 1-5 0,3 0-13 16,8-3 2-16,1-2-11 0,-5 4-33 15,-2 0-8-15,-6 0-14 0,-1-2-16 0,2 5 5 16,-7 0-53-16,0 0-28 0,0 0-36 0,0 0-54 16,0 0-125-16,0 0 10 0,8 0 12 15,-8 0-11-15</inkml:trace>
  <inkml:trace contextRef="#ctx0" brushRef="#br0" timeOffset="2863.492">6325 2378 209 0,'0'-5'314'15,"-4"1"-24"-15,2 0-61 0,-2 2-19 0,2-1-30 16,0-2-15-16,1 1-19 0,-1 4-7 0,2-4-12 15,-4 3-27-15,2-1-8 0,2-1-27 16,-3 3 8-16,3-1-13 0,-1-1-14 0,0 2 7 16,1 0-12-16,1 2-4 0,-1-1-4 0,1 4-8 15,2-2 6-15,-2 3-17 0,3-1 19 16,-1 0-17-16,7 13 7 0,0 0-10 0,-2-2 12 16,2 3-4-16,1 1-6 0,-2-2-13 0,0-3 10 15,0 4-1-15,1-3-2 0,-1 0 1 0,3 0 6 16,-4 0-12-16,2 0 1 0,-4-1 1 15,5 3-14-15,-5-4 7 0,2 0 10 0,1 7 5 16,-7-9-4-16,6 4-8 0,-5-4-7 16,2 0 14-16,-1-4-9 0,-2 1 8 0,5 9-9 15,-5-9-31-15,1 1-3 0,1-6-40 0,-3 1-28 16,0-1 9-16,2 0-81 0,-3-3-143 16,0-1 22-16,0 0 22 0,3-3-41 0,-3-3 19 15,4 2 12-15</inkml:trace>
  <inkml:trace contextRef="#ctx0" brushRef="#br0" timeOffset="2969.427">6614 2686 379 0,'4'-3'124'0,"-4"2"-215"16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07:48:25.343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-3636-3567 483 0,'0'0'219'16,"0"0"-28"-16,0 0 8 0,0 0-19 0,0 0-14 16,0 0-7-16,0 0-18 0,0 0-15 0,0 0-19 15,0 0-4-15,0 0-32 0,0 0 11 16,-19-20-4-16,16 23-15 0,1 3-8 16,-2-1-2-16,-1 13 0 0,2 3-21 0,-6 0 5 15,2 4-2-15,0 1-13 0,3-4 15 0,3 2-9 16,-6-2-1-16,2-2-12 0,1 0 5 15,4-3-7-15,-3-6 9 0,3-2-5 0,-3-2 1 16,1-1-7-16,2 0 31 0,0-3-12 16,0 1 16-16,-2 1 8 0,0-4 8 0,2-1 2 15,0 0-12-15,0 0-21 0,-2-16 28 0,2 7-15 16,2-11-28-16,-2 7 24 0,0-6-25 0,0-2 27 16,0-2-14-16,0 0-20 0,0 0 14 15,0-1-25-15,0 1 22 0,16-18-15 0,-11 21-4 16,0 6-6-16,4-3 21 0,0 5-17 15,0-1-3-15,-1 3 2 0,-1 3 19 0,-1 3-20 16,0-1 9-16,4 5 11 0,-4-3-26 16,-6 3 18-16,0 0-26 0,9 0 37 0,18 16-29 15,-14-3 18-15,1 0-3 0,-1 3 0 16,-6 0-25-16,7 0 8 0,-1 5 20 0,-3 0-17 16,2 1 1-16,-1-2 18 0,1 5-16 15,-3 0-7-15,1-2 11 0,-1 1 23 0,-1-2-14 16,-3-1-3-16,2-6 8 0,-3 0-28 0,-2-3 0 15,3-1 9-15,-1 1-11 0,-3-7 17 16,1 0-13-16,0-2-19 0,-2 1-8 16,0 1-18-16,0-4-18 0,0-1-33 0,0 0-35 15,-2-1 13-15,0-4-103 0,1 1-62 0,-3-1-79 16,2-1 42-16,-2 1 1 0,0 0 23 16,0-1 14-16,-6-6 5 0</inkml:trace>
  <inkml:trace contextRef="#ctx0" brushRef="#br0" timeOffset="226.86">-3618-3367 293 0,'-6'0'250'0,"-1"0"-41"15,1 0-22-15,-1 0-22 0,2 0-25 16,-1 3-1-16,2-3-19 0,0 0-27 0,0 0 9 16,2 0-2-16,-1 2-30 0,3-2 11 0,0 0-7 15,0 0 0-15,3 0 4 0,-1-2-21 16,5 2 0-16,0 0-9 0,2 0-5 0,12-6 4 15,-7 6-10-15,0 0-4 0,25-4-16 16,-18 1-14-16,3-1 3 0,0-3-23 0,-1 6-65 16,1-5 7-16,-3 0-141 0,-2 3-155 15,-3-2 21-15,-3 1 36 0,-4 4 15 0,-7 0 9 16</inkml:trace>
  <inkml:trace contextRef="#ctx0" brushRef="#br0" timeOffset="18130.398">-7067-3821 398 0,'-15'0'247'0,"15"-15"-67"0,0 15-30 0,0 0-10 15,0 0-23-15,0 0-17 0,0 0 6 16,0 0-5-16,0 0-32 0,-19 0 6 0,19 0-17 16,0 0-8-16,0 0 8 0,-21 0-13 15,21 9-1-15,-2 11-1 0,-3-4 18 0,0 4-21 0,4-3 4 16,1-1-18-16,-6 4 12 0,5 4 13 15,-3-2-27-15,3-3 4 0,1-3-10 16,0-16-18-16,0 13-1 0,0-1 22 0,0-3 8 16,0 1-11-16,0-2-4 0,0-8-1 0,0 9 5 15,0-9 7-15,0 9 40 0,0-9 16 0,0 8-12 16,0-8-10-16,0 0 5 0,-6 4-20 16,3-4 21-16,0-5-24 0,0-2-14 0,-5-10 3 15,3-2 16-15,-3 2-18 0,-1-5 11 16,4-2-21-16,2-1 3 0,-5-3-4 0,8-1-12 15,-1-2 24-15,1 17-18 0,0-10-7 16,0-1-8-16,0-2 9 0,18-27-1 0,-9 27 4 16,3 6-11-16,2-1 1 0,1 3 19 15,2 2 2-15,0 1-30 0,0 5 9 0,1 3-15 16,-5 6-1-16,-3-1 5 0,0 3-2 0,-10 0 6 16,15 0 4-16,13 19 4 0,-18-7 7 15,3 0-21-15,2 2-4 0,-9 2 1 0,2-1 12 16,-4 0-5-16,-1 0 7 0,-3-3-1 15,2-1-13-15,-2-1 11 0,0 6 7 0,-17 18-7 16,12-18-7-16,-7 0 11 0,1 3-5 0,-2-7 13 16,-3 3 2-16,3 0-2 0,-1-5-1 15,6-1-10-15,1-1 5 0,-9 1-7 0,4-3 1 16,2-2 12-16,5 1-4 0,2-4 0 16,-1 0 7-16,2 2 3 0,-2-2-7 0,4 0-5 15,0-1 7-15,0 0-12 0,5-1-1 0,-4 0 3 16,5 1 7-16,-1-4-1 0,1 0-7 15,2 2-1-15,13-5-8 0,-10 4 8 0,1-1-1 16,7-1 18-16,-3 2-15 0,-3 3-2 16,2-3-1-16,-4 3 0 0,-1 0 7 0,-10 0-10 15,8 0 0-15,-1 0 4 0,2 0 4 0,-9 0-3 16,11 0-4-16,6 16 5 0,-11-11 10 0,-1-1-10 16,-1 1-4-16,1 0 12 0,-1-1-8 15,-4 2 5-15,0 1-1 0,0 0 25 0,0-7 5 16,0 8-18-16,-12 17 18 0,1-11 16 15,-3 0-21-15,-1 0 28 0,-1 3-8 0,-5-8 16 16,3 1-18-16,-3-4-5 0,-5 2-17 0,8-3 1 16,-5 2 15-16,6-1-5 0,-6-3-20 0,10-3-68 15,-2 0-83-15,-3 0 13 0,6 0-322 16,-26-18 48-16,19-3 28 0,-3-6 23 0,4 2 43 16,0-5 1-16,-3-3 10 0,2-3 4 15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07:48:11.312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416-3399 756 0,'0'-9'265'0,"0"3"-10"16,-1 4-60-16,-1-4-4 0,2 3-28 15,0-3-5-15,-2 2-25 0,2 1-31 0,0 0-7 16,0 1-12-16,2-1-4 0,0 3 3 0,-2 0-27 16,0 3 7-16,4 2-29 0,-4 0 17 15,1 3-18-15,-1 1 16 0,2 12-21 0,-2-9-2 16,0 6-8-16,0 2 17 0,0 3-5 16,0 0-14-16,0-2 0 0,0 3 14 0,0-6-16 0,0-1-7 15,0-6 15-15,0 1 15 0,0-6 29 16,0-6 26-16,0 9-9 0,0-9 2 0,0 0-10 15,-14 9-1-15,10-12-30 0,-1-3 14 0,0-9 2 16,-3-12-8-16,4 0-35 0,4 9 22 16,0-8 13-16,0-6-19 0,16-35-8 0,-8 29-9 15,5 1-2-15,-1-2-21 0,3 5 21 16,1 2-2-16,-1 2-5 0,3 2-11 0,-2 4-4 16,3 3-29-16,0 0 7 0,2 5 13 0,-5 5 0 15,-4 4 1-15,0 5 1 0,3 1-19 16,-15 1 12-16,0 0-13 0,21 18 3 15,-17-5 7-15,-3 1 18 0,-1-4-12 0,0 2 15 16,0 3-10-16,-18 21-9 0,10-16 19 0,-2-2-10 16,1-7-2-16,2 4-1 0,1-3 7 0,1 0 23 15,0-9-26-15,-1 5-5 0,4-4 15 16,0 1-5-16,-1-1-25 0,1-4 18 0,0 4-29 16,2-4 11-16,0 0-19 0,0 0 16 0,0 0-6 15,15 8 7-15,-7-5-9 0,1-3 16 16,-1 0 0-16,15 1 1 0,-9-1-5 0,0 0 8 15,2 0 6-15,-1 0-10 0,1 0 7 0,17 13 13 16,-22-6-2-16,6 1-1 0,-2 1-16 0,-3-1 6 16,3 4 22-16,-4 3 4 0,-5-3-1 15,-6-1 24-15,4 0 0 0,-4-11 36 0,0 11-21 16,0 3 17-16,-18 13 24 0,9-17 36 16,0 8-27-16,-11-5 13 0,2-2-13 0,-4 2 17 15,3-2-14-15,-2 1 11 0,1-5-10 0,-2 2-12 16,0-3-24-16,0-3-7 0,9 0-8 0,-3 1-4 15,5-4-117-15,11 0-80 0,-12 0 16 16,-1 0-337-16,-19-22 36 0,20 7 16 16,1 1 34-16,2-5 27 0,3 7 23 0,1-1 27 15,1 7 14-15,4 4-61 0</inkml:trace>
  <inkml:trace contextRef="#ctx0" brushRef="#br0" timeOffset="1992.003">116 91 282 0,'0'-6'244'0,"2"-1"-42"16,2 0-25-16,-2-1-10 0,3 3-27 16,-5-1-8-16,12-7-14 0,2 3-23 0,-5 2 25 15,3 2-3-15,-1 1-21 0,-2 1-22 0,-1 0 3 16,4 3-7-16,-1 1 2 0,-2 0-12 0,-9 0-3 15,20 0-18-15,-1 0-5 0,22 11 0 16,-22-1 8-16,0 1-16 0,0-1 3 0,-4-1 0 16,0 2 0-16,-7-1 5 0,2 1 10 15,-5-1-3-15,-3 0 8 0,0 1 2 0,-1-2 10 16,-1 3-12-16,-12 21-9 0,-4-8-5 16,-5 1 8-16,1-1-50 0,0-1-59 0,-6-1-75 15,-6-1 12-15,3-1 12 0,-8-4 10 0,-3 0-289 16,3-6 9-16,2-4 57 0,-5 0 26 15,3 0 7-15,8-6 53 0</inkml:trace>
  <inkml:trace contextRef="#ctx0" brushRef="#br0" timeOffset="1959.022">107 48 593 0,'-1'-6'260'0,"0"1"1"16,-1-2-38-16,0 4-11 0,2-3 1 16,-1 1-37-16,-1 0-29 0,0 3-24 0,2-1 8 15,-3 0-23-15,3 1-28 0,-4 2-3 0,4 1-12 16,0 3-5-16,0 0-5 0,-2 2-9 15,2 2 2-15,-3 1-11 0,8 16 3 0,-5-12-2 16,0 4 4-16,0 5-21 0,0 1-1 0,0 1 15 16,0 1-18-16,14 23-2 0,-12-28-28 15,-1-2-21-15,3-5-23 0,-3-4-60 0,0-2 12 16,-1-2-80-16,0-5-130 0,0 0-81 16,0-2 41-16,0-2 24 0,0-2-21 15,3-3 10-15</inkml:trace>
  <inkml:trace contextRef="#ctx0" brushRef="#br0" timeOffset="-1241.233">-3465-3601 334 0,'0'0'210'0,"0"0"-18"0,0 0-8 15,15 0-7-15,-15 0-56 0,0 0 6 16,0 0-2-16,0 0-12 0,0 0 1 0,0 0-27 15,0 0-9-15,0 0-13 0,0 0-7 0,0 0 15 16,0 0-11-16,0 0 4 0,19 25-11 16,-19-18 9-16,-2 3-13 0,1-1-12 0,-5 10-17 15,5-4 6-15,0 6 3 0,-3-3 7 0,3-7-13 16,-2-1 10-16,3 0-22 0,0-2 16 16,-3-1-11-16,3-1 3 0,-1 0-13 15,1-1 0-15,0 1 10 0,0-2-5 0,0 0 5 16,0 1 15-16,0-5 0 0,-2 2 4 15,-1 2 15-15,0-1-6 0,3-1 17 0,0-2-6 16,-1-2-16-16,1-3-11 0,-2 1-7 0,2-2 25 16,0-18-29-16,0 14 5 0,0-11 11 0,0 0-10 15,15-30-9-15,-7 18 16 0,-4 3-31 16,9 2 2-16,-10 1 10 0,8 1-1 0,0 3 11 16,0 0-10-16,4 1-17 0,-1 2 23 15,-1 1-27-15,-1 4 13 0,1-2-17 0,-2 9 12 16,-1 0-8-16,-4 4 17 0,3-1-21 0,1 1 5 15,-4 4-9-15,0 0 26 0,-6 0-15 0,0 0-4 16,9 0-5-16,14 23 18 0,-9-8-9 16,-3 2-3-16,0 4-3 0,1 0 5 0,-4-2 1 15,1 8 10-15,-3-1 14 0,1-2-23 16,3 0 2-16,-3-2 17 0,-1 3-2 0,-1-3-9 16,2-4 0-16,-1 2-13 0,-2-2-1 0,2 3 14 15,1-9 3-15,-3-3 1 0,0 1-3 16,-2-4-14-16,3-1 16 0,-3-1-18 0,-1 2-2 15,1-5 0-15,-2 3-14 0,2-3-20 0,-2-1-30 16,-2 0-44-16,2 0 4 0,-2-3 10 16,1 0-107-16,-3-1-54 0,-1 0-127 0,1 2 27 15,-1-3 23-15,-2-1 23 0,-8-4 22 16,2 4 3-16</inkml:trace>
  <inkml:trace contextRef="#ctx0" brushRef="#br0" timeOffset="-1018.375">-3442-3508 370 0,'-11'-1'257'16,"6"1"-46"-16,0-3-38 0,0 3-34 0,4-1 0 0,-1 1-14 15,2-1-9-15,0-1 8 0,6 1-21 16,-4-2 1-16,5 1-17 0,9-5 5 0,-1 0-8 16,8 2-9-16,0-3-19 0,0 2 1 0,1 0-3 15,-3-2-1-15,7 4-4 0,4-1-10 16,0 3-3-16,-1-4-3 0,1 6-35 0,-3-3-35 15,-15 3 5-15,8 0-127 0,-3 0-108 0,3 0-94 16,2 0 56-16,1 0-15 0,-4 7 16 16,22 8 8-16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07:48:26.889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-5448-935 550 0,'0'0'220'0,"0"0"-53"0,0 0-46 16,0 0-4-16,0 0 11 0,0 0-20 0,17 0 1 16,-17 0-28-16,29-17-5 0,-18 31 23 15,-4-3-9-15,4 6 1 0,-6-6-27 0,6 5 22 16,-3 1-10-16,-3-4-6 0,-1-2-16 0,1-1 12 16,-3-2 1-16,1 0 2 0,-2-1-10 15,0 0 8-15,-1-2-9 0,4-2 6 16,-4 1 22-16,3-1 10 0,-3 1-4 0,0-4-6 15,0 0-6-15,0 0 10 0,-4 2-28 0,1-4-6 16,-2-2 2-16,-6-11-16 0,8 2 7 0,-6-8-20 16,1-3 18-16,3-3-12 0,1 3-22 15,0-3-6-15,2 4 5 0,2-2 2 0,0 13-13 16,0-6 23-16,0-2-9 0,18-19-39 16,-13 19 10-16,4 4-13 0,-1 1 11 0,3 0-8 15,4-2 4-15,-1 7-4 0,-3 1 2 0,6 0 22 16,-4 6-27-16,-2 1 4 0,-11 2 6 15,10 0-14-15,0 0 3 0,4 14 7 0,-2-2 8 16,-7 4 5-16,2-6-8 0,-7 1 6 16,5 7-12-16,-5-9 7 0,0 4 3 0,0 3 11 15,-14 18-12-15,8-23-3 0,4 0 5 0,-5-2 11 16,5-3-3-16,-3 3 2 0,1-2 7 0,-1-2-12 16,2 0-1-16,-1-1-2 0,-1-2 8 15,5 6 15-15,-3-6-17 0,0 4 0 0,1-3 2 16,1-3 4-16,-2 3-22 0,3-1 9 15,0 1 3-15,-1-2 10 0,1 0-9 16,0-1-11-16,0 0-7 0,0 0 4 0,13 2 10 16,-8-2 7-16,2 0-16 0,-2 0 17 0,1 0 0 15,-1 0-9-15,4 3 10 0,-2-1-16 16,10 6 13-16,-3-6 4 0,-2 3-9 0,-3 2-10 16,-2-4 6-16,9 7 6 0,-8 1 2 0,1-2 7 15,-3-2-7-15,2-2 11 0,-6 1-2 16,1 3 2-16,-3-2-7 0,0-2-4 0,0-5 8 15,0 15 1-15,-12 19 16 0,5-17 0 0,-5 1 18 16,-4-1 1-16,4 0 1 0,-4-1-6 16,3-4 5-16,-2 1 24 0,3-2 0 0,-5-2-26 15,6-3 36-15,-1 0-16 0,0-6-19 16,3 3-15-16,-1-2 10 0,1-1-34 0,9 0 10 16,0 0-54-16,-9 0-18 0,-17-19-43 0,14 7-40 15,10 2 14-15,-3 2-177 0,2-1-131 16,2 2 55-16,1 2 11 0,-1 0 26 0,1 2-14 15,0-1 13-15,0 2 73 0</inkml:trace>
  <inkml:trace contextRef="#ctx0" brushRef="#br0" timeOffset="782.54">-2600-1181 520 0,'0'-4'251'0,"-3"0"-41"15,2 2 1-15,-3-1-13 0,1-1-31 16,0 2-17-16,0-2 5 0,-5 1-22 0,4 2-17 16,-3 1 7-16,0 0-28 0,-1 0-7 0,2 1-6 15,-3 2-12-15,-1-3 16 0,-20 15-41 16,13-5 7-16,0 3 4 0,2 0-21 0,-1 3 0 16,1-1 4-16,3 3-13 0,-1-2 9 0,8 1 5 15,3-2-26-15,-4-2 19 0,2 8-23 16,1-7-3-16,3-14 11 0,0 14-2 0,0-1 17 15,15 18-33-15,-2-15 9 0,4-5-6 16,0 4-5-16,5-7 7 0,-3 0 5 0,7-3 11 16,2-1-2-16,3-4-14 0,0 0 4 0,5 0 7 15,-19 0 2-15,13 0 16 0,38-17-14 16,-32 9 15-16,-3 2-6 0,-5 1-25 0,0-3 9 16,-4 3 17-16,-11 3-21 0,3 1 22 0,-7-4-13 15,-1 4-12-15,-1 0 14 0,-1-1-16 16,-1 1 11-16,0 1-18 0,-1 0-66 0,-4-2-32 15,-2 2-71-15,-1 0 17 0,-2 0-248 0,0 0 30 16,-3 2-49-16,-16 1 25 0,14-3 26 16,-4 0 14-16,1 0-2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07:48:41.901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68 187 229 0,'0'0'360'0,"0"0"-69"0,0 0-28 0,0-15-23 16,0 15-11-16,0 0-50 0,0 0-20 0,0 0-20 15,0 0-1-15,0 0-39 0,0 0-6 16,0 0 3-16,0 0-24 0,0 0-13 0,0 0-13 15,-20 6 15-15,16 15-21 0,2-5 8 0,-1 5-9 16,0 0-7-16,-1 1-3 0,-4 1 16 16,8-2-18-16,-4 3-5 0,4-8-12 0,-3-2 15 15,3-1-13-15,0-2 4 0,-2-3-10 0,0 2 2 16,2-6 19-16,0 2-13 0,0-3 0 0,0-3 19 16,0 0-7-16,0 0 18 0,0 0 23 15,0 0-30-15,-3 15 17 0,3-20-30 0,-1-3 31 16,0-11-27-16,-3-6-14 0,4 10-16 15,0-6 22-15,0-4 0 0,0-5-15 0,0 1 5 16,0 0-12-16,0-2 39 0,0 4-38 0,0 1-3 16,10-24 22-16,-4 31-11 0,1 3-14 15,-1-2-3-15,2 1 22 0,0 7-21 0,-3 4 17 16,1-3-23-16,1 5 36 0,-2 0-21 16,4 3-7-16,-1-2-6 0,-2 3 27 0,-6 0-4 15,16 0-23-15,17 17 1 0,-17-7 27 0,3 3-4 16,-1 0-22-16,-3 1-10 0,0 3 34 0,1 4-14 15,-5-2-13-15,3 2 0 0,-3-3 28 16,-1 2-25-16,0-1 3 0,2-1 15 0,-6 1-3 16,1-2-17-16,-1-4-9 0,-2-1 15 0,-1-6 9 15,-1 3 17-15,1-3-19 0,1 0 5 16,-3-2-24-16,0 1 25 0,5-1-38 0,-5-1 2 16,1 2-16-16,-2-3-4 0,2 0-5 15,-1 0-3-15,2 1-27 0,-3-1-19 0,2-1-11 16,-2-1-25-16,0 0 13 0,0 0-122 0,0 0-72 15,0 0-34-15,-17 6 3 0,11-8 28 0,1 1 19 16,0-2 37-16</inkml:trace>
  <inkml:trace contextRef="#ctx0" brushRef="#br0" timeOffset="281.827">50 218 684 0,'-5'-3'250'16,"2"2"-43"-16,0-3-1 0,0 4-20 0,-1-1-23 16,1-3-26-16,0 3-6 0,1 0-10 15,-3 0-18-15,3 1-16 0,0-3 2 0,0 3-32 16,2 0 10-16,2 0 5 0,2-3-19 0,1 1 2 16,0 1-9-16,3-2-13 0,14-1 15 15,-5 2-26-15,-4-1 13 0,2 0-20 0,5 1 9 16,-2 1-6-16,-1 1-1 0,-2-2 5 0,-15 2-30 15,13 0-10-15,5 0-12 0,1 0-45 16,0 0 7-16,-1 0-88 0,4 0-79 0,-4 0 21 16,-2 0 16-16,1 0-176 0,16-12 24 15,-14 8-6-15,-1-8 12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07:48:12.306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124-2307 304 0,'0'0'152'0,"0"0"-12"15,0 0 6-15,0 0-14 0,-16 0 11 0,16 0-30 16,0 0 8-16,0 0-26 0,-35-12 20 0,31 6-27 16,-4 5 16-16,3-1-28 0,-3-1 10 15,1 2-2-15,7 1-26 0,-8 0 12 0,-8 0-18 16,-20 13-6-16,15-2-16 0,-2-1 22 15,-1 3-8-15,4-2-10 0,-3 5 7 0,5-1-5 16,-4 2-12-16,7 4 25 0,-5 2-16 0,2-3-6 16,4 1 9-16,1 0-11 0,5 0-3 15,0-1-4-15,1-1 2 0,5 1-2 0,1-4-11 16,1-16 24-16,0 19-23 0,14 14 12 16,-2-14 0-16,1-2 0 0,1-1 4 0,3 1-7 15,4 2 2-15,-1-13 1 0,6 4 6 16,-1-1-13-16,7-3 4 0,4-6-4 0,4 0-13 15,-21 0 0-15,12 0-28 0,35-12-74 0,-24 8 9 16,-5-6-232-16,-2 5-52 0,-3-3 45 16,-5 4 16-16,-6 0 11 0,-9 1 13 0,-2 1 29 15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07:47:40.719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167 1561 299 0,'0'0'96'0,"0"0"38"16,0 0-18-16,0 0-17 0,0 0-3 0,0 0-12 15,0 0-87-15,0 0 3 0,0 0-39 0,0 0-29 16,0 0-30-16,0 0-132 0</inkml:trace>
  <inkml:trace contextRef="#ctx0" brushRef="#br0" timeOffset="3162.145">2189 1122 304 0,'3'1'97'15,"-2"2"-43"-15,3-3-5 0,0 0-14 0,-2 2-40 16,0-1 28-16,3 2-57 0,-1-3-43 15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0T05:06:21.1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2807 17703 229 0,'0'0'8'0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1-15T16:50:50.470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725 0 0,'0'37'547,"0"-1"-547,0 0 16,0 1-16,-36-37 16,0 72-16,0-36 31,36 1 47,-37-1-47,37 0-31,-36 1 16,0 35 15,-1 1-15,1-37-1,0 37 1,0-73 0,36 36-16,0 0 15,-37 0 16,37 1 1,-36-1-1,36 0-15,-36 37-16,-37-1 15,73-35 1,-36-1-1,36 0 1,-36 1 0,36-1-1,-37-36 1,37 36-16,-36 0 125,0 1-78,36-1 1281,36-36-1187,0 0-126,37 0-15,-1 36 16,-35-36-1,-1 0 1,-36 37 47,36-37 62,1 0-94,-1 0 16,0 0-32,0 0-15,1 0 16,35 0 0,-35 0-1,-1 0 1,0 0-16,0 0 62,37 0 16,-37 0-62,1 0 31,-1 0-16,0 36-15,0-36-1,1 0 1,-1 0 15,37 0 1,-37 0-32,36 0 31,-35 0 31,35 0 16,-35 0-62,35 0 0,-36 0 15,37 0-15,-37 0-16,1 0 125,-1 0-125,0 0 15,0 0 32,-36-36 1234,0-1-1249,0 1-32,0 0 15,0-37-15,-72 37 16,72 0-1,-36-1 79,-1 1-31,37 0-63,-36 36 31,36-37-15,-36 37-1,36-36 1,-37 36-16,1-36 31,36 0-15,-36 36 46,0-37-31,-1 1-15,37 0 0,-36-1-1,0 1 17,-1 0 61,1 0-15,36-1-46,-36 1-17,0 0 1,-1-1-16,37 1 31,0 0-31,-36 36 16,36-36 15,-36 36 32,-1 0-32,37-37-16,-36 1 1,36 0 15,-36 36-15,36-37 0,0 1-1,-36 36 1,-1-36-1,1 0 17,0-37-1,-1 73-15,37-36 15</inkml:trace>
  <inkml:trace contextRef="#ctx0" brushRef="#br0" timeOffset="10435.902">2322 73 0,'0'36'531,"0"1"-515,0 35 0,-36-36-1,36 37 1,0-37 15,0 1 0,0-1-15,-37 0 31,1-36-47,36 36 15,0 1 1,0-1 0,0 0 46,0 1-46,0-1 15,0 0-15,0 0 15,0 37-31,0-37 16,0 1-1,0-1 63,0 0-15,0 0-63,0 1 47,0-1 0,36-36-47,-36 36 62,0 1-46,0-1-1,0 0 17,0 0-17,0 1-15,0-1 16,0 0-1,0 1-15,-36-1 32,36 0-32,0 0 15,0 1 79,0-1-31,36-36 827,1 0-874,-1 0-1,37 0-15,-37 0 16,36 0 0,-35 0-1,35 0 79,-35 0-47,35 0-31,-36 0 15,37 0-16,-37 0-15,1 0 16,-1 0-16,36 36 16,1 1-1,-37-37 17,37 0-17,-37 36 48,37-36-32,-1 0 0,-35 0-15,-1 0-1,0 0 17,0 0-1,37 0-15,-37 36 15,1-36 0,35 0-15,-36 0-1,1 0 1,-1 0-16,0 0 16,1 0-1,-1 0 16,0 0 16,0 0-31,1 0-16,-37-36 47,0 0 343,0-1-374,0-35 15,0 35-31,0 1 16,0 0 0,0 0 15,0-1-16,0 1 32,0 0-15,0-1-1,0 1 0,0 0-15,0 0-1,0-37 1,0 37 15,0-1-15,0 1-1,0 0-15,0 0 16,0-1 15,0 1-15,0 0 0,0-1 15,0 1-16,0 0 1,0 0 15,0-1-15,0 1-16,0 0 47,0-1-16,0 1 32,0 0-48,0 0 1,0-1-1,0-35 1,0 35 15,0-35 1,0 36 30,0-1-62,0 1 16,0 0 15,0-1 16,0 1-32,0 0 32,-73 0 516,37 36-563,0 0 15,-37 0 1,0 0-16,37 0 16,-36 0-1,35 0 17,-35 0-17,35 0 16,-35 0 1,36 0-1,-37 0-15,37 0 15,-37 0-31,37 0 15,-73 0 1,36 0 15,37 0-15,0 0 0,-37 0-1,1 36 1,35-36-1,1 0-15,0 0 16,-37 0 15,37 0 1,0 0-1,-1 0 63,37 36-79,-36-36 1,0 0-1,0 0-15,-1 0 16,1 0 0</inkml:trace>
  <inkml:trace contextRef="#ctx0" brushRef="#br0" timeOffset="-70567.144">145-1306 0</inkml:trace>
  <inkml:trace contextRef="#ctx0" brushRef="#br0" timeOffset="30792.84">2540 3085 0</inkml:trace>
  <inkml:trace contextRef="#ctx0" brushRef="#br0" timeOffset="18659.847">4971 690 0,'36'0'485,"-36"36"-485,0 0 15,0 1 1,0 35 0,0-35-16,0-1 15,0 0 1,0 0 15,0 37 32,0-37-63,0 37 62,0-37-46,0 0-1,0 1 1,0-1-16,0 0 16,0 37-1,0-37 1,0 0 15,0 1-15,0-1-1,0 0 1,0 1 0,0-1 77,0 0-77,0 0 484,36-36-484,1 0 31,-1 0-47,0 0 15,1 0 1,-1 0 218,36-36-218,1 36-1,-37 0 1,1 0 15,-1 0 1,0 0-17,37 0 16,-37 0-15,0 0 31,-36-36-31,37 36 15,-1 0-16,0 0 17,37-36-17,-37 36 1,0 0 0,1 0-1,-1 0 1,36 0 15,-35 0-15,-1 0-16,0 0 15,37 0-15,-37 0 16,0 0 15,1 0-15,-1 0 31,0 0-16,1 0-31,-1 0 16,0 0-1,0 0 16,1 0-31,-1 0 16,0 0 0,1 0-16,-1 0 31,-36-37 375,0 1-406,0 0 31,0-1-31,0 1 16,0 0 0,0 0-1,0-1 1,0 1 46,0 0-46,0-1 0,0 1 15,0-36 31,0 35-30,0-35-1,-36-1-15,-1 1 46,37 35-31,0-35-15,-36 35 46,0 1-46,36 0 47,0 0 15,0-1-16,0 1-31,0 0 407,0-1-391,0 1-32,0 0 110</inkml:trace>
  <inkml:trace contextRef="#ctx0" brushRef="#br0" timeOffset="20260.492">4971 654 0,'0'-37'219,"0"-72"-204,72 109-15,1-36 16,-37 0-16,-36 0 15,37-1-15,71 1 16,-108 0 0,37 36 77,-1-37-46,0 37-31,-36-36-16,37 0 16,-1 36 46,0-36-31,37-37-15,-37 37 31,-36-1-16,0 1-31,36 36 31,-36-36-15,37 36 15,-37-36-31,36 36 16,0-37 187</inkml:trace>
  <inkml:trace contextRef="#ctx0" brushRef="#br0" timeOffset="23147.803">6676 472 0,'-36'0'281,"36"-36"-265,-36 0 0,-1-1-16,1 1 15,0 36-15,-37-36 31,37-1 48,0 37-33,36-36-30,-73 36 15,37-36-15,0 0 0,-1-1 15,1 1-16,-37-37 157,37 73-172,-36-36 16,72 0-16,-37 36 16,1 0-16,-37-36 15,37-1 79,-36 37-16</inkml:trace>
  <inkml:trace contextRef="#ctx0" brushRef="#br0" timeOffset="51452.672">10196 908 0,'-36'0'407,"36"72"-392,36-72 1,0 36-16,1 1 16,-37-1-16,108 37 15,-108-37-15,37-36 16,-37 36-16,36-36 15,0 36-15,1 1 32,-1-1 15,0-36-32,-36 36 1,36 1-1,1-37 32,-1 36 63,0-36-63</inkml:trace>
  <inkml:trace contextRef="#ctx0" brushRef="#br0" timeOffset="46595.683">9289 944 0,'0'-36'656,"36"36"-578,0 0 63,1 0-63,-1 0-62,0 0 15,1 0-31,-1 0 16,0 0 15,0-37 16,1 37 0,-1 0 78,37 0-125,-37 0 31,36 0 16,-35 0 375,35 0-407,-35 0 17,-1 0-1</inkml:trace>
  <inkml:trace contextRef="#ctx0" brushRef="#br0" timeOffset="48411.689">10051 871 0,'36'0'453,"-36"-36"-453,73 0 16,-73-1 30,0-35 1,0 36-15,0-73-1,36 109-16,0-37-15,1 37 16,-37-72 0,36 36 31,0-1-32,-36 1 1,36 0 15,1 36 0,-1-37-15,0-35 15,1 72 0,-37-36-15,36 36 15,0-73 16</inkml:trace>
  <inkml:trace contextRef="#ctx0" brushRef="#br0" timeOffset="39547.706">8745 291 0,'0'36'438,"0"37"-391,-37-1-32,37-36-15,0 1 16,0 35-16,-36 1 15,36-37 1,-36 37 0,36-37-1,0 0-15,-37 1 32,37-1 14,0 0 17,0 0-1,0 1-30,-72 35-17,72 1 63,0-37-46,0 0 46,0 1-63,0-1 1,0 0 15,0 1 16,0-1 125,36 0 141,0-36 421,1 0-718,35 0 15,-35 0 0,35 0-15,1 0 15,-1 0-15,-35 0-1,-1 0 1,0 0-1,0 0 17,1 0-17,-1 0 1,37 0 0,-1 0-16,-36 0 15,1 0 1,-1 0-16,0 0 15,1 0 1,-1 0 0,36 0-1,-35 0 1,35 0-16,1 0 16,36 0-16,-37 0 15,-35 0 1,35 0-1,-36 0 1,1 0 15,-1 0-31,0 0 16,37 0 0,-37 0 30,37 0-46,-37 0 32,37 0-17,-1 0-15,1 0 16,-37 0-16,0 0 16,1 0 15,-1 0 219,-36-36-141,0-37-62,0 1-31,0-1-1,0 37-15,0-37 16,0 37 0,0-37-16,0-35 15,0 71 16,0 1-31,0 0 16,0-1 0,-36 37-1,36-72 1,0 36 15,-37-73-15,37 72 15,-36 1 125,36-36-109,0 35 0,0 1-16,0 0 47,0-1-62,0-35 31,-36 72 422,-73 0-469,36 0 0,37 0 15,-73 0 1,37 0-16,-37 0 16,36 0-16,37 0 15,-37 0-15,1 0 16,72 36 46,-37-36-46,1 0-16,0 0 16,0 0-1,-1 0 1,1 0-16,-37 36 31,37-36-31,0 37 16,-37-37 15,1 0-31,-1 0 16,37 0-1,-37 36 1,37-36-1,0 0 1,-1 0 0,1 0-1,0 0 17,0 0-17,-1 0 48,1 0 15,-37 0 2391,37 0-2454</inkml:trace>
  <inkml:trace contextRef="#ctx0" brushRef="#br0" timeOffset="54955.654">9289 908 0,'-36'-37'266,"-1"37"-250,1 0-1,0 0 1,-1 0 15,1 0 0,0 0 79,36 37-95,0 35 1,-36-36-16,-1 1 16,1 35 15,0-35 16,-1-1-32,1 0 17,0 0 46,36 1-63,0-1 1,-36 0-16,-1-36 16,1 37-1,36-1 1,-36 0 15,36 0 16,-37-36-31,37 37-1,-36-1 16</inkml:trace>
  <inkml:trace contextRef="#ctx0" brushRef="#br0" timeOffset="56875.64">9180 871 0,'0'-36'360,"0"0"-235,-73-37-110,73 37 1,-36 0-16,0-1 31,36 1-31,0 0 16,-36 36 0,-1-37-1,1 1 95,36 0-1,-36 36-47,36-36 32,-37-1-16</inkml:trace>
  <inkml:trace contextRef="#ctx0" brushRef="#br0" timeOffset="209706.623">15385 545 0,'72'0'375,"37"0"-359,-72 36 0,-1-36-16,0 0 15,0 36 1,1 1 31,-1-37-16,0 36 16,1 0 0,-1-36-47,73 0 15,-73 36-15,0 1 78,1-37 188,35 36-235,-36-36 1,1 36-17,35 1 1,-35-1-1,-1 0 1,0-36 1109,0 0-1078,37 36 344,-37 1-376,1-1 1,-37 0 31,0 1-32,36-1 1,0 0 31,0-36 812,37 73-828,-37-73-15,73 36-16,0 37 16,36-73-16,-36 0 15,-36 36-15,-1-36 16,-36 0 31,-36 36-16,109-36 0,-72 36 1,-1-36-17,0 37 1,0-37-1,1 0 1,-1 0 0,-36 36-1,36-36 17</inkml:trace>
  <inkml:trace contextRef="#ctx0" brushRef="#br0" timeOffset="173098.9">15494 690 0,'0'-36'235,"0"-1"-235,36 1 15,0 0-15,1 36 16,-37-37 0,36 1-16,-36 0 15,36 36-15,73-36 16,-73 36 0,1-73-16,-1 37 31,0 36-16,0-73-15,1 73 16,-37-36 0,145-73 15,-145 73-31,36-1 31,0 37-15,1-36-1,35 0 17,-72 0-32,37-1 31,-37-35-31,36 35 16,0 1-1,0 36 1,1-36 46</inkml:trace>
  <inkml:trace contextRef="#ctx0" brushRef="#br0" timeOffset="171267.042">15494 508 0</inkml:trace>
  <inkml:trace contextRef="#ctx0" brushRef="#br0" timeOffset="163339.028">15566 617 0,'0'37'344,"-36"-1"-329,36 0 1,0 0 78,0 1-79,0-1 1,0 0 0,0 1-1,0-1 16,0 36-31,36-72 16,-36 37 15,0-1 1,0 0-1,37-36-16,-37 37 32,0-1-31,0 0 0,72 0-1,-72 1 141,0-1-156,0 0 16,0 1 0,0-1-16,0 0 15,36 37 32</inkml:trace>
  <inkml:trace contextRef="#ctx0" brushRef="#br0" timeOffset="167419.182">15711 1452 0,'-36'36'390,"36"0"-374,109 1-16,-36 35 16,-37-35-16,73 35 15,-73-36 1,0-36-16,1 37 15,-1-1 1,0-36 78,0 36-79,1-36-15,35 37 32,-72-1-32,37 0 15,-1-36-15,-36 36 16,36 1 0,0-1 15,1-36-16,35 73 1,1-37 0,-73 0 15,72 0-15</inkml:trace>
  <inkml:trace contextRef="#ctx0" brushRef="#br0" timeOffset="204242.669">15820 1561 0,'73'0'250,"-1"-73"-250,1 73 31,-73-36-31,36 36 32,1-36-1,-1 36-15,0-37 15,-36 1 234,0 0-202,73-1-47,-37 1 15,0 0 31,1 36-46,-1-36 0,36-1-1,-35 1-15,-1 36 31,0-36-15,1 36 0,-1-37-1,73 37 1,-73 0-16,0 0 16,-36-36-16,37 36 15,-1 0-15,-36-36 16,36 36-1,0 0 17,1-36-32,-1 36 15,0-37 1,1 37 15,35-36-15,-36 0-1,1 36 1,-1 0 31,0-37-31,1 37-1,35-36 1,1 0-1,-37 0 1,37 36 31</inkml:trace>
  <inkml:trace contextRef="#ctx0" brushRef="#br0" timeOffset="186994.813">16473-217 0,'0'36'203,"0"73"-203,0-37 16,0-35-16,0 35 15,0-35 1,-36 35-16,36-36 15,0 37-15,-36-37 16,36 37 15,0-37-15,0 37 0,0-37-16,0 0 15,0 1-15,0-1 16,0 0-16,0 0 15,0 37 1,0-37 31,0 1-47,0-1 31,0 0 0,0 0 16,0 1-31,0-1 171,0 0-171,0 37 15,0-37-15,0 37 0,0-37-1,0 0-15,0 1 16,0 35-1,0-36 17,36 1-32,-36-1 15,0 0-15,0 1 16,0-1 0,36 0-16,-36 0 15,0 1 1,37-37-16,-37 72 15,36-35-15,-36-1 16,0 36-16,36-35 16,-36 35-1,0-35 1,37-37 0,-37 36-16,0 0 31,36 0 0</inkml:trace>
  <inkml:trace contextRef="#ctx0" brushRef="#br0" timeOffset="214722.637">16473 1270 0,'0'-36'687,"0"0"-671,0 0-16,0-1 16,37 1 15,-37 0 391,0-1-407,0 1 48,-73 36 624,73 36-671,0 1 15,-36-37-15</inkml:trace>
  <inkml:trace contextRef="#ctx0" brushRef="#br0" timeOffset="176227.879">16437-290 0,'0'36'297,"0"1"-297,-36-1 47</inkml:trace>
  <inkml:trace contextRef="#ctx0" brushRef="#br0" timeOffset="174770.808">17562 617 0,'0'37'156,"-73"-74"-140,73 1-16,-36 36 15,-36-36 1,72-1-16,-37 37 16,1-36-1,-37 0 17,73 0-17,-36-1 16,-36 1-15,-1-37 31,0 73-16,37-72 32,-36 36-16,-37-73-16,109 72-16,-37 1 1,1 36 0,36-36-16,-36 36 31,36-36 0,-36-1-15,-1 37-16,37-36 15,-36 36 32,0-36-31,-1-1 0,37 1 93</inkml:trace>
  <inkml:trace contextRef="#ctx0" brushRef="#br0" timeOffset="170138.868">17635 1488 0,'-37'0'188,"-35"36"-173,-1 37 1,37-37 0,0 1-1,-1-37 17,37 36-17,-72-36 16,72 36 1,-37 0-17,1 1 1,0-37 0,0 72-1,-1-35 16,1-1-31,0-36 16,-1 36 0,1-36-16,36 36 15,-36 1 1,0-1 46,-1 0-30,1 1-32,36-1 93,-36 36-61,-1-35 46</inkml:trace>
  <inkml:trace contextRef="#ctx0" brushRef="#br0" timeOffset="-208750.128">17562 690 0,'36'0'625,"-36"36"-562,-36 73-47,36-73 30,0 1 1,-36-1 469,36 36-454,0-35-46,-37 35 0,1-72-1,36 37-15,0-1 63</inkml:trace>
  <inkml:trace contextRef="#ctx0" brushRef="#br0" timeOffset="165402.9">17453 617 0,'0'73'344,"0"-37"-328,0 0-1,36 1 1,1-1 46,-37 0 1,36 1-63,0 71 47,-36-71 62,0 35-93,0-35-1,0 35 1,0-36 0,0 37-1,0-37 1,0 1-16,-36-1 16,36 0 30,-36 0-46</inkml:trace>
  <inkml:trace contextRef="#ctx0" brushRef="#br0" timeOffset="-206054.18">17489 762 0,'0'73'390,"0"-37"-390,37 1 16,-1-1-1,-36 0 126,0 37-16,0-37 16,0 37-79,0-37-31,-36 0 63,36 0-94,0 1 16,0-1-1,0 0 17,0 1-17,0-1 32</inkml:trace>
  <inkml:trace contextRef="#ctx0" brushRef="#br0" timeOffset="156778.957">12518 726 0,'0'-36'141,"-36"36"-125,0 0-16,-1 0 31,-35 0-31,36 0 31,-1-36-15,1-1-1,0 37-15,-37 0 16,37 0 62,-37 0 172,37 0-219,-37 0-31,37-36 16,-36-37 250,72 37-251,-37 36-15,37-72 16,-36 35-16,0 37 16,-1-36-1,1 36 1</inkml:trace>
  <inkml:trace contextRef="#ctx0" brushRef="#br0" timeOffset="133091.152">11647 291 0,'37'0'203,"-37"109"-203,0-1 16,0-35-16,0-37 16,0 73-16,0-36 15,0-37-15,0 37 16,72-1-16,-72 1 31,0-37-15,0 0-16,0 1 281,0-1-281,0 36 16,0-35-1,0 35 1,0-35 0,0 35-16,0-36 15,0 37 1,0 0-1,0-1 1,0-36 0,0 37-16,0-37 578,37-36-547,35 0-15,1 0-16,-1 37 15,-35-37 1,-1 0-16,0 0 16,0 0-1,1 0 1,-1 0-16,0 0 15,1 0 17,35 0 15,1 0-47,-37 0 15,37 0 1,-37 0-1,0 0-15,0 0 16,1 0 47,-1 0-48,0 0 1,1 0-16,35 0 15,1 0-15,-1 0 16,-35 0-16,-1 0 16,36 36-1,-35-36 1,-1 0 0,0 0-1,1 0-15,71 0 16,-71 0 15,72 36-31,-37-36 16,-36 0-1,1 0 17,-1 0-17,0 0 1,37 0-1,-37 0-15,37 0 16,-37 0-16,37 0 16,-37 0-16,0 0 15,37 0-15,36 0 16,-73 0 15,0 0-15,0 0-1,73 0 32,-36 0 63,36 0-63,-73 0-32,0 0 1,1 0-1,-1 0 220,-36-36-235,0 0 15,0-1-15,0-35 16,0-1-16,0 1 16,0-1-1,0 0 17,-36 37-1,36 0-31,0 0 15,0-1 1,0 1-16,-37-37 16,37 1-1,-36 36 1,36-1-16,-36 1 16,36 0 15,-37-37-16,37 37-15,0-37 32,0 37-17,-36 0-15,0 36 16,0-73 31,36 37-47,0 0 15,0-1 1,-37 1-16,1 0 16,36-1 15,0 1-15,0 0-1,0 0 1,-36-1-1,36 1 48,0 0-32,0-1 16,0 1-16</inkml:trace>
  <inkml:trace contextRef="#ctx0" brushRef="#br0" timeOffset="136411.137">11793 327 0,'72'0'328,"146"0"-328,72 0 16,-36 0-16,-145 0 15,-73 0 1,37 0-16,-37 0 47,37 0-32,-1 0 1,-35 0-16,-1 0 16,0 0-1,37 0 1,-37 0-16,37-36 15,35 36 1,-35 0 0,-37-37 46,37 37-46,-1 0-16,1-36 15,-37 36-15,1-36 16,-1 36 0,0 0-1,0 0-15,1 0 32,-1 0-32,0 0 15,1 0 1,-1 0 31,0 0-47,37 0 31,-37 0-15,0 0 140,37 0-141,-37 0-15,73 0 16,-73 0-16,1 0 16,-1 0 31</inkml:trace>
  <inkml:trace contextRef="#ctx0" brushRef="#br0" timeOffset="154283.987">12518 1561 0,'-36'0'312,"0"0"-280,-1 0 46,1 0-16,36 36-46,-36-36-1,0 0 17,-1 36-1,1 1-15,0-37-16,-1 36 15,1 0 16,0-36-31,36 36 16,-36 1-16,-1-37 31,1 36 63,0-36-16,-1 0-47,1 36 16</inkml:trace>
  <inkml:trace contextRef="#ctx0" brushRef="#br0" timeOffset="143762.709">12518 908 0,'0'36'437,"0"0"-421,0 0 62,0 1-62,0-1 15,0 0-16,0 1 64,0-1-64,0 0 1,0 0-1,0 1 1,0-1-16,0 0 16,0 37-1,37-73-15,-37 36 16,0 0 203,145-36 249,-36 0-468,-37 0 16,-36 0-16,1 0 0,-37 37 16,72-1-1,1-36 79,-37 0-94,0 0 16,1 0-16,-1 0 15,0 0 267,1 0-251,-1 0-31,0 0 15,0 0 1,1-36-16,-1 36 16,0 0-1,1-37 63,-1 37 16,36-36-63,-35 0 94,35 36-109,-35 0 47,-1 0-32,0 0 297,-36-73-328,0 1 16,0 35-1,0-35 1,-36 36-16,-37-73 15,73 72 1,0-35 31,-36 72-31,36-73 109,0 37-110,-36 0 1,-1 36-16,37-73 250,0 37-219,0 0 485,-36 36-516,0 0 15,0 0-15,-1 0 16,1 0-16,0 0 16,-1 0-1,1 0-15,0 0 16,0 0-1,-37 0 1,37-37 31,-37 37-31,37 0-1,0 0-15,-1 0 16,1 0-1,0 0 1,-1-36-16,1 36 94,0 0-79,0 0-15,-1 0 16,1 0-16,0 0 16,-1 0-16,1 0 62,0 36 391,0 1-421,-1-1-17,37 0 673,0 37-688,0-37 15,0 0 17,73 1 202</inkml:trace>
  <inkml:trace contextRef="#ctx0" brushRef="#br0" timeOffset="148715.055">13571 726 0,'0'-36'313,"36"36"-298,-36-36-15,36 36 16,0 0-1,1 0 1,-1-37 0,0 37-16,1 0 15,-1 0 1,0 0 0,0 0 15,1-36 31,-37 0-46,36 36 0,0 0-1,1-37-15,35 1 31,-36-36-15,1 72 31,-1-37-31,0 37 15,1 0-16,35 0-15,-36-36 32,-36 0-17,37 36 1,-1 0-16</inkml:trace>
  <inkml:trace contextRef="#ctx0" brushRef="#br0" timeOffset="146835.067">13825 835 0</inkml:trace>
  <inkml:trace contextRef="#ctx0" brushRef="#br0" timeOffset="151050.993">14006 1452 0,'0'-36'250,"36"36"-250,37 0 15,-37 0 1,109 108-16,-108-108 15,-1 37-15,36-37 16,-72 36-16,37-36 31,-37 36-15,36 1 0,0-37-16,1 36 62,-1-36 79,0 0-126,0 36 1,1 0-16,-1 1 31,37-37 0,-37 72-15,0 1 15,0-37 110,1 0-125</inkml:trace>
  <inkml:trace contextRef="#ctx0" brushRef="#br0" timeOffset="19880.394">20864 1307 0,'-36'0'0,"36"36"359,0 0-328,0 1-15,0-1 0,0 0-1,0 0 1,0 1 0,0-1 30</inkml:trace>
  <inkml:trace contextRef="#ctx0" brushRef="#br0" timeOffset="-48703.147">19667 1633 0,'36'0'360,"0"0"-298,0 0-46,1 0 15,-1 0-15,0 0 15,1 0 0,-1 0-15,0 0 0,0 0-16,1 0 15,-1 0 1,0 0-16,1 0 31,-1 0 0,0 0 1,0 0-32,1 0 31,-1 0-16,0 0 1,1 0 15,-1 0-15,0 0 0,0 0-16,1 0 15,-1 0 1,0-36-1,1 36 32,-1 0-15,0 0-1,37 0-31,-37 0 15,0 0 1,1 0 0</inkml:trace>
  <inkml:trace contextRef="#ctx0" brushRef="#br0" timeOffset="-36614.259">20247-834 0,'0'36'968,"0"0"-968,0 1 16,0-1 0,-36 0 15,36 1 47,0-1-31,0 0 78,0 0-78,0 1-16,0-1 47,0 37 16,0-37-79,0 36 1,0-35 0,0 35-1,0-35 1,0-1 0,0 0 15,0 0 172,0 37-62,0-37-1,0 37-93</inkml:trace>
  <inkml:trace contextRef="#ctx0" brushRef="#br0" timeOffset="-58831.086">20211-725 0,'36'0'235,"0"0"-173,1 0-46,-1 36-16,0 0 16,37 1-16,-37-1 15,0 0-15,1-36 16,-1 73-16,0-37 15,37 0 1,-37 1 0,0-1 31,1-36-47,35 72 31,1 1 0,-37-73-15,-36 36-1,36-36 1,1 37-16,-37-1 16,72 0-1,-35-36 1,-1 36 15,36 1-31,-35-1 16,72 0 15,-109 37 63,72-37-79,-72 0-15,36-36 16,1 37 31,-1-37-47</inkml:trace>
  <inkml:trace contextRef="#ctx0" brushRef="#br0" timeOffset="17768.466">20501 436 0,'-36'-73'422,"36"37"-407,-36 0-15,-1 36 16,1-73-1,36 37 17,-36 0 155,-1 36-171,37-37 62,0 1-31,-36 36-16</inkml:trace>
  <inkml:trace contextRef="#ctx0" brushRef="#br0" timeOffset="-50855.168">21590 218 0,'-73'0'375,"37"73"-360,0-37 1,-1 0-1,37 1-15,0-1 16,-36 36 0,0-35-16,-1-1 31,37 0-15,-36 1 15,36-1-16,-36 36 1,0-72 0,36 73-1,0-37 1,-73 1 0,73-1-16,-36 0 15,36 0 1,-37 37-16,1-73 15,36 36-15,0 1 16,-36-37-16,36 36 16,0 0-16,-73 37 15,1-37 1,72 37 0,-37-73-1,37 36 1,0 0 78,-36 0-63,0 1 0,0-37 0,-1 0 485,-35 36-500</inkml:trace>
  <inkml:trace contextRef="#ctx0" brushRef="#br0" timeOffset="-41623.233">18868 37 0,'109'0'312,"-36"0"-312,36 0 16,36 0-16,-36 72 16,-73-72-1,0 0-15,0 0 16,1 0-1,35 0 1,-35 0 0,35 0 15,-36 0-15,1 0-1,35 0 1,1 0 15,-37 0-15,37 0 15,-37 0-15,37 0-1,-37 0 1,0 0-1,0 0 1,1 0-16,-1 0 16,0 0-16,1 0 15,-1 0 1,0 0 15,0 0-15,1 0 15,-1 0-31,0 0 47,1 0-31,-1 0-16,36 0 31,-35 0-31,-1 0 31,0 0-31,1 0 16,-1 0-16,0 0 15,0 0-15,1 0 16,-1 0 0,0 0-1,1 37 16,-1-37 1,0 0-1,0 0 0,1 0 0,-1 0 1,0 0-1,1 0-15,-1 0 15,0 0-16,0 0-15,1 0 32,-1 0 15,0 0-16</inkml:trace>
  <inkml:trace contextRef="#ctx0" brushRef="#br0" timeOffset="-54511.111">18977 0 0,'-36'0'312,"36"37"-312,0 35 16,36-35 0,-36-1-1,0 36 1,0-35 15,36-37-31,1 109 16,-37-73 15,0 36-15,36-72-16,-36 37 15,36-1 1,-36 0-1,0 1 17,37-1-17,-37 0 1,36 0 0,0-36-1,-36 37-15,0 35 31,0-35-15,36-1-16,1 0 16,-37 0-1,36 37-15,-36-37 16,36 37 0,1-73-16,-37 72 31,36 1-16,0 0 1,0-37 31,-36 0 0,0 0 0,37 1-32,-37-1 1,0 0-16</inkml:trace>
  <inkml:trace contextRef="#ctx0" brushRef="#br0" timeOffset="-61503.099">20283-653 0,'0'-36'235,"-72"36"-220,-1 36-15,37-36 16,-37 37-16,37-1 16,-73 36-16,37-35 15,-1-37-15,1 36 16,-1 37-16,37-73 15,-1 36-15,-35 0 16,72 0-16,-36 1 16,-1-37-16,-35 72 31,-37-35-15,0-1-16,73 0 15,-1 37-15,-35-73 16</inkml:trace>
  <inkml:trace contextRef="#ctx0" brushRef="#br0" timeOffset="-56879.125">18977 0 0</inkml:trace>
  <inkml:trace contextRef="#ctx0" brushRef="#br0" timeOffset="16016.412">20211 218 0,'0'73'407,"-36"-37"-407,36 37 31,-37-1-31,37-36 94,-36 1-79,36-1 32,0 0-31,-36 1-1,36-1 48,0 0-48,0 0 1,-37 1 0,37-1-16,-36-36 15,36 36 1,0 1 0,-36-37-16,36 36 31,0 36 141,-36-72-141,36 37-15,-37-1 62,37 0-47,0 1-31,-36-37 16,36 36-16,-36-36 15,36 36-15,-37-36 16,37 36 15,0 1 110,0-74 3921,37 1-4046,-37 0-16,36 0 15,0-1-15,1 37 16,-1-36-16,0 0 16,-36-1-16,36 37 15,1-36-15,-1 36 16,-36-36-16,36 36 16,-36-36-1,73-1 16,-73 1-31,36 36 32,-36-36-17,36-1 1,1 1 0,-1 36-1,-36-36 1,36 36-1,-36-36 1,37-1 0,-1 1 46,0 0-31,-36-1 1,36 37-17,-36-36 1,37 36 0,-1-36-16,0 0 31,1-1-31,-1 1 62,0 36-30,0-36-1,37-1 16,-73 1-16,36 36-15,1-36-1,35 0-15,-36-1 16,1 37-16,-37-36 15,36 36 1,-145 0 1234,37 0-1234,-1 0-16,37 0 15,-37 0 63,37 36-46,0-36 77,-1 0-93,1 0-1,0 0 1,-1 0 0,1 0-1,0 0 1,0 0-1,-37 0 32,37 37-31,-1-37 0,-35 0 46,36 0-31,-37 0-15,37 0-16,-37 36 16,37 0-1,-37-36 1,37 0 15,-37 0-15,37 0-1,-36 0 1,35 0 0,-35 0-1,35 0 16,-35 0 1,36 0-17,-1 36 688,74 37-562,-1-73-125,36 36-16,37 37 15,-72-37-15,35 0 16,1-36-16,-73 37 16,36-1-16,0-36 15,1 0 16,-37 36-15,36-36 0,0 37-1,0-37 1,1 36 15,-1-36-15,-36 36-1,36-36 17,1 0-1,-37 36-31,36-36 47,0 37-32,0-1 1,1 0 15,-1 1-31,0-1 16,1 0 0,35 0 15,-36 1 0,1-37-31,-1 36 47,0 0 0,1-36-16,-1 37-31,36-1 16,-72 0 77,0-72 657,0 0-703,-36-1-31,36 1 0,0 0-1,0-37 1,-36 37 31,36 0-16,-36-1 16,-1-35 15,37 35 1,-36 1-32,36 0 47,0 0-62,-36-37 15,-1 37 0,37-37 32,0 37-1,0-37-30,-36 37-32,36 0 31,0-1 78,0 1-62,-36 0-31</inkml:trace>
  <inkml:trace contextRef="#ctx0" brushRef="#br0" timeOffset="22344.447">19775 1198 0,'0'36'297,"0"0"-282,-36 1 1,36-1 0,-36 0-1,0 1 1,-1 35-1,37-36 32,-36 1-15,36-1-1,-36 0 0</inkml:trace>
  <inkml:trace contextRef="#ctx0" brushRef="#br0" timeOffset="27216.338">19449 218 0,'0'36'453,"-36"-36"-453,-1 0 15,1 0 1,0 0-16,-1 0 31,1 0-31,0 0 16,0 0-16,-1 0 15,1 0-15,36-36 329,-73 0-220,1-37-109,-37 37 16,36 0-16,37-1 15,0 37-15,0 0 16,-1 0-1,74 0 642,-1 0-657,0 0 109,0 0-93,1 37 46,-1-37 1,0 0-16,1 0-32,-1 36 32,0-36-31,0 0-1,1 0 1,-1 36-16,0-36 16,-36 37-16,37-37 31,-1 0-16,0 0 17,0 0 77,1 0 110,-1 0-47,-36 36-157,36-36 32,37 0-31,-37 0-1,37 36-15,-37-36 32,0 0 46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07:52:40.207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848 1337 439 0,'-1'-7'197'0,"1"1"-6"15,0 1 0-15,-2-2-1 0,1 2-18 16,-3-1-17-16,4 3-32 0,0 0 0 0,0-3-9 16,-1 4-38-16,1-1-15 0,1-1 5 15,-1 4-6-15,0 0-4 0,0 0-2 0,2 3-24 16,1 1 13-16,-1 1-13 0,-1 1 1 16,2 0-6-16,-2 1-4 0,0 1 15 0,2-2-9 15,3 12-1-15,-1-3-3 0,-3-5-7 0,0-3-2 16,2 0-6-16,-4 1 8 0,4-3-5 0,-4 1-7 15,1-3 15-15,1 2-4 0,1-1 2 0,-1-3-9 16,-2 2 13-16,0-3-9 0,0-3-2 16,0 2-12-16,0-4-3 0,-2 1 7 0,1-5 1 15,-3 3 9-15,4-2-10 0,-1-1 6 0,-2 1-14 16,3 8 13-16,0-8 5 0,0-2-16 16,0 1-4-16,0-6 5 0,0-1 5 0,0 0-9 15,0 4-11-15,0 2 18 0,16-11-9 0,-12 12 2 16,0 3 22-16,0 0-1 0,2 1-27 15,-1 0-14-15,0 0 35 0,2 2-15 0,-2 2-10 16,1-3 23-16,3 4-7 0,-2 0-8 16,-7 0 11-16,0 0-5 0,18 0 3 0,17 18-6 15,-24-13 1-15,0 4 14 0,-5-3-11 0,2 0 11 16,2 12-5-16,-4-5-8 0,-5-2 3 0,1 11 12 16,-2-13-15-16,0 3 4 0,0 6 12 15,-20 15-10-15,12-12 16 0,-2-2-23 16,-1-2 11-16,-3-5 12 0,2 1-19 0,3-8 15 15,-1 3 2-15,4-2 6 0,-2-4-11 0,1 3-5 16,0-4-8-16,0 1-23 0,7-2-40 0,0 0-56 16,-6 0 10-16,6 0 12 0,-18-18 8 15,13 12 9-15,-7-8 8 0,4 0-306 0,-1 0 25 16,5 5-8-16,-3-6 12 0,7 15 1 0</inkml:trace>
  <inkml:trace contextRef="#ctx0" brushRef="#br0" timeOffset="1543.557">911 2486 455 0,'-1'-1'185'16,"1"0"-42"-16,0-1-73 0,0 0 20 0,0 2-13 15,5-3-4-15,-4 2 16 0,3 1 1 16,3-2-46-16,-2-1 13 0,1 3-25 0,0-2 23 16,17-2-5-16,-10 3-6 0,-2-2-5 0,0 1-82 15,-1-1-39-15,-4-2-76 0,-2 5-160 0,3-5 5 16,-5 2 40-16</inkml:trace>
  <inkml:trace contextRef="#ctx0" brushRef="#br0" timeOffset="1245.739">962 2289 328 0,'0'-16'195'0,"0"16"-35"15,0 0-52-15,0 0 11 0,0 0-3 16,0 0-14-16,0 0-15 0,0 0-13 0,0 0-3 16,0 0 9-16,0 0-10 0,0 0-16 0,0 0-8 15,0 0 16-15,0 0-23 0,-11-17 8 16,7 20 14-16,-1-3-50 0,1 3-2 16,-2-1 5-16,1-1 17 0,-2 2-4 0,2-1-6 15,0 1 8-15,-1-2-10 0,0 2 12 0,0-2-4 16,2 2-19-16,0-3 9 0,0 2-28 0,-1 1 35 15,1-2-10-15,2-1-8 0,0 2-29 16,-1-2 50-16,1 4-17 0,-2-2 4 0,4 0-15 16,-2-1 7-16,-2-1 0 0,3 1-31 15,1 4 34-15,-3-3-4 0,2-1-10 0,-1 2 12 16,2 1-12-16,-1-2-5 0,-1 3-17 0,0 0 40 16,2 0-1-16,0-1 12 0,0 1-16 0,0 2-3 15,0-7 0-15,0 0-31 0,0 9 25 16,0-3-4-16,0-6 3 0,0 11 26 0,0-3-26 15,0 1-3-15,0-1 11 0,17 18-22 16,-16-10 11-16,1-5 25 0,-2-1-19 0,0 0-4 16,2-1-19-16,-2 2 7 0,2-7 27 0,-2 5-22 15,0-1 23-15,1-2-3 0,1 1-26 16,-2 2 11-16,2-3 19 0,-2 2-11 0,0-2 23 16,2-1-35-16,2 3 12 0,-4-3 7 0,1 1-32 15,-1 1 16-15,3-4 23 0,-2 4-7 0,-1-2-39 16,0-1 23-16,0-1 17 0,2-1-1 15,0 3 3-15,-1-3-14 0,1 1 32 0,-2-2-17 16,4 0 11-16,-2 1 0 0,3 0 1 16,1-2-8-16,-6 0 0 0,0 0 1 0,7 0 1 15,-7 0-10-15,11 0 0 0,-1 0-6 0,-10 0 3 16,12 0 17-16,7-13-46 0,-11 10 13 0,-1 1 32 16,-1 1-16-16,1-1-3 0,1-1 6 0,-1 0-15 15,0 3 11-15,-2-2-26 0,2 1 17 16,-2 0 6-16,0-2 4 0,2 1-11 0,-2 0 8 15,0 1-10-15,-2 1-6 0,1-1 14 16,1 1-19-16,-3-2-8 0,2-1-39 0,0 2-15 16,-3 1 19-16,3-1 7 0,-1-1 5 0,-3 2-93 15,4-2-6-15,-7 1-117 0,3 0-61 16,3 1 19-16,-7-2 7 0</inkml:trace>
  <inkml:trace contextRef="#ctx0" brushRef="#br0" timeOffset="3499.883">508 1478 226 0,'0'0'137'16,"0"0"-22"-16,0 0 14 0,0 0-18 15,0 0-13-15,0 0-14 0,17 0-12 16,-17 0-21-16,0 0 32 0,0 0-8 0,0 0-9 16,34 29-26-16,-29-29-24 0,-2 0 48 0,0 0-47 15,3 0 37-15,-4 0-31 0,2 0-3 16,2-4-1-16,-2 2 18 0,-1-2 22 0,1-1-51 16,2-1 36-16,-2 3-17 0,-3-4 16 15,2 2-31-15,1-1 34 0,-3 0 8 0,-1 2-26 16,4-1 0-16,-4 1 18 0,0-1-44 0,0-2 37 15,0 7 7-15,0 0-23 0,0 0 3 0,0 0-11 16,0-7 9-16,0 7-1 0,0 0-20 16,-13-14 27-16,9 11-12 0,0 3-7 15,2 0-27-15,-3 3 37 0,5-2-14 0,-4 4-12 16,2-2-10-16,-1 3 26 0,1 0-36 0,1 1 25 16,1-2-5-16,0 4 27 0,-1-2-17 0,1 0 2 15,0 0-36-15,0-7 8 0,0 0-1 16,0 10 20-16,0-10-23 0,17 18 12 0,-14-15 17 15,5-3-10-15,-1 0 3 0,-1 0 18 16,1 0-54-16,-2 0 44 0,-5 0-17 0,23-16-4 16,-13 7-14-16,-5 2 47 0,-3 1 7 0,0 2 10 15,2-3-17-15,-4 1-19 0,0 0 32 0,0 6-11 16,0 0 14-16,0 0 19 0,0-11-26 16,0 11 1-16,-15-20 7 0,12 15-6 15,-2 3 3-15,0-2-6 0,0 1 0 0,-1 0 0 16,0 3-27-16,1-3 23 0,0 3 2 0,1 0-11 15,0 0-2-15,4 0 7 0,0 0-17 0,0 0-8 16,-8 0 11-16,-3 13-15 0,7-11-2 16,4 3-31-16,-2-3-24 0,2 3 6 0,0-4-95 15,2 3-94-15,-1-3-110 0,3-2 52 16,1-1-33-16,-2 0 34 0,0-1 0 0</inkml:trace>
  <inkml:trace contextRef="#ctx0" brushRef="#br0" timeOffset="2344.167">665 2331 254 0,'-2'0'157'0,"2"0"-27"16,-1 0-17-16,1 3-5 0,-1-2-22 16,-2 2-10-16,2-3-13 0,1 3-8 0,0 3-46 15,0-3-2-15,0-1 44 0,1 4-6 0,2-3 7 16,-2 3-4-16,0-2-6 0,1-2-13 15,2 2-4-15,-1 0-3 0,0-3-11 16,2 0-3-16,-1 3-1 0,1-4 0 0,-1-1 23 16,1-2-17-16,-1 2 32 0,1 0-8 0,-2 0-3 15,1-3-50-15,1-1 1 0,-3 1 2 16,1-2 1-16,-2 0 19 0,1-1 23 0,-1 3-6 16,-1-2 16-16,3-1-26 0,-6 4 21 15,3 3 16-15,0 0-6 0,0 0-4 0,0-8-21 16,0 8 14-16,-14-13 16 0,10 13-32 0,1 0-18 15,-2-1 40-15,0 1-30 0,0 1 0 0,0 0 5 16,2 3-35-16,-1-1 10 0,-2 2-5 16,2 0 19-16,1-1 20 0,-2 2-13 0,4-2 2 15,-3 4-21-15,4-3 4 0,-4 2 14 0,3-3-4 16,-1 4-23-16,2-3 20 0,0-5 7 16,0 0 18-16,0 6-25 0,0-6-6 0,0 10 10 15,0-10 0-15,0 8-16 0,0-8 37 0,0 0-11 16,0 0-8-16,15 13-6 0,-13-13-20 15,1-3 40-15,-1 0-33 0,0-3-31 0,-2 3 4 16,1-3-99-16,-2 1-101 0,-3-1-110 16,3 1 41-16,-6 0 1 0,-5-7 5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07:52:44.673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0 64 337 0,'0'0'127'0,"0"0"1"0,0 0-25 15,0 0-19-15,0 0-10 0,0 0-21 16,0 18-19-16,19 3-11 0,-19-16-3 0,0-1 37 16,0 0-14-16,3-2 1 0,-3 5-5 0,2-2-13 15,2 0-4-15,-3-2 21 0,3 1-12 16,-3-1 31-16,4 0-49 0,-3-2 19 0,4-2 22 15,-2 1-41-15,2-3-7 0,2 3 21 0,0-4-3 16,-2-2-2-16,6-2 6 0,-2-2-12 0,-3 1-2 16,-1 3 41-16,-1-3 1 0,-2 3-15 15,-3-3 28-15,2 3-39 0,-2 0 43 0,0 1-52 16,0 5 18-16,0 0 11 0,0-10-14 16,0 4 10-16,0 6-7 0,-14-21 6 0,9 18-1 15,2-3 4-15,0 3-14 0,-3-1-7 0,4 1-3 16,-5 1 3-16,2 2-9 0,0-3-14 0,-1 6 26 15,2-3-23-15,-1 0 9 0,5 0-16 0,0 0 7 16,-17 11-8-16,14-6 9 0,-1 0-7 16,2 1-4-16,-1 0 5 0,1 3-1 15,2-3-1-15,0-2 13 0,0-4-31 0,0 8 19 16,0-8-1-16,0 9-17 0,0-9 23 0,19 17-17 16,-14-16 9-16,0 2 12 0,2-3-32 15,-1 0 22-15,1 0-3 0,0-4 2 0,-4 0-11 16,3 1 12-16,-2-4 4 0,1 2 12 0,-5 1-14 15,0-1-31-15,-1-1-9 0,-4 2-38 16,0 1 6-16,-2 2-226 0,-13-1-86 0,3-2 25 16,3 4 17-16,0-2 25 0</inkml:trace>
  <inkml:trace contextRef="#ctx0" brushRef="#br0" timeOffset="-5449.211">446-387 222 0,'0'0'239'0,"0"0"-76"16,0 0-25-16,0 0 16 0,0 0-44 15,0 0 36-15,0 0-35 0,0 0 4 0,0 0-39 16,0 0-13-16,0 0 26 0,0 0-21 16,0 0 8-16,0 0 13 0,0 0-2 0,0 0-10 15,0 0-18-15,0 0 6 0,0 0-7 0,0 0-12 16,0 0 9-16,-18 0-7 0,18 0-10 15,0 0-7-15,-31 16 0 0,26-14-7 0,-3 1 11 16,-7 6-25-16,0 0-11 0,0 2 21 16,-1-3-15-16,5-1-6 0,-4 6 17 0,4-1 9 15,-1 1-3-15,1 1-14 0,2-5-7 0,2 0-8 16,2-1 7-16,2 0 7 0,0-2-5 16,1 0 12-16,2 1-7 0,-1-1-5 0,1 0-1 15,0-6 3-15,0 0-7 0,0 11 24 16,21 14-8-16,-11-17-7 0,7 2 0 0,-1-5 9 15,-1 1-28-15,-1-5 14 0,0 2-14 0,-2-3 22 16,-1 0-14-16,15 0 13 0,-14 0 8 0,5 0-15 16,1 0-2-16,23-12-7 0,-26 8 11 15,5-2-25-15,2 0-19 0,-2-2-52 0,0 5 8 16,2-6-66-16,0-1-62 0,-4-1-175 16,0 2 30-16,-6 3 23 0,-7 0 12 0,-1 2 31 15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07:52:36.990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-1543 2517 277 0,'0'0'177'0,"-15"0"-56"16,15-14 26-16,0 14-16 0,0 0 12 0,-32-29-6 16,30 25-7-16,-1-1-9 0,-1 1-22 15,0 4 17-15,1-5-14 0,1 2-13 0,1 0-3 16,1-1-19-16,-1 2 1 0,-2 1 14 15,2 0-9-15,1-1 0 0,-4-1-1 0,4 0-9 16,0 1 6-16,-1 2-19 0,-1 0 4 16,2 0-2-16,-1 0 2 0,1 0-3 0,0-3 10 15,-3-1 1-15,2 4-23 0,2-1 8 0,-2 1 1 16,1 0-25-16,-4 0 4 0,4 0-4 0,0 0-13 16,0 1 16-16,-1 6-12 0,-3-5-3 15,4 6 14-15,0-1-16 0,-3 0 4 0,-1 13 1 16,4-3-1-16,-1 6 2 0,-3-2-12 15,4-3 5-15,0-5 10 0,-1-1-19 0,0-3 0 16,1 3 5-16,0-1 1 0,-2-3 2 0,2 0 9 16,0-8-23-16,0 0-2 0,0 11 13 15,0-4-6-15,0-7 19 0,0 6 9 0,0-6-2 16,0 9 7-16,0-9-1 0,-4 9-12 0,4-11-6 16,0-2 0-16,-1-2 3 0,1-3-8 15,1 2 13-15,3-15-21 0,-4 9 17 0,0-6 7 16,9-21-8-16,-2 18 0 0,-2 0-23 0,3 3-6 15,-2-1 3-15,2 5 13 0,-1-3-7 16,-1 9-7-16,3-1 10 0,-3 1 11 0,0 3 4 16,-2 0-31-16,2 3 26 0,0-3-8 15,-4 5-8-15,3 0 5 0,1 1-3 0,-6 0-16 16,0 0 13-16,0 0 0 0,10 0 5 0,11 29-8 16,-11-14 12-16,2 2-5 0,-2 2-2 15,2 4-7-15,0-3 7 0,-4-2 1 16,1 0 4-16,1 1 13 0,-1-2-18 0,-1 1 20 15,0-3-19-15,0 1-6 0,-1-2 10 16,-3-5 19-16,4 0-9 0,-3-1-14 0,-3-2 6 16,0 1 1-16,2-4-20 0,0-1 5 0,-1 4-10 15,-2-3 2-15,1-1-26 0,0 1 12 16,2-1-40-16,-4-2-39 0,1 1 10 0,-1-1-110 16,-1-1-75-16,-5-4-105 0,4 1 30 15,1-1 48-15,-1 1-10 0,1-2 10 0,-2 1 8 16</inkml:trace>
  <inkml:trace contextRef="#ctx0" brushRef="#br0" timeOffset="189.88">-1569 2643 254 0,'-5'3'198'0,"0"-3"8"0,1 0-38 15,-3 0-24-15,6 0 6 0,-3-3-37 16,4 3-14-16,0-1-14 0,5-1 13 0,2-1-33 15,6-9 1-15,10 3-20 0,-2-1-41 16,3-1-18-16,3-1 1 0,-2-4-160 0,2 2-130 16,0 4-23-16,-2-6 20 0,-4 2-7 0</inkml:trace>
  <inkml:trace contextRef="#ctx0" brushRef="#br0" timeOffset="1255.975">-1696 1175 382 0,'0'0'254'0,"0"0"-35"0,0 0-21 0,1 0-18 15,-1-1-25-15,2 2-21 0,-2-2-14 0,0 1-17 16,0 1-19-16,0-1-18 0,2 5 10 16,0-1-13-16,-2 1-16 0,2 1 11 0,-2 2-18 15,0-2 2-15,9 13-4 0,-5-4 7 0,0-5-12 16,-1-4-2-16,-2 4 2 0,3-2-7 15,-4-5-5-15,1 1 2 0,0 1 13 16,-1 1 21-16,2-3 13 0,-2-3-11 0,0 0-14 16,0 0 10-16,-3 0-13 0,2-3-2 0,-4-2-11 15,-5-8 6-15,0-6-7 0,4-2 3 0,-1-3-18 16,1 0 2-16,2 0-10 0,0-3-12 16,1 3 3-16,3 12-2 0,0-7 1 0,0-2-20 15,0 0 3-15,19-22 16 0,-9 23-7 16,0 2-13-16,2 3 3 0,3-1 2 0,-6 7 0 15,2 3 3-15,0 0-15 0,-2 3 12 0,-1 3 3 16,-8 0-17-16,0 0 15 0,8 0 6 0,-8 0 5 16,28 21 3-16,-17-11-14 0,-8 1 10 15,3-2-13-15,1 7 33 0,-7-1-16 0,2-4-3 16,-2-1 2-16,0-1 3 0,0-9 10 0,0 0-1 16,0 9 9-16,0 0-17 0,0-9-1 15,0 6 11-15,0-6-7 0,0 10 0 0,-13 6-10 16,11-12 5-16,0 0 6 0,2-1-12 0,-1 0-9 15,1-3 2-15,0 0 1 0,0 0-9 16,0 0 2-16,0 0 5 0,0 0 4 0,0 0-10 16,16 10 10-16,-10-9 0 0,1-2 2 0,1 1 3 15,1 0 2-15,-2 0-4 0,0 1-9 16,-7-1 14-16,0 0 7 0,9 0-14 0,0 0-26 16,-9 0 40-16,20 10-5 0,-16-4-15 0,-2 1 14 15,-2 1 28-15,3 1 16 0,-3 1-15 16,0 5 11-16,-14 23 4 0,2-17 16 0,4-1-7 15,-7-3 5-15,6 4 0 0,-3-6 2 0,-7 0-1 16,6 0-4-16,-3-4 27 0,3-2-18 0,-5-2-13 16,5-1 11-16,2-5-23 0,-2 2 21 15,4-1-28-15,-2-1 8 0,4-1-1 0,7 0-20 16,0 0-24-16,-12 0-12 0,2 0-66 16,10 0-47-16,-11 0 12 0,-5-13-149 0,9 7-130 15,3 3 17-15,0-3 26 0,1 1 23 0,1 1 15 16,-2 1 22-16</inkml:trace>
  <inkml:trace contextRef="#ctx0" brushRef="#br0" timeOffset="9761.345">-1209 2314 458 0,'0'0'158'0,"0"0"-27"0,0 0-49 0,-16 0 32 15,16 0-9-15,0 0-23 0,0 0-42 0,0 0 46 16,0 0-10-16,0 0-8 0,-16 0-60 15,16 0 19-15,-20 6 13 0,20-1-30 0,0-2 1 16,0 0 16-16,0 4 6 0,3-5-9 0,-2 2 0 16,3 2-5-16,0-4-13 0,-1 4 2 0,2-5-16 15,-1 1 8-15,-3 0 12 0,3-2 0 16,0 0-3-16,-1 0 20 0,1-1-19 16,-1 1-1-16,-2-3-1 0,7-1-1 0,-8-1 0 15,3 3-2-15,-2-5-16 0,-1 4-4 0,0-4 54 16,0 1-20-16,0 0 19 0,-1-1-13 15,-2 1 21-15,3 6-27 0,0 0 31 0,-8-20 9 16,4 13-13-16,2 2 0 0,-1-1-12 0,-3 2-1 16,2-3 9-16,0 3 1 0,1-2-10 15,-2 3-18-15,1 0 8 0,-1-1-3 0,3 3 4 16,-4 0-10-16,3-2 1 0,-1 3-4 0,0 0-6 16,4 0 2-16,0 0-1 0,0 0 7 15,-13 13-1-15,8-8-17 0,2-1-13 0,2 1 26 16,0 1-2-16,-1-1 10 0,2 2-36 0,2-1 10 15,-2 0 9-15,0-6-1 0,0 0-1 16,0 0 14-16,0 10-8 0,0-10 11 0,12 16-31 16,-9-12 23-16,-2-2 3 0,2 0 1 15,1 0-5-15,-3-4 9 0,2 0-16 0,-1 1 15 16,0-3-6-16,1 3-19 0,1-4 0 0,-4 2 15 16,0 0-19-16,3-2-23 0,-3 3-44 0,0-2 7 15,-3 0-251-15,3 4-31 0,-7 0 4 16,3 0 69-16,-4 0-25 0</inkml:trace>
  <inkml:trace contextRef="#ctx0" brushRef="#br0" timeOffset="8623.004">-1245 1205 409 0,'0'0'134'0,"0"0"-19"16,0 0-9-16,0 0-34 0,0 0 20 0,0 0-33 15,0 0 1-15,-27 33-14 0,27-24 9 16,0-3-8-16,1-1-2 0,0 0-2 0,1 1-1 16,-2-6-7-16,9 9-23 0,-7-4-1 0,3 1-11 15,2-5 0-15,-3 1 2 0,0 1 44 16,1 0-5-16,-1-3-3 0,1 0-23 0,-1-3 14 15,-2 0 14-15,6 0-41 0,-7 0 21 0,2-4-14 16,1 2 14-16,0 0 4 0,-4-3 6 16,1 3-21-16,0-4 41 0,0 5-24 0,-1 4 21 15,0 0-17-15,0-8 20 0,0 8 5 16,0-12-8-16,0 12-9 0,-12-16 11 0,9 11-28 16,-1-1-12-16,-1 5 19 0,2 0-15 0,-2-1 6 15,0 2-31-15,1 2 29 0,2-1 8 0,-6 3-15 16,5 2-30-16,2-3 19 0,-4 2 0 15,2 3 10-15,2-3-9 0,1 4-2 0,-1-3 3 16,2 0 10-16,-1-6-11 0,0 0-18 16,0 11-10-16,0-11 30 0,0 10-1 0,0-10-4 15,13 16 10-15,-9-14-6 0,0-1 0 0,-3-1-11 16,0 0-5-16,2-3-34 0,-1-1-5 0,2 2 4 16,-1-2-72-16,-1-1-67 0,-2-3-163 15,2 0 0-15,-1 2 54 0,-1 2-18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07:53:25.108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46 16 333 0,'17'17'89'0,"-17"-17"-28"0,0 0 0 0,0 0-21 16,15 0 4-16,10 17 35 0,-19-20-30 0,-1 3 14 15,2 0-40-15,-4 0 14 0,0 0-36 0,0 0 8 16,1 0-16-16,0-2 40 0,-2 2-19 16,-2 0 14-16,0 0-12 0,0 0 6 0,9-9-17 15,-7 7 13-15,-1 1-1 0,-1-6-4 16,0 5 42-16,0-1 12 0,-3 0 28 0,3 0-51 15,0-1 52-15,-4 2-51 0,3 0 4 0,0 0 24 16,-2-1-20-16,1 3 16 0,-1-1-8 16,1 1-18-16,-2 0-3 0,1 0-2 0,-1 0-14 15,-1 0 4-15,0 0-21 0,2 0 22 0,-1 1 18 16,2 0-14-16,-1 1-5 0,1-2-16 0,-2 2 10 16,1 1 5-16,1 1-19 0,-1-2 9 15,-1 2-20-15,0 0 26 0,4-2 6 0,-4 5-27 16,4-5 14-16,-2 2-2 0,1 2-3 15,1-4-27-15,0 5 30 0,0-3-7 0,0-4-7 16,0 0-9-16,0 0 4 0,0 8 9 0,0-8-1 16,0 0-24-16,0 9 2 0,0-9 23 15,0 0 0-15,12 12-13 0,-9-12 34 0,-3-2-32 16,1 1 12-16,-2-1 2 0,1-2-10 16,1 2 14-16,-2-5-11 0,1 4-2 0,0-3-16 15,0 2 34-15,0-1 1 0,-3-1-8 0,2 3 11 16,-3-3 5-16,2 4 10 0,-2-2-4 15,1 3 2-15,-1-2-20 0,2 3 5 0,-3-2 16 16,1 2-8-16,-3 0 5 0,3 0-12 0,1 0 0 16,-1 2-10-16,-1-2-6 0,1 0 10 15,2 3-20-15,2-3 13 0,0 0-6 0,0 0-24 16,-14 7-33-16,12-4-3 0,0 0 4 0,1-2-122 16,-3 1-136-16,2-2-44 0,2 0 16 0,0 0 18 15,0 0 13-15</inkml:trace>
  <inkml:trace contextRef="#ctx0" brushRef="#br0" timeOffset="621.617">249-457 595 0,'-5'-3'287'15,"2"1"-50"-15,0 1-38 0,2-2-31 0,-3 0-16 16,4 3-18-16,-1 3-4 0,0 0-16 0,-1-2-15 15,2 4-17-15,0 1 13 0,0 3-36 0,4 14 12 16,-4-13 2-16,0 6-19 0,11 22 0 16,-5-15-19-16,2 2 12 0,-2-2-13 0,-3-4-10 15,-1 4 0-15,5-9-3 0,-5-1 1 0,1-3-13 16,-2-2 22-16,1-5 5 0,-2 1 16 16,0 1 11-16,0-2 0 0,0-3-28 0,0 0-14 15,-7-2 13-15,3 0-10 0,-5-12 13 16,0-6 3-16,0-2-12 0,4-3-25 15,-3-5 10-15,4 3 3 0,1 1 5 0,1 0-19 16,-4 2-12-16,6 1 26 0,0 14 2 16,0-5-19-16,0-2 14 0,0 3-26 0,13-11 26 15,-12 15-18-15,4 0 0 0,-1 5 7 0,1-1 2 16,2 4-3-16,-1-2-6 0,-1 3 15 16,3 0-6-16,1 3-8 0,-9-3 8 15,26 10 0-15,-9-4-16 0,-2 6-7 0,-1-1 9 16,3 2 16-16,-1 0-6 0,-1 5-7 0,-2-4 20 15,0-1-18-15,-1 3-14 0,-1 0 13 0,0 1-10 16,0-3 33-16,-1 1-18 0,-2 3 1 16,-1-6 9-16,-2-3-16 0,0-3-15 0,-1 1-17 15,-2 0-29-15,1-5-20 0,-3 2 15 16,3-2-58-16,-3-2 12 0,0 0-125 0,0-1-109 16,0-2 25-16,-3-1-55 0,3-3 25 0,-5-12 21 15,-5 4 31-15</inkml:trace>
  <inkml:trace contextRef="#ctx0" brushRef="#br0" timeOffset="797.509">289-336 401 0,'-3'1'195'0,"1"0"-59"0,2-2 23 16,2 0-22-16,1-2-28 0,1 2 2 0,9-9-1 15,2-1-22-15,2 0 9 0,-2-4-17 16,5 2-9-16,0 4-9 0,0-5-25 0,-1 5-3 15,2-1-185-15,-3 1-205 0,-7 3 38 16,1 3 12-16,-7 1 4 0</inkml:trace>
  <inkml:trace contextRef="#ctx0" brushRef="#br0" timeOffset="1969.196">-835 1791 234 0,'0'0'327'0,"0"0"-45"0,0 0-42 0,-18 0-4 16,18 0-49-16,0 0-18 0,0 0-31 0,0 0-14 16,0 0-6-16,0 0-18 0,0 0-14 0,0 0 7 15,0 0-20-15,-18 24-10 0,23 0-7 16,2-1-14-16,1 3 4 0,-1-2-5 0,1-2-7 16,-1-1 8-16,-1-2-18 0,0-1 5 0,-2-4 5 15,3-4-9-15,-3-2 7 0,-3-2-10 0,0 0-7 16,2-5 31-16,-3 5-10 0,0-6-9 15,-3-1 10-15,-2-4-24 0,4 0-2 0,-12-10 4 16,0-2-6-16,-1-8 14 0,0-1-1 16,-1-1-18-16,-1-1 12 0,3 0-18 0,0 1-1 15,4 6 2-15,1-3 7 0,1 0 4 0,0 6-9 16,7 2-10-16,-7 2 5 0,7 3 1 16,-1 2-4-16,1 9 2 0,0-8 3 0,0 8-19 15,0-11 13-15,18-5-12 0,-6 7 19 16,2 4-14-16,-5 5 2 0,1 0-1 0,-10 0-17 15,0 0 13-15,12 0 3 0,-2 0-10 0,4 13 17 16,-10-6 2-16,5 8-12 0,-5-5 10 16,1 2 8-16,1-1-6 0,-5-2-8 0,-1 1 12 15,4-4 5-15,-4 2 4 0,0-8-10 16,0 0 6-16,0 9-11 0,0-9 5 0,0 9-16 16,0-2 5-16,0-7-5 0,0 9-14 0,0-9 21 15,0 8-11-15,0-8-22 0,0 0 27 16,11 11 2-16,-9-11-2 0,3 0 1 0,-4 0-4 15,4-2 13-15,3 2-12 0,-4-4-4 16,1 1 12-16,1 3-11 0,2-1 16 0,0 0-5 16,-8 1-2-16,0 0 3 0,8 0 3 0,7 0 7 15,12 19-1-15,-12-10-23 0,-1 3 16 16,-7-5 0-16,5 7 18 0,-7-1 7 0,-1-1-23 16,-1 0 5-16,1 8 19 0,-4-6 10 15,0 0 15-15,0-14-3 0,0 14-13 0,-15 20 14 16,8-16 7-16,-5-1-7 0,0 1-3 0,1-4 11 15,2-5-9-15,1 0 1 0,-4 6-8 16,5-9-16-16,-1 1 4 0,3-1-44 0,-3-4-22 16,1-2-70-16,2 2 12 0,5-2-204 15,0 0-63-15,-7-17 1 0,8 11 15 0,1-13 52 16,7 0 18-16,-1 0-18 0</inkml:trace>
  <inkml:trace contextRef="#ctx0" brushRef="#br0" timeOffset="3054.551">1302 1694 389 0,'0'0'197'16,"0"0"-13"-16,0 0-44 0,0 0 24 0,0 0-32 16,-23 19-11-16,17-16 0 0,-2-2-10 0,-9 9-12 15,4-6 0-15,-5 5-14 0,9 0-15 16,-2-3 19-16,-2 6-27 0,2-6 10 0,-3 7-10 16,8-3-4-16,-6 3-9 0,4-2 7 0,1 3-25 15,1-1 2-15,3-3-7 0,3 3 14 16,-2-2-15-16,2-11-2 0,0 16-4 0,0 5-14 15,0-2 14-15,21 17-4 0,-12-22 3 16,3 2-10-16,-1-3-7 0,6-2-3 0,-7-3 15 16,7 0-19-16,4-3 0 0,-1-1 21 0,-3-2-6 15,-1 1-7-15,-3-3 16 0,3 0-14 16,2 0-2-16,3 0-8 0,20-14 10 0,-21 6 8 16,0-2-20-16,-1 1 18 0,1 1-10 0,-7-6 3 15,3 4 5-15,-7 2-5 0,0 5-13 16,-3-2 4-16,-2 1 6 0,0 0-35 0,-2 2-63 15,1-1 10-15,0 2-219 0,-3-2-75 16,0 3 21-16,0 0 26 0,0 0-42 0,-16-1-5 16</inkml:trace>
  <inkml:trace contextRef="#ctx0" brushRef="#br0" timeOffset="2551.859">1233 1549 310 0,'-4'3'129'0,"4"-2"-46"0,-5 3-34 0,3-2-39 0,0 1-31 15,-1-3-88-15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07:53:58.082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471 502 217 0,'0'0'225'16,"0"0"-38"-16,0 0-20 0,0 0-10 0,0 0-38 15,0 17-3-15,0-17-30 0,0 0 7 0,0 0 0 16,0 0-27-16,0 0 12 0,0 0-20 16,0 0-4-16,0 15-34 0,-17 4 35 15,17-16-19-15,4 2-3 0,0-1-35 0,-3-1 33 16,1 0 14-16,-1 1-26 0,3-1 7 0,-3 0 2 16,3 0-15-16,-1 1-5 0,1-3 15 15,-3 2-11-15,3-1 15 0,-2-1-35 0,-2 0 15 16,4-1 16-16,-3 0-27 0,3 0 7 0,-1 0-3 15,-1 0 1-15,0 0 13 0,-1 0-29 16,-1-1 9-16,3-2 9 0,-3 0 26 0,1 0-3 16,-2 1 2-16,-2-2-42 0,3 0 34 0,-3 2-12 15,1-1 6-15,1 0 15 0,-5 0-4 16,4 0 3-16,-2 0-14 0,-1 3-8 0,0-3 12 16,2 0 15-16,-2 3-34 0,0-2-6 15,0 2 21-15,-2-1-4 0,2 1 6 0,0-1-3 16,5 1-6-16,0 0-1 0,-8 0-23 0,8 0 27 15,-12 0-10-15,12 0 1 0,-20 12 8 0,17-8 2 16,-2 0-5-16,1 1-7 0,-1-3-7 16,4 5 6-16,-5-2 5 0,6-1-10 0,-1-1-16 15,-3 3 16-15,4-3 7 0,0 3 2 0,0-3-24 16,0-3 28-16,0 0-21 0,0 10 18 16,0-10 6-16,0 9 5 0,0-9-11 0,0 8-3 15,0-8-18-15,15 15 11 0,-14-12 7 0,0 1-6 16,4-2-6-16,-3-2 8 0,1 0-25 0,3 0 1 15,-4 0 16-15,3-1 0 0,-1-3 24 16,1 0-9-16,-2 1-4 0,5-2-8 16,-4 2 22-16,-2-2-10 0,1 0-19 0,1 1 29 15,-2 0 1-15,-2 0-4 0,3-1-7 0,-2 0 8 16,-1 3-11-16,0-4 9 0,0 6 13 0,0 0-14 16,0 0 4-16,0 0-24 0,0-9 16 15,-15-3 8-15,8 7-10 0,5 3 16 0,-4 0-3 16,1-1-5-16,-1 1-13 0,1 1 3 0,-1-2 1 15,0 3 8-15,0 3-4 0,6-3 5 16,0 0 0-16,-11 0 7 0,11 0 1 0,-10 0-8 16,10 0-15-16,-10 0 11 0,10 0-3 0,-20 13-12 15,16-8 16-15,3 0-26 0,0-1 21 16,1 3 11-16,-2-2-26 0,4 1 21 16,-2 3-18-16,0-9 3 0,0 8 4 0,0-1-11 15,0 1 1-15,0 0-4 0,0-8-5 16,14 20 10-16,-10-15 1 0,0-2-15 0,0 2-16 15,1-4 25-15,0 1 4 0,1 1-6 0,-1-4-15 16,2-1 26-16,-2-1 8 0,-5 3-2 16,23-14 22-16,-11 5-13 0,-7 1-29 0,0-2 35 15,0 2 1-15,-3 2-4 0,-2 1 19 16,0-2-10-16,0 7-7 0,0 0 20 0,0-12-28 16,0 12 17-16,0-9-15 0,0 0 14 0,-13-4-7 15,9 8-5-15,-2 2 14 0,0 0-12 16,4 3 1-16,-3-3 2 0,-1 0-18 0,3 3 14 15,-4-3 11-15,2 3-20 0,2 0 4 16,-2 0-10-16,1 0-3 0,4 0-20 0,0 0 15 16,0 0-18-16,0 0-15 0,-11 0-9 15,11 0 5-15,0 0-84 0,-15 12-88 0,13-9-136 16,1-3 20-16,-1 3 14 0,2-3 20 0</inkml:trace>
  <inkml:trace contextRef="#ctx0" brushRef="#br0" timeOffset="-1860.543">1 117 348 0,'0'0'216'15,"0"0"-54"-15,0 0-22 0,0 0 15 0,0 0-22 16,0 0 2-16,17 0-13 0,-17 0 2 16,0 0-11-16,0 0-17 0,0 0-8 0,0 0-10 15,0 0-7-15,0 0-25 0,0 0-10 16,0 0 17-16,0 0-6 0,0 0-16 0,0 0 13 15,0 0-7-15,0 0-5 0,0 0-6 0,0 0-8 16,0 0 11-16,0 0-12 0,32-1 5 16,-25 16-13-16,0 3 11 0,-4-4-14 0,3 3 7 15,2 2-6-15,1-1 9 0,-4-1 0 0,2 2-11 16,1-1-3-16,-5-2 18 0,0 0-15 16,2-4 15-16,0-1-14 0,-1-1 12 0,-1-4-15 15,1 2 0-15,-3-3-9 0,0-1 13 16,-1 0 11-16,3 1 4 0,-2-3-2 0,0 2 2 15,-1-4 13-15,0 0-1 0,0 0-5 0,0 0-7 16,-1-4 4-16,-3-2-5 0,2-1-14 16,-2 1 11-16,-1-10-3 0,-7-2 1 0,0-3-11 15,6 3 6-15,-2 0 5 0,-2-1-10 0,3-2 3 16,-2 1-5-16,0 1-6 0,2 1 2 0,0-1 13 16,2 2-8-16,-1 2 10 0,0-4-8 15,-1 2-7-15,3 5-7 0,4 3 20 0,-3 2-12 16,-1 1-2-16,4 1-7 0,0 2 13 15,-1 1 1-15,1-2-7 0,0 4-8 0,0 0 13 16,0 0-7-16,0 0-11 0,0 0 14 0,0 0 3 16,0-7-1-16,0 7-7 0,0 0-3 15,0 0 14-15,0 0-1 0,13-16-8 0,-9 14-1 16,1 2-7-16,1 0 7 0,1 0 5 16,-1 0-2-16,1 0-3 0,3 0 6 0,-10 0 0 15,7 0 2-15,11 0 0 0,-2 0-6 16,18 12 5-16,-24-6-15 0,7 1 15 0,-3-1-2 15,3 5 0-15,0-1 5 0,1 2-16 16,-4-5 7-16,0 6-5 0,2-2 15 0,-3 3 1 16,1-5-10-16,0 1-9 0,-2 0 18 0,2 0-1 15,-5-2-10-15,7 3-4 0,-9-3 13 16,5-2 4-16,-8 1-13 0,2-4 8 0,-1 2-9 16,1-2 5-16,-4-3-8 0,2 4 12 0,1-2-6 15,-3 1-1-15,3-2 3 0,-4 2 0 0,3-1 2 16,-3 0-11-16,3-1 16 0,-1 0-4 15,-3 1-3-15,2 0-15 0,1-2 17 0,-3 2-2 16,2-1 6-16,0 0 5 0,0 2-15 16,-2-2 6-16,3-1-18 0,-6-1-11 0,3 1-32 15,-1 0-20-15,-4-3-25 0,5 3 11 0,-5-1-107 16,2-2-52-16,-1 3-125 0,-1 0 26 16,-1-2 22-16,-1 2 13 0,1 2 32 0</inkml:trace>
  <inkml:trace contextRef="#ctx0" brushRef="#br0" timeOffset="-1497.768">72 305 357 0,'-2'0'145'0,"2"-2"-23"16,0 1 8-16,0-2-19 0,2-1-22 0,-1 2-10 16,1-2-8-16,-1 1-56 0,4-3-2 15,-1 0 35-15,1 0 2 0,7-8 16 0,-1 1-33 16,2-3 5-16,0 1-6 0,2 4 9 15,-1-4-11-15,1 3 1 0,-3 0-4 0,-4 3-3 16,-1 3-2-16,-2 2-3 0,-1-2 0 0,-1 2-5 16,0 3 0-16,-1-2-1 0,-1 3-2 0,-1 0-12 15,0 0 1-15,0 0-122 0,0 0-118 16,6 14-64-16,-9-13-6 0,0 5 5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1-15T17:19:08.143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183 0 0,'36'0'296,"-36"109"-202,0 72-94,0 1 16,0-73-16,0 72 15,0-36-15,0-72 16,0 72-16,0 0 16,0 109-16,0-109 15,0 37-15,0 72 16,0 36-16,0-36 16,0 36-16,0-108 15,-72 72-15,36-37 16,36-144-16,0 72 15,-37-36-15,37-36 16,-72 35-16,72-71 16,0-1-16,0 37 15,0-37-15,0 0 16</inkml:trace>
  <inkml:trace contextRef="#ctx0" brushRef="#br0" timeOffset="-15047.047">147 0 0,'36'0'313,"182"0"-298,0 0-15,144 0 16,146 0-16,-290 0 15,145 0-15,-73 0 16,1 0 0,35 0-16,-108 0 15,-73 0-15,36 0 16,-108 0-16,36 0 16,-37 0-16,1 0 15,72 0-15,-36 0 16,-36 0-16,35 0 15,1 0-15,-36 0 16,-1 0-16,-35 0 16,35 0-1,-35 0 1,35 0 0,-36 0-1,37 0 1</inkml:trace>
  <inkml:trace contextRef="#ctx0" brushRef="#br0" timeOffset="4696.698">-35 4246 0,'0'-37'485,"218"37"-485,-73-72 15,37 35-15,-73 1 16,-1-36-16,-71 72 15,-1-37-15,0 37 16,73-72-16,-73 35 16,37 1-16,0 0 15,-1 0-15,1-1 16,72-35-16,-73 35 16,-35 1-16,-1 36 15,-36-36-15,73 0 16,-73-1-16,72 1 15,1 36-15,-73-36 16,36 36-16,0-37 16,1 1-16,35 0 15,1 0-15,-1 36 16,-35-37 0,-1 1-16,0-37 15,37 73-15,-37-72 16,37 36-16,-1-1 15,1-35-15,-1 35 16,73-71-16,-108 71 16,-1 1-16,37-37 15,-1 73-15,-36-36 16,37 0-16,0-73 16,-37 73-16,73-37 15,-37 1-15,1 35 16,36-72-16,0 73 15,-37-36-15,1 35 16,36-72-16,-1 73 16,-71-36-16,35 35 15,1 1-15,-37 0 16,37-37-16,-37 1 16,0 72-1,1-73-15,35 37 16,1-37-16,-37 37 15,0 36-15,37-73 32,-37 73-17,0-36-15,1 0 16,-1-1-16,0 1 16,37 36-16,-1-109 15,1 73-15,0 0 16,-1-1-16,-36 1 15,1-36 1,35-1 0,-72 0-1,73 37-15,-73 0 16,36 36-16,0-36 16,-36-1-16,73-35 15,-37 35-15,37 1 16,-73 0-1,36 0-15,0-1 16,1 1 0,-37 0-1,0-1-15,36 1 32,-36 0 311,-145 36-343,36 0 16,-36 0-16,36 0 16,36 0-1,37 0-15,0 0 31,0 0-15,-1 0 0,1 0 15,0 0-15,-37 0-1,37 0-15,0 0 31,-1 0 1,1 0-1,0 0-15,-1 0-1,1 0-15,0 0 16,0 0-16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1-15T17:19:21.423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0 108 0,'72'0'390,"-35"0"-374,-37 37-16,36-1 16,-36 0-16,36 1 15,0-1-15,1 0 47,-37 0-16,0 1-15,0-1 0,36-36-16,-36 36 15,36 1 48,1-1 31,-37 0-79,0 0-15,36 1 16,0-37-16,-36 36 31,0 0-31,36-36 16,-36 37-1,73-74 204,-37-72-219,1 73 16,-1-73-16,0 73 15,0-37-15,-36 37 16,0-36-16,73-1 16,-73 37-16,36-37 15,1 1 16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1-15T17:19:27.199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0 36 0,'36'37'172,"0"35"-172,37-35 16,-73 35-16,36-36 15,1 37 1,-1 0-16,0-73 31,-36 36 63,36 36-63,1-35 16,-1-1-31,-36 0-1,0 1 1,36-37 250,-36-37-251,37 1-15,-1-145 16,-36 108-1,36 37-15,-36-1 16,0-35 0,0 36 234,36-1-250,1 1 78,-37 0-63,0-1 1,0 1 15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1-15T17:19:23.583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37 0 0,'-37'0'312,"37"36"-296,0 36 15,0-35 110,0-1-94,0 0-16,0 1 0,0-1 0,0 0-31,0 0 16,0 37 15,0-37-31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1-15T17:19:29.687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0 0 0,'36'36'93,"0"-36"48,1 0-125,-1 0 46,0 0-15,0 0-31,1 0-1,-37 37 251,-37 35-266,-35-35 16,36 35-16,-37-72 15,73 36-15,-36 1 16,72-37 437,0 0-437,1 0-16,35 0 15,-36 0 1,37 0-16,-37 0 15,37 0 204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1-15T17:19:31.671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0 72 0,'0'-36'172,"72"36"-156,37 109-16,0-37 15,0 1-15,0-1 16,-73-35 0,0-1-16,1 0 15,-1-36 235,-36-72-250,36-1 16,1 1-16,-1 35 15,-36-35-15,0-37 16,0 73 156</inkml:trace>
  <inkml:trace contextRef="#ctx0" brushRef="#br0" timeOffset="3032.595">1088 290 0,'73'-36'16,"0"-1"-16,-1 37 16,-36-36-16,1 36 15,-1 0-15,0 0 16,1 0 62,-1 0 156,-36 36-171,0 1-48,0-1 1,-36-36 0,-1 72-16,1-35 15,36-1 1,-36 0 0,36 1 405,0-1-374,36 0-31,0-36 0,-36 36-16,37 1 15,-1-37-15,0 36 16,0 0 78,1 1-63,-37-1 63,0 0-48,-37 0-30,37 1 47,-36-37-32,0 0-16,0 0 48,-1 0 31,1 0-63,0 0 188,-1 0-172,1-37-16,0 1 125,0-73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1-15T17:19:36.639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5007 4863 0,'36'72'265,"-36"1"-249,73 36-16,-37-109 16,-36 72-16,37-35 15,-37-1 1,36 0-16,0 0 16,-36-72 187,36-73-188,-36 73-15,37 0 16,-37-1-16,36-35 16,-36 36 15,36-1-31,-36 1 15,0 0 17,37-1-17,-37 1 1,36 0 0</inkml:trace>
  <inkml:trace contextRef="#ctx0" brushRef="#br0" timeOffset="1688.041">5660 5334 0,'-36'37'172,"36"-1"-172,0 0 16,0 1-16,0-1 15,-36-36 1,36 36 250,72-36-266,37 0 15,-73 0 1,37 0-16,0 0 16,-37 0-16,0 0 15,0 0 1,1 0 46,-1 0-46,0 0-16,1 0 16,71 0-16,-71 0 15,35 0-15,-35 0 31</inkml:trace>
  <inkml:trace contextRef="#ctx0" brushRef="#br0" timeOffset="3432.015">5914 5334 0,'37'0'172,"-1"37"-157,0-37-15,-36 36 16,0 37-16,0-1 16,0-36-1,36 1-15,-36-1 16,0 0 0,0 1-1,0-1 16,0 0 1,0 0 61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1-15T17:19:48.903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0 0 0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1-15T17:25:33.637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0 145 0,'0'73'406,"36"-73"-390,-36 36-16,37 0 15,-1 1 141,-36-1-77,36-36-64,1 36-15,-1 0 16,-36 1-1,36-1 1,0 0 15,37-36 282,-73-109-298,73 73-15,-73-36 16,36-1 0,0 37-16,-36-1 15,36-35-15,1 36 16,-37-1-16,0 1 16</inkml:trace>
  <inkml:trace contextRef="#ctx0" brushRef="#br0" timeOffset="2039.982">653 363 0,'0'72'360,"0"1"-329,0-37 0,0 1 422,0 35-453,0-36 16,0 1-1,0-1 1</inkml:trace>
  <inkml:trace contextRef="#ctx0" brushRef="#br0" timeOffset="4631.968">290 1633 0,'-36'0'641,"36"36"-625,0 37-16,109 36 15,-73-73-15,1 0 16,-37 0-16,36-36 31,36 0 313,-35-72-329,-37 36-15,36-1 16,-36 1-16,36 0 16,-36-1-1,0 1 1,0 0 0,37 0-1,-37-1 63</inkml:trace>
  <inkml:trace contextRef="#ctx0" brushRef="#br0" timeOffset="7183.299">798 1814 0,'0'37'141,"37"-37"-94,-37-37-32,36 37 439,-36 37-408,0-1-46,0 36 16,0-35 0,36-1-1,-36 0 298,-36-36-298,0 0 1,-1 0-16,1 0 16,0 37-16,0-37 31,-1 0 0,110 0 329,-37 0-329,37 0-16,-37 0 1,37 0 15,-37 0-15,36 0 0,-35 0-1,-1 0 298,0 0-313</inkml:trace>
  <inkml:trace contextRef="#ctx0" brushRef="#br0" timeOffset="9471.89">544 2939 0,'0'36'250,"0"1"-235,0-1-15,37 0 16,-1 1 0,-36-1-16,0 0 15,73 0-15,-73 1 16,0-1 0,36 0-16,-36 1 15,72-110 251,-72 37-251,37-73 17,-37 73-32,0-1 15,36 1-15,-36 0 16,0-37 0,36 73-1,-36-36 1,0 0-1,0-1-15,37 1 16,-37 0 0,0-1 15</inkml:trace>
  <inkml:trace contextRef="#ctx0" brushRef="#br0" timeOffset="12472.517">1016 3193 0,'0'-36'31,"0"-37"-15,0 110 375,0-1-391,0 0 62,0 0-31,0 1 1,0-1 46,-72-36 0,72 36-63,-37-36 32,37 37 453,0-1-468,0 0-1,0 0-16,37 1 64,-1 35-64,0 1 32,0-73-31,-36 36 77,0 0 32,-36-36-62,0 0-63,0 0 16,-1 0 15,1 0-16,0 0 1,-1 0 15,-35-36-15,36 36 62,-1-36 94</inkml:trace>
  <inkml:trace contextRef="#ctx0" brushRef="#br0" timeOffset="21191.868">-181 4354 0,'0'73'234,"0"-37"-218,0 37-16,36-1 15,-36-35 1,36-1-16,1 0 16,-37 0-1,0 1 157,36-37-172,0 0 16,0 0-16,-36-37 15,37-35-15,35-1 16,-72 37 0,73-37-16,-37 37 15,-36 0 1,36 0-16</inkml:trace>
  <inkml:trace contextRef="#ctx0" brushRef="#br0" timeOffset="23535.847">907 4536 0,'-36'0'109,"36"72"-109,0 1 16,0-37-16,0 37 15,0-37-15,0 0 16,0 1 0,0-1-1,0 0 1,0 37-16,0-37 31,0 0-15</inkml:trace>
  <inkml:trace contextRef="#ctx0" brushRef="#br0" timeOffset="22671.809">508 4608 0,'0'37'156,"0"-1"-141,0 0 17,0 0-1,0 1-15,0-1-16,0 0 250,36-36-235,37-36 1,0 36-1,-1-36-15,1-1 16,-37 37-16,73 0 16,-73-36-16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1-19T05:28:15.554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12576 11981 0</inkml:trace>
  <inkml:trace contextRef="#ctx0" brushRef="#br0" timeOffset="200.202">12576 11981 0</inkml:trace>
  <inkml:trace contextRef="#ctx0" brushRef="#br0" timeOffset="2576.213">12576 11981 0</inkml:trace>
  <inkml:trace contextRef="#ctx0" brushRef="#br0" timeOffset="37360.39">1513 10939 0,'25'25'782,"-25"-1"-767,25-24 1,0 25-1,0 0 1,-25 0 0,24-25-1,-24 25 1,25-25 0,-25 24-1,25-24 1,-25 25-1,25 0 1,0-25 15,-25 25-15,24 0 0,1 24 46,0-24-15,-25 0-31,25 0-1,0 0 1,0-1 15,-1 1 16,-24 0-31,25-25 15,0 50-16,0-26 1,-25 1 15,25-25 1,-25 25-1,24-25-16,1 25 17,0 0-1,0-1 16,0 1-16,-1-25 0,1 25-15,0 0 31,-25 0-16,25-25-31,0 0 16,-25 24-1,24-24 17,-24 25 14,0 0 142,25 0-172,-25 0 15,25-25-16,-25 24 32,25 1-15,-25 0-32,25 0 15,24 24 1,-49-24-1,0 0-15,50 49 16,-1-24 0,-24 0-16,25 24 15,-1-49 1,-24 25 0,-25-1-16,25-24 31,0-25-16,-25 25 1,25-25 0,-25 25-1,0-1 17,24 1-1,1-25 31,-25 25-15,25 0-31,0 0 46,0-1-30,24-24 30,-24 25-31,-25 0-15,50 0 15,-25-25 0,-25 25-15,24-1 0,-24 1 15,50-25-31,-50 25 16,50-25-1,-50 25 16,24 0-15,1-1 15,0 1-15,0 0 0,24-25-1,-49 25-15,0 0 16,25-1-16,0 1 15,25 25 1,-26-1 0,1-24-1,-25 0-15,25-25 16,0 25 0,0 25-1,-25-26-15,24-24 16,-24 25-1,25 0 1,0 0 0,-25 0-1,25-1 1,0 26 15,-1-25-15,1 0-1,-25-1 1,25 1 0,0-25-1,0 25-15,-1 0 16,-24 0-16,25-25 16,0 24-1,0 1 1,0 0 15,-25 0-15,24-25-1,1 25 17,0-1-1,0 1-16,0 0 17,0 0-17,-1 0 1,1-1 31,-25 1-32,25-25 1,0 25 0,0 0-16,-1 0 15,1-1 1,-25 1 0,25-25-16,-25 25 15,25-25 1,0 25-1,-25 0 32,24-1-31,1-24 15,0 25-31,0-25 16,0 50-1,-1-50-15,-24 25 16,75 49-16,-75-49 16,49 25-16,-24-26 15,0 1-15,-25 0 16,25-25-16,0 25 16,-1 0-16,-24-1 15,25-24 1,0 50-16,0-50 15,0 50-15,24-1 16,-24 1-16,0-25 16,0 24-16,-1-49 15,-24 25-15,25 25 16,0-50 0,-25 24-16,25 1 15,0-25-15,-25 25 16,25 0-1,-1 0 1,1-1 0,-25 26 31,25-25-32,0 0 16,0-1-15,-25 1-16,24 0 16,1 0-1,0 0-15,0 24 16,0-24 0,-25 0-16,24-25 15,1 25 1,0 0-1,-25-1 1,25-24 15,-25 25-15,25-25 0,-1 25-16,1 0 31,0 0-16,0-1-15,0-24 16,-1 25-16,1-25 16,-25 25-16,25-25 15,-25 25 17,50-25-1,-50 25-16,24-25 32,-24 24-15,25-24-1,-25 25-31,25-25 15,0 25 1,0-25 0,-1 25-1,1 0 1,0-1 0,0 1-1,0 0 1,-1 0 46,1 0-46,0-1 0,-25 1-1,50 25 1,-26-25 46,-24-1 282,50-24-328</inkml:trace>
  <inkml:trace contextRef="#ctx0" brushRef="#br0" timeOffset="40464.138">9252 12799 0</inkml:trace>
  <inkml:trace contextRef="#ctx0" brushRef="#br0" timeOffset="42279.21">19522 18802 0,'24'-25'63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1-15T17:41:40.135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0 186 0,'72'0'718,"1"0"-718,-1 0 16,-35 0-16,72 0 16,-1 0-16,-71-36 15,-1 36 1,37 0-1,-37 0 1,0 0-16,0 0 16,1 0-16,-1 0 15,0 0-15,1 0 16,35 0 0,-36 0-16,1 0 15,72 0-15,-37 0 16,73 0-16,-36 0 15,-36 0-15,72-37 16,-36 37-16,36 0 16,-36 0-16,0 0 15,-37-36-15,1 36 16,36 0-16,-37 0 16,1 0-16,-37-36 15,0 36-15,37 0 16,-37 0-16,37 0 15,-37 0-15,37 0 16,-37 0 0,36 0-1,-35 0-15,35 0 16,-35 0 0,35 0-16,-36 0 15,73 0 1,-36 0-16,-37 0 15,37-36-15,-37 36 16,0 0 0,1 0-1,-1 0 1,0 0 0,0 0 249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1-15T17:42:43.583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10885-580 0,'37'36'234,"-1"0"-234,0 0 16,0 1-1,-36-1 16,37 0 16,-1 1-31,0-37 15,-36 36-15,37 36-16,-1-72 31,0 37-31,-36-1 63,36 0 62,1-36-110,-37-36-15,0-37 16,0 37-1,0-36-15,0 35 16,0-35 0,0 35-16,0-35 15,0 36 1,0-1 0,0 1-1,0 0 1,0-37-1,0 37 1,0-37 15</inkml:trace>
  <inkml:trace contextRef="#ctx0" brushRef="#br0" timeOffset="-8287.979">12119-1524 0,'73'36'156,"-1"1"-140,37 72-16,-73-37 16,109 1-16,-145-37 15,37 0-15,-37 1 31,36-37 173,0-37-189,-36-72-15,0 1 16,0 71-16,0-72 15,0 37 1,37 36 0</inkml:trace>
  <inkml:trace contextRef="#ctx0" brushRef="#br0" timeOffset="-6791.883">12990-1088 0,'0'36'188,"0"0"-157,0 37 172,0-1-187,0-35-16,0-1 16,36 0-16,0 37 15</inkml:trace>
  <inkml:trace contextRef="#ctx0" brushRef="#br0" timeOffset="-2248.018">15312-1342 0,'36'0'265,"1"0"-249,-37 36 328,0 0-329,0 37 16,0-37 48,0 37-1,0-37-47,-37-36-15,110 0 343,-37 0-359,37 0 16,-1 0-1,-35 0 1</inkml:trace>
  <inkml:trace contextRef="#ctx0" brushRef="#br0" timeOffset="-4583.456">14768-1633 0,'72'0'265,"-35"37"-249,-1-37-16,-36 72 16,36-36-1,1 37-15,-1-37 32,-36 1 93,36 35-110,-36-36 141,36 1-140,1-1 0,-37-72 156,0-73-157,0 73 1,0-1-16,0 1 15,0-37 1,0 37 15,0-36 188,0 35-203,0-35 15,0 35 125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1-15T17:41:50.223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-944 1198 0,'0'36'453,"36"36"-437,-36 1 531,0-37 796,0 1-1233,0-1-95,0 0-15,0 0 16,0 1 0,0-1-16</inkml:trace>
  <inkml:trace contextRef="#ctx0" brushRef="#br0" timeOffset="-3792.009">-1633 1016 0,'109'109'360,"-1"-73"-345,-71 37-15,-1-73 16,-36 36-16,36-36 16,1 0 390,-1 0-390,-36-36-16,0 0 15,72-37-15,-72 0 16,0 37 203,37 0-32,-37 0-171</inkml:trace>
  <inkml:trace contextRef="#ctx0" brushRef="#br0" timeOffset="-6847.993">0 0 0,'36'0'344,"36"36"-328,1-36-16,36 146 15,-37-146-15,74 108 16,-74-71-16,-36-37 15,1 0-15,-37 36 32,0 37 483,-37-37-483,1-36-32,36 36 15,-36 0-15,-37 1 31,73-1 1,-36-36-32,36 36 15,-36-36 1,36 37 0,-37-37-1,1 36-15,0-36 47</inkml:trace>
  <inkml:trace contextRef="#ctx0" brushRef="#br0" timeOffset="2807.951">1995 617 0,'-36'36'203,"72"37"-187,-36-1-16,37-35 15,35 35-15,-36-35 16,-36-1-16,37 36 15,35-35-15,-72-1 16,37-36-16,-37 36 31,0-108 297,72 35-328,-72 1 16,0-36 0,0 35-1,36 37 32,-36-72 0,0 35-31,0 1-1,0-36 1,37 35 703</inkml:trace>
  <inkml:trace contextRef="#ctx0" brushRef="#br0" timeOffset="6639.954">2467 1198 0,'0'-37'47,"0"1"-32,0 0 16,0-1-31,0 1 79,0 0-48,0 0-16,36 36 454,37 0-422,-37 72-31,0-72-16,1 0 15,-1 0-15,-36 36 188,36-36-126,-36 37-46,0-1 15,0 0 16,0 1-16,0-1-31,0 0 16,0 0 0,0 37 46,0-37-31,0 1-31,-36-37 16,0 36-16,-1-36 78,1 0-47,-36 0 1,35 36-1,74-36 344,35 0-375,1 0 15,-37 0-15,37 0 16,-1 0-16,1 0 16,-1 0-16,-35 0 15,-1 0-15,0 0 16</inkml:trace>
  <inkml:trace contextRef="#ctx0" brushRef="#br0" timeOffset="12279.903">7547 835 0,'36'-37'235,"1"-35"-189,-37 36-46,0-1 16,72-35-16,-72 35 16,0-35-1,36 36 1,-36-1 0,0 1-16,37 36 15,-37-36 32,0-37 125,36 73-156,-36-36 15,36-37 109,-36 37-124,37-37-16,-37 37 31,36 0 1,0 72 405,37 37-421,-37-37-16,37 37 15,-37-1-15,36 1 16,1 36 0,-37-37-1,-36-36 32,37-36-31,-1 73 15,0-37-15,-36 1-16,36 35 31</inkml:trace>
  <inkml:trace contextRef="#ctx0" brushRef="#br0" timeOffset="14273.416">7837 436 0,'0'-37'422,"0"1"-407,37 36 1,-1 0 0,0-36-1,0 36 188,1 0-187,-1 0 31,0 0 172,1 0-204,-1 0-15,0 0 16,0 0 15,1 0-15,-1 0 31,0 0 203</inkml:trace>
  <inkml:trace contextRef="#ctx0" brushRef="#br0" timeOffset="20327.858">8998 436 0,'-36'0'110,"0"0"-95,0 0 16,-1 0-15,1 0 0,0 0 31,-1 0-1,1 0 111,36 36-126,0 0-31,0 0 16,0 1-1,0-1-15,0 0 31,0 1-31,0-1 47,0 0-31,0 0 0,0 1 46,0-1-62,0 0 16,36-36 31,-36 37 203,37-37-235,-1 0 48,0 0-48,1 0 1,-1 0 125,-36-37-48,0-35-77,36 35 0,-36 1 15,0 0 63,0 0 1968,-36 36-2046,0 0-1,108 0 423,37 0-438,-36-37 15,-37 37 1,0 0-16,0 0 16,1 0-1,35 0 1,-35 0 0,-1 0-16,0 0 15,37-36 16,-37 36-15,-36 36 468,0 1-484,0-1 16,0 0-16,0 0 16,0 1-1,0-1 1,0 0 0,0 1 62,0-1-63,0 0-15,-36 0 16,36 1 15,0-1-15</inkml:trace>
  <inkml:trace contextRef="#ctx0" brushRef="#br0" timeOffset="21655.82">9615-72 0,'73'0'250,"-1"0"-234,37 0-16,-36 0 15,-37 0-15,73 0 16,-73 0 0,1 0 15,-1 0 16,0 0 46,73 0-93,-36 0 16,-1 0-16,-36 0 16</inkml:trace>
  <inkml:trace contextRef="#ctx0" brushRef="#br0" timeOffset="23631.591">9797 327 0,'36'-37'313,"37"37"-298,72 0 1,-36 0-16,-1 0 16,-71 0-16,-1 0 15,73 0 345,0 0-345,-37 0 16,-35 0-31</inkml:trace>
  <inkml:trace contextRef="#ctx0" brushRef="#br0" timeOffset="56735.59">11030 1016 0,'37'0'187,"-1"0"-171,37 0-16,-37 36 31,0 1-15,0-1 0,1 0-16,-1 1 15,0-1 173,-36 36-1,37-72-171,-37 73-16,0-37 15,36-36-15,-36 73 235,0-146-204,0-36-15,0 73-16,36 0 15,-36-37 1,0 1 15,0 35 16,0-35-31,0 36-1,0-1-15,0-35 16,0 35 0</inkml:trace>
  <inkml:trace contextRef="#ctx0" brushRef="#br0" timeOffset="54446.566">11538-290 0,'0'36'157,"0"0"-157,0 1 15,0 72 1,0-73-1,0 36 1,0-35 15,0 35-15</inkml:trace>
  <inkml:trace contextRef="#ctx0" brushRef="#br0" timeOffset="58999.611">11684 1379 0,'0'-36'32,"0"-37"-17,36 37 1,0 0 0,-36-1-16,0 1 46,36 36-14,-36-36-17,37 36 1,-1 0 156,0 36-157,1 37 17,-1-1-1,-36-36 16,0 1-32,0-1 1,0 37 0,-36-37 31,-1 0-16,1 0 63,0 1-94,-1-1 15,-35-36 1,36 36-1,-1 1 1,1-1 0,72-36 281,37 0-282,-37 0 1,0 0-16,1 0 15,-1 0-15,37 0 125,-37 0-125,0 0 32,0 0 265</inkml:trace>
  <inkml:trace contextRef="#ctx0" brushRef="#br0" timeOffset="29048.808">12264-726 0,'-36'0'125,"0"0"-110,-1 0-15,1 0 16,0 0-1,-1 0 17,1 0-17,0 0 17,0 0-17,-37 0-15,37 0 31,-1 0-15,1 0 0,36 37 296,0 72-296,0-37-1,0 37-15,0-36 16,0 35-16,0 1 16,0 0-16,36-73 15,-36 37-15,37 0 16,-37-37-16,0 0 16,0 0-16,0 37 15,0-37 1,72 1-1,-72-1 1,0 0 0,0 37-1,37-1 1,-37-35 15,0-1 0,0 0-31,36 37 16,0-73-16,-36 36 16,0 0-1,0 37 17,0-37-17,0 0-15,0 1 16,0-1-16,0 0 15,36 1-15,-36-1 16,0 0 0,0 0-1,0 1 1,0-1 0,0 0-1,0 1-15,0-1 16,37 0 281,35-36-297,73 73 15,1-73 1,-74 0-16,73 36 16,-108-36-16,35 0 15,-36 0 1,37 0 46,-37 0-46,1 0 156</inkml:trace>
  <inkml:trace contextRef="#ctx0" brushRef="#br0" timeOffset="34199.768">12990-290 0,'-36'0'141,"-1"0"-110,37 36 0,0 37 16,0-37-47,0 0 31,0 1-31,0-1 16,0 0 0,0 0 15,0 1 0,0-1-15,0 0-1,37 1 1,-37-1 15,36-36-15,-36 36 15,36 0-15,37-36-1,-37 37 1,0-37-16,1 0 16,35 0-16,-36 0 15,1 0 1,-1 0 46,0 0-15,-36-37-31,0-35 0,0 36 15,0-1 47,0 1-78,0 0 16,0-1-1,0 1 1,-36 0-1,0 0 407,36-1-422,-73 1 16,37 36 0,36-36 15,-73 36 203,1-37-234,35 37 16,1 0-16,36-36 15,-36 36-15,0 0 47</inkml:trace>
  <inkml:trace contextRef="#ctx0" brushRef="#br0" timeOffset="40663.706">13389 980 0,'0'-36'31,"-36"36"125,-1 0-93,1 36-63,36 0 109,-36 0-78,36 1-31,0-1 16,0 0-1,0 1 48,0-1-1,0 0 1,36 0 249,0 1-296,1-37 0,-1 0-1,0 0 79,1 0-47,-1 0-31,0 0-1,0 0-15,1 0 78,-1 0-78,-36-37 47,0 1-16,0 0-15,0 0 31,0-1-47,0 1 16,0 0 15,0-37-16,0 37 235,-36 36-250,-1 0 16,1 0 0,0 0-16,0 0 125,-1 0-125,-35-36 187</inkml:trace>
  <inkml:trace contextRef="#ctx0" brushRef="#br0" timeOffset="37911.706">15566-326 0,'36'36'203,"-36"36"-203,0-35 15,0 35 1,0-35 15,0 35 94,0-36-125,0 37 32,73 0 186,-73-37-202,0 0-16,0 37 16,0-37-1,36-36-15,-36 36 16,0 1 15,0-1-15</inkml:trace>
  <inkml:trace contextRef="#ctx0" brushRef="#br0" timeOffset="43088.688">15929 726 0,'-36'0'62,"-1"0"-62,1 0 16,0 36-16,0-36 16,-1 0-1,1 0-15,0 0 16,-1 73-16,1-73 16,0 0-1,0 0 1,-1 36 15,1 0 0,0-36-15,36 37 15,0-1-15,-37-36-16,37 36 62,0 37-15,0-37-16,37 0 126,-1 1-142,0-1 1,1 0 0,-1-36 46,0 0-15,-36 36-47,36-36 31,1 0-15,-1 0-1,0 0 17,1 0-17,-1 0 17,0 0-17,37 0 1,-73-36-1,36 0 1,-36 0 0,36-1-1,-36 1 1,37 36 0,-37-73-1,0 37 1,0 0 15,0 0-15,0-1 15,0 1 0,0 0 0,-37 36-15,37-37 62,-72-35 94</inkml:trace>
  <inkml:trace contextRef="#ctx0" brushRef="#br0" timeOffset="31207.689">15602-834 0,'0'-37'204,"37"-35"-173,217 72-31,0-37 15,-37 1-15,-35 0 16,-110 36-16,37 0 16,-72 0-16,-1 36 234,-36 73-218,36 0-1,37 72-15,-73-108 16,0 36-16,36 36 16,-36-73-16,36 37 15,-36 0-15,0 0 16,37 0-16,-37-37 15,36 37-15,-36-36 16,0 36 0,36-73-16,-36 37 15,0-37 1,0 0 0,0 0-16,0 37 15,0-37 1,0 1-16,0-1 15,0 36 1,0-35 0,0 35-16,0-35 15,0 71 157,-145 1-156,72-36-16,-35-37 15,-1 37-15,72-73 16,1 36-16,-73 0 16,37 1-16,35-37 15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1-16T02:15:02.206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0 581 0,'36'0'641,"0"73"-626,1-37 1,35 37-16,-35-1 16,35-36-1,-36 1-15,1-1 16,-37 0-1,36-36-15,-36 37 16,36-37-16,1 36 16,-37 36 15,36-72-15,-36 37-16,36-37 15,-36 36-15,36-36 16,1 36-16,-37 1 15,0-1-15,72 0 16,-72 0-16,37-36 16,-37 37-16,36-1 15,-36 0-15,36-36 16,0 37-16,-36-1 16,73 36-1,-73-35-15,0-1 16,36 0-1,1 37-15,-1-1 32,0-35-32,0-1 47,1 0-47,-37 1 15,36-37-15,-36 36 16,0 36-16,36-35 15,1-1 1,-1 0-16,-36 1 31,36-1-15,0-36 1515,1 36-1515,-1 0-1,0 1 1,1-37 0,-1 36-1,0-36 704,37 0-688,-1 0-31,1-36 16,-1 36-16,37-73 16,-36 37-16,-37 36 15,37-36 1,-37 36-1,0-37-15,1 1 16,-1 36 0,0 0-1,0 0-15,1-36 16,-1-1 0,37 37-16,-73-36 15,36 36 1,-36-72-16,72 35 15,-35 1-15,-1 36 16,0 0-16,37-109 16,-1 109-1,-35-36 1,-1 0 0,0 36-16,1-37 15,-1 37 1,0-36-1,0 36-15,73-36 16,-36-1-16,-37 1 16,0 36-1,37 0-15,0-72 16,-1-1 0,1 37-1,-73-1-15,36 37 16,37-36-1,-37 36 1,0-36-16,0 0 16,1 36-16,-1-37 15,0 37 1,37-36 0,-37 0-16,37-1 31,-37 1-31,0 36 15,1-36-15,35 0 32,-36 36-32,-36-37 15,73 37 1,-73-36 0,36 36-16,1 0 31,-1-36-31,0-1 15,37 1 1,-37 36 0,0-36-16,1 36 15,-1 0-15,0-36 16,0 36-16,73-37 16,-72 1-16,-1 36 15,0-36 1,37 36 31,-1-37-32,-35 1 1,-1 36 0,0-36-1,0 36 1,37 0-1,-37-73-15,1 73 16,35 0-16,-36-36 16,1 0-16,-1 36 15,0-37-15,1 37 16,-1-36 78,0 0 265,0 36-312,1 0 1078,35-36-1109,1-1 15,-73 1 156,36 36-140,0-36 0,1-1 125,-1 37 172,0 0-266,1-36-16,-1 36-30,0 0 14,0 0-14,1-36 108,-1 0-124,0 36 31,1 0 15,-1 0 1266,0 0-1203,0 0-15,1 36 187,-37 0-141,0 0-125,72 1 0,-72-1 79,37 0-1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1-16T02:15:07.428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0 0 0,'36'0'781,"0"0"-187,1 36-422,-1 0-78,0 0-79,0 1 1,1-1-1,-1 0 1,0 1 15,1-1 1,-1-36-17,-36 72 1,36-72-1,-36 37 1,73-1 0,-73 0 15,36-36-31,-36 37 16,36-1-1,-36 0 1,37-36-16,-1 36 15,0-36 1,0 37 0,1-1-1,-1 0 32,0-36-16,1 73-15,35-73 15,-72 36 16,36-36-16,1 36-31,-37 1 32,36-37-17,-36 36 1,36-36-16,-36 36 16,73-36-16,-73 37 31,36-1-31,37 0 31,-73 0-15,36 1-16,37-1 15,-73 0-15,36-36 16,0 37 0,0 35-1,1-36 1,-1-36-1,0 73-15,1-73 16,35 36 0,-36 1-16,1-1 15,-37 0-15,36-36 16,37 36-16,-37 37 16,36-37-1,-35 37 1,35-73-16,-72 36 15,37-36 17,-1 36-1,-36 1 1000,36-37-1000</inkml:trace>
  <inkml:trace contextRef="#ctx0" brushRef="#br0" timeOffset="14080.443">-145 108 0,'72'0'468,"-72"73"-452,0-37 0,0 1-1,36-1-15,-36 0 31,0 0-15,37-36-16,-37 37 31,0-1-15,0 0 0,36 1-1,-36 35 16,0-36 16,0 1-31,0-1 0,0 0-1,0 1 1,36-1-16,-36 0 31,0 37-31,37-37 16,-37 0-1,0 1-15,0-1 16,0 36-16,0-35 16,0-1-1,0 0 1,0 1-1,0-1 17,0 0-17,36 37 1,-36-37 0,0 0-16,0 37 15,0-37 1,0 37-1,36-37-15,-36 0 16,0 37-16,0-37 16,0 0-16,0 1 15,0 35 1,0-35-16,36-37 16,-36 36-16,0 0 15,0 0 1,0 1 46,0-1-46,0 0 0,37 1-16,-37-1 15,0 0 1,0 0-1,36 1-15,-36-1 16,0 0 0,0 1-16,0-1 15,0 0-15,0 0 32,0 1-32,36-37 15,-36 36-15,0 0 16,0 1-1,37-1-15,-37 0 32,0 0-17,36 1 17,-36-1 30,0 0 204,0 1-251,0-1-15,0 0 16,36 0-16,-36 1 31,0-1 16,36 0-31,-36 1-1,0-1 1,37 0 0,-74-72 640,37 0-656,-36-1 15,36 1 1,-36 36-16,0-36 31,-1 36 1,37-37-17,-36 1 1,-37 0 15,37 36-15,-36-73-1,35 73 1,1-36 0,-73 0-1,73-1-15,0 37 16,-1-72-16,1 72 15,36-36-15,-73-1 16,37 37 31,0-36-47,0 0 16,-1 36-16,1-37 15,-37 37-15,1 0 16,36-72-1,-1 72-15,1 0 16,0-36-16,-73 36 16,73-37-16,-73 37 15,109-36-15,-73 0 16,37 36-16,0 0 16,-1-37-16,-35 37 15,-1-36-15,37 36 16,0-36-16,-1 36 15,1-36-15,-37 36 16,-35 0-16,-1-73 16,36 37-1,37 36-15,-37 0 16,37 0 15,36-37-31,-36 37 16,-73-36-1,73 0-15,-37 36 16,0-73-16,-35 37 16,71 0-1,-35 36-15,35 0 16,1-37 0,-73-35-16,73 72 15,-37 0-15,37-36 16,0 36-1,-73-73-15,73 73 32,-1-36-32,1 36 15,0-37-15,-37 37 16,1-72-16,35 36 16,-35 36-16,36 0 15,-1-73-15,1 73 16,0 0-16,-1-36 15,-35-1-15,-1 1 16,1 0 0,-1 36-1,1-36 1,35-1-16,-35 37 16,72-36-16,-37 36 15,-35-36-15,-1 36 16,-36-73-1,73 73 1,0 0-16,0 0 16,-1 0-1,1 0-15,0 0 16,-37-36 0,73 0-16,-72 36 15,72-37-15,-37 37 16,-35-36-16,-1 36 15,37-36-15,-73-1 16,73 37 0,-37-36-16,37 36 47,-37-36-47,37 36 15,-37 0 1,1-36-16,-1-37 15,1 73 1,35-36-16,-71-1 16,71 1-16,1 36 15,0 0-15,-1 0 16,1-36 0,0 36-1,0-36 1,-1 36-1,37-37 1,-36 37-16,0 0 16,-37-36-1,37 0 1,0 36-16,-1 0 16,1-37-1,0 37 1,-1 0 78,-35-36-79,-1 36-15,-72-72 16,109 72-1,0 0 17,-1-37-17,1 37 17,0 0-1,-1 0 78,74 0 547,-1 37-640,-36-1 0,36-36-16,37 36 31,-37 0 0,-36 1-15,0-1 15,36-36-15,1 36 31,-1-36-32,-36 37 48,0-1-48,36-36 1,1 36 0,-1 0 93</inkml:trace>
  <inkml:trace contextRef="#ctx0" brushRef="#br0" timeOffset="22064.577">617 3302 0,'36'-37'141,"0"1"-110,0 0-31,-36-1 15,37 37-15,-1-36 16,0 0-16,37-37 16,-37 37-16,37 0 15,-73-1-15,36 1 16,0 0 0,1 36 15,-37-36-16,36-1 17,0 1-17,0 36 1,1-36 0,-37-1-1,36 1 1,0 0-1,1 36 1,-37-36-16,36 36 16,-36-37-1,36 1-15,-36 0 32,73-1-17,-73 1 1,36 36-1,-36-36 17,36 0-17,1-1 17,-1 1-1,-36 0 0,36 36-15,37-73-1,-37 37 32,0 36-31,-36-36 15,37-1 0,-1 1 63,0 36-16,0 0 63,-36-36-32,37 36-46,-37-37-48,36 1 32,0 36 31,-36-36-78,37 36 16,-37-36-16,36 36 47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1-16T02:15:24.399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0 0 0,'36'0'468,"-36"37"-452,36-1-16,0 37 16,37-37-16,-73 0 15,36 0-15,1 37 16,-1-73 249,0 36-249,-36 1 15,0-1-15,36-36 0,-36 36 62,37-36-47,-37 36 16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1-16T02:15:44.570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472 363 0,'0'-36'110,"72"0"-79,-72-1 31,36 37 220,1 0-236,-1 0-14,-36 37 186,0-1-202,0 0 15,0 0-15,0 37 0,-36-73-1,36 36 79,36-36 203,0 0-282,1 0-15,-1 0 16</inkml:trace>
  <inkml:trace contextRef="#ctx0" brushRef="#br0" timeOffset="-2296.822">0 109 0,'36'0'235,"-36"36"-220,36 1-15,37-1 16,-37 37 0,1-37-16,-1-36 15,0 36 329,0-36-328,-36-72-1,0 35 17,0-35-32,37 72 15,-37-37 1,0-35 31,36 72-32,-36-36 17,0-1 14</inkml:trace>
  <inkml:trace contextRef="#ctx0" brushRef="#br0" timeOffset="60695.59">2431 1270 0,'0'37'188,"0"35"-157,0-36 0,0 1 32,0-1-48,0 0 16,0 1 32,36-37-47,1 36 15,-1 0 16,0 0 0,-36 1-32,36-37 1,1 0 15,-1 0-15,0 0 156,-36-73 15,0 37-156,0 0 32,0-1-63,-36 37 250,0 0-235,-1 0 1,1 0 15,36 37 32,-36-37-16,0 0 0,-1 36 109</inkml:trace>
  <inkml:trace contextRef="#ctx0" brushRef="#br0" timeOffset="58289.415">1923 1270 0,'36'0'109,"1"0"-93,35 0-1,-72-36 266,0 0-187,0-1-63,-36 37-15,36-36 31,0 0 0,-73 0 0,37 36 0,0 0 15,-1 0-46,1 0-1,0 0 32,0 0-31,-1 36 31,1 0-16,36 37-31,0-37 16,0 0-1,0 1 1,0-1 15,0 0-15,0 0 31,0 1-32,36-37 1,-36 36-16,37 0 15,-37 1-15,36-37 32,0 0-17,0 0 1,1 0 15,-1 0-31,0 0 16,1 0 15</inkml:trace>
  <inkml:trace contextRef="#ctx0" brushRef="#br0" timeOffset="8860.463">3774 2431 0,'0'-36'16,"0"-36"-1,0 35 1,36 37-16,0 0 16,0-36-1,1 36 1,-37-36-16,36 36 250,-36 36-219,0 0-15,0 1-16,0-1 47,0 0-47,0 0 78,-73-36-63,73 37-15,-36-37 16,36 36-16,-36-36 16,36 36 421,0 1-437,0-1 16,36-36-1,0 0 1,1 0 0,-1 36-1,0 0 110,-36 1-62,0-1-1,0 0-46,0 1-16,0-1 62,0 0-46,-36-36 0,-37 0 77,37 0-61</inkml:trace>
  <inkml:trace contextRef="#ctx0" brushRef="#br0" timeOffset="6251.162">3193 2214 0,'36'36'204,"1"-36"-173,-37 36 31,36-36-30,-36 37-17,36 35 1,0-72-16,-36 73 15,37-73 1,-1 36 78,0-36 46,1-36-124,-1-37 0,0 1-1,-36 35 1,36 1 0,-36 0-16,0-37 15,37 37 1,-1 0 31</inkml:trace>
  <inkml:trace contextRef="#ctx0" brushRef="#br0" timeOffset="64648.6">1270 2577 0,'0'-73'219,"36"37"-203,-36-1-16,73 37 15,-37-36 1,0 0 109,-72 36 390,36-36-515,-36-1 16,-1 37 78,1 0-47,36 37 203,0-1-235,0 0 48,0 37-48,0-37 32,0 37 0,36-37 47,1-36-47,-1 36 31,37-36 16,-110 0 187</inkml:trace>
  <inkml:trace contextRef="#ctx0" brushRef="#br0" timeOffset="67539.141">1633 2504 0,'0'73'297,"0"-37"-110,0 0-124,0 0 30,36 1 235,0-37-296,1 0-1,-1 0 203,0-37-187,0 37 0,37 0-47</inkml:trace>
  <inkml:trace contextRef="#ctx0" brushRef="#br0" timeOffset="69336.103">1850 2613 0,'0'36'516,"0"0"-500,0 1 15,0-1 0,0 0-31,0 1 16,0-1-1,0 0 32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1-16T02:16:13.013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-6386-1596 0,'0'36'140,"0"37"-140,72-1 16,-72-36-16,0 1 15,0-1-15,0 0 16,0 1-16,0-1 16</inkml:trace>
  <inkml:trace contextRef="#ctx0" brushRef="#br0" timeOffset="-968.687">-6967-1741 0,'37'0'453,"-37"-37"-438,0 1 1,36 0-16,-36-1 16,0 1-1,0 0 220,-36 36-188,-1 0-32,1 0 1,0 0-1,-1 0 17,1 0 15,-36 36 78,72 0-94,0 1-31,0-1 15,0 0 32,0 1-31,0-1-16,0 0 94,0 0-63,0 1 0,36-1-15,0-36-1,0 0 1,1 0 0,-37 36-16,36 1 15,0-37 17,37 0-17,-73 36 1,36-36-16,37 0 31,-37 0-15,73 0-1,-73 0 1,0 0 0</inkml:trace>
  <inkml:trace contextRef="#ctx0" brushRef="#br0" timeOffset="-8626.795">-5007-363 0,'-37'0'172,"37"37"-172,0 35 16,0-35-1,0-1 1,0 0 0,218-36 249,36 0-249,-109 0-16,0 0 15,-72 0-15,0 0 16,-1-36-16,-36 0 16</inkml:trace>
  <inkml:trace contextRef="#ctx0" brushRef="#br0" timeOffset="-10033.163">-6205-689 0,'73'0'188,"36"72"-173,-37-35 1,37 35-16,-36 1 16,-1-1-16,-35-72 15,35 73-15,-36-37 16,1-36 140,-1-36-109,0-37-31,-36 37-16,73-36 15,-73 35-15,36 1 16,0 0-16,-36-1 16,0 1-1,37 36 1,-37-36-1</inkml:trace>
  <inkml:trace contextRef="#ctx0" brushRef="#br0" timeOffset="-7077.883">-4463-363 0,'-36'37'78,"36"72"-62,0-73-16,0 36 15,0-35-15,0-1 16,0 37-16,0-37 16,0 0-16,0 37 15,36-73 1,-36 36 0,0 37 265,0-1-250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1-16T02:15:35.774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0 327 0,'36'0'281,"-36"36"-281,73-36 16,-73 36 0,72 1-1,-72-1-15,37-36 360,-37 36-329,36 1-16,-36-1 1,36-36 0,0 36 15,-36 0 31,37-36 282,-37-72-328,36 36-16,-36-1 15,36-35 1,-36 35 0,0 1-1,0 0 1,0 0 15,0-1-15,37 37-16,-37-36 15,0 0 1,0-37 0,36 73-1,-36-36 1,0-37 62</inkml:trace>
  <inkml:trace contextRef="#ctx0" brushRef="#br0" timeOffset="3046.781">653 545 0,'0'36'438,"0"0"-438,0 0 15,73 1 16,-73-1 454,0 0-282,0 1 313,0-1-391,0 36-110,0-35 16,0-1-15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1-16T02:16:31.860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-1198 3375 0,'37'0'188,"-1"0"-79,73 0-93,-73 0-16,37 0 15,-37 0 1,37 0-16,-37 0 47,-36 36 47,0 0-79,0 1 16,0-1-31,0 0 16,0 1 15,0-1-15,0 0 15,-36 0 16,-1-36 47,1 0-79,-37 37 48,37-37 15,-36 36-62,35 0 109,110-36 31,-37 0-125,37 0-31,-37 0 16,73 0-16,-73 0 15,146 0-15,-146 0 16,-36 37 0,36-37-1,0 0 17</inkml:trace>
  <inkml:trace contextRef="#ctx0" brushRef="#br0" timeOffset="-2408.233">-1560 3230 0,'36'0'218,"0"0"-202,0 0-16,1 0 16,-1 0-16,0 0 15,-36 36 1,37-36 15,-37-36 328,0-1-280,0 1 61,0 0-93,-37 36 0,1-36 0,0 36-16,-1-37-15,-35 37 124,36 0-77,-1 0 15,1 73-31,36-37-16,0 0-31,0 1 16,0-1-1,0 0 17,0 1 46,0-1-78,0 0 78,36-36 47,1 36-94,-1-36-15,-36 37-1,36-1 1,0-36 46,1 0-30,-1 0-17,37 36 48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1-16T02:16:18.482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-1597 1343 0,'37'0'94,"-1"0"-78,0 0 15,0 0-31,1-36 15,-1-1 1,0 1-16,1 0 31,-74 36 297,37-37-218,-36 37-63,0 0-16,36-36-31,-37 36 62,1 0-30,0 0 15,0 0 15,-1 0-46,1 0 31,0 0-32,36 36 1,0 1 15,0-1-15,0 0-1,0 1 1,0-1 0,0 0-1,0 0 1,0 1 78,0-1 15,36-36-93,0 0 46,1 0-46,-1 0 15,0 0-31,37 0 16,-37-36-16,37 36 15,-37 0 1,0-37 109</inkml:trace>
  <inkml:trace contextRef="#ctx0" brushRef="#br0" timeOffset="2361.227">-1089 1198 0,'0'-37'16,"0"1"62,37 36 110,-37 36-95,0 1-77,0-1 0,0 0-1,0 1 32,0-1 125,36-36-31,0 0-95,0 0 1,1 0-31,-1 0 250,-72 36-220,-1-36 17,37 36-63,-36-36 16,36 37 15,-72-37 0,72 36-15,-37-36-16,1 0 47,0 0 31,-1 36-63</inkml:trace>
  <inkml:trace contextRef="#ctx0" brushRef="#br0" timeOffset="4626.784">-1089 1125 0,'-36'36'344,"0"37"-297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1-16T02:16:37.719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111 255 0,'36'-73'156,"37"37"-140,-73 0 31,36 36-32,0 0 1,0-37 46,-36 1 126,-36 0-126,0 36 16,0 0 32,-1 0-95,1 0 48,0 0-16,-1 0-32,1 36 32,0 0-15,36 1-1,0-1-16,0 0 1,0 1 0,0-1 15,0 0-15,0 0 15,0 1 16,36-37 125,0 0-157,1 0 1,-1 0-1,0 0 1,1 0-16,71 72 16,-71-72 15,-1 0-15,0 0-1,1 0 16</inkml:trace>
  <inkml:trace contextRef="#ctx0" brushRef="#br0" timeOffset="2406.223">764 110 0,'-36'0'156,"-1"0"-93,1 0-1,36 36-46,-36-36-1,36 36 32,0 1 47,0-1-63,0 0 110,0 0-63,36-36 188,0 0-251,1 0 173,-1 0-173,0 0 48,0 37-48,1 35 32,-37-35 0,0-1-31,0 0-1,0 0 17,0 1 30,0-1-46,-37-36-16,1 36 62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1-16T02:15:56.058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-1486 908 0,'36'0'250,"1"0"-234,-1 36 0,0 1-1,-36-1 251,37 0-251,-37 0-15,0 1 47,36-37 0,0 0-31,-36 36 140,36-36 0,37 0-140,-37-73 0,1 37-16,-1-36 15,-36 35 1,36 1-1,0 0 1,-36-37 93,37 37-109,-37 0 16,36-1 15</inkml:trace>
  <inkml:trace contextRef="#ctx0" brushRef="#br0" timeOffset="4874.811">-506 1089 0,'-36'-36'157,"-1"36"-126,-35 0-31,-1 0 16,37 0-1,0 0 1,-1 0-16,1 0 31,36 36 219,0 1-234,0-1-1,0 0-15,0 1 16,0-1 343,36-36-343,73 0-16,-73 0 16,1 0-1,-1 0 1,0 0 15,-36 36 188,0 0-188,0 1 0,0-1-31,0 0 16,0 1 0,0-1 30,0 0 1,-36-36 219,-37 0-219,37 0 15,-36 0 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0T04:40:25.802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11341 11933 212 0,'0'0'124'0,"0"0"-21"0,0 0-15 0,0 0-5 15,0 0-12-15,0 0 18 0,0 0 23 0,0 0-45 16,0 0 29-16,0 0-5 0,0 0-1 0,0 0-6 16,0 0 0-16,0 0-10 0,0-12-44 15,-12 12-2-15,12 0 26 0,0 0 16 0,0 0-35 16,0 0-2-16,0 0 12 0,0 0 1 0,-20-23-14 15,19 22 18-15,1 0 14 0,-2-1-15 16,2 1 6-16,-1-1-11 0,1 0-16 0,-1 2 17 16,0 0-10-16,2-2 12 0,-1 2-10 15,0-3-2-15,-1 2 3 0,-1 1 1 0,2-2-10 16,0 1-13-16,0 1 10 0,0-1 0 0,0 1-7 16,0 0-10-16,0-2 15 0,0 2-5 15,0-1-2-15,0 1 5 0,0 1-32 16,-1-2 24-16,2 1-8 0,-1 0-3 0,0 3-6 15,0-2 10-15,0 0-1 0,3 1-9 0,-1 0-2 16,0 2 10-16,0-2-14 0,2 3-1 0,0 0 11 16,6 4 0-16,0 2 2 0,-4-7-17 15,3 7 21-15,-1-5-10 0,1 3-8 0,-2 0 5 16,1 3-4-16,2 0 16 0,-3 0 3 16,-2-3-12-16,1-1 4 0,2 4-8 0,-1-4 16 15,-1-1-3-15,-1-1-14 0,-2 2-2 0,3-4 15 16,-2 2-2-16,-1-2-6 0,-1 2 13 15,3-4 5-15,-3 2-28 0,-1 1 15 0,3-1 4 16,-2 1-6-16,1-2 3 0,-1 0-3 16,1 2 2-16,-1-3 3 0,1 0 7 0,-2 1-7 15,2 0-15-15,-2-2 16 0,2 3 8 0,-1-3-14 16,-2 1-10-16,1 1 10 0,2 0-1 0,-3-2 17 16,2 0-12-16,-1 1 28 0,1-2-16 0,-2 1 19 15,2 0-17-15,-2 0 5 0,0-1-3 16,0 0 9-16,0 0-13 0,0 0 11 15,0 0 7-15,6-10-17 0,-4 7 4 0,0-1-9 16,-1-3 3-16,0 3-9 0,2-4-1 0,2-5 18 16,1 0-6-16,-2-3-13 0,0 6 7 15,0 1-7-15,-2-1 5 0,1 0 5 0,-2 2-17 16,2 1 11-16,-2 0 8 0,0 1-15 0,0 1 3 16,1-1 13-16,-1 2-15 0,1-2 16 15,-1 2-11-15,0-2-16 0,0 2 22 0,-1 0 3 16,2 2-17-16,-2-4 18 0,0 5-17 0,3-2 12 15,-3-1-21-15,0 1 19 0,0-1 2 16,2 0-22-16,-1 0 11 0,0 1 0 0,0 0-2 16,1-1-7-16,-2 1 7 0,1 1 8 0,-1 0 5 15,0-1-3-15,0 0-15 0,3 1-2 16,-2 0 5-16,-1-1 12 0,1-1-13 0,-1 2-10 16,0 0 10-16,3-1 13 0,-2-1-8 0,-1 1-2 15,0 2 8-15,3-2-7 0,-3 1 1 16,1 0-19-16,-1-1 0 0,1 2-1 15,-1 1-14-15,0 0-14 0,0 0-39 0,0 0-2 16,0 0-18-16,0 0 10 0,0 0-119 0,0-6-107 16,0 6-51-16,0 0 39 0,0 0 21 0,0 0 11 15,0 0 11-15</inkml:trace>
  <inkml:trace contextRef="#ctx0" brushRef="#br0" timeOffset="750.117">11719 12092 502 0,'-3'-2'140'0,"3"-1"18"16,0 2 1-16,-2-2-39 0,2 2-31 0,0-2 37 15,-1 2-5-15,1-2-18 0,0 2 5 16,0-2-20-16,-1 3 5 0,-1-3-5 0,2 1-11 16,0 2-15-16,0-2-14 0,0 1 3 0,0 1-7 15,0-2-24-15,0 2 15 0,0-1 5 16,0 2-14-16,0 2-21 0,0-4 4 0,0 4 13 16,0-3-3-16,0 5 6 0,3-2 0 0,-2 2-5 15,-1-1-17-15,0 2 6 0,2-1 6 0,1 2-18 16,0 9 13-16,-1-2-7 0,0-2-10 15,1 5 0-15,-1-2 16 0,3-1-21 0,-2-2 8 16,-3 1 8-16,1-3 8 0,-1 1-17 0,0-4-10 16,0-7 17-16,0 8 11 0,0-3 5 15,0-5-14-15,0 9 16 0,0-3 1 0,0-6 1 16,0 8 12-16,0-8 14 0,0 6-10 16,0-6 13-16,0 7-8 0,0-7 14 0,0 0-11 15,0 7-16-15,0-7 19 0,0 0-23 16,0 0 4-16,0 0 15 0,0 0-34 0,2 10 2 15,-3-11-26-15,0 1-46 0,1-2-25 0,-1 0-35 16,1-1 10-16,-6 2-236 0,5-2-63 16,-2-2 54-16,2 5 34 0,-3-3-20 0,3 1 52 15,-2 1-36-15</inkml:trace>
  <inkml:trace contextRef="#ctx0" brushRef="#br0" timeOffset="2350.075">11488 13096 251 0,'0'0'80'16,"0"0"-16"-16,0 0-3 0,0-15 39 0,0 15-32 16,0 0-15-16,0 0-6 0,0 0-4 15,0 0-6-15,-12-26 41 0,12 26 31 0,0-2-1 16,0 0 1-16,-2-1-47 0,2 2 40 0,0-2 2 15,0 3-30-15,0-1-26 0,-1-1-5 16,2 1 25-16,-2 1-5 0,1-2-17 16,0 2 1-16,0-1 4 0,-2 1-27 0,2-1 29 15,2 1-16-15,-2 0-33 0,0 0 9 0,0 0 22 16,0 0-14-16,0 0 1 0,1 0-9 0,-1 1 7 16,0 0-17-16,2 2 11 0,1-1-24 0,-1 2 11 15,0 0 0-15,0 0 4 0,0 0-2 16,0 2 1-16,1-1-20 0,5 9 21 0,0-4-10 15,-1 2 23-15,-2 1-11 0,0 1-21 16,1-4 21-16,-2 3-9 0,4-5-14 0,-2 4 34 16,-1-2-12-16,-2-2 9 0,1 0-1 15,0-1 13-15,3 9-28 0,-3-4 9 0,1-3-13 16,-1 4 3-16,1-4 2 0,0 0 14 0,0-3-34 16,-2-1 38-16,-2 2-31 0,0-2 20 15,3 0-5-15,-1-1 4 0,-1 1-7 0,0-2 22 16,0 1-20-16,0-3 7 0,0 3-5 0,0-1-13 15,-1-1 16-15,2 0-2 0,-3 1 18 16,3 0 7-16,-3-3 2 0,1 2 0 0,-1 0-8 16,0-2 14-16,0 0-2 0,0 0-10 0,0 0-8 15,4-14-4-15,0 11-5 0,-1-3 17 16,0-9-5-16,4 0-10 0,-3 0 18 0,-1-1-11 16,1 0 11-16,1-2-28 0,-1 1 10 15,-1-1 16-15,2-1-5 0,-1-2-9 16,1 1 4-16,-3 2-6 0,0-1 8 0,2 1-9 15,-1 1-4-15,0 0 7 0,-1 1-9 0,0 2 8 16,0 6 4-16,0-2-10 0,0 2 4 16,0 0-12-16,2 0 11 0,-4 8 2 0,0-6-6 15,0 6 8-15,0-9-11 0,0 2 10 0,0 7-21 16,0-8 24-16,13-14-14 0,-11 13-9 16,-2 4-5-16,1 0 10 0,2 3 12 0,-3 2-17 15,0 0 4-15,0 0-18 0,0 0-33 0,0 0-16 16,0-8-17-16,0 8-17 0,0 0 11 0,0 0-33 15,1-9-82-15,-1 10-129 0,-1 1 26 16,1 2 21-16,-3-2-37 0,0 1 31 0</inkml:trace>
  <inkml:trace contextRef="#ctx0" brushRef="#br0" timeOffset="3461.794">11831 13254 513 0,'-2'0'185'0,"1"0"-31"16,-1 0-49-16,1-3 7 0,-1 3 7 16,2-1-16-16,-1-2-24 0,-2 2 3 0,3-2 12 15,-3 1 1-15,3 0-26 0,-1-1 13 0,0-2-35 16,1 3 11-16,1-5-7 0,-1 3-15 16,0-1 22-16,1 1-37 0,-1 4 6 15,0 0-10-15,0-7 9 0,0 1-8 0,0 6 14 16,8-15-1-16,-6 10-19 0,3 3-1 0,-4-1-23 15,1 0 20-15,2-1-4 0,0 4-11 0,0-2-14 16,-3 2 23-16,6-1-6 0,-5 2-2 16,2 1 1-16,0-2 6 0,-4 0 14 0,0 0-50 15,12 7 9-15,-11-3 28 0,2-3-11 0,0 4 11 16,-1-2-1-16,0 2 0 0,-2-1-1 16,2 0-2-16,1 2-15 0,-2-1 19 0,1 0 4 15,-2-5 7-15,0 0-22 0,0 9 11 16,0-4-10-16,0 2 10 0,0-2-14 0,0 2 20 15,0-2 9-15,-15 17-23 0,10-7 13 0,-1-6 19 16,1 0-49-16,0-1 8 0,2-2 12 16,1 0 34-16,0-1-22 0,0-2 10 0,-1 2-34 15,0-1 36-15,1-1-35 0,-2 1 39 16,0 0 4-16,4-3-5 0,-2 2-33 0,1 0 25 16,-2-1-10-16,0 1 20 0,3-1 5 0,-1 2 5 15,-1-3-43-15,-1 1 33 0,0 0-6 16,2 1-9-16,0-3 16 0,-1 2-19 0,1 0 18 15,0 1-10-15,1-3 2 0,-2 2 16 16,0-2-23-16,1 3 8 0,1-3 5 16,0 0 8-16,0 0-13 0,0 0-7 0,0 0 3 15,0 0 8-15,-3 4-14 0,3-3 6 0,0-1 5 16,0 2-11-16,-1-4-3 0,0 4 16 16,1-2-7-16,0 1 7 0,1-1-6 0,-2 0-4 15,3 1-2-15,-2-1-10 0,0 0 4 16,0 0 8-16,0 0 2 0,0 0-9 0,2 0-7 15,0 0 15-15,4 0-15 0,-2-1 20 0,2 0-9 16,-3-2-1-16,1 4-11 0,1-2 16 0,13-3-5 16,-18 4-6-16,11 0 0 0,6-5 3 0,-8 5 2 15,-2-3-1-15,0 3-13 0,-3 0 16 16,-4 0-8-16,0 0-1 0,8 0-7 0,-8 0 15 16,6 0 4-16,-6 0-8 0,7 0 2 15,-7 0-1-15,9 0-1 0,-9 0-14 0,0 0 24 16,6 0-12-16,-6 0-2 0,0 0-5 0,6 0 6 15,-6 0 8-15,0 0-13 0,0 0 7 16,8 0-3-16,-8 0-15 0,0 0 21 0,0 0-9 16,0 0 5-16,6 0-6 0,-6 0 13 15,0 0-9-15,0 0 4 0,0 0 0 0,0 0-5 16,8 0-7-16,-8 0 19 0,0 0-11 0,0 0-7 16,0 0-18-16,0 0 0 0,0 0-13 15,0 0-26-15,0 0-21 0,0 0-23 0,0 0 11 16,6 0-87-16,0-4-150 0,-8 5 23 0,1 0 22 15,0 1-42-15,-1 1 9 0,0-1 28 16</inkml:trace>
  <inkml:trace contextRef="#ctx0" brushRef="#br0" timeOffset="5135.782">11602 14100 403 0,'0'0'72'0,"0"0"13"0,0 0-13 0,0 0-8 16,-14 0 14-16,14 0-12 0,0 0 4 16,0 0-14-16,0 0 25 0,0 0-23 0,0 0 9 15,0 0-10-15,0 0-29 0,0 0 20 0,0 0 14 16,0 0 0-16,0-14-29 0,0 14-5 15,0 0 30-15,0 0-1 0,-25-14-12 0,25 12-22 16,0 2 5-16,-1 0 0 0,1-1 10 0,-1-1 5 16,0 2 1-16,2 0 3 0,-1 0 16 15,-1 0-20-15,-1-1-4 0,2 1-7 0,0-1-5 16,0 1-9-16,0 1 7 0,0 0-4 0,0-1-14 16,0 0 8-16,0 0-4 0,-1 0 8 15,1 0-19-15,0 0-4 0,1 2 12 16,-1-1-25-16,0 1 22 0,2 0 2 0,0 0 0 15,1 2 4-15,0 0 7 0,-1 1-16 0,0-1 9 16,6 11-11-16,-4-5-3 0,2 2 6 16,-1-1-24-16,2 3 8 0,-1 1 30 0,-1-5-12 15,-1-1-28-15,1 5 5 0,-2-3 29 16,2-2-6-16,-1-2-29 0,-2 1 20 0,5 5 7 16,-4-6 6-16,1 0 3 0,-2 0-20 0,1-3-8 15,-3 0 25-15,4-1 4 0,-3 1-17 0,1-1-10 16,-1-1 24-16,0 2-1 0,-1-2-18 15,2-1 24-15,0 1-16 0,-1 1 8 0,-1-3-20 16,0 1 36-16,2 1-4 0,-1-1-26 16,-1 0 18-16,1 1 8 0,-1-1 0 0,0-1-9 15,2 0 5-15,-2 0 2 0,0 0 4 16,0 0 3-16,0 0-11 0,0 0-4 0,11-13 5 16,-10 10 13-16,3-3-1 0,3-6 5 0,-4 2-4 15,1 0-13-15,1-5-5 0,1 1 15 16,-2-3-1-16,2 2-8 0,0 0 0 0,-2-3-1 15,2 2 4-15,-3-2-3 0,4 3 1 0,0-2-7 16,-2 3 8-16,-4 3-4 0,6-4 1 16,-5 0-8-16,0 4 1 0,3 3-11 0,-4 2 5 15,-1-1 7-15,0 2 2 0,1 1-2 16,0 1-5-16,-1-1-13 0,2 1 15 0,-1 0-2 16,-1 1 3-16,0-1-12 0,0 2 3 0,3-2 10 15,-3 2-15-15,0 1 23 0,0 0-21 0,0 0 8 16,0 0-7-16,0 0 1 0,0 0-2 15,0 0-13-15,0 0-5 0,0-7-9 0,0 7-17 16,0 0-47-16,0 0 7 0,0 0 8 16,0 0-68-16,0 0-10 0,3-10-21 0,-3 10-59 15,2 3-98-15,-4-1 38 0,2-1 14 0,0 3-56 16</inkml:trace>
  <inkml:trace contextRef="#ctx0" brushRef="#br0" timeOffset="6467.616">11855 14304 301 0,'-1'-3'172'0,"1"3"-61"15,0-1 5-15,-3 1-33 0,2-1 7 16,1 0 17-16,-3 0-23 0,3 0-32 0,0 1 25 16,0-2 13-16,0 0-26 0,-1 1-19 15,1 0 24-15,-2 0-10 0,2 1-19 0,0-2 29 16,0 2-8-16,2 0-14 0,-4-3-12 0,2 2 1 15,0 0 16-15,0-1-19 0,3 0 4 0,-6 2-4 16,5-2-11-16,-1 2-5 0,-1-1 3 16,0-2-13-16,0 3-13 0,0-2 34 0,0 2-9 15,4 0 16-15,-3-2-29 0,2 1 13 0,-1 1-14 16,1-3 1-16,0 2 1 0,-1 0 6 16,2 1-7-16,1 0 2 0,0 0-33 0,-2 0 29 15,0 0 8-15,-1 1 5 0,0 0-14 0,4 0 0 16,-6-1 6-16,0 0-8 0,0 0 4 15,12 7-1-15,-7-4-21 0,-2-2-2 16,1 1 27-16,-2 0-15 0,2 0-2 16,-1-1 22-16,2 2-13 0,-1-2-4 0,-4 2 22 15,3-1-17-15,-3 3-6 0,3-1 12 0,0 0-36 16,-3 2 22-16,0-6 19 0,0 0-10 16,0 7 15-16,0-1-9 0,0 0-8 0,0-6 0 15,0 7 7-15,0 1-7 0,0-8 3 0,0 7 10 16,0-7-4-16,0 7-13 0,-12 7 16 0,8-8-4 15,0-2 5-15,4 0-2 0,-5 2-6 16,1-1 15-16,2-1-5 0,-1-1-1 0,-2 0 18 16,4-1-7-16,-3 2 0 0,0-3-16 15,2 4 12-15,1-3 12 0,-3 1-1 0,0-3-6 16,2 3 7-16,0-2-4 0,-1 0 4 0,2 2-9 16,-2-2 8-16,1 1-24 0,2-1 20 15,-1-1 0-15,-1 0-5 0,0 0 1 16,2 0-17-16,0 0 6 0,0 0 2 0,0 0-3 15,0 0-14-15,0 0 21 0,0 0-14 0,0 0-3 16,0 0-6-16,-5-4 5 0,5 4 5 16,1-1-17-16,0-2 18 0,2 2-15 0,1 0-9 15,-1-1-6-15,0-1 4 0,0 3 1 16,0-2 18-16,1 2-3 0,0-5-4 0,-1 4-7 16,2 1-2-16,-1-1 12 0,-2 1-5 0,3-1-4 15,-1 2-10-15,-4-1 17 0,0 0-9 0,0 0-13 16,0 0 19-16,7 0 5 0,-7 0-25 15,7 0 25-15,5 9 6 0,-8-4-6 16,-3-5-7-16,1 3-4 0,2 0 21 0,-2 1-31 16,-1-1 27-16,0 1-18 0,-1 3 7 0,5-4-5 15,-4 1 11-15,-1 1-9 0,0 0-9 0,2-3 33 16,-1 2-11-16,-1 0 1 0,0 0 3 16,0-1-7-16,0 0-9 0,0-3 7 15,0 0 10-15,0 0 8 0,0 7-31 0,0-7 14 0,0 7 15 16,0-7-7-16,0 0-5 0,0 7 6 15,0-7-9-15,0 8 0 0,0-8 19 0,0 0 8 16,0 7-11-16,-14 5-4 0,11-10-4 0,1 1-5 16,1-3 3-16,-3 3 18 0,1-1 16 15,1 0-10-15,-5-1-8 0,3 1 19 0,2 0-19 16,-3-1 14-16,1 0-2 0,3 1-5 16,-6-1 10-16,5 0-10 0,-7 1 5 15,5-2 5-15,-1 0-13 0,3 0 1 0,-3 0 13 16,1 0-25-16,-3 1 17 0,3-1-8 0,2 0-11 15,-4 0 18-15,3 0-12 0,-4 1 6 16,7-1-11-16,0 0 17 0,0 0 14 0,0 0-24 16,-9 0 0-16,9 0 16 0,0 0-33 15,-6 0 8-15,6 0 5 0,0 0 7 0,0 0 0 16,0 0-23-16,-7 0 25 0,7 0-28 0,0 0-9 16,0 0-8-16,0 0 1 0,-6 0-24 15,6 0-7-15,0 0-30 0,0 0-31 0,0 0-9 16,0 0 10-16,0 0-184 0,-11-9-78 15,13 9 26-15,0-2 23 0,1-1 6 0,-2 2 17 16,3-1 12-16</inkml:trace>
  <inkml:trace contextRef="#ctx0" brushRef="#br0" timeOffset="7682.014">11558 15419 517 0,'0'0'129'0,"0"0"33"15,0 0 2-15,0 0-31 0,0 0-2 0,0 0 16 16,0 0-38-16,0 0 4 0,-13-13-17 15,13 13 1-15,0 0-8 0,0 0-12 0,0 0-15 16,0 0 5-16,0 0-2 0,0 0 7 16,0 0-3-16,0 0-16 0,0 0-2 0,0 0-21 15,0 0 12-15,0 0-9 0,0 0-14 0,0 0 3 16,0 0 10-16,0 0-15 0,0 0-8 16,0 0 0-16,0 0-9 0,0 0 8 0,0 0 3 15,0 0-18-15,0 0 14 0,0 0 3 0,0 0-12 16,0 1-3-16,9 11 18 0,-2-5-8 0,0 1-5 15,-2-2 13-15,3 5-8 0,1-1-1 16,1 2-11-16,-4-1 15 0,4 2-5 0,-4-1-5 16,4-2 9-16,1 4-12 0,-5-7 1 15,0 1 4-15,-4-1 7 0,1 0-2 0,1-2 3 16,1 0-8-16,-1 0-11 0,-2 0 5 16,1-2 9-16,-3 0 2 0,3 0-1 0,-2 1-17 15,2-2 5-15,-1 1 16 0,1 1 1 0,-1-3-22 16,-2 2 18-16,3 0 9 0,-2-2-8 0,1 2 9 15,-1-2-18-15,-1 1 8 0,0-1-9 16,1-1 20-16,0 1 1 0,1-1 5 0,-1 0 9 16,-1 0-16-16,0 0-3 0,0 0 20 0,1-7-11 15,2 2-12-15,-2 1-1 0,0-3-7 16,-1 1 8-16,3-11 2 0,-3 9 6 0,3-20-2 16,1 10-17-16,-4 0 8 0,3-2 13 15,-2 3 0-15,3 0-9 0,-3 3-11 0,-1 2 0 16,0 12 18-16,0-9-6 0,0 1 7 15,0 1-10-15,0-1 2 0,0 8-11 0,0-7 7 16,0 0-5-16,0 7 8 0,0-8-4 0,0 8-1 16,0-7-8-16,0 7-9 0,0-7 4 0,0 7 3 15,0 0-9-15,0-5-20 0,0 5-4 16,0 0-23-16,0-8-33 0,0 8-30 0,0 0 10 16,0 0-101-16,0 0-96 0,0 0-65 15,10-9 24-15,-10 10 21 0,0-1 20 0,1 0 3 16</inkml:trace>
  <inkml:trace contextRef="#ctx0" brushRef="#br0" timeOffset="8455.668">11896 15591 212 0,'0'0'199'0,"-1"0"-47"0,1-3-20 0,0 3-38 16,0-1-25-16,0 0 36 0,0 1-7 16,-2 0-39-16,1-1 9 0,1 1 0 0,-1 0-34 15,-1-1 30-15,2 1-7 0,0 1-5 0,0 0-49 16,0 4 20-16,-2-2 6 0,2 2 19 16,-2 0-58-16,2-1 49 0,-1 3-20 15,0-2-10-15,1 1-16 0,0 1 27 0,0-7-3 16,0 5-12-16,0 2-22 0,0 0 51 0,0 0-21 15,0 0-8-15,0-7 14 0,0 8-42 16,0-2 26-16,0 0 10 0,0-6-17 0,0 8 37 16,0-2-12-16,0-6 3 0,0 8 19 0,0-8-21 15,0 7 9-15,0-7-1 0,0 6-1 16,0-6 21-16,0 0-9 0,0 8-2 0,0-8-16 16,0 0 16-16,0 6 13 0,0-6-32 15,0 0 14-15,0 0 1 0,0 6-3 0,0-6-8 16,0 0-18-16,0 0 28 0,0 0-3 15,0 0-10-15,0 0-8 0,0 0 9 0,0 0-4 16,0 0-6-16,-8 10 1 0,8-11 7 0,1 0-10 16,-1 1 2-16,4-1-1 0,-2-1 3 0,-1 1-8 15,1-1 2-15,0 0-6 0,3 2 1 16,-2 0-1-16,0-3 5 0,1 2 1 0,1 0-14 16,-1-1 9-16,1 2-7 0,0-1 11 15,0-1-16-15,2 0 2 0,-1 0 0 0,1 2-20 16,-1-2 14-16,-1 0 3 0,4 0-15 0,-4 1 22 15,1 0-10-15,0-1-3 0,-2 1-7 16,3 1 24-16,-1-1-12 0,-2 1-3 0,1 0 6 16,-1-3-13-16,-1 3 18 0,1 0-9 0,-1 0-14 15,1 0 2-15,-1-3 0 0,-1 3 8 16,-2 0 2-16,0 0-4 0,0 0-36 0,0 0 23 16,0 0-16-16,0 0-2 0,8 0 5 0,-8 0-44 15,0 0 7-15,0 0 8 0,0 0-23 16,7 0-25-16,-7 0-16 0,7-7-36 0,-8 6-56 15,-1 0-106-15,0 1 51 0</inkml:trace>
  <inkml:trace contextRef="#ctx0" brushRef="#br0" timeOffset="8929.613">11962 15662 331 0,'-5'-1'144'0,"5"1"-20"16,0-1-17-16,0 0-9 0,-2 0 18 0,2 1-43 15,0-2 47-15,-2 0-30 0,1 2 9 16,0 0-62-16,-1 0 30 0,2 0 1 0,0 0-11 15,-2 0 14-15,2-2-20 0,0 4-11 16,-1-4-10-16,1 2 16 0,0 0-21 0,0 0-1 16,0 2-20-16,0-2 6 0,0 2 7 0,0 0-27 15,1 0 29-15,-1 1 14 0,0 0-5 16,0 2-25-16,2 0 11 0,-2 0-20 0,2 1-14 16,-1 1 26-16,-1 0-11 0,0 1 38 0,4 19-56 15,-4-20 39-15,0 3-36 0,0 3 37 16,0 4-32-16,0-3 31 0,0-3-1 0,0 0-16 15,0-1 24-15,0-3-10 0,0 1-4 0,0-2 2 16,0-6-9-16,0 8 10 0,0-1 17 16,0-7 5-16,0 5-4 0,0-5 3 0,0 0-9 15,11 15 18-15,-11-14-24 0,0 1 4 0,0-2 8 16,0 0-43-16,0 0-5 0,0 0-25 16,0 0 3-16,0 0-57 0,-5 3-118 0,0-3-149 15,4-3 20-15,-2 3 44 0,-3 0 18 16</inkml:trace>
  <inkml:trace contextRef="#ctx0" brushRef="#br0" timeOffset="10177.364">11568 16612 544 0,'0'-12'172'0,"0"12"-53"0,0 0 5 15,0 0-11-15,0 0-10 0,0 0-2 16,0 0-12-16,0 0-27 0,0 0-3 0,0 0-31 15,0 0 32-15,0 0-27 0,0 0 23 0,0 0-55 16,0 0 16-16,0 0 31 0,0 0-33 16,0 0-16-16,0 0 18 0,0 0 5 0,0 0 17 15,-3 3-19-15,6 0-22 0,9 8-20 0,-7-4 43 16,3 6-11-16,-3-5-20 0,2 5 5 16,0-5 34-16,3 3-19 0,-4-2 4 0,-2-3-30 15,0 1 20-15,1-2-2 0,0 2-18 16,-2-3 31-16,0 0-4 0,-1-3-7 15,-1 3-16-15,3-1 24 0,-3 0 2 0,2 0-7 0,0-3-1 16,0 1 15-16,-3 1-25 0,2 0 25 16,0 0 4-16,0-2 15 0,1 0 4 0,-1 0-21 15,-2 0 27-15,0 0-13 0,0 0-17 16,7-12 13-16,-4 7 8 0,-2 1-2 0,4-11-4 16,-3-1-1-16,1 1 4 0,0 0-8 15,1-2-4-15,-2 0 4 0,-2-1-1 0,2 2-18 16,0-3 11-16,0 6 1 0,2-2-23 0,0-1 23 15,-4 5-9-15,2 1-4 0,-2 10-9 16,0-8 13-16,0 1-3 0,0 7 1 0,0-7-4 16,0 7-3-16,0-7-3 0,0 7-22 15,0-7 11-15,0 7-20 0,0 0-23 0,0-5 4 16,0 5-32-16,0 0 9 0,0 0-53 0,0 0-18 16,0 0-22-16,0 0-58 0,3-11-114 0,-3 12 15 15,0 1-10-15,0-1 7 0</inkml:trace>
  <inkml:trace contextRef="#ctx0" brushRef="#br0" timeOffset="21307.327">11975 16626 257 0,'0'0'91'0,"0"0"3"16,0 0-4-16,0 0-12 0,0 0-9 0,0 0-26 15,0 0 31-15,0 0-10 0,0 0-7 0,0 0-23 16,0 0-5-16,0 0 22 0,0 0-6 15,-13 0-7-15,13 0 6 0,0 0-7 0,-22 1 0 16,19 1 3-16,3-2 10 0,-3 0-12 0,-2 2-3 16,2-2-26-16,3 1 30 0,-3-1-26 15,0 0-7-15,0 1-6 0,1-1 43 0,1 0-13 16,-6 0-31-16,7 0 27 0,0 0 15 16,0 0-6-16,0 0-45 0,0 0 13 0,-9 0 16 15,9 0 6-15,-6 0 1 0,6 0-14 0,0 0 18 16,-7 0-9-16,7 0 15 0,-9 0 5 15,9 0-17-15,0 0-5 0,-7 0-35 0,7 0 36 16,0 0-10-16,0 0 2 0,0 0 7 0,-6 0-1 16,6 0-2-16,0 0-29 0,0 0 25 15,0 0-3-15,0 0-30 0,0 0 1 16,0 0 27-16,0 0 15 0,0 0-22 0,0 0 21 16,0 0-47-16,-12 7-4 0,12-6 13 0,-4 2 23 15,7-2-24-15,-3 1 17 0,-3 0-13 16,3 2 30-16,3 1-5 0,-2-2-5 0,2 1-16 15,-3-1 20-15,0 2 5 0,0-1-29 0,1 1 8 16,-1-5-13-16,0 6 38 0,0-6 8 16,0 9-25-16,0-2 11 0,0 0-32 15,5 5 34-15,-5-12 12 0,0 0-24 0,0 10-3 0,0-5 7 16,0-5-7-16,0 7 4 16,0-7 9-16,0 7-10 0,0-7-2 0,0 8 10 0,0-8-33 15,0 0 30-15,0 5 11 0,0-5-6 16,0 0-15-16,0 7 15 0,0-7 3 0,0 0-27 15,0 7 12-15,0-7 25 0,0 0-4 0,0 0-23 16,9 8 5-16,-9-8 17 0,0 0 0 0,2-1-27 16,0 1 24-16,-1-3-2 0,1 3 1 15,-2-2-15-15,3 0-13 0,-2 2 21 0,2-2-3 16,-1 2-21-16,0-3 23 0,0 1-3 0,-2 1 10 16,4-2-35-16,-2 2 24 0,1-1-1 15,1 0-1-15,0 1-8 0,-3 0 18 0,6 0-16 16,-5 1 5-16,3 0-1 0,-2-2-2 15,1 2-9-15,1 0-8 0,-5 0 4 0,0 0 24 16,0 0-24-16,7 0 10 0,-7 0-2 0,17 11-2 16,-12-8-2-16,-2 1 2 0,-1 1 17 0,2-2-15 15,-1 3-21-15,0-2 20 0,-1 0 21 16,-1 1-26-16,2-2 4 0,-1 2 18 16,0 0-13-16,-2 2-7 0,0-5 2 0,0 5 4 15,2-3 9-15,-2 0 4 0,0 2-34 0,0-6 27 16,0 6-10-16,0 0 13 0,0 1-40 0,0-1 35 15,0 0-14-15,0 0 17 0,-10 6 20 0,8-4-20 16,2-1-2-16,-2-2 1 0,1 1 5 16,-2 0 15-16,-1-1-26 0,3 0 20 0,-2-1-24 15,-3 1 26-15,6 0-23 0,-2-1 6 0,0-1 15 16,-2 1 16-16,2-1 0 0,1-1-19 16,-2 1 35-16,-1 0 0 0,2-2-25 15,-5 2 12-15,3 0-5 0,1 0 4 0,0-1-10 16,-1 0-11-16,2-1 3 0,-1 1 4 15,-1 0-13-15,3 1 10 0,-2-2-10 0,1 0 11 16,-1 1-3-16,1-2-7 0,1 2 1 16,-2-1 4-16,2 1 1 0,-1-2-5 0,0 0-6 15,2 0 7-15,-2 0-21 0,2 2-5 0,-1-2-5 16,0 1-3-16,1-1-23 0,-1 0-38 16,1 1 7-16,-3-1-82 0,4 0-33 0,-1 0-111 15,0 0-53-15,0-1 40 0,2 0-18 0,-1-1 21 16</inkml:trace>
  <inkml:trace contextRef="#ctx0" brushRef="#br0" timeOffset="23403.376">12347 10796 374 0,'0'0'180'15,"0"0"20"-15,0 0-34 0,0 0-23 16,0 0-2-16,0 0-16 0,0 0-26 0,0 0-9 15,0 0-6-15,0 0-10 0,0 0-24 16,0 0 19-16,0 0-25 0,0 0 3 0,0 0-4 16,0 0-4-16,0 0-2 0,0 0-8 0,31-13 16 15,-27 15-9-15,-1-1-3 0,4-1-5 16,-1 1-22-16,-1-1 28 0,2 0-18 0,-2 0 0 16,4 0 0-16,-9 0 9 0,5 0-13 15,2 0 0-15,-1 0-4 0,1 0 13 0,0 0-14 16,-7 0 2-16,9 0 1 0,14-14 4 0,-14 10 0 15,-2-1-2-15,1-1-13 0,-2 0-4 16,-3 1 1-16,1 0-10 0,5-5 14 0,-3-2 12 16,-1 3-5-16,-5 1-20 0,0 2 21 15,0-1 16-15,0 7-18 0,0 0-22 0,0-7 16 16,0 7-2-16,0-9 9 0,0 9 13 0,-11-17-14 16,6 13-3-16,1 0 15 0,0 0-14 0,-1 2-2 15,-7-5-1-15,3 2 4 0,0 2 1 16,-1 1-3-16,3 2-9 0,-1-2 14 0,1 2-14 15,2 0 7-15,-2 0-36 0,1 0 35 0,6 0 0 16,0 0-3-16,-7 0-4 0,-1 0 1 16,8 0-6-16,-18 10 26 0,7-1-12 0,1-3-4 15,2 2-11-15,3-2 12 0,-1 0-1 16,2 0 1-16,-5 8-16 0,2 0 20 0,5-2-32 16,-5 1 31-16,2 3 13 0,4-3-25 0,-1-3 2 15,0-1 16-15,-1 1-22 0,3-3 6 0,0 2 10 16,0-1 0-16,0-8-15 0,0 7 2 15,0 4 17-15,0 1-30 0,16 16 30 0,-12-13 12 16,-1-5-20-16,3-1-6 0,3 3 7 0,-5-4 3 16,4-2-1-16,-1-1 0 0,4 5 2 15,1-6 13-15,-2-1-10 0,1-2 0 0,-2 0 7 16,-1-1-11-16,-1 1 2 0,-7-1-4 16,8 0 9-16,-1 0 2 0,0 0-7 0,1 0 10 15,0 0-13-15,-1 0-4 0,6 0-4 0,0 0 1 16,-1 0 0-16,7-10 2 0,-13 7 9 15,-1 2-34-15,2 1 35 0,-3-1 2 0,0 0-4 16,0 1-11-16,-2-1-19 0,3 1 20 16,-4 0-4-16,2-1-36 0,-1 1 16 0,1 0-35 15,-1-2 8-15,2 2 5 0,-2 0-77 0,0 0-42 16,-4 0-68-16,2 0-96 0,0 0 19 16,0 2 13-16</inkml:trace>
  <inkml:trace contextRef="#ctx0" brushRef="#br0" timeOffset="23845.308">12725 10885 524 0,'0'-2'131'0,"-1"1"-22"0,1-3 33 16,1 3-60-16,-2 0 29 0,0-3-28 0,2 3 15 15,0-1 7-15,1 1-22 0,-2 1 13 0,-2 0-7 16,2-3-58-16,2 2 30 0,-1 1-7 0,-1 0-23 16,0 0-20-16,0 1 26 0,0-1 2 15,0 3-3-15,1 1-12 0,2 1-3 0,-3 0 8 16,1 0-4-16,3 10-10 0,-1 0 0 15,3-2-8-15,-5 0 16 0,3 4-6 0,0-5-2 16,-2-2 6-16,1 0 2 0,-3-1-10 0,2 0-5 16,-2-9 6-16,0 5 36 0,0 2-7 15,0-1-16-15,0-6 11 0,0 9-19 0,0-2 12 16,0 1-10-16,0-8 11 0,0 8-13 16,0-8 3-16,0 7-8 0,0-7-16 0,0 6 23 15,0-6-8-15,0 0-16 0,0 6-23 16,0-6-45-16,0 0 10 0,7 6-100 0,-7-8-127 15,1-1-67-15,-1-1 50 0,0 4-13 16,-1-3 27-16,1-1 2 0</inkml:trace>
  <inkml:trace contextRef="#ctx0" brushRef="#br0" timeOffset="24831.897">13924 10698 251 0,'0'0'188'16,"0"0"-17"-16,0 0-34 0,0 0-27 16,0 0 11-16,0 0 3 0,14 0-32 15,3 1-22-15,-9-1 16 0,-2-1-15 0,3 0-31 16,-4 0 17-16,-5 1 5 0,22-7 5 0,-8 2-33 15,0 0 1-15,-2-2 9 0,-3 4-3 16,2-6 3-16,1 4-31 0,-5 0 19 0,-1 0-12 16,0 2-13-16,-4-2 24 0,2-1 12 0,-4 1-23 15,1 2-29-15,1-2 26 0,-2 5 4 16,0 0-3-16,0-8 1 0,0 2-3 16,0 6-6-16,-12-14-19 0,7 11 40 0,-9-6-9 15,1 3-3-15,-1 1 1 0,1 0-14 0,2 2 14 16,2 2-5-16,-1-1 13 0,2 2-7 0,-1 0-10 15,0-1 1-15,1 1-15 0,8 0 11 16,-7 0 5-16,-1 0-11 0,8 0-2 0,-14 0-4 16,-10 13 10-16,16-6-25 0,-7 3 24 0,6 2-1 15,1 2-28-15,1 3 18 0,0-1 15 16,1 4 12-16,3-2-13 0,2 1-34 0,-3 2 18 16,4-1 9-16,0-5-16 0,0-7 17 0,0 6-11 15,0 1 12-15,14 18 12 0,-7-20-2 16,0 0 4-16,1-1-22 0,6-1 3 0,-1-4 25 15,-1 0-12-15,2-1 12 0,-2-3 0 16,0-1-6-16,4 1-2 0,2 2-9 0,-13-5 6 16,8 0 7-16,3 0-23 0,1 0-4 0,16-15 5 15,-16 11 13-15,1-3 0 0,1 0 3 0,-2 0-3 16,-2 0-26-16,4-2 20 0,-6 4-12 16,0 0 1-16,-8 1-9 0,3 1-13 0,-6-1 0 15,5 0-10-15,-5 3 2 0,3-2-71 0,-2 1-63 16,-3-1-94-16,2 1-74 0,-2-1 21 15,1 3 15-15,1-2 9 0</inkml:trace>
  <inkml:trace contextRef="#ctx0" brushRef="#br0" timeOffset="25357.299">14286 10792 534 0,'0'-3'174'16,"0"0"-56"-16,3 0 1 0,-2-1-46 0,4 1 24 15,-2 1-42-15,3-3 4 0,-1 3-28 0,-1-1 3 16,1 0 12-16,2 3-26 0,-1-3-2 0,-1 3-41 16,-1-1 3-16,-4 1 38 0,0 0 15 15,8 0-6-15,-8 0-2 0,15 12-20 0,-11-7 11 16,-1-1-7-16,-1 3-6 0,6 5 1 15,-5-2-1-15,0-2 20 0,0-1-18 0,-1 2 1 16,-2-9-3-16,0 5-10 0,0 3 29 16,0-1-14-16,0 2 3 0,0 0 22 0,-13 18-28 15,11-13 22-15,-5-1-8 0,1-1 31 16,-3 0 4-16,5-4 21 0,0 1-2 0,-1-4-22 16,3 2-4-16,0-2 0 0,0-1 28 15,-1-3-27-15,-1 5 10 0,2-5-19 0,2 2 23 16,-3-1-16-16,2 1 0 0,1-3-9 15,0 3-3-15,0 0-17 0,0-3 13 0,0 0 0 16,0 0 7-16,0 0-9 0,0 0 4 16,15 3-14-16,-11-3 6 0,3 0-5 0,-2 0-7 15,3-2-19-15,1 2 14 0,3 0-3 16,5 0-2-16,0 0 11 0,23-10 3 0,-22 6-11 16,-1 2 8-16,-1 2-8 0,0-3-2 0,-5 3 12 15,1-3-7-15,-5 3-7 0,0 0-16 16,-7 0-26-16,0 0 6 0,0 0-26 0,6 0-32 15,-6 0 9-15,0 0-165 0,0 0-119 16,13-1 37-16,-17 2 34 0,-1-2-7 0,-1 2 9 16,-2-1 37-16</inkml:trace>
  <inkml:trace contextRef="#ctx0" brushRef="#br0" timeOffset="26405.843">15728 10737 408 0,'-14'-14'199'0,"14"14"-21"16,0 0-53-16,0 0 25 0,0 0-15 0,0-12-27 15,-13 12-24-15,13 0-24 0,-19-17 8 16,18 15 1-16,0 0-13 0,1 1 18 0,0 1-54 16,0-3 37-16,0 3-24 0,1 0-20 15,1 0 37-15,1 0-18 0,1-3-10 0,0 3-1 16,2-1 7-16,-1-2-11 0,1 1-7 0,11-1 7 15,-5-2 7-15,-1 1-10 0,3-1-18 0,2 0 7 16,-8 2 16-16,-1-1-4 0,-1-1-13 16,-1 2 15-16,0 1-8 0,0 0 9 15,0-1-14-15,-3-1-1 0,0 1 11 0,1 0-12 16,0-1 23-16,-3 0-15 0,0 4-1 0,0 0-19 16,0 0 19-16,0-8-19 0,0 8 20 15,0-8-7-15,0 8 19 0,0-7-27 0,-11-3 11 16,7 6-30-16,1 1 28 0,0 2-7 15,-2-1 9-15,1-2-3 0,-1 4-28 0,0 0 25 16,-3 0-3-16,8 0-5 0,0 0 24 0,-9 0-13 16,3 0-3-16,-1 0-33 0,-13 17 30 15,9-10 24-15,1 1-22 0,0 1-21 0,5-1 41 16,-1 3-55-16,2-1 40 0,-1 0-14 0,4-1-12 16,1-9 6-16,0 8-2 0,0 1 9 15,0 3 40-15,11 16-31 0,-3-17-5 0,-2 3-2 16,3-1 17-16,3-4-4 0,1 1 6 0,-1-3-9 15,-1 2-3-15,1-3 3 0,5 0 20 0,-6-3-31 16,5 2 22-16,-6-2-34 0,1-1-5 16,-2-2 19-16,0 1-8 0,-9-1-31 0,8 0 18 15,0 0 3-15,5 0-99 0,0 0-17 16,9-11 6-16,-12 6-93 0,-3 1 16 0,-2 0 17 16,2 1 12-16</inkml:trace>
  <inkml:trace contextRef="#ctx0" brushRef="#br0" timeOffset="26991.791">16031 10712 437 0,'2'-4'158'0,"1"0"-19"0,0 1-54 0,-2-2-19 16,2 1 46-16,0 1-58 0,0-2 31 0,1 2-55 15,1 0 10-15,0 0 1 0,1 2 15 16,0 1-27-16,0 0-6 0,-6 0-26 16,0 0-2-16,8 0 31 0,-8 0 14 0,24 12-3 15,-19-6-3-15,1 0-37 0,-3 0 42 0,-2 3-5 16,-1-3-1-16,0-6-16 0,0 0 12 0,0 8-19 16,-12 12 14-16,9-9-6 0,-1-2 6 15,1-2-50-15,0-1 11 0,1 0 22 0,0-3 2 16,0 1-17-16,-1-1 2 0,3 0-1 15,-2 0 6-15,1-2-8 0,-1 1 39 0,-1 0-32 16,3 1 3-16,0-3 22 0,0 0-34 0,0 0 43 16,0 0-39-16,13 4 22 0,-12-4 1 0,4 1-21 15,-1-2-10-15,0 1 21 0,0 0 10 16,2 1 8-16,-1 1-1 0,2-2-3 0,-4 1-5 16,-3-1-25-16,0 0 6 0,16 8-1 15,-6 2-24-15,-1 3 1 0,1-7 4 0,-5 2 4 16,-1 0-4-16,-2-2 61 0,3 2-19 0,-4-4 6 15,2 1-23-15,-3 2-5 0,0 1 0 16,0-3 44-16,0-5-20 0,0 11 54 0,-10 12-41 16,5-13 23-16,-5 1 11 0,1 1-15 15,-2-1 12-15,-1-2 8 0,1 0-11 0,2-5 14 16,-4 3-10-16,3-3-8 0,-2-2 1 0,2 1-11 16,4-1 9-16,-2-1-9 0,3 1 7 15,-4-2-10-15,9 0 3 0,0 0 3 0,-7 0-26 16,7 0-6-16,-9 0-24 0,2 0-7 0,7 0-30 15,0 0-24-15,-10 0-54 0,10 0 13 16,-13-12-131-16,9 11-134 0,1-2 36 0,0 2-15 16,0-3 43-16,3 1-9 0,-1 2 31 0</inkml:trace>
  <inkml:trace contextRef="#ctx0" brushRef="#br0" timeOffset="27802.306">17393 10662 219 0,'-2'1'200'0,"2"-2"-30"0,0 1-3 0,-1-2-6 15,1 2-12-15,0 0-56 0,0 0 22 16,1 0-18-16,1 0-44 0,-1 0 8 0,4 0 19 15,-1 0-16-15,1-3-29 0,0 3 2 0,0 0 8 16,3-2 17-16,-2 2-19 0,0-3-10 16,0 1 0-16,9-3 13 0,-6 2-7 0,0-2-28 15,-3 1 28-15,3 0-1 0,-5 1-30 16,-1-2 18-16,-1 1 5 0,1-2-13 0,-2 3 26 16,0-2-39-16,1 1 16 0,-2-1-32 0,0-1 29 15,0 6 1-15,0 0-11 0,0-8 11 16,0 8 1-16,0-10-11 0,-11-2-26 0,7 8 26 15,-2-7 13-15,0 3 3 0,-1 0-23 16,1 6 6-16,1-1-14 0,-3 2 12 0,3-1 1 16,0 2-8-16,5 0-21 0,0 0 40 0,-9 0 4 15,-13 14-26-15,12-5 3 0,0-4 7 16,2 6-3-16,-1-1-29 0,4 4 34 0,-4-2 6 16,4-2-12-16,1 4-5 0,2-3-18 0,2-11 22 15,0 10 2-15,0 0-21 0,0-2 13 16,0 4 8-16,10 16-15 0,-4-13 30 0,0 0-27 15,4-5 16-15,0 0 13 0,-1-1-13 0,2-1-18 16,1-3 16-16,-2 0 17 0,4-3-16 0,0 1-7 16,-1-1 9-16,-13-2-8 0,11 0-1 15,5 0-16-15,1 0 9 0,21-13-3 16,-19 6 0-16,-1 3-10 0,0-6-64 0,-3 7 8 16,1-2-71-16,-3-2-42 0,-1-2-151 0,-2 3 22 15,-1-3 15-15,-1 2 12 0</inkml:trace>
  <inkml:trace contextRef="#ctx0" brushRef="#br0" timeOffset="28203.94">17772 10585 522 0,'0'-3'197'0,"0"1"-46"16,-2 0-3-16,1 1-25 0,1-1 4 15,-2 2-25-15,2 0-37 0,-1 2 18 0,-1 1-5 16,1-1-10-16,1 1-8 0,-3 4-13 0,1-2 4 16,0 1 0-16,-5 9 14 0,6 0-41 15,-3-4 17-15,0 5-4 0,2-4-31 0,-1-1 22 16,2-1-4-16,-1-2 4 0,0-3-10 16,2 2-11-16,-3-1 10 0,3-2 4 0,0 0-3 15,0 1-21-15,0-5 35 0,0 0-16 0,0 0-15 16,0 7 2-16,0-7 16 0,0 7 1 15,13 0 13-15,-6-6-21 0,-2-1-1 0,1 0-7 16,3-1 2-16,-1 1-9 0,5 0 12 16,16-9-21-16,-11 2 19 0,-5 5-9 0,-2-1 10 15,-2 1 0-15,-1-1-1 0,0 3-8 16,0-3 4-16,-3 2-9 0,2-2-12 0,-2 2 6 16,2 0-8-16,-1 0-4 0,-1-1-3 0,-2 1-24 15,4-1 3-15,-4 1-88 0,4 1-29 16,-3-5-65-16,-1 3-119 0,-1-1 12 0,1 0 24 15,-2-1 21-15</inkml:trace>
  <inkml:trace contextRef="#ctx0" brushRef="#br0" timeOffset="28489.881">17928 10610 232 0,'-3'-1'210'0,"2"-1"27"16,-4-2-61-16,2 4-20 0,0-2-21 0,-1 1-5 15,3 0-11-15,-1 1-66 0,1 0 6 0,0 0 11 16,0 1 19-16,-2 0-17 0,3 4-15 16,0-1 7-16,0 1 3 0,0 1-2 0,0 1-22 15,4 13 15-15,-4-11-5 0,0 3-10 0,0 5 8 16,0 1-15-16,0 2 11 0,0-1-3 0,0 2-4 16,0 0 7-16,0-3-8 0,0 1-8 15,0-2-3-15,0-3-1 0,0-2 6 0,0-1-4 16,0-2-8-16,0-1-19 0,0 0-29 15,0-8-27-15,0 8-27 0,0-3 7 0,0-5-214 16,0 0 21-16,6 11 21 0,-7-14-81 0,1-1 20 16,0 0 14-16,-1-1 6 0</inkml:trace>
  <inkml:trace contextRef="#ctx0" brushRef="#br0" timeOffset="29494.018">19090 10570 285 0,'0'0'229'0,"0"0"-59"15,0 0-19-15,0 0-39 0,0 0 15 0,0 0-38 16,0 0-11-16,0 0 14 0,0 0-13 16,0 0-12-16,0 0 19 0,0 0-38 0,0 0 2 15,0 0 6-15,0 0 9 0,0 0-28 0,0 0-7 16,0 0-32-16,10-19 36 0,-5 19-2 16,2 0-10-16,1-2-7 0,-2 0 10 0,1 2-16 15,18-11 6-15,-15 7-11 0,3-3 12 16,-3 1-3-16,-4 2 9 0,1-1-42 0,-3 0 24 15,0 0-2-15,-2-2-15 0,-1 3 31 0,2-1-29 16,-3 5 8-16,0-6-10 0,0-1-14 16,0 7 33-16,0-10 0 0,0 3-34 0,0 0 47 15,0 7 5-15,-13-12-24 0,11 9 7 0,-4 1-14 16,3-1 9-16,-3 1-19 0,3 1 14 16,-1 0-4-16,-3 1 9 0,1 1-8 0,6-1-35 15,0 0 31-15,-8 0 17 0,-12 12-14 0,7-5-9 16,-1 1 17-16,6-1 6 0,-3 4-36 15,8-2 58-15,0-1-67 0,3-1 49 0,-4 2-1 16,2-1-12-16,2-1-20 0,0 0 31 0,0 3-4 16,0 0-17-16,12 14 18 0,-3-7 1 15,-3-6-5-15,0 2 7 0,2-1 10 0,0-2-7 16,-2 1-16-16,2-1-14 0,1-2 39 16,1-6-4-16,-2 3 6 0,1-4-2 0,1-1-40 15,-1 0 24-15,3 0-14 0,1 0 19 16,0 0-3-16,17-13 2 0,-19 11-1 15,-2-1-10-15,-2 1-20 0,-1 1 2 0,-2-2-80 16,2 2 15-16,-2-2-79 0,-4 1-130 16,3 0-23-16,-2 0 12 0,1-1-54 0</inkml:trace>
  <inkml:trace contextRef="#ctx0" brushRef="#br0" timeOffset="30068.628">19430 10574 347 0,'-2'0'157'0,"-1"0"-10"0,0 0-51 0,3 1 39 16,-2 1-24-16,1-1-14 0,-2 1-2 15,0 0 0-15,3 1-38 0,-2 0-43 0,1 1 66 16,1 0-50-16,0-1 29 0,0 1 0 16,-4-1-29-16,4 1-10 0,0 1-28 0,0-2 62 15,-2 0-22-15,2 0-11 0,0-3-8 16,0 0-24-16,0 0 44 0,0 6-13 0,0-6 17 16,0 0-12-16,11 12-1 0,-7-11-13 0,-1 0 6 15,0-1 5-15,3 1-28 0,-2-1 32 0,1 0-16 16,0 0 10-16,1 2-15 0,-1-1 20 15,3-1-13-15,2 0-12 0,-5 1-5 0,1-1 26 16,2 1-14-16,10 2 7 0,-7-1-30 0,-2 0 40 16,0 3-57-16,-3-2 39 0,2 1 23 15,1 5-36-15,-3-1 19 0,3 2-4 0,-1-2-16 16,-5 0 19-16,-1-1-37 0,-1 1 34 0,1-3 9 16,-2 1-26-16,1 0 18 0,-1-1 2 15,0-5-6-15,0 0 3 0,0 9 18 0,0-3-5 16,0-6 7-16,-14 25 13 0,2-16 2 15,6-2 5-15,-4 1-19 0,0-2-13 0,1 1 9 16,-4-2 1-16,3 0 1 0,-1-2 0 0,4 0-12 16,-2-2 4-16,1 2-7 0,4-3 5 15,-2 1-6-15,2 0 9 0,0-1-13 16,-2 0 3-16,6 0-24 0,0 0-9 0,0 0-27 16,-8 0-41-16,8 0 13 0,-6 0 7 0,6 0-57 15,0 0-46-15,-13-12-61 0,13 9-106 16,-1-2 18-16,2 3 26 0,-1-3 31 0</inkml:trace>
  <inkml:trace contextRef="#ctx0" brushRef="#br0" timeOffset="30459.109">19449 10519 254 0,'-1'-2'152'15,"1"0"-35"-15,1 0 14 0,1 1-19 0,-2-1-12 16,2 2-26-16,-1-3-7 0,6 3-8 0,-7-2 18 15,3 2-38-15,0-2-3 0,0 1-4 16,2-1 21-16,0-1-6 0,1 1 6 0,2 0-18 16,4-3 17-16,0 2-21 0,-3 1-10 0,1-2 13 15,-1 3 6-15,-2 1-13 0,-1-2-22 16,-1 2 41-16,0 0-30 0,2-2 4 0,-5 2 7 16,-2 0-18-16,0 0-2 0,11 0 9 0,-5 0 9 15,-6 0-34-15,6 0-20 0,-6 0 3 0,8 0-53 16,-8 0-40-16,8 0-68 0,-8 0-126 15,0 0-7-15,9 0 24 0</inkml:trace>
  <inkml:trace contextRef="#ctx0" brushRef="#br0" timeOffset="31329.727">20536 10459 222 0,'0'-2'203'16,"0"-1"-35"-16,0 1-72 0,0 1 47 0,1-1-30 16,0 0-8-16,1-1-38 0,2 3 16 15,-1-2-12-15,0 0-33 0,3-2 14 0,-1 4-5 16,2-1-5-16,-2-2 0 0,10-1-23 0,-3 1 15 15,4-2 4-15,-1 2-7 0,0 0-40 16,-1-2 57-16,-3 1-62 0,3-2 40 0,-1 1 14 16,-3 0-24-16,-2 0 6 0,-3 0 0 0,2 1-42 15,-5-2 54-15,1 4 1 0,0-4-22 16,-1 2-2-16,-2 0 9 0,0-2-20 0,0 6-15 16,0 0 6-16,-12-21-18 0,3 6 38 0,-1 6-26 15,-3 1 17-15,0 0-16 0,3 2 15 16,3 4 17-16,-6-5-37 0,1 4-12 0,-2 0 50 15,5-1-19-15,-1 2 2 0,2 2 1 0,1-3-17 16,3 3-3-16,4 0 6 0,0 0 51 16,-10 0-8-16,3 0-22 0,7 0-12 0,-7 0 18 15,7 0 3-15,-8 0-15 0,-7 9 1 0,11-4-31 16,1 0 31-16,-6 7 9 0,2 3 1 16,0 1 17-16,5-6-21 0,-2-2-13 0,1 9 12 15,3-10 8-15,0 2 10 0,0 1-39 0,0 2 21 16,0 2 1-16,13 16 1 0,-8-16-18 15,3-2 24-15,1 1-31 0,0-2 29 0,2-3-9 16,1 4 28-16,-1-3-27 0,5-1 13 0,-5-1-28 16,4 0 14-16,0 0-2 0,0-3 8 15,0-2-13-15,0 2 8 0,-2-3-24 0,1 0 32 16,-3-1-29-16,-1 0 29 0,0 0-16 0,-10 0 16 16,6 0-44-16,2 0 0 0,0 0 2 15,-1 0 2-15,0 0 1 0,-1 0-77 0,1 0-52 16,-7 0-48-16,19-11-99 0,-14 10 6 0,0 0 6 15,4-2-17-15</inkml:trace>
  <inkml:trace contextRef="#ctx0" brushRef="#br0" timeOffset="32071.561">21111 10401 385 0,'-3'0'186'0,"1"0"-30"0,-1 0-14 0,1 0-24 15,-3 0-7-15,1 0-6 0,1 0-13 0,0 2-21 16,-3-2 8-16,2 3-23 0,1 1-16 16,-4-3 32-16,3 3-42 0,2-1 21 0,-3 1 26 15,-3 6-4-15,-2-3-55 0,5-2 33 0,-2 3-24 16,4-1 18-16,-6 3 9 0,6-1-26 15,-2-2-4-15,2 1 6 0,1-2-3 0,-1 0-26 16,2 1 18-16,1-1 4 0,-4 0-20 0,4 1 13 16,-1-2 12-16,1 3-23 0,-1-1 3 0,1 0 10 15,-2 0-14-15,2-7 29 0,0 7-20 16,0-1-7-16,0 5 4 0,0 0 1 0,12 10 4 16,-6-9-2-16,1-2-14 0,-1-5 21 15,0 0-13-15,1-3-7 0,0 3 16 0,-1-5-10 16,1 0 7-16,1 0-25 0,-2 0 10 0,4 0 2 15,3 0-27-15,1 0 31 0,-2 0-36 16,6-10 33-16,-8 8 10 0,-4-2-17 0,11 0-9 16,-8-2 16-16,-4 1-22 0,-2 2 10 0,1 0 15 15,0-3 8-15,-1 3-24 0,-3-2-8 16,1 0 29-16,-1 2-36 0,0 3 31 0,0 0-5 16,0 0 17-16,0-7-17 0,0 7 2 0,0-7-3 15,0 7 2-15,0 0 32 0,-12-14-31 16,9 9 1-16,-2 5-10 0,1-1 6 0,-1-1 1 15,2 1 8-15,-3 0 15 0,1 0-11 0,0 1-9 16,1 0-1-16,4 0 9 0,0 0-2 0,-10 0-10 16,4 0 2-16,6 0-2 0,-10 0 14 15,-2 10-21-15,6-7 18 0,2 0-4 0,0-1 4 16,1 3-8-16,-2-3 1 0,2 1-11 16,2 1-5-16,-3-1-39 0,2 1 27 0,0 1-50 15,1-2 9-15,1-1-85 0,-1 1-40 0,1-3-153 16,0 0 54-16,0 0 16 0,0 0 13 15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8T14:01:34.995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0 0 481 0,'0'0'191'0,"0"0"-24"16,0 0-42-16,0 0 4 0,0 0-4 0,0 0 10 15,0 0-25-15,0 0 2 0,0 0-5 0,0 0-23 16,0 0-22-16,0 0-4 0,0 0 11 15,0 0-13-15,0 0 5 0,0 0-22 0,0 0 13 16,0 0-19-16,0 0-4 0,0 0-11 16,0 0 15-16,0 0-6 0,0 0 9 0,0 0-22 15,0 0 6-15,0 0 3 0,0 0-7 16,0 0-12-16,0 0 3 0,0 0-6 0,0 0 12 16,0 0-24-16,0 0 1 0,0 0 2 0,0 0 7 15,0 0 13-15,0 0-21 0,0 0 1 16,0 0-1-16,0 0 10 0,0 0-1 0,0 0-19 15,0 0 4-15,0 0 22 0,0 0 6 0,0 0-10 16,0 0-8-16,0 0 32 0,0 0-12 0,0 0 10 16,0 0-11-16,0 0-4 0,0 0 0 15,0 0 11-15,0 0-10 0,0 0 0 16,0 0 6-16,0 0 11 0,0 0-4 0,0 0 1 16,0 0 1-16,0 0-3 0,0 0 3 0,0 0-13 15,0 0 12-15,0 0-13 0,0 0 0 0,0 0 10 16,0 0-4-16,0 0-1 0,0 0-13 0,0 0-8 15,0 0 15-15,0 0 3 0,0 0-10 16,0 0 9-16,0 0-12 0,0 0 0 0,0 0 0 16,0 0 5-16,0 0-9 0,0 0 3 15,0 0-4-15,0 0 7 0,0 0-10 0,0 0 13 16,0 0-8-16,0 0 2 0,0 0 2 16,0 0-5-16,21 0-6 0,5 22 11 0,-20-18 3 15,0 1-1-15,0 1 3 0,8 6 13 16,6 1-16-16,-7 0 4 0,2 2-8 0,2-3 6 15,0 1 1-15,1 1-1 0,0-3-7 0,-7-1 18 16,2-3-13-16,5 6 3 0,1 0 6 16,4 2-2-16,-1 0-5 0,2 1 16 0,-2-4-4 15,1 1-12-15,-4 3-2 0,8-4 10 16,0 2 1-16,-2 1-1 0,2-2-4 0,0 0 5 16,0-2 10-16,0 1-28 0,4 1 13 0,-3-8 6 15,-4 6-2-15,4 0-10 0,-1-2-1 16,0 2 12-16,-3-5-13 0,-2 5-4 0,5 0 2 15,-3-2 5-15,0 2 5 0,1-2 3 16,-1-2-5-16,-2 3-5 0,2-2 13 0,-1-1-17 16,4 1 5-16,-4 1 7 0,6 0-14 0,-2 0 16 15,-4-3-8-15,6 5-5 0,-5-4-7 0,0 3 1 16,1 1-3-16,0-2 7 0,-2-2-1 16,0 2 11-16,0 1-4 0,-5-9-3 15,7 8-9-15,-4 0 3 0,1-1-3 0,-2-5 11 16,-1 5-5-16,0 3-3 0,2-8 7 0,6 8 11 15,-7-2 6-15,5-4-25 0,-1 5 10 0,-3-4-2 16,0 1-13-16,-1 2 26 0,1 0-17 16,-3-1-9-16,0-3 27 0,3 4-2 0,-6-3-14 15,0-2-5-15,-2 3 15 0,10-4-27 0,-2 7 23 16,-1-2-15-16,1-4 11 0,3 5-8 16,-4-3 0-16,-4 3 10 0,5-7-2 0,-3 7-5 15,-3-6-1-15,7 5 11 0,0-2-9 16,-7 1-10-16,-1-2 22 0,-1 0 3 0,1-2-22 15,8 5 28-15,-7-1-26 0,0-1 2 16,3 5-6-16,-3-7 8 0,-2 3 6 0,-3-5 1 16,-1-1-4-16,2 3-1 0,-2 2 5 0,-2-2 0 15,4-3-2-15,-2 0-9 0,-3 4-4 16,3 0 16-16,-4-5 2 0,6 2 7 0,-4 5-10 16,2-4-9-16,11 5-2 0,-7-2 22 0,1 0-11 15,-3-2-7-15,0-1 10 0,-1 1-6 0,-2 0 14 16,-2-3-18-16,3 3 5 0,-5-1 8 15,5-1-13-15,-4 2-4 0,5-3 9 0,-2 4 9 16,-3-2-4-16,3-1-11 0,-2 1 7 16,0 1 7-16,1 0-19 0,1-2-6 0,-1 2 3 15,1-1 25-15,-2 1-22 0,3-1 5 0,12 6 2 16,-11-3 11-16,3-1 8 0,-1-3-25 16,-4 5 2-16,1-4 17 0,-2 0-2 0,-1 1-18 15,-1-2 2-15,1-1 16 0,-2 3-26 16,-1 0 11-16,3-2 5 0,3 3 5 0,-6-5-11 15,3 5 5-15,0-3-3 0,0 2 11 0,1-2 4 16,-1 5-17-16,2-5 24 0,-5 3-27 16,6-1 1-16,-3 0 14 0,-2-1-11 0,5 3-4 15,-5-2 16-15,5 0-20 0,-4 0 14 0,4 0 13 16,-3 0-26-16,12 7 13 0,-8-4 13 16,2 1-18-16,-1-5 2 0,6 8-8 0,-2-2 14 15,-1-3-8-15,-2 0 24 0,9 4-10 16,-5-4 11-16,-1-1-2 0,-3 1-23 0,9-1 8 15,-5 2-1-15,-2-3-3 0,-3 0-7 0,0-4 10 16,-1 5 10-16,-1-3 4 0,-4 2-16 16,4 0 3-16,-3-3-6 0,1 1-2 15,-5 0 10-15,4 0-4 0,-3-1 16 0,1-1-29 16,1 4 12-16,-2-1 1 0,-2-3 21 0,5 0-16 16,-3 3 3-16,0-3-6 0,-2 1 22 0,4 2-27 15,-4-2 14-15,2-1 6 0,0 0-5 16,-3 0-9-16,0 0 2 0,0 0-4 0,0 0 9 15,0 0-6-15,0 0-34 0,0 0-22 16,0 0-38-16,0 0-59 0,0 0 14 0,0 0-283 16,0 0 31-16,11-18 26 0,-11 13-1 0,0-1 39 15,0 0 16-15,-5-1 11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8T14:01:30.673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-4 0 275 0,'0'0'102'0,"0"0"21"0,0 0-3 15,0 0-10-15,0 0-14 0,0 0-11 0,0 0 11 16,0 0 3-16,0 0-17 0,0 0-2 15,0 0-26-15,0 0 30 0,0 0-15 0,0 0-10 16,0 18-14-16,0-18-3 0,0 0-20 0,0 0 40 16,0 0-33-16,0 0 21 0,0 0-29 0,0 0-16 15,0 0 24-15,0 0 12 0,0 0-9 16,0 0 25-16,0 0-6 0,0 0-18 0,0 0 0 16,0 0 11-16,0 0 7 0,0 0-20 15,0 0 0-15,0 0-1 0,0 0 2 0,31 33 3 16,-26-31-4-16,-1-2-12 0,-2 0 6 0,5 0-1 15,-5 2-6-15,2-2 4 0,2 2-3 16,-3 0-6-16,2-1 3 0,-1 1 5 0,-2-2-8 16,4 1 9-16,-5 2-25 0,5-2 12 15,-1 2-1-15,-2-3 2 0,2 3 11 0,0-3-6 16,2 1-4-16,-1 2-11 0,-1-3 4 0,-1 1 14 16,5 2-5-16,-3-2 1 0,3-1 2 15,-1 2-12-15,-2 2 2 0,3-1 0 0,-2-3-7 16,3 2 12-16,-2-1-14 0,-1 3 10 0,5-3-5 15,-3-1 14-15,-1 3-5 0,2-1 13 0,1-1-6 16,12 8 3-16,-2-8-8 0,3 3 7 16,-4-2 4-16,-4 0-10 0,2 0 0 0,-3-1 1 15,12 2-10-15,-6-2 16 0,5 2-24 16,-3-3 17-16,4 3 8 0,-5-3-18 0,-4 0 1 16,10 1 8-16,-20-1-7 0,5 0 6 0,3 0 2 15,-2 0-10-15,-1 0 8 0,-1 0-4 0,-1 0-10 16,-1 0-3-16,-1 0 4 0,3 0 11 15,-3 0-17-15,1 0 12 0,2 0 10 0,-3 0-18 16,3 0 1-16,-3 0 9 0,5 0-3 16,-4 0-6-16,9 0-4 0,4 0 14 15,-2 0 6-15,-2 0 0 0,8 0-7 0,-6 0 5 16,1 0-5-16,-5 0 6 0,0 0-15 0,-3 0-5 16,1 0-6-16,-2 0 20 0,-1 0 9 15,8 0-17-15,-1 0 4 0,0 0 8 0,1 0-7 16,2 0 8-16,-1 0-15 0,0 0 19 15,-3 0-12-15,1 0 7 0,2 0-1 0,0 0-12 16,-2 0-2-16,7 0 12 0,-6 0-5 0,0 0 11 16,-1 0-7-16,-5 0-3 0,1 0-9 0,-2 0 18 15,-1 0-19-15,0 0 2 0,0 0 6 0,-3 0 11 16,3 0-14-16,7 0 10 0,0 0 9 16,-2 0-22-16,-1 0 1 0,-1 0 3 0,0 0 7 15,-1 0 10-15,-1 0-17 0,-3 0-2 16,2 0 8-16,-1-8-11 0,1 8 11 0,26-10-10 15,-17 6 2-15,5 2-9 0,-7-1 10 0,-10 3 0 16,4 0 0-16,8 0 1 0,-1 0 11 16,-1 0-11-16,6 0 0 0,-4 0-1 15,-1 0 1-15,-5 0 6 0,3 0-2 0,-4 0 9 16,0 0-17-16,-1 0 12 0,7 0 0 0,-1 0 5 16,2 0-20-16,-5 0 17 0,-2 0-21 15,-1 0 6-15,1 0-7 0,-1 0 7 0,8 0-9 16,0 0 22-16,4 0-10 0,-4 0 2 15,-2 0-3-15,-1 0 4 0,-3 0-1 0,6 0-3 16,3 0 7-16,-3 0 1 0,3 0-13 0,-6 0 7 16,5-8 17-16,0 8-27 0,2 0 11 0,1 0 5 15,-4 0 1-15,2 0-17 0,3 0 21 16,-1 0-4-16,1 0 8 0,-1 0-7 0,-4 0-16 16,5 0-2-16,-2 0 12 0,5 0-6 15,-6 0 3-15,0 0-6 0,-3 0 26 0,-2 0-26 16,-1 0 1-16,-3 0 23 0,27 4-21 15,-22-1-3-15,-2-3 14 0,0 0-10 0,-1 0 12 16,-1 0-2-16,8 1 1 0,-6-1-9 16,3 0 10-16,3 0 0 0,-2 0-12 0,5 0-6 15,-3 0 5-15,3 0 24 0,1 0-24 0,2 0 2 16,-6 0 9-16,2 0-22 0,4 0 13 16,-4 0 7-16,3 0 1 0,-2 0 8 0,-3 0-8 15,-5 0 8-15,1 0-11 0,-4 0-14 0,10 0 7 16,-1 0 3-16,-6 0-9 0,1 0 14 15,-4 0 0-15,-1 0 2 0,7 0 9 0,1 0-25 16,-5 0 11-16,7-8 5 0,-1 8-14 16,3 0-7-16,29-14 7 0,-27 14 17 0,2 0-16 15,-10 0 8-15,7 0-4 0,4 0 13 0,-20 0 7 16,10 0-7-16,5 0-22 16,0 0 5-16,-2 0 12 0,0 0-7 0,4 0 1 15,1 0 7-15,-1 0 1 0,3 0 1 0,0 0-8 16,1 0 18-16,-3 0-13 0,3 0-2 15,-3 0-18-15,-2 0 7 0,3 0 24 0,-5 0-10 16,-5 0 8-16,0 0-10 0,-7 0-22 16,4 0 12-16,-4 0 7 0,-1 0 4 0,7 0 7 15,-1 0-23-15,0 0 26 0,-2 0 1 0,1 0-27 16,3 0 17-16,-1 0-7 0,-2 0 7 0,2 0 1 16,-4 0-12-16,0 0 6 0,-2 0-1 15,8 0 7-15,-1 0-11 0,-3 0 20 16,0 0-25-16,-3 0-2 0,-3 0 10 0,0 0-6 15,-3 0 3-15,0 0 3 0,-9 0 1 0,13 0 2 16,-3 0-16-16,2 0 21 0,-4 0-6 16,4 0 6-16,-3 0-14 0,0 0-1 0,1 0 7 15,-1 0-3-15,-9 0 17 0,14 0 5 16,-4 0-28-16,-1 0 26 0,-9 0-3 0,12 0-22 16,-3 0 16-16,-9 0 2 0,12 0 2 0,-12 0-29 15,12 0 9-15,-12 0 6 0,9 0 7 0,-9 0-2 16,10 0 3-16,-10 0 16 0,0 0-16 15,12 0 7-15,-12 0 19 0,0 0-15 0,0 0 2 16,9 0 10-16,-9 0-11 0,0 0-7 16,10 0 20-16,-10 0 17 0,0 0-38 0,0 0 29 0,0 0-15 15,0 0-7-15,0 0-15 0,9 0 4 16,-9 0 3-16,0 0 20 0,0 0-27 16,14 5 15-16,-14-5 4 0,0-2-13 0,0 2-12 15,0 2 3-15,4-2 21 0,-8 0-27 0,4 0 16 16,0 0-11-16,0 0 23 0,0 0-30 15,0-2 20-15,0 2-17 0,0 0 8 0,0 2-9 16,0-4 20-16,0 2-15 0,0 0-1 0,0 0 12 16,0 2 12-16,4-2-21 0,-4 0 7 15,0 0 2-15,0 1-19 0,0-1 17 0,2 0-14 16,-2-1 31-16,0 2-35 0,0-1 21 16,0 4-1-16,0-4-26 0,0 0 5 0,0 1 3 15,0-1 3-15,0 5-4 0,-2-4 2 0,2 4 1 16,-4-2 23-16,4-2-28 0,-5 4 9 15,5-1-10-15,-3-1 16 0,3 3-15 0,-1-2 1 16,-4 0 23-16,5 3 4 0,-4-4 5 0,1 4-31 16,-2-1 6-16,2-1-3 0,3 1 3 15,-4-1 2-15,1 2 1 0,3 3 0 16,-5-7 16-16,4 7-17 0,-4-6 1 0,1 6-2 16,4-1 28-16,-3-1-29 0,-3 11 21 0,-1-2-11 15,7-6-25-15,-6 0 18 0,1 0 19 16,5-2-25-16,-1 1 21 0,-1-3-19 0,2-1 3 15,0 1 20-15,0-7-28 0,0 0 18 16,0 12 8-16,0-4-11 0,0 2-14 0,0-10 34 16,0 12-21-16,0-1-15 0,0-2 5 0,0-9 23 15,0 13-4-15,0-6-9 0,0 3-11 16,0-10 21-16,0 14-1 0,0-3-7 0,0-4-17 16,0 6 3-16,0-6-9 0,0-7 3 15,0 15 21-15,0-6 9 0,0-2-15 0,0 3 5 16,0 1-14-16,0-11 3 0,0 11 13 0,0-1-15 15,9-10 32-15,-9 13-32 0,12 4-1 0,-10-7 12 16,1-4 2-16,-3 0-10 0,0-6 12 16,0 0-15-16,0 11 33 0,0-11-33 0,0 13 7 15,0-5 4-15,0-8 16 0,0 11-17 16,0-1 7-16,0-10-18 0,0 11-1 0,0-11 33 16,0 10-23-16,0 0 9 0,0-10-18 0,0 11 27 15,0-11-5-15,0 11 1 0,0-11-26 0,0 10-11 16,0-10 7-16,0 11 19 0,0-11-2 15,0 8-8-15,0-8 30 0,0 11-10 16,0-11-9-16,8 0-11 0,-8 9-5 0,0-9 9 16,0 11 1-16,0-11-15 0,0 0 20 0,0 9 2 15,0-9-2-15,0 0 15 0,11 9 16 0,-11-9-37 16,13 19-1-16,-11-18 3 0,-2 1 6 0,1 3 0 16,-1-2-19-16,2-2 15 0,-2 0 15 15,3 4-27-15,-3-2 15 0,1-1-8 0,-1-1 8 16,0 0-1-16,0 2 16 0,0 1-20 15,2-3 14-15,-2 1-17 0,0-2 22 0,0 3-14 16,3-2 5-16,-2 0 3 0,-1-1-13 0,0 0 32 16,0 0-31-16,0 0-2 0,0 0 3 15,0 0 31-15,0 0-19 0,0 0-33 0,0 9 31 16,0-9-15-16,0 0 4 0,0 0 14 0,0 11-6 16,0-11-16-16,0 0 20 0,0 0-13 15,0 10-7-15,0-10 4 0,0 0-13 0,0 0 18 16,8 0 1-16,5 19-7 0,-13-15 14 15,0-2-8-15,0 1-5 0,2 3 18 0,-2-5 13 16,3 2-32-16,-3 0 12 0,0-3-10 0,1 5-3 16,-1-1 20-16,0-2-9 0,2 3-3 15,1-1-6-15,-2-2 21 0,-1-2-18 0,0 0-5 16,0 0 3-16,0 10 9 0,0-10-24 16,0 9 18-16,0-9 9 0,0 11 4 0,0-11-18 0,0 8 6 15,0-8-2-15,14 24 4 0,-14-24-6 16,0 0 27-16,0 0-27 0,0 11 19 0,0-11-15 15,0 11 22-15,0-11-16 0,0 11-6 16,0-11 0-16,0 11 6 0,0-11-16 0,0 9 12 16,0-9-12-16,0 11-8 0,0-11 12 0,0 11 37 15,0-11-30-15,0 11 18 0,0-11-27 16,0 8 5-16,7-8-13 0,-7 12-7 0,0-12 34 16,0 12-15-16,0-1 5 0,0-11 4 15,0 11-8-15,0-3 5 0,0-8-3 0,0 12 30 16,0-4-26-16,0 2 10 0,0-10 6 0,0 11-28 15,0 0-16-15,0-11 5 0,0 10 33 16,0 0-12-16,0-10 23 0,0 11-40 0,0-4 4 16,0-7 26-16,0 13-19 0,0-4 18 15,0-9 5-15,0 13-27 0,0-4 14 0,0-9 19 16,0 11-31-16,0 0-3 0,0-11 5 16,0 9 16-16,0-1 10 0,0-8-35 0,0 11 20 15,0-11 16-15,0 10-16 0,0 1-21 0,4 4 1 16,-7-7 21-16,3-5 12 0,-1 5-33 0,1-4 16 15,0 4 19-15,0-5-33 0,0 3 0 16,-2 2 15-16,-1-1 3 0,2-2-8 16,1 0-7-16,-1 2 22 0,-1-4-36 0,-1 4 12 0,2 0 37 15,1-3-24-15,-2 3 21 0,2 0-33 16,-4-2 4-16,4 2 7 0,-2-2 6 0,1 1-36 16,1-1 28-16,0 2-23 0,0-7 47 0,0 0-10 15,0 0-12-15,0 10-23 0,0-10 26 16,0 9-2-16,0-9-6 0,0 9 31 15,0-9-25-15,0 9-5 0,0-9-12 0,0 0 8 16,0 9-15-16,0-9 24 0,0 10-4 0,0-10 7 16,0 9-6-16,0-9-19 0,0 0 16 0,0 9-1 15,0-9 12-15,0 9 2 0,0-9 0 16,0 0-15-16,0 11 3 0,0-11-8 0,0 11 11 16,0-11-4-16,0 0 14 0,0 10-1 0,0-10-20 15,0 10 6-15,0-10 15 0,0 9-28 16,0-9 49-16,0 11-37 0,0-11 10 0,0 11-5 15,0-11-19-15,0 9 17 0,0-9-12 16,0 9 25-16,0-9-14 0,0 11 13 0,0-11 11 16,0 8-18-16,0-8-6 0,0 9 16 15,0-9-17-15,0 11-10 0,0-11 12 0,0 10 12 16,0-10-14-16,0 10 7 0,0-10 24 0,0 11-49 16,0-11 18-16,0 0-6 0,0 11 4 0,0-11 3 15,0 11 28-15,0-11-28 0,0 9 3 16,0-9 9-16,0 11-16 0,0-11 32 15,0 13-16-15,0-13-20 0,0 7 0 0,0-7 36 16,0 9-35-16,0-9 4 0,0 11 17 0,0-11-15 16,0 8 0-16,0-8-16 0,0 11 47 15,0-11-26-15,0 9 9 0,0-9-17 16,0 11 14-16,0-11-18 0,0 11 6 0,0-11 17 0,0 9-4 16,0-9-5-16,0 9 3 0,0-9-2 15,0 10-17-15,0-10 6 0,0 10 14 0,0-10-12 16,0 11 31-16,0-11-48 0,0 9 13 15,0-9 18-15,0 12 23 0,0-12-31 0,0 10-25 16,0-10 32-16,0 11-4 0,0-11-13 0,0 10 5 16,0-10-2-16,0 8 32 0,0-8-26 15,0 13 6-15,0-3-28 0,0-10 35 0,0 11-3 16,0-11-16-16,0 12 1 0,0-3-11 16,0-9 15-16,0 13 30 0,0-5-35 0,0-8 11 15,0 10 3-15,0-1-2 0,0-9-14 0,0 12 24 16,0-3-27-16,0-9 2 0,0 11 2 15,0-2-1-15,0-9 16 0,0 13-2 0,0-6-14 16,0-7 5-16,0 11 3 0,0 0 12 16,0-11-17-16,0 13 7 0,9-6-4 0,-9-7 10 15,0 11-3-15,0-1-24 0,0-10-2 0,0 10 37 16,0-10-18-16,0 11 18 0,0-1-23 16,0-10-1-16,0 11 34 0,0-11-31 15,0 12 14-15,0-3-25 0,0-9 46 0,0 11-38 16,0-11-13-16,0 10 18 0,0-10 6 0,0 9 25 15,0-9 4-15,0 11-41 0,0-11 25 0,0 11-18 16,0-11-1-16,0 10 8 0,0-10-8 16,0 11-15-16,0-11 10 0,0 14 4 0,0-14 8 15,0 10-12-15,0-10 16 0,0 7 15 16,8-7 7-16,-8 10-46 0,0-10 21 0,0 0 16 16,0 8-23-16,0-8 0 0,0 11-4 0,0-11 24 15,0 0-29-15,0 10-9 0,0-10 22 0,0 0-22 16,0 6-4-16,0-6 50 0,0 0-35 15,0 10 1-15,0-10 18 0,0 0 1 0,0 11-17 16,0-11-10-16,0 10 26 0,0-10 21 0,0 0-22 16,0 11-13-16,0-11-4 0,0 0 10 15,0 8-2-15,0-8 1 0,0 10-2 0,0-10 7 16,0 0-13-16,-8 21 28 0,8-18-21 0,-2 2-12 16,2-2 17-16,0 3 24 0,0 1-11 15,0-3-13-15,0 2-33 0,-3-3 30 0,3 2-27 16,-1 1 51-16,1-6-25 0,0 0 19 15,0 0 1-15,0 9-29 0,0-9-4 0,0 9 5 16,0-9-2-16,0 8 33 0,0-8-12 0,0 10-11 16,0-10-13-16,0 12 17 0,0-12-18 15,0 11-15-15,0-11 22 0,0 9 28 0,0-9-1 16,0 10-17-16,0-10-10 0,0 8-4 0,0-8 9 16,0 9-19-16,0-9 25 0,0 11-1 15,0-11-19-15,0 11 26 0,0-11-31 0,0 11 33 16,0-11 1-16,0 9-20 0,0-9 0 15,0 8 20-15,0-8-20 0,0 11 11 0,0-11-21 16,0 11 25-16,0-11-13 0,0 9-8 16,0-9 13-16,0 10 9 0,0-10-10 0,0 8-4 15,0-8-16-15,0 11 25 0,0-11-7 16,0 11 1-16,0-11 0 0,0 9-2 0,-9-9-9 16,9 11 13-16,0-11-1 0,0 0-2 0,0 9 15 15,0-9-16-15,0 9 30 0,0-9-20 0,0 9 2 16,0-9-22-16,0 0 14 0,0 11 9 15,0-11-6-15,0 10-10 0,0-10 9 0,0 0 5 16,0 7-12-16,0-7 2 0,0 9 6 0,0-9 7 16,0 11-10-16,0-11 1 0,0 0-8 15,0 10-16-15,0-10 56 0,0 0-27 0,0 8-24 16,0-8 26-16,0 0-8 0,0 0-12 0,0 11 37 16,0-11-31-16,0 0 7 0,0 0 16 0,0 10-28 15,0-10 1-15,0 0 25 0,0 7-39 16,0-7 0-16,0 0 31 0,0 11-9 0,0-11-8 15,0 0 9-15,0 0-5 0,0 9 20 16,0-9-22-16,0 0 0 0,0 0 22 0,0 0 0 16,0 0-6-16,0 7-13 0,0-7 11 0,0 0-24 15,0 0 20-15,0 0-4 0,0 10 32 16,0-10-23-16,0 0 12 0,0 0-21 0,0 11-22 16,0-11 9-16,0 0 18 0,0 0-23 15,0 9 17-15,0-9-14 0,0 0 13 0,0 0 19 16,0 0-16-16,0 10 16 0,0-10 0 15,0 0-19-15,0 0-1 0,0 8 21 0,0-8-26 16,0 0-7-16,0 0 14 0,0 11 14 0,0-11-5 16,0 0 3-16,0 0-7 0,0 0-11 15,0 9 4-15,0-9 3 0,0 0 30 0,0 0-7 16,0 9-32-16,0-9 38 0,0 0-34 0,0 0 16 16,0 10-6-16,0-10-12 0,0 0 24 0,0 0-25 15,0 8 4-15,0-8 26 0,0 0-24 16,0 0 7-16,0 11-20 0,0-11 22 0,0 0-17 15,0 0 3-15,0 10-10 0,0-10-1 16,0 0 28-16,0 7-6 0,0-7-11 0,0 0-12 16,0 10 19-16,0-10-2 0,0 0-9 0,0 10 17 15,0-10-5-15,0 0 8 0,0 11-11 0,0-11-16 16,0 0 21-16,0 0 33 0,0 0 0 0,0 11-26 16,0-11-30-16,0 0 30 0,0 0-1 15,0 6-16-15,0-6 17 0,0 0-14 0,0 0 12 16,0 0 3-16,-11 16-14 0,16-14-5 15,-8-1 8-15,3-1 2 0,0 0-4 0,0 2-5 16,-3-2-13-16,4 4 20 0,-1-4 11 0,0 0-8 16,-1 0 16-16,1 0-13 0,-6 2-4 15,6-2-3-15,0 2-1 0,0-4-57 16,0 2-79-16,0-8 12 0,0 5-312 0,0-6-11 16,1-2 40-16,5-13 28 0,2-11 27 0,8-2 29 15,8 1 50-15,6 0 14 0,4-3 8 16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8T14:01:54.738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72 1938 257 0,'0'0'122'0,"0"0"-18"0,0 0 20 0,0 0-17 15,0 0-22-15,0 0 7 0,0 0 7 0,0 0-6 16,0 0-46-16,0 0 14 0,0 0 8 15,0 0-14-15,0 0 0 0,0 0-18 0,0 0 12 16,0 0-16-16,0 0 17 0,0 0-5 0,0 0-5 16,0 0-11-16,0 0 10 0,0 0-31 15,0 0 42-15,0 0-25 0,0 0 39 0,0 0 3 16,0 0-15-16,-20 0 1 0,20 0-26 16,0 0 17-16,0 0-21 0,0 0 21 0,0 0-15 15,0 0 15-15,0 0-21 0,0 0 17 0,0 0-10 16,-18 0-3-16,18 0 4 0,0 0 4 15,0 0-19-15,0 0 16 0,0 0 6 0,0 0-18 16,0 0-19-16,-28 28 27 0,28-25-19 0,0-4 8 16,-2 1 4-16,-1 0-10 0,6 1-3 15,-6-2 3-15,2 2 14 0,1-1-3 0,0-1-11 16,1 2 6-16,-1-1 2 0,5 2-15 16,-5 0 3-16,0 0 3 0,1-2 10 0,2 4-8 15,-1-3-2-15,-1 2-14 0,4 0 22 0,-4-2-4 16,4 3-5-16,-4 2-6 0,2-5 5 0,2 1 13 15,-1 2-7-15,2-1-4 0,-3 0 1 16,3 0 19-16,14 8-18 0,-8-3-4 0,-4-1 6 16,0-4-7-16,2 0 15 0,-2-2 2 15,1 3-13-15,-2-1-6 0,4 0 16 0,-4-2-11 16,-1 2 8-16,3-3 3 0,0 1-15 16,-5 1 1-16,5 1 1 0,0-1 18 0,-1-2-15 15,2 2 16-15,1 0-18 0,1 0-6 16,13 3 12-16,-7-1 6 0,-2-3-11 0,-1 2 5 15,3-3-13-15,-4 1 7 0,-1-1 7 0,-3 2-19 16,1-1 3-16,1-1 19 0,0 3-23 16,0-3 2-16,-2 0 16 0,2 0-9 0,1 1 9 0,-13-1-7 15,11 0 1-15,-2 0-1 0,4 0-14 16,-1 0 1-16,0 0 1 0,-3 0 23 16,4 0-6-16,-1 0-24 0,0 0 5 0,-3 0 27 15,5 0-27-15,-5 0 13 0,3 0-8 16,-1 0 12-16,-2 0-14 0,3 0 5 0,0 0 3 15,0 0 20-15,-3 0-27 0,3 0 17 0,0 0-15 16,1 0 1-16,-4 0 21 0,12 0-4 16,-1 0-21-16,-1 0-2 0,-1 0 1 0,-3 0 7 15,3 0 1-15,1 0 12 0,21-8-25 0,-40 8 8 16,15 0-6-16,0 0 15 0,-3 0 2 16,2 0-10-16,-5 0 7 0,2 0 8 0,0 0-21 15,8-15 7-15,-10 13-1 0,3 2 1 0,-3-2 20 16,-1 0-10-16,4 0-3 0,-2 1 9 15,12-2-14-15,-2 0 12 0,-5 2-28 0,-2-3 29 16,-1 2-29-16,1-2 16 0,-1 4 17 16,0-1-33-16,-3-2 2 0,3 2-1 0,11-1 30 15,-4-2-36-15,-6 4 9 0,1-5 15 16,-1 3-1-16,-1-2 0 0,-4 2 0 0,5 2-7 16,-7-1-1-16,1-1-7 0,4 1 21 0,-2-3-13 15,-2 4-3-15,4-1 24 0,-2-2-9 16,-2 3-18-16,4-1 2 0,-3-4 25 0,3 5-31 15,11-4 8-15,-5 1-10 0,-4-1 2 16,1 2 6-16,-6-2 11 0,6 3 1 0,-7-2 9 16,4 2-7-16,-2-2-15 0,1 0 24 0,-2 2-1 15,1 1-24-15,14-7 3 0,-6 1 0 16,-1 2 12-16,-2 1-14 0,-5-1 17 0,3 2-15 16,-3-2-7-16,1 3 8 0,-1-2 5 15,15-4-4-15,-8 4 1 0,1-2 2 16,-4 1 14-16,-3 2 9 0,13-5-30 0,-8 0 2 15,0 3-2-15,-5 2 1 0,-1-2 9 0,1 2-11 16,-2-1 17-16,-1 1-1 0,1-2-7 16,-1 1-4-16,4 0 23 0,-4-2-6 0,2 5-28 15,2-6 11-15,-4 5-7 0,1-2 18 16,12-7-9-16,-3 6-4 0,-7-3 11 0,4 5 0 16,-4-3-9-16,-1-1-12 0,9-5 11 0,-5 6 3 15,-1-3 2-15,-3 5 1 0,3-2 15 0,-3 1-6 16,9-7-4-16,-5 5-5 0,-1 1-10 15,-3 3 3-15,2-5 4 0,-4 3 19 0,1-1-25 16,2 0 1-16,-5 1 19 0,1 1-10 16,1-4-8-16,11-4 16 0,0 2-4 0,4-2-10 15,-10 2 8-15,2 1-10 0,-6 1 1 16,10-5 2-16,-9 2-6 0,8-4 3 0,-7 5 30 16,1 0-14-16,-4 3-22 0,4 1 13 15,-4-1 16-15,-1 1-19 0,1 3 15 0,-1-6-16 16,2 3 12-16,7-6 9 0,0 0-5 15,-2 0-8-15,-4 2-12 0,0 2-3 0,1-3 18 16,-5 6-11-16,4-4 9 0,1-5-13 0,1 4 22 16,4-7-23-16,-9 5 2 0,3 5-4 0,-1 0 33 15,-3-3-27-15,4 6-1 0,-2-4 23 16,-4 4-3-16,6-2-32 0,-4-1 13 0,1 3-2 16,0-3 2-16,0 2 31 0,0 0-30 0,7-10 13 15,-4 3-9-15,0 2 19 0,6-3-26 16,0 0 16-16,-5 2 4 0,-2 1-21 0,4 6 28 15,-8-6-27-15,5 4 17 0,-6-1-11 0,4 1-4 16,-1-1 16-16,0 1 6 0,0-2-20 16,-1 1-1-16,-1 2 1 0,1-3-4 0,1 2-1 15,7-10 10-15,-7 3 2 0,3 6-3 16,-1-4 0-16,-3 2 16 0,1 2 6 0,0 0 2 16,-1 1-36-16,-1-2 12 0,2 3 18 0,0-3-1 15,8-8-29-15,-4 4 14 0,-2 0-2 16,-1 4 21-16,-2-2-10 0,-1 3-10 0,2 1 8 15,0 0 5-15,-5-1-14 0,8 1-9 0,-6-1 8 16,3 1 12-16,-1-1-13 0,1-1-4 16,-3 0 21-16,3 3-3 0,-2-4-16 0,-1-1-7 15,3 6 9-15,-1-7 4 0,5-5-4 16,-2 3 27-16,3-1-9 0,-5 4 5 0,-1 2-28 16,-2-2 1-16,1 0 2 0,-1 2 14 0,3 0-15 15,-1-1 17-15,-2 2-10 0,1-1 19 0,1-2-15 16,-2 3-9-16,9-14-10 0,-5 7 1 15,-1 1 12-15,-1 1 14 0,-1 1 1 0,0 3-5 16,1-2-13-16,-5 1 10 0,3 1-11 16,-2 1 14-16,4-2-23 0,-4 0 19 0,2-1-23 15,-1 3 32-15,2-1 0 0,-4-1-9 16,3 1-3-16,-1 0 13 0,2 0 13 0,-2 0-24 16,1 0 29-16,-3 1-20 0,3 1-2 0,-2-5-1 15,-1 5-8-15,5-2 8 0,-4 1 5 16,2-1-23-16,-3 0 2 0,2 1 1 0,-1-1-6 15,1-1 2-15,1-1 11 0,-2 4-7 16,1-2-10-16,1 1 13 0,-3-4 4 0,1 6 9 16,1-6-11-16,-1 5 7 0,4-5-20 15,-5 3 33-15,4 2-1 0,-4-4-3 0,2 2-1 16,-1 1-16-16,2-3-16 0,0 3 12 0,-2 0 2 16,2-1 4-16,-3 3-13 0,2-1 28 0,-2-4-3 15,1 4 0-15,4 0-22 0,-4 1-9 16,-1 0 18-16,2-2-2 0,-2-1 10 0,4 3-16 15,-4-2-9-15,5 3 5 0,-5-2 1 0,1 1 5 16,1 1 15-16,-1-3-11 0,-1 2-9 16,3-1 24-16,-1 3-17 0,-2-4 8 0,1 2-4 15,2 0-25-15,-3-3 1 0,0 0 3 16,0 4 24-16,0 3-8 0,0 0 0 0,0 0-2 16,0 0 24-16,0-10-18 0,0 10 18 15,0-12-21-15,0 2 1 0,0 10 0 0,0-10 0 16,0-1-8-16,0 11 8 0,17-24 12 0,-14 19 0 15,0-1-3-15,-3-4-1 0,1 3 1 0,2 0-15 16,-3 0 13-16,2 1-22 0,-2-2 20 16,1 1 0-16,2 2-1 0,-3-4 0 15,0 3 14-15,2-1-2 0,-1 2 12 0,-1-1 0 16,2 1-12-16,1-1-2 0,-2-1 4 0,-1 1 2 16,2 1 0-16,0 2-18 0,-2-3 18 0,0 1-17 15,0 1 9-15,0 1-17 0,2-3 1 16,-2 2-10-16,1 1-42 0,-1-3-50 0,0 1-42 15,0 5-39-15,0 0 17 0,0 0-236 16,0-10-62-16,0 10 32 0,0-12 32 0,0 1 36 16,0-5 46-16,0-5 4 0,0-3 31 0,11-29-23 15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8T14:02:03.623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315 868 722 0,'-2'3'217'0,"1"-3"-13"0,-3 1-18 15,4 0-19-15,-2-1-15 0,-1 0-2 0,2 1-11 16,1-1-25-16,-2 4-17 0,1-4-9 0,-2 0 6 16,1 0-8-16,2 0-24 0,-1 5-11 15,-2-3 5-15,1 4-7 0,2 1-5 0,-1 0-6 16,-2-1 8-16,0 3-17 0,3 2-1 0,-6 13-2 16,1 0 5-16,5-6-18 0,-3-2 8 15,-3 5 9-15,2-5-5 0,1-1-17 0,1-4-5 16,-2 0 23-16,4-1-17 0,-5-2-7 15,4 1 7-15,-1-1-11 0,-2 2 12 0,2-4 3 16,1 2 0-16,-2 0-2 0,1-2 4 16,-2 2-19-16,2-2 17 0,1-2 3 0,1-1-2 15,-1 1-12-15,-2 2-2 0,1-1-5 0,2-3 24 16,0-1-14-16,0 3 8 0,0-4-8 0,0 0 11 16,0 0 8-16,0 0-8 0,0 0-3 0,18 4 9 15,-17-6-23-15,7 2 3 0,-2-2 22 16,0 2 0-16,1-4-19 0,1 3 5 0,2-1 15 15,-1 2-21-15,-9 0-5 0,39-4 2 0,-18 0 20 16,4 1-1-16,2-1-24 0,-2-3-1 16,-1 7 23-16,-4-5-6 0,5 0-18 15,-6 1 20-15,-5 2 5 0,13-6-13 0,-15 6-14 16,-1 2-4-16,-2-2-6 0,-3-1 14 0,2 3 13 16,-7-4-14-16,4 3-3 0,-1 1 21 15,-1-1-1-15,2 1 9 0,-4 0-27 0,4 0 4 16,-5 0-4-16,0 0-7 0,0 0-17 15,0 0-3-15,0 0-16 0,0 0-30 0,0 0-47 16,0 0-19-16,0 0 13 0,9-11-45 0,-11 7-68 16,1 3-119-16,-4-2 26 0,1 2 22 15,1-2-22-15,0 1 32 0,1 2 14 0</inkml:trace>
  <inkml:trace contextRef="#ctx0" brushRef="#br0" timeOffset="431.194">458 1088 318 0,'-4'0'292'0,"-2"0"-60"0,0 0 5 0,3-1-36 0,-2 2-31 16,-1-1-16-16,3 0-17 0,0 0-7 0,2 0-15 15,-2 2-29-15,0-2 9 0,0 0-19 16,0 4-4-16,3-1 3 0,-2 1-26 15,2-4 0-15,0 9 7 0,0-5 5 0,0 3-13 16,-1-1 14-16,1 3-2 0,0-2 4 16,-2 0-24-16,2 4-10 0,0-11 23 0,0 13-20 15,0 4 6-15,0 1 11 0,0 2-24 16,0-4 32-16,0 3-31 0,0-5 5 0,0-3 0 16,0 4 3-16,0-5 7 0,0 0 6 0,0-3-27 15,0 3 11-15,0 1-4 0,0-3 4 16,0 2-23-16,0-3 22 0,0 3 16 0,0-10-20 15,0 14 1-15,0-3 5 0,-14 3 10 0,14-6-16 16,0-3 32-16,-2 2-43 0,1-1-10 16,1-1 38-16,0 1-28 0,0-2-22 0,-2 1 22 15,2-3 0-15,-3-1 2 0,3 4-32 0,-1-4-28 16,1-1-26-16,-2 0-29 0,-1-3-46 0,3 0 13 16,-1 0-204-16,1-4-76 0,0-1-2 15,1 0 30-15,8-12 24 0,-4-3 37 0,5 0 12 16,2 3 12-16</inkml:trace>
  <inkml:trace contextRef="#ctx0" brushRef="#br0" timeOffset="-670.993">-174 640 445 0,'0'0'273'0,"0"0"-29"15,0 0-21-15,-20 0-21 0,20 0 16 0,0 0-1 16,0 0-38-16,0 0-15 0,0 0-18 16,-37 24 34-16,34-26-42 0,2 2 13 0,-1-1-7 15,-1 1-3-15,2-3-61 0,-1 6 11 16,2-3 0-16,0 0-24 0,-1-3-5 0,-2 3 3 15,1 0-23-15,2 0-5 0,0 0 1 0,0 0-5 16,0 3-1-16,0-2 4 0,2 2-11 16,1 1 7-16,-2 2-19 0,-1 0-12 0,2-1 17 15,2 4 10-15,2 13 18 0,2-1-27 16,-1 2-15-16,-2-7-9 0,3 7 27 0,1-4-8 16,-4-2-10-16,1 0 5 0,-3-7 22 15,3 5 3-15,-2-5-54 0,1 0 34 0,-4-3-6 16,2 1 18-16,9 12-36 0,-6-8-5 0,0 0 20 15,-3-4-10-15,2 2 12 0,-4-3 17 16,3 0-46-16,-2-3 18 0,-1 2-1 0,4-2 4 16,-5 0 8-16,4 2-13 0,-2-2 1 0,-2-2 29 15,4 2-29-15,-2 1 9 0,1-4 10 16,0 0-6-16,-2-1-2 0,-1 0 10 0,0 0 11 16,0 0-15-16,0 0 4 0,0 0 5 0,14-17 9 15,-10 10-18-15,-2-2 12 0,13-19-18 16,-9 6-1-16,0 1-2 0,1-2 16 0,3 3-2 15,-2-3-1-15,-2-1-13 0,-2 0 1 0,5 2 5 16,-4 2-1-16,5-2 1 0,2-3-6 0,-10 13-9 16,2-3 16-16,-2 5-8 0,-2 5 0 15,1-5 2-15,1 4 1 0,-2-1 1 0,0 7-2 16,0 0-10-16,0 0-22 0,0 0-23 16,0 0-8-16,0-11-43 0,0 11-21 0,0 0-20 15,0-8-50-15,0 8 18 0,0 0-145 16,0 0-123-16,0-9 33 0,19-5-21 0,-15 13 28 15,4-1 103-15,-2-2-39 0,15-1 72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8T14:02:21.125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114 2987 226 0,'-18'0'113'0,"18"0"-18"0,0 0 5 15,0 0-14-15,-19 0-14 0,19 0 71 0,-32 12-52 16,26-12 34-16,3 2-30 0,-1-2 5 16,-1 3 2-16,4-3-15 0,-4 1 8 15,2 1-1-15,2-2-17 0,-4 0 6 0,5 2 1 16,-1-2-8-16,-2 0-4 0,0 0-17 0,1-2 19 16,2 2-12-16,0 0-14 0,0 0 16 0,0 0-16 15,-4 0-16-15,4-2 10 0,0 2 3 16,1-4-14-16,2 2-4 0,-1-1-7 0,1 1-1 15,1-1 5-15,1-1-6 0,-1-2-5 16,1 3 2-16,-1-2 8 0,-1 0-21 0,3-4 4 16,0 7 14-16,2-3-13 0,10-12 6 0,-11 7 7 15,2-1-17-15,9-4 14 0,-9 4-4 0,7 0 5 16,-1-4-11-16,-1 7 11 0,-4-2-15 16,5-1 12-16,-2 2 4 0,-4 2-5 0,0 2 4 15,0-5-4-15,-1 7 0 0,-2-5-7 0,0 2 9 16,0 1-4-16,0 2-5 0,-1-5 7 15,3 4-4-15,7-8-7 0,-2 5 3 0,-1 0-6 16,-3-3 10-16,-1 1-16 0,2 4 11 0,3-12 1 16,-4 11 7-16,2-2 8 0,-4 5-12 15,1-6-3-15,-1 4 13 0,1-3 4 0,1 3-25 16,-6-3 27-16,3 4-22 0,9-7 9 0,-4 0-10 16,1 1-6-16,-4 1 16 0,-1 4-18 15,4-2 8-15,-4 2-1 0,8-7 16 0,-3 2-21 16,-3 0-6-16,1 5 25 0,-1 0-19 15,-3 0 8-15,0-2-8 0,2 3 5 0,-2 1 8 0,1-5-12 16,-1 6 4-16,0-2-6 0,0-1-3 16,2 1 23-16,-1-1-16 0,11-4 12 15,-2-2-3-15,-4 2-12 0,8-2 6 0,-7 2 3 16,-1 2-6-16,3-5-7 0,-2 3 10 0,-1 6 2 16,-4-5 9-16,-1 2-14 0,1 1-11 15,-2 2 10-15,0-4-1 0,1 5 5 16,-1-6-1-16,0 5 8 0,1-1-6 0,13-7 2 15,-2 0-13-15,-5 2 5 0,1 2 9 0,-6 0-9 16,10-7-1-16,-6 7 3 0,3 1 10 16,-7-2-16-16,-1 5 20 0,-1-4-24 15,2 4 12-15,-3-1 7 0,3-3-4 0,-2 3-16 16,1-2 12-16,-1 2-7 0,2 1 22 0,11-8-10 16,-5 4-3-16,-2 0-4 0,-5 0 0 15,12-7 8-15,-7 6-8 0,-3 3 4 0,5-5 6 16,-8 8-18-16,0-7 7 0,1 4 3 0,-1 0-11 15,1 0 14-15,-2 2-4 0,1-1-2 16,1 0 20-16,-1-5-6 0,0 7-14 16,-1-3-10-16,14-5 11 0,-8-1 12 0,-2 0-11 15,3 4 12-15,-5 2-4 0,3-3-23 0,7 0 8 16,-4-2 26-16,5-1-10 0,-6 0-16 16,-2 4 6-16,1-2-8 0,8-2 21 15,-7 1 5-15,5-4-19 0,-2 2-3 0,1 0 3 16,0 0 4-16,1-1-5 0,-1-2 10 0,-5 6 4 15,-2 0-18-15,3 1-2 0,-5-1 2 0,8-4 6 16,-3 4-5-16,0 2-5 0,0-2 24 16,1-5-16-16,-2 6 13 0,-1-1-6 0,-1 4 8 15,0-1-9-15,-2-1-14 0,1 1 6 16,8-6 20-16,1-1-13 0,-4 6-7 0,-4 0 15 16,3 0 2-16,3-6 2 0,-2 6-10 0,4-4 2 15,-1-1-11-15,0-1 11 0,1 2-13 16,-7 0 6-16,-1 5 15 0,8-10-4 0,-7 8-18 15,4 1 12-15,-7 2 9 0,-1-1-24 0,6 1 14 16,-5 3-7-16,1-4-11 0,8-8 26 16,-1 7-22-16,-6-1 9 0,3 5 5 0,1-14-10 15,5 6 16-15,2 0 5 0,-4 1-6 16,3-1-10-16,5 1 8 0,-9-1-10 0,3 1 5 16,-1-1 6-16,-4 5-7 0,3-3-5 0,-5 4 7 15,-1 0-7-15,-2-1-3 0,2 1 16 16,-7 4-12-16,5-7-3 0,-1 5 7 0,3-1 1 15,-2 2-6-15,1-3-3 0,-3 1-1 0,4 1 27 16,11-7-18-16,2 3-4 0,-6-2 17 16,3 1-24-16,-1-3 2 0,-4 8 26 0,3-8-7 15,-2 2-18-15,-1 4 13 0,-6-1 0 0,0 6-14 16,9-11 19-16,-4 4-20 0,-2-1 23 16,-1 2-12-16,-3 1-7 0,1 2 19 0,-3-4-9 15,1 6 4-15,1-1-4 0,1-3-3 0,-5 1 3 16,5 3-9-16,0-5-5 0,-3 2 7 15,10-8 16-15,8 6-21 0,-10-5 2 16,7 2 18-16,-8 0 0 0,-1 2-11 0,-3 1-5 16,3 0 1-16,-5-2 4 0,2 5-7 0,0-4 8 15,-3 5-3-15,2-3 14 0,-1 0-3 16,3 3-2-16,-5-1-12 0,5-2 15 0,-2 2-20 16,10-10 9-16,-3 3-5 0,3-1-3 0,-4 6 21 15,0-2-14-15,-5 1 4 0,3 1 7 16,-2 2-18-16,-4-2 11 0,15-5-5 0,-8 1-7 15,1 3 4-15,2-1 7 0,-2-4 13 16,-1 2-10-16,-1 4-19 0,-1 1 23 0,5-9-3 16,0 7-14-16,-11-2 11 0,7 1-6 15,-2 0-8-15,-2 2 11 0,-1-1-1 0,2 3 7 16,0-4-4-16,10 0-2 0,-5-3-6 0,-4 2 7 16,-2 5 2-16,1-2 9 0,-5-1-26 15,5 2 16-15,-1-2-5 0,-1 2 2 0,0 3-9 16,1-4 13-16,10-5 13 0,-6 3-19 15,1-1-1-15,-4 4 7 0,2 0-10 0,-4-2 11 16,2 1-7-16,-3 0 14 0,1 1-7 0,-1 0 8 16,2-2 1-16,11 2-9 0,-5-4 9 15,-4 2-15-15,0 1 2 0,-1 0-4 0,2 3 19 16,-5-3-8-16,1 1-5 0,-1 3-6 16,0-4 14-16,2 1-9 0,2 2-16 0,9-8 10 15,-5 4 3-15,-5-1 6 0,1 3 6 16,-1-2-23-16,-1 3 26 0,-1-1-17 0,2 0 5 15,-1 1-8-15,-1-1 21 0,2-2-11 0,-3 5 0 16,13-9-15-16,-8 3 24 0,-1-1-20 0,1 2 0 16,-2 0 4-16,-2 3 5 0,1-1-10 15,0 0 0-15,0 1 8 0,-2-2 15 0,0 1-2 16,-2 3-18-16,5 0 9 0,-1-6-5 16,-2 4-4-16,-2-2-2 0,5 2 8 0,11-5-1 15,-7-1-3-15,-6 7 16 0,8-3-3 16,5-2-9-16,-5 0-3 0,-5-1 19 0,3 2-19 15,-4 3 19-15,2-3-28 0,-2 2 15 0,-2 3-6 16,4-3-3-16,-5 1 17 0,3-1-19 16,14-9 9-16,-6 4 8 0,-4 7-2 0,-2-5-14 15,-1 4 20-15,-1-2-18 0,0 0 4 0,-1 1-7 16,-1 3 1-16,3 0 20 16,-4-4-13-16,2 1-9 0,-2 2 7 0,3 1-3 15,-2-7 3-15,4 6 4 0,-5 1-3 0,3-3-5 16,10-11 3-16,-1 11 6 0,-5-2 0 15,1 4-14-15,-4-1 17 0,1 2-3 0,-2-1 10 16,1 0-23-16,-4-1 32 0,1 0-23 16,1 2 0-16,-1-1 6 0,4 1-10 15,-4-2-2-15,5 0 22 0,-4-1-18 0,-1 4 0 0,1-1 7 16,-1-2-3-16,5-2 5 0,-6 3 7 16,3 2-17-16,1-6 6 0,-2 3 10 0,11-4-12 15,-2 2 11-15,-7 1-14 0,3-2 4 0,-4 2 10 16,2 2-12-16,-2-3-4 0,9-2 19 15,-5-3-17-15,-1 7 4 0,-3-1-3 0,1 3 12 16,-2-1-15-16,1-2 3 0,-2 2-4 16,1-2 7-16,2 3-4 0,-4-3 10 0,2 2-8 15,0 0-12-15,1 0 12 0,0 1-1 0,11-6-6 16,-5-1 19-16,-2 5 4 0,-1 1-22 16,0-2 19-16,0 0-22 0,-3 1 13 0,-3-3-5 15,3 2 14-15,-2 3-5 0,4-1-11 16,-4 0 2-16,4-4 6 0,-3 4 4 0,15-6-15 15,-10 4-4-15,2-5 19 0,-4 5-6 16,1-1-5-16,-6-1 8 0,2 2-7 0,0 2 10 16,-2-3-9-16,3 5 15 0,-5-2-11 15,5-2 16-15,-4 0-24 0,4 4 12 0,-6-3-15 16,1 3-2-16,4-3 5 0,-2 2 6 16,0-3 6-16,0 1-4 0,-2 2-2 0,0-1-1 15,4-2 10-15,-1 0-19 0,-2 2 4 16,4 2 3-16,-3-1-2 0,1-3 12 0,2 2-6 15,-1-2-5-15,-1 3 15 0,-1 1-9 0,1-4-3 16,-1 1-3-16,-3 0 3 0,6 2-5 16,-4-1 12-16,5-2-5 0,-4 1 5 0,-3-1-8 15,3 2-1-15,0 0 7 0,0 0 6 0,-3 1-8 16,2-2-2-16,1 3-13 0,0-3 21 16,1 3-24-16,-3-1 18 0,1-2 15 0,-1 0 15 15,2 2-7-15,0-3-19 0,-3 4 12 16,2-3 15-16,2 2-20 0,-5-1 21 0,4 2-9 15,-2-5-14-15,4 5-2 0,-4-2 11 0,-2 0 11 16,1 1-13-16,1 0-22 0,-4 1 22 0,5-4-16 16,-4 3-12-16,1 0 7 0,2 1 22 15,2 0-18-15,-5-3 21 0,5 2-3 0,-4-2-30 16,2 2 40-16,-2 1-10 0,2-1-19 16,-2-1 7-16,1 2-7 0,0-3 6 0,-3 3 19 15,0 0-6-15,0 0-12 0,0 0 33 0,0 0-19 16,0 0-9-16,0 0 45 0,15-8-35 15,-15 8 13-15,0 2-10 0,4-4 1 0,-2-1-3 16,-2 3-1-16,1 0-6 0,1 0-4 0,2-4-1 16,-2 4 0-16,1-2 4 0,-2 1-2 15,4-2-2-15,-2 3 9 0,-2 0 0 0,2 0-4 16,-1-1-26-16,-1 1 23 0,2-3 0 16,-1 3-2-16,-2 0-10 0,2 0 26 0,1 0-45 15,-1 0 19-15,-2-1 3 0,1 1 2 0,2-2-10 16,-3 1 17-16,2 1-10 0,-2-3-15 0,0 3 2 15,1 0-13-15,1 0 0 0,-4-1-76 0,1-2-48 16,-1 2 16-16,-2-2-191 0,-2-1-138 16,-1 0 33-16,1-1 30 0,-15-2 26 0,-3-3 25 15,1 2 24-15,3-2 15 0,-6-4 28 16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8T14:02:23.685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2239-2138 439 0,'0'0'170'0,"0"0"-7"0,0 0-21 0,0 0-53 0,0 0 30 15,0 0-27-15,0 0 20 0,0 0-4 16,0 0-8-16,0 0-25 0,0 0-7 16,0 0 19-16,0 0-26 0,0 0 13 0,0 0 8 15,0 0-5-15,0 0-1 0,0 0-11 0,0 0-2 16,-3 20-6-16,3-14 6 0,-3 2-15 16,3-2 1-16,-4 3-22 0,4 0 9 0,0 2 9 15,-8 13-11-15,5-11-4 0,0 0 4 0,2-2-10 16,-4 0 14-16,2-2-1 0,-1 0 9 15,2 0-23-15,-5 11 10 0,2-7-6 16,-1 1 6-16,3-3-19 0,-1-1 7 0,2-7-6 0,1 5 4 16,-2-2-3-16,1-1-4 0,-2 1-7 15,4-1 14-15,-2 0-19 0,1-1 13 16,-4-1-3-16,5 1 8 0,0-2-17 0,-1 2 0 16,1 0 17-16,-2-1-10 0,-1-3-11 0,3 4 17 15,0-3-12-15,0 2-11 0,-1-2 11 16,1 1-9-16,-2-2 10 0,2 0-3 0,0 0-7 15,0 0 5-15,0 0 9 0,0 0 9 0,0 0-4 16,20 9-3-16,-17-9-4 0,4 1-4 0,2-2-6 16,-1 2 23-16,1-4-10 0,1 3-6 15,-10 0 12-15,11 0-14 0,0 0 11 0,1 0-9 16,-3 0-14-16,15 0 27 0,-4 0-9 16,-1 0-1-16,-3 0 9 0,28-18-3 0,-25 18-21 15,-1 0 16-15,-3-3 9 0,-5 0 0 0,1 2-21 16,-2-1-2-16,-2 2-8 0,1-2 29 0,4 2-26 15,-5 0 14-15,2-2 2 0,-2 2-15 16,1 0 7-16,-2-1 3 0,1 1-4 0,1-3 1 16,2 3-13-16,-5-1-3 0,4 1 9 15,-5 0-7-15,6-2-6 0,-2 2 3 0,-1 0-9 16,-1-2 2-16,2 0-6 0,-2 2-31 16,0-1 2-16,-5 1-25 0,4-2 8 0,-4-2-176 15,-1 4-134-15,2-3 29 0,-4 0 13 0,-4 0 8 16,5-1 14-16,-4-1 4 0</inkml:trace>
  <inkml:trace contextRef="#ctx0" brushRef="#br0" timeOffset="797.991">2027-2437 303 0,'-3'0'197'0,"2"1"-77"0,1-1 49 0,0 0-34 15,0 0-11-15,0 0-42 0,0 2 28 0,1-4-11 16,5 2-10-16,-6 0-3 0,5-1-3 16,-1 1-27-16,1 0 11 0,1-3 4 0,1 3-28 15,-3-2 16-15,2 1-9 0,0-3-23 0,2 1 22 16,-1 1 12-16,1-3-18 0,-1 1-2 16,-1 1 3-16,2-4-13 0,-2 4 8 0,6-12 4 15,-1 5-33-15,-5 0 20 0,0 5-25 0,-3-3 9 16,-1 0 11-16,1 4 5 0,-2-2-1 15,1 1-7-15,-2 1-13 0,0-2 0 0,0 6 16 16,0 0-16-16,0 0-6 0,0 0-1 0,-17-20-5 16,13 19 1-16,-2-2 1 0,0 3 10 15,-1 0-14-15,1 0 4 0,0 3-9 0,-2-2 3 16,1 2 5-16,-1-2-4 0,8-1 14 0,0 0-6 16,-21 11-6-16,17-6-24 0,-4 1 27 15,-3 9 2-15,0-3-1 0,2-3 4 0,6 2-17 16,-4-3 20-16,2 1-19 0,4 2-6 0,1-11 9 15,0 0 2-15,0 10 4 0,0-3 8 16,0-7-7-16,0 10 0 0,16 21 8 0,-5-18 2 16,-2-2-4-16,4 4-17 0,3-2 31 15,-1-2-14-15,-1-1 3 0,-1-5 6 0,8 1 3 16,3 3 7-16,-5-7-11 0,-5-2-1 0,1 0 4 16,-6 0-6-16,4 0-2 0,0 0 3 0,-7 0 2 15,-6 0-3-15,18 0-3 0,0 0-4 16,-3 0 0-16,12-17-7 0,-18 13-9 0,-3 1 5 15,1-4-13-15,2 5-60 0,-4 0-16 0,1-1 8 16,0-2-90-16,1 3-89 0,-1-6-88 16,2 5 25-16,-4-4 18 0,11-7 12 0</inkml:trace>
  <inkml:trace contextRef="#ctx0" brushRef="#br0" timeOffset="1403.63">2530-2522 529 0,'4'-2'144'0,"-1"-4"26"16,0 3-28-16,2-1 3 0,-1 1-17 0,-1-1-5 15,3 3-16-15,0-2-2 0,-3 0-33 0,2-1-27 16,-1 3 7-16,3-1 4 0,1 2 7 15,-1-2-21-15,-2 2-5 0,1 0-15 16,-6 0 27-16,0 0-17 0,9 0 2 0,-9 0-10 16,9 0-4-16,-9 0-8 0,24 16-26 0,-21-10 15 15,-3-2 4-15,3 0 9 0,-2 2-28 0,-1-2 4 16,0 3 11-16,0-3 0 0,-4 5-18 0,4-4 16 16,-3 1 2-16,3-6 9 0,-11 15-4 15,8-12-37-15,-1 4-11 0,1-3 31 16,0 3-22-16,0-4-11 0,-2 4 33 0,5-4 11 15,-1 1-49-15,-1 2 23 0,-1-2-13 0,3-1 26 16,0-3-4-16,0 0 29 0,0 0-31 16,0 0-8-16,0 0 2 0,0 0 2 0,20 12 41 15,-16-7-8-15,2-5-14 0,2 1 40 16,-5 1-30-16,6-2 10 0,-2 2 15 0,-1-1-44 16,1 1-6-16,1 1 39 0,-1 0-21 0,1-1 35 15,1-2 4-15,0 3 2 0,-3 0-43 0,1 0 28 16,-1-2 1-16,-3 2-8 0,7-2-6 15,-7 1-2-15,3 0 17 0,0 1-27 0,-3 1 19 16,-3 0 22-16,2 3 0 0,-1-5-19 16,-1-2 12-16,0 0 17 0,0 10 3 0,0-10-7 15,-18 25 1-15,14-20-1 0,-9 10 11 0,-4-2-24 16,2-1 19-16,5-5-2 0,-4 1-9 16,10-4 0-16,-7 3-18 0,4-3 5 0,-3 0-12 15,2-1-3-15,1-2 0 0,-1 2-31 16,2-2-11-16,0 2-37 0,0-2 4 0,2-1-127 15,4 0-116-15,0 0-76 0,0 0 24 0,-18-14 23 16,16 6 30-16,4-1 3 0</inkml:trace>
  <inkml:trace contextRef="#ctx0" brushRef="#br0" timeOffset="8024.378">2949-615 504 0,'0'0'135'0,"0"0"-27"0,0 0 41 15,0 0-58-15,0 0 42 0,0 0-35 0,0 0 36 16,0 18-1-16,0-18-28 0,0 0-1 15,0 0 1-15,0 0-26 0,0 0 1 0,0 0 3 16,0 0 9-16,0 0-15 0,0 0 4 16,0 0-1-16,0 0-8 0,0 0-6 0,0 0-10 15,0 0-10-15,0 0 10 0,0 0-6 0,0 0-1 16,0 0 2-16,0 0-7 0,0 0-16 16,0 0 12-16,0 0-17 0,0 18-2 0,0-18-2 15,0 0 11-15,-37 32-7 0,19-19-4 16,1 0-8-16,1-1-4 0,-4-1 6 0,4 2-2 15,0 0-10-15,-1-2 11 0,8 0 0 0,-4 1 7 16,2-4-11-16,2-1 5 0,1 0-7 16,-1-1-2-16,4-1-12 0,-1 1-2 0,2-2 18 15,1 1-11-15,-2-2 3 0,-1 3-1 16,2-1-10-16,-4 1 12 0,7-2-9 0,-5-1 27 16,0 3-21-16,0-1-5 0,4-1 9 15,-1 2-3-15,-2-3 11 0,0 1-2 0,1-1-8 16,2-3 0-16,-4 3 11 0,6-2-13 0,-3 2-1 15,0 0-5-15,3 0 17 0,-3-2-2 16,2 2-18-16,-2-2 19 0,3 2 7 0,0-3-21 16,0 0 2-16,0 0-5 0,0 0 6 0,0 0 7 15,-8 7-1-15,8-6-3 0,0-1 9 0,-1 0-20 16,1 3 14-16,0-3 0 0,0 0-4 16,-2 0 29-16,-1 0-19 0,3 1 15 0,0 0-4 15,0-1-19-15,0 0 5 0,0 0-5 16,0 1-8-16,0-2 14 0,-1 2 5 0,1-1-10 15,0 0 3-15,0 0 15 0,1 0-24 16,-1 0 14-16,0 0 6 0,3 4-20 0,-1-4 2 16,1 0 0-16,-3 0 21 0,4 0-14 0,-2 2-14 15,2-2 5-15,-1 0 17 0,3 3-22 0,-1-2 0 16,-2 3 27-16,3-3-17 0,-2 1-7 16,2-2-5-16,1 4 11 0,-1 0-1 0,-3-3-10 15,6 1 19-15,0-1 12 0,-1 1-7 16,-1 3-22-16,2 0-4 0,9 2 11 0,-5-2 13 15,2 2-7-15,-6-1-10 0,9 3 0 16,-9 0 0-16,0 1-3 0,3-6 1 0,-5 3 24 16,2-4-10-16,-4 2-20 0,-1 1 20 15,1-3-19-15,-2 0 15 0,-2 0-8 0,5-2 12 16,-1 4-7-16,-2-3 10 0,1-1 6 0,-2 1-18 16,2 3 6-16,1-5 11 0,-5 3-26 15,3 0-7-15,-2-3-23 0,-1 0-28 0,0 0-40 16,0 0 11-16,0 0-201 0,0 0-120 0,0 0 15 15,12-21 50-15,-10 17 23 0,2 1 20 16,1-2 10-16</inkml:trace>
  <inkml:trace contextRef="#ctx0" brushRef="#br0" timeOffset="8717.546">2718 303 483 0,'-3'1'174'0,"-2"-1"-32"0,1 6-50 0,2-6 49 0,-2 5-51 15,7 0 12-15,-3-4 11 0,0 5-32 16,1-2-15-16,1-3 15 0,1 2-14 0,0 1 4 15,1 0-10-15,2-2 7 0,0 2-22 0,-3-3 16 16,8-1-11-16,-8 1-2 0,2 2-9 16,1-3 1-16,0 2 1 0,0-2 4 0,0-2-21 15,-4 4-6-15,-2-2-1 0,0 0 5 16,0 0 0-16,0 0-1 0,21-15-3 16,-20 9-18-16,2 2 27 0,-3-4-5 0,0 5-8 15,-4-5 0-15,2 3 7 0,-1-1-12 0,2 1 0 16,-2-1 0-16,-6 2 10 0,1 3-19 0,1 0 8 15,-1-4-31-15,-3 5 15 0,2-4 16 16,1 4-8-16,-2-1-11 0,10 1 1 0,0 0 27 16,-14 0-18-16,2 0 4 0,3 0 5 0,9 0-9 15,-34 23 11-15,21-13-26 0,2 0 27 16,2-2-2-16,3-1-7 0,2 2-28 0,1-1 16 16,0-1 14-16,1 0-2 0,2 2-11 15,0-1 6-15,0-5 1 0,0-3 19 0,0 0-20 16,0 10-7-16,21 19 14 0,-7-11-1 0,2-7-7 15,0 2 13-15,-2-6 5 0,-1-3-5 16,10 5 2-16,-8-5-15 0,0-1 13 0,-1 2 6 16,-2-5-18-16,0 0-14 0,-3 0 3 0,3 0-45 15,-12 0 5-15,8 0 6 0,14 0-85 0,-1 0-66 16,25-19-109-16,-25 7 22 0,4 0 23 16,-5-5-49-16,-2 3 20 0</inkml:trace>
  <inkml:trace contextRef="#ctx0" brushRef="#br0" timeOffset="9160.635">3219 328 580 0,'0'4'175'0,"-5"-2"-9"16,5 3-10-16,-4-3-30 0,4 2-17 0,-2 2-6 15,1-1 12-15,-1 6-9 0,-1-8-1 0,0 8-13 16,-4 12-8-16,2-2-10 0,-2 0 16 0,-3-2-22 16,-1 4-8-16,2-9-12 0,8 1 12 15,-2-4-20-15,0 0 3 0,-3 0-4 0,4-2 6 16,-1-2-27-16,3-1 20 0,-4 1-9 16,4-1-7-16,-5 1 3 0,5-2-5 0,-1 1-3 15,1-1 6-15,0-5-9 0,0 0 7 0,0 0-3 16,0 0 3-16,0 0-9 0,0 9 9 0,19 2-12 15,-13-9 4-15,2-2 0 0,1 0 6 16,1 0-20-16,12-5 16 0,-13 5-14 0,5 0 10 16,1 0 6-16,-2 0-5 0,1 0-14 15,-1 0 10-15,0 0-14 0,-1 0-2 0,0 0 18 16,2 0-9-16,-1 0-8 0,4 0 13 0,2 0-10 16,0 0-6-16,-1 0 6 0,-7 0-29 15,1 0 0-15,-2 0-16 0,-10 0-19 0,13 0 10 16,2-15-39-16,-10 15 9 0,-1 0-74 0,1-2-59 15,-4 2-84-15,2-1 21 0,-3-3 23 16,3 0-59-16,-3 2 15 0</inkml:trace>
  <inkml:trace contextRef="#ctx0" brushRef="#br0" timeOffset="9465.445">3428 548 606 0,'-8'0'250'0,"5"-4"-54"15,-3 3-14-15,-1 1-16 0,4-2-16 0,0 2-10 16,-2-2-1-16,1 2-28 0,1 0-11 0,1 0-5 16,-2-1-7-16,-1 1 6 0,5 0-13 15,-3 0-11-15,2-1 9 0,-2 1-23 0,1 0-3 16,-2 0-4-16,4 1 8 0,-2 4 1 16,1 1-17-16,1-4-6 0,-2 6 25 0,0-1-24 15,2 2 1-15,0 1-13 0,-2 1 2 0,1 14 18 16,1-14-17-16,0 6-4 0,0 3 12 0,0 5-3 15,0-1-17-15,0-2 0 0,0 3 0 16,0-2-1-16,0 2 8 0,0-4 1 16,8 14-20-16,-6-21-12 0,1-5-24 0,0-4-49 15,-3 2-51-15,3-5 12 0,1-2-292 16,1-3 17-16,10-14 27 0,-5-3 24 0,2-9-18 16,-1-9 15-16,1-1 35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8T14:01:46.258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536-3416 237 0,'0'0'111'0,"0"0"-16"0,0-18-12 16,0 18-14-16,0 0-4 0,0 0 23 0,0 0-7 15,0 0-12-15,0 0-5 0,0 0-39 0,0-18 8 16,0 18-3-16,0 0 22 0,-11-24-13 15,8 20-5-15,-1 2 24 0,-2 2-8 0,3-1-26 16,-2-2 47-16,0 3-44 0,5 0 8 16,-8-3 13-16,4 3-33 0,1 0 2 0,-3-1 13 15,0 1-11-15,1 0-20 0,4-3 20 0,-7 3 8 16,7 0-1-16,1 0-10 0,0 0-24 16,0 0 10-16,0 0 18 0,0 0-40 15,-12 0 55-15,12 0-22 0,-8 0-10 0,8 0-14 16,0 0 32-16,-12 0-18 0,0 17 8 0,11-14 22 15,-3-1-17-15,1 2-23 0,1 0 13 16,-2-1 5-16,2-2 3 0,-1 3-4 0,2 0 9 16,1-1-33-16,-2 1 14 0,1 1 1 0,1 0-25 15,0-2-8-15,0 5 29 0,0-5 3 16,0 1 7-16,0-4 17 0,0 0-10 0,0 0 8 16,0 0-33-16,0 9 25 0,15 6 11 15,-12-13-1-15,2-1 8 0,1 2 6 0,-1-3-47 16,1 0 37-16,-2 0 8 0,2 0-24 15,-1 0 11-15,2-3-35 0,-2 2 37 0,1-1 10 16,-6-3-10-16,4 1-11 0,1-2-10 0,1 1-9 16,0-1 19-16,-5 1 12 0,5-3-5 15,-1 1-16-15,-2 1-1 0,-2-1 1 16,3-1 13-16,-2 4 12 0,2-2-7 0,-4-3-18 16,0 4-21-16,2-2 32 0,-2 7-14 0,0 0 17 15,0 0-12-15,0-11-8 0,0 11 10 16,0-10-10-16,-16-4 5 0,13 11-19 0,1 0 25 15,-2-1-9-15,1 2-2 0,-2-3-15 0,2 4 31 16,-1-2-19-16,-2 1 11 0,3 2-10 16,-3 0 2-16,1 0 5 0,-2 1-26 0,1 0 25 15,6-1 17-15,0 0-17 0,0 0 6 16,-21 14 1-16,15-10-10 0,2-3 14 0,-4 6-16 16,2-5 2-16,3 5-3 0,-3-3-12 0,2 2 10 15,2-2 16-15,-4 3-22 0,5-3 16 0,-4 2-17 16,4 1-5-16,1-1 9 0,-5 1 5 15,2-3 3-15,3 0 6 0,0 3-27 0,0-2-2 16,-1 1 27-16,1-6-22 0,0 0 13 16,0 0 10-16,0 11-27 0,0-4 21 0,0-7 10 15,0 9 0-15,15 6-10 0,-8-13 10 0,-2 2 11 16,1-4-14-16,-3 1 6 0,4-1-8 0,4 0-8 16,-4 3 2-16,0-6 8 0,-1 2 9 15,-6 1-35-15,0 0 19 0,14 0 9 16,7-11-2-16,-14 9 15 0,1-2-2 0,1-1-27 15,-3 1 10-15,-3-1 5 0,2 2 4 0,3-4-2 16,-2 3-6-16,1-3 18 0,-5 1-1 0,4 1-7 16,-2-1-11-16,-2-1 16 0,2 2-2 15,-2-4-8-15,-2 3 0 0,4-1-1 0,-2 2 0 16,-2-2-12-16,0 3 25 0,0-2-4 0,0 6-26 16,0 0 1-16,0 0 10 0,0-11-1 15,0 11-4-15,0 0 13 0,-20-20-27 0,16 16 19 16,1 2-1-16,-5 1-2 0,4-3 3 0,-4 4-1 15,4 0 15-15,0 0-23 0,-2-3 18 0,0 6 3 16,0-3-15-16,6 0 7 0,0 0-6 16,-11 0 13-16,11 0-6 0,-10 0-9 0,10 0-29 15,-24 14 17-15,16-10 12 0,4 0-4 16,1 0 0-16,-3 1-6 0,2 1 29 0,-1-1-17 16,-1 1-20-16,0 1 19 0,-6 9 10 0,8-5-6 15,-1 1-22-15,1-2 13 0,-2-1 19 16,4-3-8-16,-2 1 13 0,4 0-20 0,-2 0-15 15,2-2 8-15,0-5 4 0,0 0 1 16,0 11 22-16,0-11-12 0,0 12 0 0,0-2-16 16,0-10 13-16,0 10-13 0,18 8 9 15,-15-12 3-15,3-2 13 0,0-3-29 0,2 3 26 16,-2-2 7-16,1 2-14 0,3-4 1 0,-2 0 15 16,-8 0 7-16,0 0-6 0,9 0 17 15,-9 0-13-15,10 0 17 0,5-17 0 16,-9 12 8-16,-3 1-15 0,0-3-6 0,3 1 6 15,-4 0-7-15,-1-2-3 0,-1 1-1 0,2-3-19 16,1 4-2-16,-3-1-13 0,0 7-34 16,0 0-41-16,0-9 9 0,0 9-153 0,0 0-145 15,-20-22 13-15,14 21 10 0,-1-3 42 0,-14-6 14 16,2 0 6-16</inkml:trace>
  <inkml:trace contextRef="#ctx0" brushRef="#br0" timeOffset="25611.966">470-3846 347 0,'2'-3'241'0,"-1"3"-6"0,2-5-46 16,-1 3-33-16,-1-2-9 0,4 0-22 0,-4-2-26 16,4 3 3-16,1-1-11 0,-3 0-8 15,2 1-9-15,1-1-18 0,-3 2 8 0,6-1-16 16,-4 1 0-16,1-1-20 0,1 3-1 15,-2 0 3-15,2-3-2 0,-7 3-10 0,0 0-2 16,11 0-34-16,-11 0 21 0,13 0-15 16,-4 0 14-16,-9 0-2 0,24 17-37 0,-18-11 13 15,-3-3 12-15,3 1 12 0,1 1-1 0,-2 1-30 16,-4 0 50-16,1 2-48 0,-2-4 36 0,-2 6-5 16,2-10 1-16,0 0 2 0,0 16-9 15,-19 15 18-15,11-20-26 0,2 1 16 0,2-6-6 16,1 2 22-16,1-3-16 0,-2-2-2 15,-1 2 34-15,4-1-2 0,0 0-32 0,-4-1 22 16,4 1 8-16,-1-1-12 0,-1 0 16 16,2 1 1-16,1-3 8 0,0-1-22 0,0 0 2 15,0 0-2-15,0 0 14 0,0 0-6 0,0 0 20 16,17 6-14-16,-9-6 0 0,-1 0-10 16,4-2 6-16,11-3-4 0,1-2-3 0,-6 3-4 15,10-9 12-15,-1 9-18 0,-4-3 2 0,-4 0-8 16,-5 3 3-16,-1 1 12 0,-4 0-13 15,-1 0 0-15,-1-1-26 0,-1 4-52 0,-2-1-59 16,-2-2 12-16,-1 2 10 0,0 1 9 0,0 0 10 16,0 0-351-16,-15-8 42 0,9 5 27 15,3-6 68-15,3 1 4 0</inkml:trace>
  <inkml:trace contextRef="#ctx0" brushRef="#br0" timeOffset="41098.14">2394-3539 275 0,'0'0'95'0,"0"0"12"0,0 0-7 0,0 0-12 16,0 0-11-16,0 0-9 0,0 0-9 0,0 0 31 16,0 0 20-16,0 0-27 0,0 0-25 0,0 0-6 15,0 0 2-15,0 0 9 0,0 0-7 16,0 0 9-16,0 0 3 0,0 0-29 0,0 0 18 16,-19 0 14-16,19 0-49 0,0 0 39 15,0 0 7-15,0 0 5 0,0 0-17 16,0 0-5-16,0 0 14 0,0 0-30 0,0 0 19 15,0 0-15-15,0 0 10 0,0 0-8 0,0 0-5 0,0 0-4 16,0 0 15-16,0 0-20 0,0 0 19 16,0 0-9-16,0 0 3 0,0 0-3 15,0 0-2-15,0 0 8 0,0 0-10 0,0 0-5 16,0 0 1-16,0 0-3 0,0 0-6 16,0 0 12-16,0 0-24 0,0 0 2 0,0 0-5 0,0 0 1 15,0 0 8-15,0 0 2 0,0 0-18 16,0 0 21-16,0 0-18 0,0 0 0 0,0 0-3 15,0 0-4-15,0 0 12 0,-2 0 3 16,17 14-17-16,3-5 16 0,-3 3-14 0,3 2 0 16,4-2 12-16,-11-3 0 0,8 4-8 0,-4-2 8 15,4 5 0-15,-4-4 0 0,-1-3 5 16,-2-3-14-16,-5-1 14 0,0 0-11 0,-1-2-3 16,0 1 2-16,-1 0 5 0,-2 2-2 0,3-5 7 15,-2 3 0-15,-2-1-10 0,-1 1-8 16,4 0 21-16,-5 0-12 0,0-1-2 0,0-3 4 15,0 0 4-15,0 0 5 0,-15 19-23 16,6-16 15-16,-5 14-9 0,-3-5 10 0,0 1 3 16,-2-2-5-16,5-4-6 0,-2 6 5 0,-2-2 8 15,5-5-2-15,1 1 4 0,3-5-16 16,-2 1 9-16,2 1 11 0,-1 2-17 0,2-5 1 16,3 3-1-16,0-1 1 0,-4-3 13 0,6 5 2 15,-1-4-10-15,-2-1-3 0,3 2 0 0,0 0-25 16,-2-2-11-16,1 0 3 0,4 0-12 15,0 0-41-15,0 0-12 0,-5-7 10 0,8 1-116 16,-6 1-105-16,8-2-81 0,-4 1 32 0,2-3 30 16,-1 0 10-16,10-9-2 0</inkml:trace>
  <inkml:trace contextRef="#ctx0" brushRef="#br0" timeOffset="41908.132">2782-3773 227 0,'-3'-3'290'0,"1"3"-75"0,-1 0-12 15,3-4-7-15,-3 4-24 0,0 0-16 16,0 0-18-16,3 0-17 0,-1 0 0 0,-4-2-25 16,5 4-1-16,-1-2-13 0,1 0-15 15,0 0-3-15,0 4-9 0,0-4-11 0,1 3 0 16,-1 0 3-16,3-2-1 0,-1 2-19 0,2-2-4 16,2 2 14-16,-3-3-13 0,-1 4-11 15,7-4-4-15,-6 2 10 0,4 0-5 0,-1 0 6 16,2-2 0-16,-1 0-7 0,-1-2 7 0,3 2-9 15,-9 0 9-15,0 0-7 0,0 0 3 0,13 0-6 16,-13 0-1-16,11 0 0 0,7-15-9 16,-15 11 2-16,1 1 4 0,-2-3 10 0,2 1-7 15,1-1-7-15,-5 3 11 0,1-1-4 0,1-1-3 16,-2 3 7-16,-2-4-11 0,1 3-5 0,-4 1 6 16,1-4-7-16,1 5-5 0,-2-2 9 15,-1 2-1-15,-1 1 9 0,1 0-4 0,0 0-6 16,1 0 1-16,-5 1-2 0,3 3 5 15,-1-2-5-15,1 2 1 0,-2 2-8 0,4-1 8 16,-4-3 0-16,5 3-2 0,-14 10-3 0,10 0 6 16,-2-4-2-16,4-4-6 0,3 2 19 15,2-1-9-15,-4 2-3 0,4-2-19 0,-2-1 6 16,1 0 13-16,2 2-8 0,0-9 1 0,0 0 11 16,0 12 0-16,0-2 3 0,0 7 0 15,19 12-5-15,-5-11-2 0,-4-5 16 0,4 3-1 16,-10-8-9-16,10-4 5 0,-4 3-2 0,4-5 4 15,-6 3-1-15,3-5 1 0,1 4-17 16,-5-2 16-16,4-2-6 0,-1 0-4 0,4 0 16 16,-7 0-22-16,4 0 14 0,-4 0-15 0,-7 0 4 15,0 0-9-15,13 0-8 0,-1 0-22 16,-12 0-24-16,14 0-29 0,-5 0 10 0,-9 0-118 16,24-13-158-16,-20 9-13 0,1 1 56 0,-1-1 21 15,0 0-32-15,2 0 56 0</inkml:trace>
  <inkml:trace contextRef="#ctx0" brushRef="#br0" timeOffset="42425.772">3137-3657 436 0,'0'0'177'0,"3"-5"14"0,0 1-56 15,0 2 11-15,-2-4-4 0,2 3-30 0,3-2-8 16,-3 1-34-16,2 1-3 0,-1-1 6 16,1 0 0-16,1-2-29 0,-3 4 10 0,2-2-8 15,0 4-5-15,-1-5-29 0,5 5 29 0,-6-2-12 16,2 1-5-16,1 1-13 0,-2 0 7 16,-4 0 1-16,0 0-3 0,0 0-15 0,0 0 19 15,12 0 1-15,-12 0 9 0,0 0-23 0,18 18-9 16,-16-17 10-16,-1 4 3 0,4 2-25 15,-5-3 34-15,0 3-20 0,0 0 10 0,-2-1 4 16,-1 2-24-16,2-1 12 0,1-7 11 16,0 0-13-16,-17 34-4 0,11-22 31 0,-3-1-9 15,-1 4 15-15,2 4-16 0,-2-6-8 0,4-2 9 16,0-4-10-16,3-2 9 0,-1 0-13 0,1 1-6 16,3-2 19-16,-3 1-6 0,1-2 0 15,2 1-3-15,0 0 18 0,0-4 11 0,0 0 15 16,0 0-4-16,0 0 0 0,19 9 2 15,-11-7 0-15,2-2 5 0,-1-2-15 0,0 2 4 16,6 0 7-16,3 0-11 0,28-14-9 0,-19 7 18 16,-4 1 5-16,0-2-21 0,0 3 12 15,-4 0-2-15,-5 2-31 0,-1-1 0 0,0 1-4 16,-5 1 18-16,-1 0-8 0,1-1-32 0,-2 2-37 16,-2-2-47-16,1 1 8 0,-5-3-297 15,3 5 2-15,-3-3 9 0,0 3 24 16,0 0 26-16,0 0 8 0,0 0 59 0</inkml:trace>
  <inkml:trace contextRef="#ctx0" brushRef="#br0" timeOffset="-5961.37">5480-3423 224 0,'0'0'139'0,"0"16"-24"16,0-16-16-16,0 0 23 0,0 0 9 15,-18 0-38-15,18 0-13 0,0 0 15 0,0 0 7 16,0 0-50-16,0 0 29 0,0 21-20 16,0-21-23-16,-23 0-3 0,4 27 16 0,15-22-38 15,4-1 4-15,-3-2-1 0,3 2 29 0,0-1-24 16,-5 2 6-16,4 1-33 0,1-2 9 15,0-1 34-15,-2 1-23 0,-1 2 31 0,2-3-39 16,1-3 12-16,0 0-3 0,0 0-2 16,0 0 5-16,0 11 24 0,0-11-32 0,19 16 5 15,-13-15 32-15,1 0-20 0,-1 2 2 0,2-3-20 16,-1 0 7-16,4 0 7 0,-4 0-8 16,-7 0 30-16,0 0-20 0,14 0-7 0,-5 0 6 15,9-12 2-15,-12 7 7 0,1-1-18 0,-1 2 5 16,-3-1 16-16,3 0 0 0,-2-3-10 15,-2 1-3-15,2 0 3 0,-2 1 12 0,-2-1-12 16,1-2-1-16,-1 9-1 0,0 0-16 0,0-11-4 16,0 0 21-16,0 11 0 0,0-11-16 15,0 2 4-15,0 9-5 0,-15-22-21 16,11 17 21-16,1-1 3 0,1 2-8 0,-2 2 8 16,-2 2-4-16,3-4-20 0,-1 3 13 0,-2 1 0 15,3 0 4-15,-2 0-11 0,-1 1-3 0,2 2 19 16,-1-2-8-16,1 1 1 0,4-2-1 0,-9 7 1 15,4-4 3-15,1 2-3 0,1 1 5 16,1-1-4-16,-2-1 1 0,2 1-21 0,-1 1 20 16,-1 1-8-16,1-3 3 0,1 3-5 15,2-2 5-15,0 4 5 0,0-5-17 0,0-4 17 16,0 0-2-16,0 0 19 0,0 11-22 16,0-11 16-16,18 17 0 0,-16-14-12 0,5 1-6 15,-1-3 9-15,-3 1 2 0,3 0-11 16,2 0 13-16,1-2-3 0,0 0-6 0,-3 0-2 15,-6 0 13-15,8 0-5 0,-8 0-6 0,14 0 2 16,-4 0 14-16,10-17 8 0,-4 9-1 16,-5 0 1-16,1-1-2 0,-4 5-5 0,-3-5 24 15,-2 4-25-15,1-2 8 0,-1 1-5 0,0 1 4 16,-1 1-5-16,-2-2 0 0,1 1 2 16,-1 5 0-16,0 0-11 0,0 0 11 0,0-11-17 15,0 11 0-15,0-11-1 0,-15-3 5 16,9 7-3-16,-1 3-2 0,1 1-1 0,2 0 8 15,-5-1-11-15,4 4-3 0,1-2-5 0,-5 0 16 16,1 2-3-16,2-2-8 0,6 2 17 0,0 0-26 16,-10 0 18-16,10 0-14 0,-12 0 11 15,-9 15 1-15,14-11-15 0,1 0 1 0,-3 0 7 16,4-1 6-16,-1 2-2 0,0 1-4 16,0 0 10-16,0 2-9 0,5 0 9 0,-4-3-12 15,5-5 3-15,0 0 6 0,0 11-6 0,0-11 2 16,0 11 8-16,18 6-12 0,-10-12 6 15,-1-1-12-15,-1 1 8 0,0-1 6 0,2-2-3 16,-2 2 1-16,1-3 12 0,-1 1 5 0,0-1 0 16,1-1-11-16,-7 0 8 0,0 0-13 15,0 0-6-15,0 0 3 0,9 0-22 0,-9 0-31 16,0 0-7-16,0 0-52 0,0 0 11 16,20-15-147-16,-22 15-135 0,1-2 26 0,-5 0 26 15,4 2-17-15,-2-2 46 0,2 4 4 16</inkml:trace>
  <inkml:trace contextRef="#ctx0" brushRef="#br0" timeOffset="23031.409">4671-4023 517 0,'0'0'287'0,"0"0"-49"0,0 0-28 0,0 0-14 16,0 0-15-16,0 0-3 0,0 0-16 0,0 0-19 16,0 0-3-16,0 0-26 0,0 0 12 0,0 0-25 15,0 0-21-15,0-18-6 0,0 18 0 0,0 0 0 16,0 0-25-16,0 0-2 0,0 0-11 15,0 0 0-15,0 0-6 0,0 0 7 0,0 0-12 16,0 0-9-16,0 0 20 0,0 0-8 16,9 13-12-16,5 5 10 0,2 0-2 0,-1-1-16 15,0-4-1-15,1 2 6 0,-2 2 7 0,1-3-6 16,0 1-11-16,-3-4-6 0,0-2 2 16,1 6-6-16,-4-5 9 0,1-3 21 0,-4-1-26 15,2 1 13-15,-1-3 4 0,-1 0-14 0,0 0 21 16,-3 2-3-16,3-4-19 0,-1 1-5 15,1-1-1-15,-3 2 29 0,1-2-22 0,-4 1 14 16,3-2 17-16,3 0 26 0,-2 2-12 16,-2-3 11-16,-2 0-22 0,0 0-15 0,0 0 19 15,7-16 0-15,-4 11 3 0,-1-5 3 0,-1 2-10 16,-1-5 1-16,3 6-3 0,-1-18-9 0,1 5 2 16,1-5 16-16,-2 1-17 0,2 0-6 15,-1-1 11-15,6 1-11 0,-7-9 13 16,1 9-28-16,6 0-13 0,-8 4 31 0,-1 4-33 15,0 6 16-15,0-2 20 0,5 3-27 0,-4 2 16 16,-1-3-21-16,0 9-16 0,0-6-23 16,0 1-31-16,0 6-5 0,0 0-50 0,0-9-17 15,0 9-4-15,0 0-8 0,0 0 15 0,7-12-74 16,-5 9-25-16,1 7-129 0,-2-1 28 16,2-1 24-16,-3-1-22 0,3 3 20 0,-1-3 18 15,-1 3 3-15</inkml:trace>
  <inkml:trace contextRef="#ctx0" brushRef="#br0" timeOffset="23768.245">5164-3943 377 0,'-3'3'292'0,"3"0"-56"0,0-3-39 15,-3 2-9-15,3 1-26 0,0-3-10 16,3 0-6-16,-3 0-31 0,0-3-8 0,3 3-14 16,1 0 5-16,-4-2-18 0,5 2-16 0,-4 0 5 15,2-3-15-15,1 1 6 0,-4 1-25 16,6 0 13-16,-3-2-17 0,2 0 5 0,-1 3-21 15,4-3 12-15,-2 3-11 0,0-2 15 16,1 3-11-16,-1-1-4 0,-6 0 9 0,0 0-16 16,0 0 1-16,9 0 2 0,-9 0-15 15,14 0-18-15,-14 0 2 0,7 0 18 0,-7 0-14 16,18 14 4-16,-18-11-3 0,0 3 5 0,1-1-11 16,-2 1-10-16,-1 1 23 0,-1 0-1 15,2-2-14-15,-4 5 12 0,-1-4 4 0,2-2-3 16,0 2-6-16,-1 2-10 0,2-3 11 15,-3 1 0-15,5-4 4 0,-5 3 5 0,4 0 7 16,-2-4-18-16,-1 0 12 0,2 2-4 0,3 1-18 16,-1-1 16-16,1 0-28 0,0-3 7 0,0 0 24 15,0 0 14-15,1 1-7 0,2-1-15 16,2 0 24-16,-1 0-32 0,-2-1 24 0,1 1-11 16,1-3 0-16,2 3-14 0,2-3 30 15,-4 2-9-15,0 1-13 0,2-3 33 0,-1 0-14 0,2 3-21 16,-1 0 34-16,-6 0-12 0,12 0 1 15,-4 0-32-15,-8 0 18 0,13 0 18 16,-4 0-5-16,-9 0-6 0,11 0 2 0,-11 0 16 16,25 19-21-16,-24-14 10 0,2 0-4 0,2 1 6 15,-5 0-4-15,1 2-1 0,-1 0-15 16,0 1 11-16,0-2-1 0,0-7 4 0,0 0 13 16,0 11 3-16,0 0-18 0,0-11 17 0,0 11 17 15,0-11-15-15,-16 22 16 0,11-14 13 16,2-5-7-16,-5 2-3 0,5-1 2 0,-3-3-12 15,0 4 15-15,-2-3-21 0,2 1 15 0,-1 1-10 16,1-4 0-16,-2 2-10 0,2-2 6 16,-1 0-5-16,-1 2-26 0,-1-2-19 0,2 0-51 15,0 0-11-15,-1 0 9 0,8 0-155 16,0 0-115-16,-9 0-17 0,9 0 26 0,-13 0 19 16,13 0 14-16,-12 0 0 0</inkml:trace>
  <inkml:trace contextRef="#ctx0" brushRef="#br0" timeOffset="55252.674">7281-3389 357 0,'0'0'170'0,"0"0"-25"16,0 0-28-16,0 0 42 0,0 0-31 0,0 0 5 15,0 0-39-15,0 0-10 0,0 0 1 0,0 0 17 16,0 0-16-16,0 0-1 0,0 0-17 0,0 0 5 16,0 0-25-16,0 0-4 0,0 0-12 15,0 0 5-15,0 0-11 0,0 0 4 0,0 0 0 16,0 0 2-16,0 0-6 0,0 0-14 15,0 0 17-15,0 0 6 0,0 0 15 0,0 0-6 16,0 0 8-16,0 0 7 0,0 0-2 0,0 0 0 16,0 0-14-16,0 0 19 0,0 0-22 15,0 0 13-15,0 0-11 0,0 0 9 0,0 0-28 16,0 0 7-16,0 0-4 0,0 0 3 16,0 0 1-16,0 0 1 0,0 0-16 0,0 0-7 15,0 0-2-15,0 0 9 0,0 0-2 0,-34-3 1 16,34-2 11-16,0 3-3 0,-3 0-17 15,2-4-10-15,1 4-2 0,-2-1 21 0,2-2-10 16,0-1-5-16,0 2-9 0,0 0 19 16,-1 1-3-16,1-2-13 0,0 5 9 0,0 0 14 15,0 0-21-15,0-10 22 0,0 10-9 0,0-10-14 16,0 10 5-16,0 0-10 0,0-10 10 16,0 10 17-16,0 0-19 0,0-11 6 15,0 11-10-15,0 0 6 0,0 0 0 0,0-9 7 16,0 9-17-16,0 0 20 0,0 0-18 0,0 0 24 15,0-9-16-15,0 9-8 0,0-9 8 0,0 7-7 16,0 0 19-16,1 2-12 0,1-4 15 16,-2 3-15-16,0-1 0 0,0 0 3 0,0 0-3 15,0 0 12-15,0 1-5 0,0-2-13 16,0 3 6-16,0-3-9 0,1 2 8 0,2-3-4 16,-1 3 10-16,-2-1-9 0,1-1 3 0,-1 2 7 15,0-2-6-15,0 1 11 0,0 1-12 16,0-3 0-16,3 4-1 0,-2-3 2 0,1 1 2 15,-2 0-3-15,0-1 1 0,-2 2-3 16,2 1 16-16,2-5-9 0,-2 4-6 0,0 0 4 16,0-2-5-16,0 2-1 0,0 1 2 15,0-3 9-15,1 3-11 0,-1 0 3 0,0 0 11 16,0 0-16-16,0 0 21 0,0 0-7 16,0 0-11-16,0 0 0 0,0 0 2 0,0 0-2 15,0 0 2-15,0 0 24 0,0 0-2 16,0 0-21-16,0 0 15 0,0 0-15 0,0 0 25 15,0 0-16-15,0-10-11 0,0 10-3 16,0 0 5-16,0 0 0 0,0 0-2 0,0 0 9 16,0 0 10-16,0 0-5 0,0 0-14 0,0 0 20 15,0 0-20-15,0 0-4 0,0 0-1 16,0-9 25-16,0 9-4 0,0 0-9 0,0 0-8 16,0 0 6-16,0 0 11 0,0 0-19 0,-1-12-2 15,1 9 24-15,-2 3-3 0,2 0-21 16,-1-1 1-16,2 1-3 0,-5-2 1 0,7 2 6 15,-3-2 6-15,1 2-8 0,1 0 6 16,-4-2-7-16,2 2 6 0,0-1 3 0,0 2-4 16,0-2-7-16,0 1 12 0,2 0 2 0,-2 0-14 15,0 0-2-15,4 0-4 0,-2 0 7 0,-1 0-8 16,4 1 12-16,-1-1 4 0,-2 0 10 16,1 2-7-16,3 0-23 0,1 0 34 0,-1-2-6 15,5 1-22-15,-4 3 9 0,18 2 8 0,-10-5-15 16,0 2 17-16,9 5-10 0,-4-6 9 15,-4 0-18-15,11 0 5 0,-11 1 0 16,1-1 24-16,-4-2-27 0,0 1 12 0,1-1-7 16,-4 0 10-16,-10 0 6 0,0 0 11 0,14 0-25 15,-5 0 15-15,-9 0-18 0,10 0-2 0,-10 0-2 16,9 0 8-16,-9 0 14 0,12 0-7 16,-12 0 0-16,9 0-10 0,-9 0 9 0,0 0-11 15,10 0 14-15,-10 0-9 0,0 0-11 0,0 0 9 16,9 0-7-16,-9 0-7 0,0 0 9 15,0 0-9-15,0 0-18 0,11 0 5 0,-11 0-5 16,0 0-17-16,0 0 11 0,9 0-25 16,-9 0-5-16,10 0-38 0,-10 0 0 0,2 0 10 15,-4-1-166-15,-1 1-115 0,3-2 45 0,-3-1 27 16,3 1-21-16,-1-2 58 0</inkml:trace>
  <inkml:trace contextRef="#ctx0" brushRef="#br0" timeOffset="56070.42">7824-3793 549 0,'-4'0'167'0,"2"0"-36"16,1 3 8-16,2-3-51 0,-2 0 10 0,1 0-16 15,0 0-4-15,0 0-33 0,0 3 14 16,1-3-5-16,-1 0 18 0,0 0 0 0,2 2-48 16,2-2 34-16,-4 0-38 0,3-2 20 0,2 4 18 15,1-4-8-15,-2 2-15 0,1-3 26 0,1 3-46 16,-2-4 22-16,2 4-27 0,-3-2 11 15,0-3 16-15,1 4-2 0,1-2-21 0,-1 1 26 16,1-3 5-16,-1 1-31 0,-2 2-18 0,7-4 20 16,-6 5 8-16,-2-3-22 0,2 0 5 15,-1 1 16-15,-1-3-6 0,-1 4-13 0,-1-3 2 16,-1 1 15-16,-1 2-11 0,3 2 2 16,0 0-5-16,0 0-17 0,0 0 7 0,-13-16 10 15,7 12-22-15,3 2 27 0,-3 2-38 0,0 0 35 16,-2-1-23-16,2 1 13 0,-1 0-26 15,1 1 31-15,3-1-28 0,3 0 39 0,0 0-36 16,-15 0 27-16,15 0-12 0,-24 15 10 0,18-13-8 16,2 4 8-16,-4-1-8 0,-4 8 6 0,4-2 2 15,2-4-10-15,0 4 0 0,0-4 8 16,4 6 3-16,-2-8-13 0,4 7 3 0,-2-5 1 16,1 0 7-16,1-7 0 0,0 11-10 0,0 3 12 15,21 24-1-15,-10-17-8 0,-2-4 7 16,3-2-11-16,6-1 15 0,0 0 2 0,2 0-12 15,-3-4 7-15,3 0 6 0,1 1 5 16,0-3 2-16,1-5 0 0,5 0-12 0,-18-3 25 16,4 0-2-16,2 0 0 0,7 0 7 0,-4 0-8 15,29-16 2-15,-24 11 2 0,-5 0 1 16,-4 0-13-16,-4 3 0 0,1 0-3 0,-4 0-7 16,-1 1-5-16,0-3 3 0,0 2-15 0,-3-2-10 15,-2 4-29-15,4-1-19 0,-1-2 7 16,-1 0-161-16,-1-1-89 0,-2 3 22 0,3-3 21 15,-2-2-64-15,1 3 47 0,1-3 11 16</inkml:trace>
  <inkml:trace contextRef="#ctx0" brushRef="#br0" timeOffset="56605.331">8489-3882 530 0,'-4'-2'172'0,"4"2"-14"0,-5-1-21 15,1 1-19-15,1 0-1 0,-2 1-22 0,-1 2-8 16,1 1-2-16,0 0-2 0,1 3-8 15,-8 6-26-15,1 8 17 0,2-7-20 0,0 4 10 16,3-1-13-16,5-3 11 0,-2-1-7 16,3 0-11-16,0-1-13 0,0-1 20 0,0-11-18 15,0 17 5-15,18 19-4 0,-8-19 8 0,4 1-13 16,-1 1 10-16,0-7-14 0,7 1-14 16,-2-3 23-16,4-1-16 0,-2 0-4 15,2-5 9-15,-3-1-1 0,-1 1-8 0,-4-3 4 16,1 0-2-16,-15-1-12 0,11 0 0 0,-2 0 21 15,2 0-1-15,-2 0 6 0,-9 0 14 16,9 0 8-16,13-17 1 0,-16 14-7 0,-1-1 8 16,-1 0 14-16,0 0 2 0,-4-1-24 0,0 1 19 15,0 1-6-15,0-1-35 0,-4 2 14 0,0 1 4 16,-1-2-2-16,-1 2 6 0,-1-2-23 16,-4 2-14-16,4-1 10 0,-4 2 13 0,2 0-22 15,0 2-5-15,9-2 19 0,-16 0-15 16,-14 15 3-16,17-10-21 0,2 0-8 0,-1-2-13 15,2 4-5-15,1-3-18 0,-6 7-46 0,6-2 10 16,-3-1-65-16,5-4-78 0,-1 0-136 0,4 0 34 16,-1-2 2-16,5-2 17 0,0 0 20 0,9-2-11 15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8T14:01:51.839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269-1245 320 0,'0'0'123'16,"0"0"-13"-16,0 0-18 0,0 0-13 0,0 0 20 15,0 0-21-15,0 0 23 0,0 19-9 0,0-19 14 16,0 0-20-16,0 0 4 0,0 0-19 15,0 0-12-15,0 0 17 0,0 0-5 0,0 0 10 16,0 0-8-16,0 0 11 0,0 0 2 16,0 0-5-16,0 0-10 0,0 0-3 0,0 0 6 15,0 0-7-15,0 0-8 0,0 0-15 0,0 0 4 16,0 0 6-16,0 0 6 0,0 0-19 16,0 0 1-16,0 0-14 0,0 0 14 0,0 0-12 15,0 0-2-15,-21-15-5 0,21 13 0 0,1-2 6 16,-1-1-7-16,5 3 1 0,-5-2 10 15,6 1-10-15,-6 0-7 0,3-4 13 0,1 3-14 16,1 0 5-16,-4-1-4 0,2 0 16 0,2 0-15 16,-1 3-2-16,1-5 11 0,1 3 9 15,-2-3-21-15,4 4-3 0,-4-4 3 0,2 4 0 16,-2-4-2-16,2 3 3 0,2-3 9 0,8-8-3 16,-4 6 1-16,3-4-12 0,-6 5 5 15,3 0 16-15,-6 3-24 0,1 0 16 0,-1-1-17 16,2 1-8-16,-2 2 22 0,1 0-15 15,-1-1-4-15,3 0 21 0,-3 3 6 0,2-4-37 16,10-6 10-16,-4 5 13 0,0 2-12 0,1-3-9 16,-6 3 25-16,12-4-25 0,-2 0 1 15,0 0 25-15,-4-2-21 0,-3 6 15 0,2 1-9 16,-2-1 12-16,0 1 6 0,-4-1-30 16,0 1 8-16,2 0 23 0,-1 2-21 0,-1-1-3 15,2-2 20-15,13-1-30 0,0-3 10 0,-8 3 25 16,-1 1-31-16,-1 1 6 0,1 0-1 0,-1 2-7 15,-3-2 21-15,-1 0-15 0,18-1 2 16,-1 1 20-16,-1-4-30 0,-3 3 8 16,5 3 27-16,-9 0-20 0,-1-3-12 0,0 3 15 15,10-5-13-15,-9 6 26 0,-3 0-32 0,0 0 8 16,1 0 22-16,-5 0-5 0,-11 0-23 16,12 0 3-16,-2 0 5 0,-1 0 3 0,2 0 5 15,-2 0-1-15,2 0-16 0,9 0-2 16,-4 0 20-16,2 0-14 0,-3 0 18 0,16 12 12 15,-17-11-32-15,11 6 25 0,3-4-9 0,-10-2 9 16,-1 5-9-16,-4-2-24 0,8 3 3 0,-2-4 1 16,1 1 28-16,-10-4-6 0,-2 5-6 15,4 1 8-15,-5-6-8 0,2 2-17 0,-1 2-1 16,14 7 12-16,-6-6-15 0,-2 0 24 16,5 2 0-16,-5-3-18 0,2 2 0 0,-1-1 3 15,-6-3-6-15,1 2 7 0,-1 1 21 0,-1-3-20 16,2 0 24-16,10 7-5 0,-7-6-25 0,-4 3-2 15,1-2 22-15,-1-4-10 0,-1 1 5 0,-2 3 12 16,0-2-5-16,0-2-26 0,0 0 35 16,0 4-10-16,-3-3-14 0,2 2 2 0,3-2 28 15,-2-1-33-15,0 6-2 0,0-5 7 16,3-1-5-16,-3 4 14 0,1-2 6 0,-2 2-15 16,4-2 9-16,-3 1 0 0,0-2-8 15,1 3-2-15,-1-1 7 0,1-2-10 0,-1 5 1 16,0-4 3-16,2 2 8 0,-1-4 15 0,2 5-27 15,0-2 13-15,-1 1 11 0,-1-1-37 0,2-2 16 16,12 10-9-16,-8-6 17 0,1-1 6 16,-1 2-10-16,-4-3-8 0,3 1 11 0,-4 0 14 15,2 0-7-15,-3 0-17 0,1-4 8 16,1 4-12-16,-3 2 14 0,4-5 25 0,-4 3-23 16,2-2 2-16,1 1-6 0,-2-1-10 15,-1-1 32-15,2 3-32 0,-3-1 7 0,3-1-5 16,-2 3 6-16,0-4 21 0,0 2-31 0,0-1 9 15,1 3 24-15,-2-5-30 0,2 4-3 0,-1-2 12 16,-3 2-14-16,5-3 32 0,-4 2-17 16,4 0-3-16,-1 1 1 0,-1-3-6 0,0 3 16 15,-2-1-22-15,2 1 19 0,-1 0 3 16,1-3-6-16,1 5-6 0,-2-2 7 0,1-3-10 16,1 3 2-16,-2 2 5 0,1-5 7 0,-2 3-10 15,2-1 4-15,1 1-1 0,-1 0 27 0,2-1-20 16,-4 1-9-16,5 0 29 0,-4 0-16 15,1-1-21-15,0-2-10 0,0 6 19 0,0-4 13 16,-2 1-7-16,2 0 20 0,-1-3-20 16,1 1 3-16,-3 2-5 0,4 1-16 0,-3-3 11 15,4 2 19-15,-4 1-26 0,5 0 15 0,-6-1-11 16,2-3 29-16,4 5-18 0,-5-3-14 16,2 0 29-16,3 1-39 0,-6 2 23 0,3-5-13 15,0 3 13-15,0 2 2 0,0-2-21 16,-2-1 12-16,2 4 28 0,-1-3-28 15,1-1-9-15,1 1 4 0,-1-2 1 0,-3 2-5 16,8 0-10-16,-8 0 17 0,3-1 23 0,1 4 10 16,12 0-24-16,-10 0-11 0,-6-5 17 15,3 3 12-15,2 2-37 0,-7-2 10 0,4-2-3 16,-1-1 23-16,-1 2-14 0,-1-2-27 0,2 2 22 16,1-3-16-16,-1 6 25 0,-1-3-13 0,0-1 3 15,2 0-7-15,-1 4 17 0,-1-5 0 16,-1 0-8-16,4 3 14 0,-2-1-20 15,-1 1 1-15,3-1 11 0,-2-1-19 0,-1 4 41 16,0-3-34-16,0 0 25 0,5 4-10 0,-5-5-4 16,0 2-15-16,3 1 23 0,-2-1-9 0,-1 1-14 15,2-2 31-15,1 3-26 0,-3-3 6 0,1-1 0 16,2 1 23-16,-3 1-30 0,2 3 18 16,-4-6-39-16,5 3 49 0,-2 0-30 0,-1-3 7 15,2 4-1-15,-1-1-14 0,-1-1 17 16,-1 0 10-16,2-1 2 0,1 1-13 0,-1-1 13 15,1 3 4-15,-4-4-18 0,4 0-14 0,-2 4 39 16,3-5-23-16,-3 1 4 0,3 3-4 16,-6-1 30-16,3-2-20 0,-2-1-1 0,4 5-12 15,-1-4 28-15,-1 0-31 0,2-1-8 0,-3 3 16 16,3 0-9-16,-2-1 18 0,1-1 8 16,-2 1-16-16,5 1-3 0,-2-1-4 0,1 0 15 15,-2 2-4-15,1-1-12 0,1-2 8 0,-2 3-15 16,-1-1 6-16,2-3 2 0,-1 6 23 15,1-3-35-15,-1-4 13 0,2 4 3 0,-3-1 22 16,1 1-18-16,-2-1-3 0,7-1 9 16,-8 3-11-16,2-1-9 0,0-4 5 0,3 4 0 15,-3-1 0-15,-1-3 16 0,2 4-10 0,1-2-6 16,-2 2-16-16,-2 0 11 0,4-1 35 0,-4 1-17 16,4-1-12-16,-2-1 4 0,1 0 6 15,-2-2-24-15,4 5 16 0,-3-1 13 16,-2 0-32-16,2-3 35 0,-3 2 2 0,5 1-15 15,-1 0-18-15,-1-1 16 0,-2 0 9 0,5 1-13 16,-3-3 31-16,-1 1-25 0,1 3 5 0,-3-1-18 16,4-3-10-16,-2 0 34 0,4 4-17 15,-3-1 32-15,-2 0-33 0,1-3 2 0,-1 5 1 16,4-2-4-16,-1-2 4 0,-4 0 12 0,3 5-10 16,-1-6 7-16,2 1 4 0,1 5-4 15,-4-4-10-15,1 1-10 0,2 1 13 0,-1-3 11 16,0 1-14-16,-1 3-18 0,1-2 19 15,1-1 11-15,-2 2 18 0,2-2-46 0,0 0 45 16,-2 2-37-16,1-1 36 0,0 2-18 0,-2-3 3 16,4 1-10-16,-5-1 5 0,3 3 7 0,-2-2-24 15,4 3 41-15,-1-3-43 0,-2-2 6 0,1 4 6 16,0-2-10-16,-2-2-5 0,4 5 26 16,-2-4-18-16,1 2 40 0,2 1-41 0,-4-2 10 15,2 1-6-15,-1 0 2 0,-1 1-1 16,2-1 32-16,1 1-30 0,-1-1 10 0,1 1-1 15,-1-1-2-15,-3-2-6 0,2 5-5 0,2-4-18 16,-4 1 19-16,2 1 13 0,-1-3-15 16,1 2 42-16,-3-1-28 0,6-2-16 15,-3 5 3-15,0-4 4 0,0 2-8 0,-3 1 0 16,3-2-6-16,-2 0 18 0,4-1-13 0,-1 1 33 16,-4 1 2-16,3 0-25 0,-1-3-10 0,1 2 6 15,-2 1 5-15,1-3 34 0,1 3-40 0,-3-1-1 16,1-2 17-16,1 2 2 0,-1 0-7 15,2-1 3-15,-1 0-12 0,-2-1 30 0,4 3-34 16,-4-2 5-16,0 2 6 0,3-2-9 16,-1 3 27-16,-2-5-28 0,0 5 4 0,3-4 26 15,-3 0-30-15,2 5-13 0,1-5 26 16,-3 0 8-16,2 1 9 0,2 1-27 16,-4-2-17-16,3-1 21 0,-3 3 7 0,2 2 3 15,1-2-12-15,-2-2 5 0,1 1 3 16,1 3-17-16,-2-4 16 0,1 3 10 0,-1-2-19 15,2 0 17-15,0 1-10 0,0 1-7 0,-3 0 7 16,0-1-25-16,3-2 15 0,-1 2 18 0,-2-1-12 16,4 2-2-16,-4-2 16 0,5 0 9 15,-5 1 10-15,3-1-37 0,0 1 11 0,0 0-19 16,-2-1 17-16,2-1-8 0,-1 1 4 16,2 3-5-16,-2-2 28 0,-1-2-28 0,1 3-14 15,-2-2 15-15,4 1 6 0,-2 2-3 0,1-2 0 16,-3 1-6-16,3 0 37 0,-2-2-19 0,3 2-30 15,-4 0 26-15,5-1-3 0,-5 1 6 16,3-3-16-16,-2 2 19 0,4 3-22 0,-4-3 4 16,2 1 15-16,-3 0-9 0,2-2 7 15,2 1 16-15,-4 1-17 0,3-2-21 0,2 3 43 16,-5 0-24-16,3-1-18 0,0 1-1 0,-3-1 10 16,3-2-3-16,-2 3 7 0,-1-2 6 15,3 1-13-15,-1-1 6 0,2 3-17 0,-4-3 32 16,2 1-9-16,1 1-1 0,-3-2-12 0,3-1 3 15,-2 4-4-15,4 1 15 0,-5-6-6 0,0 6-17 16,0-2 19-16,0 0 31 0,0-1-40 16,3 1 11-16,-3-1-9 0,1 2 29 0,-1 0-33 15,0-3 8-15,0 2 8 0,3 1-17 0,-3 0 17 16,2-1 1-16,-2-1-2 0,0 2-17 16,0-1 38-16,1 2-39 0,2-3 4 0,-3 2 5 15,0-3-5-15,0 2 14 0,0-6-12 16,0 0-3-16,0 10 34 0,0-10-47 0,0 9 12 15,0-9 37-15,0 8-28 0,0-8 20 0,0 11-31 16,0-11-4-16,0 11 9 0,0-11 16 16,0 0-12-16,0 9-8 0,0-9 15 0,0 0 16 15,0 7-18-15,0-7 20 0,0 0-33 0,0 0 17 16,0 10-1-16,0-10-11 0,2 11 16 16,-4-10-19-16,2-1 6 0,2 2 7 0,-2 0-38 15,0-2 12-15,0 0-45 0,-2 0-23 0,2-4-51 16,0 3 13-16,-4-5-221 0,-1 1-88 15,5-5 28-15,-1 5 28 0,-2-6 8 0,-3-12 54 16,-2-1 19-16,4-4-64 0</inkml:trace>
  <inkml:trace contextRef="#ctx0" brushRef="#br0" timeOffset="55300.258">2293 16 470 0,'-5'2'177'16,"1"-2"-23"-16,1 1-12 0,-2-1-44 0,2 0-20 16,0 0 32-16,0 0-11 0,2 0 9 15,1 0-14-15,1 3-2 0,-2-3-12 0,2-3-8 16,1 3-3-16,-1-1-16 0,4 1-1 0,-1-2-3 16,1 2 0-16,-1 0-12 0,2-2-13 15,-4 2 8-15,5-1 5 0,-2-1-10 0,-1 0-23 16,0 2 14-16,2-2 10 0,-1 1 2 15,1 1-22-15,-3 0 16 0,0 0-6 0,0-3-2 16,-3 3 10-16,0 0-28 0,0 0 20 0,0 0 1 16,0 0-4-16,0 0-12 0,0 0 9 0,7 0-5 15,-7 0 1-15,0 0-2 0,0 0-10 16,0 0 19-16,12 0-5 0,-12 0-3 0,0 0-12 16,0 0 5-16,0 0 8 0,0 0 7 15,0 0 11-15,0 0-9 0,0 0 7 0,0 0-11 16,0 0-11-16,0 0-4 0,0 0 20 15,20 11-11-15,-20-7-1 0,0 0 14 0,1 3 7 16,-1 1-15-16,0-1 9 0,0 0 12 0,0 0-22 16,0 1 16-16,0 2 10 0,0-4-20 15,0-6 5-15,0 11-8 0,0-1 5 0,0 9 5 16,0 0 0-16,0 0-1 0,0-4-12 16,0 0 25-16,0-4-10 0,0 3-6 0,0-3-15 15,0-3 8-15,0 1-2 0,0-9 0 16,0 13 18-16,0-4-15 0,0 0 1 0,0-9 4 15,0 9-5-15,0-9 13 0,0 11-13 16,0-11-9-16,0 9-12 0,0-9-17 0,0 10-10 16,0-10-46-16,0 0-42 0,0 0 11 0,8 8-306 15,-8-9 27-15,3-4 26 0,-2 3 23 16,-1-6 59-16,2 1 14 0,2 0 9 0</inkml:trace>
  <inkml:trace contextRef="#ctx0" brushRef="#br0" timeOffset="14796.518">4539 294 403 0,'0'4'174'0,"0"1"3"0,0-2-11 0,1 1-14 16,-1 2-7-16,0 2-16 0,-1-1 7 15,1-2-26-15,-3 1 5 0,3 5-19 0,-2-2 4 16,2-9-10-16,0 10-20 0,-12 22 5 0,9-18-8 16,3 1-4-16,-6-3-9 0,5 2-4 15,1-7-15-15,-3 3-4 0,3-3 3 0,-2-2-1 16,1 5-13-16,1-6 13 0,0 2 1 15,0 0-6-15,0-1 5 0,0-1-6 0,0 2 7 0,-5-3 9 16,5-3-19-16,0 0 12 0,0 0 0 16,0 0-7-16,0 0 11 0,0 9-6 0,0-9 21 15,0 0-27-15,0 0 11 0,0 0-10 16,0 0-3-16,0 0 13 0,5 16-14 0,-5-19 8 16,1 3-19-16,1 0-1 0,2 0 12 15,1 0-11-15,-2-2 15 0,1 2-12 0,-1-2-25 16,2 1 28-16,-2-1-19 0,3-1 0 0,0 3 2 15,-2 0 14-15,4 0 0 0,-3 0-23 16,-2 0 23-16,3 0-21 0,-6 0 5 0,0 0-4 16,11 0 21-16,-11 0-1 0,10 0-6 0,-10 0-13 15,14 0 8-15,-4 0 13 0,8 16-29 16,-10-15 27-16,-1 5-28 0,-4-2 10 16,3 3 8-16,0-2-9 0,0 2 12 0,0-1-25 15,-2 0-8-15,-2 2 11 0,1-2 2 0,0 1 24 16,-3 2-18-16,1-1 9 0,-1 0-2 15,0 2-17-15,0-10 28 0,0 0-4 0,0 17-15 16,-21 18-2-16,8-17-1 0,7-6 17 0,-6-1-11 16,3-3 7-16,3 1 2 0,-10 4 9 15,8 0-5-15,-1-8 15 0,-1 2-7 0,2-3-23 16,2 1 38-16,3-3-26 0,-2 2-11 0,-3-2 21 16,4-2-6-16,-4 2 13 0,4-2-7 15,-1 1-24-15,-1-1 4 0,0 0-6 0,2 0 2 16,1 2 34-16,3-2-37 0,0 0-5 15,0 0-16-15,-12 0 6 0,12 0-17 0,0 0-20 16,-11 0-6-16,-2-15-14 0,10 11-44 16,3 0 12-16,0-3-84 0,0-1-42 0,0 2-116 15,1-1 27-15,-1 0 21 0,5-1-22 0,-5 8 9 16,0 0 14-16,9-23 5 0</inkml:trace>
  <inkml:trace contextRef="#ctx0" brushRef="#br0" timeOffset="15299.189">4627 368 244 0,'-2'-3'258'0,"2"3"-71"16,0-1 25-16,-4-1-29 0,2 2-15 0,4-4-34 15,-4 2 8-15,2 2 10 0,0-4-28 16,0 4 18-16,-4-1-20 0,2-2-11 0,1 1 0 16,1 2-10-16,0-1 10 0,-3-2-16 15,3 3-20-15,0 0 21 0,0-1-37 0,0 1 6 16,0 0 16-16,0 0-2 0,0 0-22 0,3-3-16 15,-3 3 23-15,6-2-42 0,-2 0 2 16,5 1 1-16,-1-1-6 0,5-2 2 0,14 2 11 16,-2-2-29-16,-4-1 12 0,4 3-3 15,-4-2 0-15,-1 0 10 0,-7 3-1 0,1-2 25 16,-1 0-18-16,-1 2 5 0,-5 1 3 0,5-2-1 16,-3 0 37-16,-1 2-35 0,4-2-1 0,-6 1 15 15,3 1-18-15,-2 0-2 0,-1-4-18 16,1 4-1-16,-1 0-1 0,-1 0 25 0,1-2-13 15,-6 2-3-15,0 0-28 0,0 0-12 16,0 0-22-16,10 0-17 0,-10 0-34 0,0 0-32 16,0 0-80-16,12-14 18 0,-13 11-258 0,-4 2 32 15,2-5 29-15,-1 2 25 0,2 0 25 0,-2-2 26 16,1 2 14-16,3-5-3 0</inkml:trace>
  <inkml:trace contextRef="#ctx0" brushRef="#br0" timeOffset="14099.51">3982 175 564 0,'0'0'249'0,"0"0"-39"16,0 0-42-16,0 0 0 0,0 0 3 15,0 0-19-15,0 0-30 0,0 0 9 0,0 0-20 16,0-18 5-16,0 18-9 0,0 0-12 0,0 0-13 15,0 0-11-15,0 0 8 0,0 0-10 16,0 0-21-16,0 0-14 0,0 0-4 0,0 0 14 16,0 0-13-16,0 0-5 0,0 0 12 15,33 13-13-15,-31-8-3 0,10 15 9 0,-6-7-19 16,4 6 12-16,0-1-16 0,-4 4 10 0,2-7 8 16,-2-3-23-16,3 8 6 0,-2 0-6 15,4-1 16-15,-4 1-17 0,1-6 3 0,-2-2-6 16,1-1 17-16,0 7 2 0,4-4-17 0,-5-3 6 15,1-3 5-15,-5 3-22 0,2-6 13 16,4 2 15-16,-7-4-12 0,4 2 11 0,-2 1-6 16,1-3 7-16,-2-1 37 0,-1 1-7 15,2-1-11-15,0 2 24 0,-3-4 3 0,0 0-25 16,0 0 12-16,11 0-9 0,5-20 6 16,-12 12-12-16,14-6 13 0,-7-7 11 0,2 5-46 15,1-11 11-15,-2 7 6 0,-1-1 3 0,-3 2-30 16,1-1 14-16,0 0 11 0,-5 5 20 0,-1 2-30 15,0 0 14-15,2 4-41 0,-1-2 25 16,-2 0-2-16,-1 6 12 0,1-2-42 0,1 0 41 16,-2 0-17-16,1 0 13 0,2 4-46 15,-2 0 18-15,-1-2-8 0,-1 1-20 0,3-2 4 16,-3 3-43-16,0 0-15 0,3-1-46 0,-3 4-39 16,0 0 18-16,0 0-154 0,0 0-120 15,0 0 39-15,0 0 27 0,0 0 23 16,0 0 7-16,0 0 21 0,16-17 13 0,-8 17 3 15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8T14:03:16.923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712 28 383 0,'0'0'206'0,"0"0"-33"0,0 0-41 16,0 0-10-16,0 0 16 0,0 0 10 0,0 0-38 16,0 0 4-16,0 0-2 0,0 0-9 15,0 0 9-15,0 0-17 0,0 0-3 0,0 0-23 16,0 0 15-16,0 0-2 0,0 0-18 0,0 0-2 15,0-19-18-15,0 19 15 0,0 0-19 16,0 0 3-16,0 0-11 0,0 0-9 0,0 0-11 16,0 0 10-16,0 0-8 0,-24 0 6 15,24 0 1-15,-33-21-3 0,26 21-16 0,1 0 12 16,0 0 2-16,-3 0-8 0,1 0-8 0,8 0 17 16,-10 0-6-16,-1 0-7 0,1 0 3 0,-9 0-8 15,-1 0 4-15,-20 15-8 0,19-13 13 16,3 1 5-16,5-3-13 0,4 1 2 0,-3 0 4 15,4-1-3-15,1 3-4 0,-1-3 3 0,3 0-8 16,-3 0 7-16,2 3-2 0,0-3 13 16,0 0 2-16,0 0 2 0,0 1-7 15,3-1 20-15,-3 0-13 0,2 0 4 0,1 2 10 16,3-2-2-16,0 0-4 0,0 0 27 0,0 0-24 16,0 0 7-16,-11 0-13 0,11 0 7 0,0 0 29 15,0 0-27-15,0 0 12 0,0 0 0 0,-9 0-7 16,9 0-17-16,0 0 1 0,0 0 5 15,0 0-9-15,0 0 10 0,0 0-11 0,0 0-8 16,0 0 15-16,0 0-25 0,-10 0 12 16,10 0-12-16,0 0 8 0,0 0 3 0,0 0-13 15,0 0 18-15,0 0 3 0,0 0 10 0,-13 15-25 16,13-14 15-16,0 0 10 0,0 2-30 16,0 3 1-16,0-4-8 0,0 3 22 0,0 1-2 15,0 1-2-15,0-2-9 0,-2 4-8 16,1-1 5-16,2 3 16 0,-1-11-20 0,0 20 4 15,0 1 3-15,0-1-5 0,0 1 21 0,0-4-2 16,0-1 4-16,0 6-20 0,0 0-5 16,0 0 35-16,0 2-30 0,0-4-10 0,0-2 8 15,0 4-7-15,0-2 35 0,0 0-27 16,0-2 5-16,0 1-3 0,0 2 6 0,0-1-8 16,0 1-8-16,0 0 24 0,0-2 15 0,0-2-28 15,0-1 21-15,0 2-19 0,0 2 23 0,0 1-22 16,0 0 14-16,0 0-6 0,0-3-20 15,0-2 15-15,0-5 4 0,0 4-5 0,0 5-1 16,0-2 3-16,0 0 29 0,0-3-17 0,0 1-14 16,0-4 4-16,0 8 19 0,0 1-18 15,0-5-2-15,0 0 8 0,0-1 18 0,0-3-11 16,0 1-17-16,0-2 13 0,0-1-10 0,0 8 18 16,0 1-19-16,0-2-12 0,0-1 23 0,0-2-2 15,0-2-7-15,0 1-15 0,0 0 25 16,-12 6-11-16,12 1 6 0,0-3-4 0,0 1 32 15,0-1-40-15,0-3-6 0,0 1 13 16,0 5 11-16,0 1-13 0,0 0 1 0,0 0 10 16,0-7-8-16,0 4 10 0,0-3-22 15,0 0 14-15,0-3 22 0,0 8-28 0,0 1-1 16,0-1 0-16,0 3 13 0,0-3-5 16,0-3-1-16,0 3 1 0,0-4-2 0,0-4 1 15,0 3-1-15,0-1 2 0,0 4-2 0,0 2-1 16,0-3 8-16,0 1-2 0,0-3-1 0,0-2-12 15,0 1 14-15,0-3-12 0,0 3-11 16,0-4 12-16,0 1-1 0,0 9 1 0,0-2-2 16,0 0 0-16,0-1 1 0,0-3-2 0,0-2 3 15,0 0-7-15,0 3 0 0,-7-4 19 16,7 7-1-16,0 2 16 0,0-1-4 0,0-1-4 16,0-4-7-16,0 7-9 0,0-1 9 0,-21 27-3 15,19-28 2-15,-1-3 4 0,3-1-3 16,-1 0-1-16,-1-7-7 0,-1 6 6 0,2 9-16 15,-1-5 11-15,-2 4 17 0,4-4-37 0,-3-5 11 16,-2 2 3-16,5-4 1 0,-1 2-4 16,-2-4-13-16,1 2 6 0,2-2 26 0,-1 0-14 15,-3 19 6-15,2-14-5 0,-4 1 10 0,5 7-8 16,-4-3 2-16,4-3-12 0,-1-4 9 0,-4 10 8 16,2-9-14-16,1 12 10 0,-2-2 5 15,4-3-4-15,-4 3-19 0,2-6 6 0,-1 8-22 16,2-5 28-16,-2 2 12 0,4-5-16 15,-8 5-18-15,8-2 20 0,-4-2 4 0,2-5-1 16,1 16-13-16,-7-10 8 0,4 5-7 0,2-1 4 16,-2-3 12-16,4-6 0 0,-3 2-11 15,-1 7 6-15,2-3-10 0,-2-5 18 0,4-1-13 16,-3 2-3-16,0-4 8 0,1 14 6 16,1-11-11-16,-4 2-3 0,5-2-3 0,-3-2-1 15,3-2 12-15,-4 16-9 0,4-9 14 0,-5-1-16 16,2 8 20-16,2-4-3 0,-5 1-8 0,3-2-9 15,1-6 18-15,1 3-17 0,-1 7 11 16,-8-1-5-16,10 3-2 0,-2-5 5 16,-1 2-4-16,2-3-1 0,1-2-24 0,0 1 2 15,-2-6 27-15,1 13-15 0,1-9 7 0,-6 9 21 16,6-3-9-16,0 3-9 0,0-7 6 16,0 0-13-16,-4 9 15 0,4-15-2 0,0 4 3 15,0 3-21-15,0 2 14 0,0-2 6 16,0 2-8-16,0 3 19 0,0-3-20 0,0 1 11 15,0 1-17-15,0-5 0 0,0 1 14 0,0-6-8 16,0 3 12-16,0 3-9 0,0 2-23 16,0-1 13-16,0 4 15 0,0-1-3 0,19 20 15 15,-19-28-14-15,1-2-2 0,-1-1-1 0,3-2-22 16,0 13 25-16,3 0-4 0,-4-4 1 16,1-4 6-16,-2-3-21 0,-1 4 24 0,0-5-11 15,2-1 4-15,2 16-25 0,-2-10 34 0,-1 0-5 16,2-3-6-16,-1-1-5 0,-1-1 15 15,2 14-18-15,0-6 18 0,-3 3-2 0,5-7-4 16,-4 0-6-16,4-1 1 0,-2-1-9 0,-3-1 2 16,4 10 6-16,-2-4-7 0,-2-2 15 15,4-4 8-15,-1 10-12 0,0-3-2 0,-2-6-13 16,1 0 24-16,-2 0-2 0,0-3-9 0,1 1-7 16,2 0-4-16,-1 12 10 0,-2-3 10 15,0-6-30-15,1 2 0 0,2-3 24 16,-3 0 6-16,0-2 10 0,0-2-9 0,2 1-8 15,-1 12-19-15,-1-5 11 0,0-1 13 0,0 0-10 16,0-5 10-16,0-1-7 0,0-11-21 0,0 10 15 16,0 0 16-16,0-2-10 0,0 4 13 15,0-1-28-15,0 1 15 0,0-1 1 0,0 0 15 16,0-1-2-16,0 1-16 0,0 0-5 0,0 6-2 16,0 0 27-16,-15 25-33 0,14-28 13 15,-2 3 2-15,3-5-1 0,-1-1 1 0,-1 0-3 16,-1 0-6-16,2 0 19 0,-1-4-34 0,-1 3 23 15,2-2-2-15,1 2 14 0,-2-1-17 16,-5 13 1-16,2 0 2 0,5-6-5 0,-6 6 5 16,5-4 9-16,-5 2-9 0,4-1 9 0,-4-3-16 15,6-2 19-15,-7 7-11 0,5 0-11 16,-1-6 1-16,-4 8-13 0,1 1 20 0,6 1 12 16,-2-7-6-16,-2 0 0 0,2-5-6 15,-3 9 4-15,2-3 6 0,0-3-3 16,1 0 4-16,1-1 17 0,1-2-42 0,-3-2 27 15,1 0-20-15,2 2 18 0,0 11-9 0,-1 2-21 16,-1-6 34-16,-2-5 2 0,-2 8-36 0,6-5 29 16,-2-2-7-16,1-4 10 0,1 3-9 0,-3-3 3 15,0 12-13-15,3-2 35 0,-3-3-35 16,1-3-5-16,1 10 31 0,-2-6-15 0,1-3 0 16,-1 7-5-16,-1-6-20 0,4 0 24 15,0-1-2-15,-2-4 2 0,2-1 12 0,0 0-13 16,0 0-2-16,0-12 17 0,0 13-17 0,0-2 17 15,0 7-12-15,0 4 8 0,0 0 0 16,0-2-11-16,0-4 1 0,0 1-4 0,0-4 9 16,0 9-5-16,0-4-4 0,0 0-2 15,0-1 3-15,0-4-6 0,0-1 6 16,0-1-11-16,0-3 25 0,0-8-25 0,0 13 15 0,0-4-5 16,0-9-2-16,20 25-16 0,-19-18 31 15,1-1 0-15,-2 0 13 0,0-1-11 0,3 2-14 16,-2-1 1-16,-1-1 9 0,2 1 1 15,-2 0-1-15,0-1-3 0,1 1-6 0,-1-2 9 16,5 2-6-16,-5 0-9 0,1-2 2 16,2 3 4-16,-3-2-2 0,0 2-3 0,2 0 1 15,-2-1 1-15,1-1 23 0,1 1-17 0,1 1 2 16,-3 1-3-16,1 1 15 0,1 0-10 16,1-2-15-16,-2-1-6 0,1 7 27 0,-2-6-16 15,0-2 5-15,4 5 7 0,-4-4 7 16,1 1-17-16,-1 1 2 0,0-2 8 0,5 4-23 15,-5-5-14-15,3 2 32 0,-3 0-7 0,0 0-10 16,1-1 29-16,2 1-33 0,-1 1 31 0,-2-3-19 16,1 3 18-16,2-5-1 0,0 6-14 15,-3-3 18-15,0-1-5 0,3 1 2 0,-3-1-12 16,2 0 2-16,-2 0 7 0,1 0-36 16,1 0 33-16,2-3 2 0,1 2 6 0,-2-1 2 15,3 1-13-15,1 0 4 0,-1-2 8 0,2 2 3 16,15 3-5-16,0 0-4 0,-10-3 0 15,11 3-21-15,3-4 27 0,-2 1-6 0,2-2 8 16,3 0-20-16,0-2 2 0,3 0 5 0,-17 0 10 16,11 0-20-16,6 0-6 0,4 0 24 0,2 0 0 15,1 0 1-15,2 0-8 0,43-22 26 16,-42 18-12-16,-1-1-9 0,-2 3-19 0,-4-4 25 16,1 2 0-16,-4 4 0 0,-3-3-3 0,-3-2 6 15,-2 3 10-15,2-3-3 0,-9 1 3 16,-3 2-1-16,-2 2-1 0,0-4-2 0,-2 3 15 15,-4 1-18-15,1-4 5 0,-2 4-17 0,0-1 3 16,-3 1 2-16,1 0-5 0,2 0 0 16,-3-1-10-16,2-2-34 0,-1 3-36 0,1 0 7 15,-5-1-102-15,3-2-97 0,0-3 26 16,-3 5 23-16,0-5 21 0,0 1-316 0,3-5 31 16,1-10 34-16,8-2 32 0,1-3-18 0,11-2 26 15,3 1 85-15,3-2 51 0,9-1-50 16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8T14:03:20.290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1788 123 371 0,'0'0'109'16,"0"-16"-22"-16,0 16-11 0,0 0 20 0,0 0 25 15,0 0-47-15,0 0 48 0,0 0-41 0,0-20 5 16,0 20 10-16,0 0-32 0,8-24 13 15,-8 23-4-15,0-2 10 0,0 2-8 0,0-1 6 16,0 2-14-16,0 0-13 0,-2-1 3 16,2-2 2-16,0 2-8 0,0 1-16 0,0 0 5 15,0 0 12-15,0-4-12 0,0 4 6 16,2 1 6-16,-1-2 1 0,-2 1-14 0,1 0-15 16,0-2-2-16,0 2-1 0,1-4 8 15,4 3-7-15,-4-1 6 0,4 2-6 0,2-2-1 16,1 2-9-16,3-1 4 0,-5 1-7 0,8 0 8 15,8-6-1-15,2 6-7 0,3-2 4 0,-5 0 0 16,5 2-17-16,4-1 13 0,2 0-18 16,-4-2 13-16,8 3 1 0,-21 0 1 0,10 0 10 15,5 0-14-15,-3 0 2 0,4 0-11 0,-6 0 5 16,-3 0 4-16,-1 0 6 0,-5 0 8 16,-4 0 5-16,-1 0-8 0,-3 0-1 0,-9 0 6 15,12 0-10-15,-12 0-1 0,12 0 3 16,-12 0 2-16,12 0-5 0,-12 0 1 0,7 0 4 15,-7 0-15-15,0 0 0 0,14 0 17 16,-14 0-11-16,0 0 8 0,9 0-20 0,-9 0 15 16,0 0-4-16,10 0-4 0,-10 0 7 0,0 0 8 15,0 0 0-15,9 0-4 0,-9 0 10 0,0 0-13 16,0 0 4-16,0 0 5 0,0 0 2 16,0 0-17-16,12 7 6 0,-12-7-3 0,0 0-10 15,0 0 3-15,0 11 0 0,13 2 15 0,-13-8-1 16,0 1-4-16,0-1-9 0,-1 2 12 15,-2 1-12-15,1-1 15 0,2 1-3 0,-1 0 1 16,1-8 3-16,0 17-13 0,-12 21 10 0,6-16 14 16,-3 1-16-16,3 2 7 0,-1-1 8 15,-4 3-9-15,5-12 16 0,3 12-16 0,-7 0 1 16,2-1 7-16,-1 5-14 0,3-2-2 0,-1 1-4 16,-4 4 13-16,6 3 6 0,-3 1-9 15,-1-3 5-15,3 5 1 0,-3-3 16 0,0 1-8 16,0 0-10-16,2 2 10 0,-5 1 18 0,0-1-11 15,2-1-10-15,-2-3 12 0,1 2-8 16,2-1-10-16,-1 0-2 0,1-3 22 0,-2 3-17 16,4 1 14-16,-6-1 3 0,4-2 0 15,-2-3-16-15,2 5 5 0,2-1-3 0,1-5 9 16,-6-1-2-16,4 4-3 0,1 3 5 0,-1-1-3 16,2-4-1-16,-1 2-11 0,-2-3-2 0,0 3-1 15,3-3 0-15,-1-1 17 0,-1 4-12 16,2-6 6-16,-1 4-18 0,-10-1 0 0,13 0 22 15,-5-3-3-15,5-3-11 0,-2 1-1 16,0 0 10-16,-2-2-2 0,2 2-3 0,-1-3-3 16,-2 2 4-16,6 1 8 0,-3 0-8 15,0 1 14-15,0-4-21 0,3 4 25 0,-3-4-27 16,1 0-2-16,-1 1 0 0,4 0 15 16,-3 1-2-16,2-2-4 0,-3 2-16 0,2 0 35 15,1-4-25-15,-3 8-1 0,1-3-3 0,4-2-12 16,-5 1 27-16,0-1-8 0,4-2-6 15,-4 4-19-15,2-3 21 0,-2 5 9 0,3-7-17 16,-8 3-6-16,8 0 13 0,-2 0-11 0,0 0 16 16,4 5 4-16,-2 0-7 0,-3-2 2 15,6 1-14-15,-6-3 15 0,6-1-10 16,-8 2 12-16,4 2-7 0,-2-1 4 0,4-1 0 16,-5 3-6-16,4-2-11 0,0-5 17 0,-5 2-4 15,4 0 2-15,2 3 0 0,-5-1-11 16,2 1 1-16,4-2 2 0,-5-3-8 0,-1 2 6 15,4 4-2-15,0-3 13 0,-3 5 6 0,0-6 2 16,3 3-3-16,-3 0-8 0,3 4 7 16,-2-2-19-16,2 1 12 0,0-3-4 0,-3 1 16 15,2 1-3-15,2 2-18 0,-4-3 1 0,0-3 0 16,0 6 1-16,3-2 3 0,-1 2 12 16,3 0-21-16,-4 0 6 0,-4 3 2 0,2-3 5 15,1 2-7-15,0 1-2 0,-2-1 9 16,4-2 0-16,-2 4-12 0,3-2 5 0,-8 0 8 15,5-2-8-15,3 2-2 0,2 0 21 16,-5 2-9-16,1-7-2 0,-2 4-9 0,3 0 25 16,-2 2-8-16,3-3-8 0,-5 4 9 0,8-3-12 15,-6 3-8-15,2-4 18 0,2 6-6 16,1-2 7-16,-2-3-3 0,1 1-11 0,1-2 1 16,-1 6 9-16,-1-6-9 0,3-13 4 15,0 6-3-15,0 3-10 0,0 1 18 0,0 3-19 16,0-1 8-16,0 1 16 0,0 1 1 15,0-2-13-15,0-1 13 0,0-4-9 0,0-1 2 16,0-6-2-16,0 0 6 0,0-2-8 0,0-2 1 16,0 6-4-16,0-2-8 0,0 2 12 15,0-4 4-15,0-1-2 0,0-2-3 0,0 1-9 16,0-4 6-16,-15 12 8 0,14-13-13 0,-2 0 4 16,3 0 0-16,-2 1-1 0,1-3 1 15,1 0-9-15,0-7 10 0,0 10 1 0,0 0-8 16,0-2 6-16,0 11 5 0,0 0-19 15,0-1 0-15,-18 26 12 0,18-25 0 0,-6-5-3 16,3-3-3-16,0 2 7 0,2 0 6 16,-5 10-11-16,0-5-7 0,4-3-1 0,-2 0 21 15,1-4-20-15,3 0 8 0,-8 11 4 16,2-6-2-16,0 1 1 0,5-3 1 0,-2-1-2 16,-2 8-1-16,-1 5-14 0,0-5 14 15,-1 2 1-15,1-1 1 0,0 2-7 0,-1 0 9 16,2-3-1-16,2-4-4 0,-3 4-9 0,-1 4 10 15,-2-7 7-15,6 0-18 0,-2-3 6 16,2 0 2-16,0-3-7 0,0 11 14 0,-1-5-17 16,-2 6 7-16,4-6 6 0,1-1 2 0,-2-3-9 15,0-3 4-15,3 3 10 0,-4-3-11 16,2-1 0-16,1 0 0 0,1-4 6 0,-5 4 4 16,5-2-11-16,-1-2 6 0,1 3 0 15,-2 0 2-15,-1-1-10 0,0-1 2 0,3 3 6 16,-3 0-12-16,2-3 11 0,-1 3-3 0,-4 12 6 15,-1-2-2-15,-1-4-5 0,2-3 7 0,2 0 1 16,-2-2-2-16,3-3-2 0,0 3-1 0,-8 5 3 16,1 0 4-16,4-1-3 0,-1-4-3 15,4 3-8-15,-3-3 9 0,1-4-4 0,-1 0-5 16,3-3 4-16,-1 3 3 0,-2-1 2 16,3 1-3-16,-3-4 4 0,0 5 7 0,0-2 1 15,-8 6-13-15,-3-1 4 0,0 1 10 16,-4 2 0-16,-1-7 5 0,-2 7-3 0,-1-7-6 0,-2 7 2 15,-4-8 0-15,-2 5-12 0,3-6 13 16,-6 1-4-16,2-1-6 0,-2 0 2 0,-3 1-37 16,-4-1-44-16,0 2 9 0,-8-4-180 0,2 4 25 15,-11-1-329-15,30-6-12 0,-17 0 27 16,-12 0 83-16,-67-26 24 0,60 8 20 0,12-3 58 16,10 1-5-16,6-3 26 0,10-1 59 0,19-7 15 15,9 10 9-15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8T14:01:24.929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487-3547 301 0,'0'0'96'0,"0"0"-35"0,0 0 5 0,0 0 20 16,0 0-12-16,0 0-26 0,0 0 15 15,0 0-9-15,0 0 9 0,0 0 22 16,0 0 11-16,0 0-14 0,0 0-10 0,0 0-6 15,0 0-12-15,0 0 5 0,0 0-4 0,0 0 6 16,0 0-3-16,0 0-1 0,0 0 12 16,0 0 10-16,0 0-26 0,0 0-1 0,0 0 17 15,0 0-30-15,0 0 1 0,0 0 10 16,0 0-11-16,0 0 4 0,0 0 6 0,0 0-1 16,0 0 5-16,0 0 5 0,0 0-33 0,0 0 21 15,0 0-13-15,0 0 7 0,0 0 9 16,0 0-2-16,0 0 6 0,0 0 13 0,0 0-6 15,0 0 2-15,0 0-21 0,0 0-4 0,0 0 13 16,0 0-10-16,0 0 1 0,0 0-19 16,0 0 19-16,0 0-16 0,0 0 4 0,0 0-13 15,0 0 11-15,0 0-18 0,0 0 0 16,0 0 8-16,0 0-6 0,0 0 2 0,0 0-1 16,0 0 32-16,0 0-33 0,0 0-12 15,0 0 14-15,0 0-8 0,0 0 27 0,0 0-28 16,0 0 29-16,0 0-8 0,0 0-22 0,0 0 22 15,0 0-7-15,0 0-34 0,0 0 33 16,0 0-23-16,0 0 5 0,0 0 10 0,0 0-14 0,0 0 29 16,0 0-14-16,0 0-1 0,0 0 7 15,0 0-25-15,0 0 2 0,0 0-4 0,0 0 24 16,0 0-2-16,0 0-18 0,0 0 16 16,6 10-13-16,-8-8-7 0,2 2 6 0,-1-1 5 15,1 1 9-15,0 0-22 0,-3 1 12 16,1 1 6-16,2-2-3 0,-1 0 19 0,-2 3-10 15,3-3-14-15,-2 0 6 0,1 0-8 0,-1 2 4 16,2-1 3-16,0-1 3 0,0 3-6 0,-3-6 14 16,3-1 18-16,0 0-33 0,0 0 25 15,0 14-19-15,0-7-15 0,0-7 11 0,0 10 17 16,0-10-21-16,0 11 17 0,0-11-4 16,0 14 11-16,0-7-29 0,0-7 1 0,0 11 5 15,0-11 14-15,0 11-11 0,0 0 10 16,0-11 5-16,0 11 14 0,0-2-25 0,0-9-11 0,0 11 11 15,0-2-6-15,0-9 6 0,0 11 5 16,0-11-5-16,0 13-17 0,0-3 26 0,0-10-17 16,0 11 23-16,0-3 16 0,0-8-35 0,0 13 12 15,0-5-24-15,0-8 46 0,0 10-35 16,0 0 21-16,0-10-5 0,0 11-17 0,0-11 16 16,0 13-22-16,0-5 6 0,0-8 35 15,0 11-20-15,0-1-1 0,0-10-11 0,0 11-7 16,0-4 37-16,0-7-50 0,0 13 13 0,0-6 3 15,0-7-2-15,0 11 1 0,0-11 8 16,0 13-7-16,0-4 11 0,0-9-4 0,0 11-20 16,0-11 13-16,0 11 33 0,0-2-35 0,0-9 14 15,0 8-30-15,0-8 19 0,0 10 30 16,0-10-20-16,0 10-12 0,0 0 0 16,0-10 24-16,0 11-30 0,0-11 12 0,0 10 6 15,0 1-6-15,0-11-18 0,0 11 21 16,0-11 12-16,0 9-6 0,0 1-17 0,0-10 38 0,0 11-48 15,0-1 15-15,0-10 4 0,0 11-12 16,0-1 8-16,0-10 12 0,0 10-18 0,0 0 21 16,0-10-16-16,0 11-2 0,0-3 18 0,0-8-30 15,0 13 27-15,0-3 3 0,0-2-18 16,0-8 0-16,0 13 4 0,0-4 14 16,0 0 12-16,0 1-30 0,0-10 6 0,0 12-6 15,0-1 0-15,0-2 17 0,0-2-27 0,0 3 16 16,0 0 2-16,0-2-2 0,0-1 7 15,0-7 7-15,0 14-10 0,-7-4 9 0,7 1-15 16,0-1-2-16,0 1 9 0,0-4 15 0,0 3-27 16,0 0 23-16,0-3-25 0,0 3-16 15,0-2 26-15,0 2 0 0,0 1 34 0,0-2-4 16,0 2-25-16,0-4-11 0,0 3-18 16,0 1 3-16,0 0 38 0,-12-1-15 0,12 0-1 15,0-2 28-15,0 2-4 0,0 1-3 0,0-2-3 16,0 2-14-16,0-2-4 0,0 0-10 0,0 1 7 15,0 1 1-15,0-1-4 0,0-1 1 16,0-1 10-16,0 1-13 0,0 1 7 0,0 0-2 16,0-3 1-16,0 3-9 0,0 1 5 0,0-3 1 15,0-8 1-15,-9 13 0 0,9-2-4 16,0-4 13-16,0 3-7 0,0 1 6 0,0 2-20 16,0 1 6-16,0 0 8 0,0-4 6 0,0 1-7 15,0-11 12-15,0 11-19 0,0-11 1 16,0 10 2-16,0 1 3 0,0-11 0 0,0 10 0 15,0-10-7-15,0 10 14 0,0 0-9 16,0-10 5-16,0 11-1 0,0-11 1 0,0 10-2 16,0-10-7-16,0 11-1 0,0-11 0 0,0 12 32 15,0-12-4-15,0 9-1 0,0 1-3 0,0-10-28 16,0 11 2-16,0-3 0 0,0-8 18 16,0 11-1-16,0-2 6 0,0-9 8 0,0 12-4 15,0-12 0-15,0 11-16 0,0 0 7 16,0-3-2-16,0-8-1 0,0 12-1 0,0-1 12 15,0-3-7-15,0-8-1 0,0 14-1 0,0-3 3 16,0-2-4-16,0-9-8 0,0 12 7 16,0-2-2-16,0-3-6 0,0 4 12 0,0-1-3 15,0-10 4-15,0 12-14 0,0-1 33 16,0-2-22-16,0 1 5 0,0-10 1 0,0 14-25 16,0-5 20-16,0 2-1 0,0-4 4 0,0 4 14 15,0-11-11-15,0 14-21 0,0-3 7 16,0-1 6-16,0-10-30 0,0 11 31 0,0 0-1 15,0-2-9-15,0 2 0 0,0-2 0 16,0 0 8-16,0-2-13 0,0 3 15 16,0-10 0-16,0 13-1 0,0-1-8 0,0-4 18 15,0 3-17-15,0-2 11 0,0 1-1 0,0 0-26 16,0 1 20-16,0-2-1 0,0 2 10 0,0 0-13 16,0-1 1-16,0 0 0 0,0 1-1 15,12 24-15-15,-12-18 26 0,1-3-5 0,-1 0-6 16,2 0-3-16,1-3-3 0,-2-4 0 15,1 0 7-15,-2 2 5 0,0-9-14 0,0 0 2 16,0 11 13-16,0 0 0 0,0-1-14 0,0-2-15 16,0 2 31-16,0-1-9 0,0 0-9 0,0-9 28 15,0 13-9-15,0-2-6 0,0-4 1 16,0 6 13-16,0-5-20 0,0 2-9 16,0 1-7-16,0-4-4 0,0 3 32 15,0-1-10-15,0 2 3 0,0 0 15 0,0-4-17 16,0 4 15-16,0-2-9 0,0 9-8 0,0 0 3 15,0 0-7-15,0-2 16 0,0-4-28 0,0 1-6 16,0-2 29-16,0-1-1 0,0-2-3 16,0 2 16-16,0 0-16 0,0 0-11 0,0-2 7 15,0 2 15-15,0 1-17 0,0-4 6 0,0 7 15 16,0-4-2-16,0 7-30 0,0 2 17 16,0-3-8-16,0 3-10 0,0-6 23 15,0 2-6-15,0-2 9 0,0 0 6 0,0-1-13 16,0-1-2-16,0 2 10 0,0-3-19 0,0 0 21 15,-12 12-10-15,12-2-8 0,0-2-5 0,0 0 12 16,0-2-2-16,0-4 6 0,0 1-11 16,0-2 11-16,0-1-4 0,0 0-3 15,0 1 14-15,0-4-3 0,0 3-8 0,0-10 8 16,0 14-2-16,0-7 1 0,0 3-22 0,0-10 22 16,0 11-10-16,0-3-1 0,0-8 13 0,0 10 5 15,0-10 10-15,0 13-9 0,0-13 19 16,0 8 12-16,0-8-10 0,0 6-3 0,0-6-3 15,0 0 15-15,0 10-9 0,0-10-9 0,0 0 10 16,0 0-14-16,0 11 6 0,0-11 4 16,0 0-21-16,0 0 18 0,0 0-5 0,0 9-4 15,0-9 13-15,0 0-17 0,0 0-1 0,0 0 0 16,-9 16 9-16,9-16-7 0,0 0 0 16,0 2 0-16,0-2-7 0,0 2 0 0,-2-2 1 15,2 0-21-15,0 3 16 0,0-3 5 0,0 0-5 16,0 3 3-16,0-3-13 0,-3 0 2 0,6 1-7 15,-1 1 13-15,-2-2-13 0,-2 0 18 16,2 0-9-16,2 0 4 0,-2 0-13 0,0 0 15 16,0 0-9-16,0 1-4 0,0-1-3 0,-2 0 18 15,4 0-7-15,-2 0-5 0,0 0-8 16,0 0 9-16,-2 0 12 0,4 0-14 0,-4 0-10 16,2 3 20-16,0-6 4 0,2 3-22 0,-2 0 6 15,0 0 3-15,0 0 8 0,0 3-17 16,-2-6 7-16,2 3 1 0,0 0 9 0,0 0-4 15,0 3-5-15,-4-3 3 0,5 0 2 16,-1 0-12-16,-1 3 15 0,1-5-3 16,1 2-4-16,-1 2 2 0,-1-4 12 0,1 1-11 15,1 2-3-15,-1-2 8 0,3 2-5 16,-3 1 1-16,0-2 0 0,0 0-3 0,0 0 2 0,0 0-5 16,0 0 0-16,0 0 5 0,0 0-4 15,-3 0 6-15,3 0-2 0,0 0-1 0,-1 0 2 16,2 0 1-16,-2 2-8 0,1 0 4 15,0-2 0-15,0 0-1 0,0 0 6 0,0 0-9 16,0 0 13-16,-5-2 0 0,5 2 6 16,0 2 1-16,0-4-8 0,5 4-5 0,-5-2 17 15,-2 0-17-15,4 1 11 0,-4-1-14 0,2-1 0 16,-3 1 3-16,3 0 7 0,0 0 2 0,0 1-14 16,0-2 15-16,0-1-14 0,0 2 7 15,0 0-4-15,0 0 3 0,-1 2 2 0,2-2-1 16,-1 0 7-16,-1 0-7 0,1 1 1 15,1-1-1-15,-1 0-14 0,0 0 19 0,0 3-9 16,0-3 2-16,0 0 0 0,-1 3 0 0,1-3 3 16,0 0 1-16,0 0-3 0,0 0-1 0,0 0-1 15,-2 0-3-15,2 0-7 0,0-3 7 16,2 3 6-16,-2 0-20 0,-2 0 13 0,2 0 2 16,0 0-8-16,0 0 5 0,2 0 6 15,-1-3 8-15,-1 6-4 0,0-3-8 0,0 0-2 16,0 0 12-16,0-3-10 0,0 3 6 0,0 0-5 15,0 0-2-15,0 0 2 0,0 0-3 16,0 0-1-16,0 0 8 0,0 0-2 0,0 0-2 16,0 0-1-16,0 0-6 0,0 0 6 0,0 0-15 15,0 0 19-15,0 0 6 0,0 0-10 16,0 0 1-16,0 0-1 0,0 0-10 0,0 0 9 16,0 0-1-16,0 0 1 0,0 0 3 0,0 0-5 15,0 0 2-15,0 0 1 0,0 0-10 0,0 0 10 16,0 0 0-16,0 0 0 0,0 0-5 15,0 0 4-15,0 0-4 0,0 0 1 0,0 0 1 16,0 0-12-16,0 0 13 0,0 0 6 16,0 0-7-16,0 0-1 0,0 0 2 0,0 0-3 15,0 0-11-15,0 0 11 0,0 0 4 0,0 0-2 16,0 0 2-16,0 0-5 0,0 0-3 16,0 0 2-16,0 0 8 0,0 0-11 0,0 0 5 15,0 0-3-15,0 0 0 0,0 0 9 16,0 0-15-16,0 0 7 0,0 0 10 0,0 0-12 15,0 0 0-15,0 0 16 0,0 0-7 0,0 0 3 16,0 0 4-16,0 0-5 0,0 0-4 16,0 0 4-16,0 0-12 0,0 0 2 0,0 0 7 15,0 0 6-15,0 0-13 0,0 0 2 0,0 0 8 16,0 0 2-16,0 0-5 0,0 0-11 0,0 0-1 16,0 0 12-16,0 0 3 0,0 0 1 15,0 0-11-15,0 0 8 0,0 0-11 0,0 0 15 16,0 0-9-16,0 0 8 0,0 0 2 15,0 0-7-15,0 0-4 0,0 0 7 0,0 0 2 16,0 0-2-16,0 0-9 0,0 0 11 0,0 0-10 16,0 0 11-16,0 0-15 0,0 0 13 0,0 0 7 15,0 0-6-15,0 0-4 0,0 0 3 16,0 0-6-16,0 0 6 0,0 0-13 0,0 0-2 16,0 0 14-16,0 0 2 0,0 0-9 15,0 0 15-15,33 19-10 0,-30-19-5 0,-1 0 15 16,2 2-5-16,-2-2-8 0,-2 0-4 15,3 2 12-15,0-1-2 0,-2-2 0 0,5 1 4 16,-1 1-5-16,-2-1-12 0,1 2 7 0,-4 0 8 16,1-2-1-16,7 3 0 0,-8-3-11 15,0 0 12-15,0 0 0 0,7 0-6 0,-7 0 2 16,21 6 0-16,-15-6 7 0,3 0-5 0,-6 0 6 16,3 0-9-16,2 4 6 0,-4 0-5 15,2-4 0-15,1 1 0 0,-1-1 6 0,-1 1 1 16,1-1-8-16,3 1-11 0,-5-1 19 0,5 4-7 15,-1-4-1-15,-1 3-13 0,1-1 20 16,-2-2-4-16,1 0 0 0,3 1-14 0,-7-1 7 16,8 1 8-16,-2-1 0 0,-2 3-2 0,4-3 7 15,-2 0-6-15,-2 0-7 0,4 3 7 16,-2-3-7-16,-3 0 6 0,5 0-2 0,-2 0 3 16,2 0-2-16,-2 1 4 0,1 1 0 15,-1-2-5-15,5 0-10 0,-4 0 8 0,-1 0-1 16,3 0-4-16,-2 0 10 0,2 1-10 15,2-1 16-15,-4 0-4 0,18 3-2 0,-7-3-3 16,-3 0 4-16,-3 0-2 0,3 1-4 16,-5-1-2-16,1 3 7 0,-2-3 8 0,-2 0-8 15,20 2 4-15,-16-2-8 0,2 0 0 16,3 0 4-16,-2 0-6 0,-1 0 1 0,8 0 12 16,-2 0-8-16,-2 0-4 0,1 0-1 0,-3 0 9 15,-4 0-7-15,3 0 11 0,-4 0-21 0,8 0 11 16,2 0-4-16,-6 0 7 0,3 0-4 15,-5 0 5-15,-2 0-12 0,1 0 11 0,5 0 0 16,2 0-8-16,-3 0 7 0,-3 0 3 16,3 0-1-16,-4 0-8 0,0 0 5 15,-2 0 1-15,0 0-2 0,-2 0 3 0,10 0 1 16,-1 0 4-16,2 0 1 0,-2 0-18 0,-2 0 2 16,-4 0 10-16,0 0 1 0,1 0-3 15,-1 0 6-15,-4 0-10 0,5 0 6 0,5 0 0 16,6 0 1-16,20 7 6 0,-25-7-20 0,-4 3 17 15,11-1-18-15,-6 2 10 0,4-2 5 16,-4-2 2-16,-9 0-8 0,6 0-6 16,3 0 16-16,1 0-4 0,2 0 0 0,-2 0-11 15,-2 0 14-15,-2 0-4 0,-1 0 1 0,6 0 0 16,-2 0-3-16,0 0-11 0,2 0 3 16,4 0 10-16,0 9-2 0,1-9-6 15,4 0 6-15,-4 0 11 0,2 0-7 0,-2 0-14 16,1 0 13-16,-4 0-4 0,-4 0 5 15,7 0-7-15,-7 0 3 0,0 0 3 0,1 9 0 16,-2-9 3-16,1 0-15 0,-5 0 5 0,-1 0 8 16,0 0 3-16,0 0-11 0,-2 0-4 15,-2 0 19-15,0 0-9 0,9 0-1 0,2 0-9 16,4 0 10-16,-6 0-5 0,3 0 8 16,-5 0-6-16,1 0 5 0,5 0-3 0,-2 0-6 0,1 0-5 15,-5 0 10-15,6 0 2 0,-2 0-11 16,-3 0 15-16,1 0 4 0,-4 0-6 15,-1 0-3-15,0 0-13 0,6 0 21 0,3 0-6 16,-2 0-13-16,3 0 17 0,-1 0-8 0,-1 0-1 16,-6 0 3-16,9 0 4 0,-4 0-3 15,5 0-8-15,0 0 4 0,3 0-5 0,-6 0 1 16,-4 0-2-16,3 0-3 0,1 0 7 16,1 0 9-16,-1 0-9 0,-5 0-3 0,1 0 5 15,-4 0 7-15,-1 0-11 0,0 0 15 16,-2 0-4-16,10 0-4 0,1 0-1 0,2 0 0 15,-2 0 6-15,2 0-20 0,0 0 15 16,-2 0 2-16,3 0-1 0,-4 0-5 0,0 0 7 16,-6 0-17-16,7 0 8 0,-2 0 11 0,-3 0-4 15,1 0-14-15,-2 0 10 0,-3 0 2 16,9 11 4-16,-4-11-11 0,0 0 18 0,7 0-11 16,-1 0-11-16,0 0 14 0,2 0 4 15,-2 0-18-15,0 0 15 0,1 0-6 0,-6 0 8 16,0 0-21-16,3 0 15 0,3 0-14 0,-5 0 13 15,2 0-7-15,-2 0 4 0,4 0 11 0,-1 0-12 16,2 0 1-16,-5 0-11 0,5 0 12 16,-2 0 2-16,2 0-3 0,0 0-15 0,0 0 20 15,3 0-2-15,-5 0-3 0,-1 0-3 16,3 0-3-16,-2 0 0 0,2 0 7 0,-3 0-20 16,3 0 20-16,-5 0-10 0,2 0 12 15,1 0-6-15,-4 0 2 0,0 0-1 16,4 0 10-16,-1 0-13 0,0 0 0 0,-4 0-6 0,-1 0 14 15,-3 0-1-15,2 0-11 0,-4 0-6 16,10 0 3-16,-2 0 7 0,-3 0-6 16,1 0-6-16,-4 0 16 0,6 0-1 0,2 0-23 15,0 0 14-15,-4 0 13 0,0 0 0 0,-2 0-2 16,-4 0-4-16,-1 0-9 0,-2 0 16 16,-1 0 1-16,-1 0 9 0,3 0-17 0,-5 0 4 15,-7 0 3-15,12 0-5 0,0 0-6 16,-4 0 13-16,-8 0 8 0,13 0-16 0,-13 0-8 15,12 0 31-15,-12 0-14 0,10 0 0 0,-10 0-12 16,11 0 0-16,-11 0 13 0,0 0 1 0,13 0-9 16,-13 0 11-16,0 0 3 0,9 0-23 15,-9 0-33-15,0 0-23 0,0 0 7 0,0-11-148 16,11 11-87-16,-4-18 28 0,-7 12-285 16,-1-5 50-16,-13-9 52 0,2-9 16 0,0-1 72 15,-2 1-27-15,-1-2 54 0,-5 6 7 0,-2-6 34 16,1 3 20-16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8T14:02:11.351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-13-3881 237 0,'0'0'289'0,"0"0"-41"16,0 0-30-16,0 0-12 0,0 0-38 0,0 0-26 16,0 0 0-16,0 0-9 0,0-17-23 15,0 17-24-15,0 0-7 0,0 0 7 0,0 0-19 16,0 0-10-16,0 0-15 0,0 0 19 16,0 0-13-16,0 0-13 0,0 0 0 0,0 0-10 15,0 0 7-15,0 0 2 0,3 3-8 16,3 2-5-16,-2 1 0 0,13 11-2 0,-4-5-5 15,-2 0 12-15,-2-2-20 0,4 7 1 0,-1-8 2 16,0 1 11-16,-5-3-11 0,1 1-4 16,-1-2-13-16,-1 1 19 0,2-3 3 0,-4 3-12 15,2-1 2-15,2-1 10 0,-4-1-21 0,-1 3 1 16,3-6 1-16,0 3 17 0,-2 2 0 16,1-2-4-16,-2-3-4 0,0 3 14 0,1 2-1 15,-1-5 21-15,2-1 4 0,-5 3-5 16,4-3-5-16,-4 0-4 0,0 0 8 0,0 0 21 15,11-15-16-15,-8 8-10 0,-2-1-3 0,4-1 3 16,-4 0 22-16,5-13-13 0,-4-2 4 16,4 1-8-16,-5-3 8 0,-1 5-10 0,5-5 7 15,-2 2 14-15,-3 4-20 0,3 2-15 0,-2 3 27 16,-1 2-30-16,3 0 17 0,-3 6-13 16,0-3 1-16,0 5-18 0,0-2 8 0,0 1-35 15,0 1-21-15,0-1-12 0,0 3-12 0,0-3-35 16,0 6-4-16,0 0-16 0,0 0-37 15,0 0 13-15,0-12-62 0,3 9-49 0,-2 3-140 16,-1 0 5-16,0 3 60 0,2 1 14 0,2-1 14 16,-1-2-29-16</inkml:trace>
  <inkml:trace contextRef="#ctx0" brushRef="#br0" timeOffset="4124.156">-422-1714 419 0,'-1'2'180'0,"1"0"-32"0,0-2-24 15,0 0 6-15,0 0-32 0,0 0-17 0,0 0 2 16,0 0 9-16,0 0 2 0,0 0-38 0,0 0 16 16,0 0-3-16,0 0-6 0,0 0-17 0,0 0-19 15,27 3 29-15,-21-3-14 0,0-3 5 16,3 3-16-16,-2-4 1 0,3 1 12 0,-2 0-24 15,-2-1 0-15,3 0 1 0,-2 0 15 16,-1 1-14-16,2-3 14 0,-2 4-14 0,3-4 6 16,-8 3-9-16,7-3-3 0,-4 2 5 15,-2-3-3-15,3 0-5 0,-3 2 16 0,-2-3-22 16,1 3 8-16,-1-4-8 0,0 1 3 0,0 1 12 16,0 7-17-16,0 0-4 0,0-7 0 0,0 7 13 15,-14-21-8-15,8 16-8 0,3 2-6 16,-3-3 2-16,0 4 7 0,0 0-1 0,-2 1 5 15,2-1 1-15,0 0-28 0,-1 0 28 0,7 2-2 16,0 0-6-16,-12 0 18 0,12 0-21 16,-12 0 14-16,-4 20-6 0,10-15-23 0,-9 10 18 15,6-3 14-15,0 4-18 0,1-1-12 0,2 0 14 16,5-4 1-16,-5 0 12 0,6 1-8 16,0-3-2-16,0-9 15 0,0 10-23 0,0 0-14 15,0 7 24-15,16 15-8 0,-11-19 7 0,4 8 12 16,1-5-22-16,-1-4 10 0,2 2 1 0,-4-7 5 15,1 0 5-15,-1 2-11 0,0-6 5 16,2 5-24-16,-1-4 27 0,-2 0 0 0,1 0-5 16,1-1 7-16,5 0 19 0,-5-3-7 15,4 0 0-15,-12 0 1 0,8 0 9 0,10 0-8 16,3 0 4-16,-1 0-4 0,12-18 0 0,-20 12 3 16,-4 1 3-16,1 1-15 0,-2 0 5 0,2 1 1 15,-4-1 4-15,1 3-10 0,-2-3-10 16,1 2-8-16,-4 1-27 0,2-2-36 0,0 0-31 15,-1 1 9-15,-1-1-102 0,2-2-109 16,-2 4-36-16,-1-3 23 0,3-1-55 0,0 1 10 16,-1 0 83-16</inkml:trace>
  <inkml:trace contextRef="#ctx0" brushRef="#br0" timeOffset="4580.766">59-1710 486 0,'1'-2'293'0,"-1"0"-50"0,0 2-36 0,2-1-8 15,-1 1-29-15,-1-2-18 0,4 2-15 16,-4 0-28-16,0 0-5 0,0 2-14 16,0-2-14-16,0 1 2 0,2 3-11 0,-4-1-12 15,2 5 4-15,0-2-15 0,0 1-5 16,0 0 1-16,0 4-3 0,0 2-6 0,0 5 2 16,0 4-8-16,-13 27 5 0,12-25 11 0,1-10-25 15,0 7 11-15,0-1 5 0,0 4-24 16,0-4 15-16,0 2-5 0,0-8-4 0,0 1 9 15,0-1-2-15,0-1 2 0,0 1 13 16,0-6 15-16,0 2-1 0,0-1 10 0,0-9-15 16,0 12-10-16,0-2 23 0,0-10-20 0,0 7-19 15,0-7 16-15,0 11 3 0,0-11-2 16,0 0-38-16,0 10-21 0,0-10-47 0,-12 11-66 16,12-11 12-16,0-1-317 0,-5-5 39 0,4 1 15 15,-4-4 1-15,2-12 53 0,3 2 25 16,0-8 15-16,0 11 12 0</inkml:trace>
  <inkml:trace contextRef="#ctx0" brushRef="#br0" timeOffset="3118.472">785-2174 320 0,'4'0'245'0,"-4"0"-43"0,5 0-38 16,-5 2-10-16,0-1-6 0,-5 3-29 0,4-4-23 16,-2 3 0-16,0 0-9 0,-3 1 19 15,0-1-19-15,1 2-19 0,-9 6 22 0,0 0-18 16,-4 0-2-16,-3 1-1 0,2-2-7 15,4 4 2-15,-3-2-15 0,2-1 17 0,1 4-16 16,-3-3-10-16,6-1 9 0,-4 1-31 16,5-2 16-16,4-3 2 0,-1 1-4 0,2-5-5 15,0 4-18-15,2-5 5 0,1 2 5 0,-2 0-1 16,4-3 1-16,-1 1-16 0,-2-1-3 16,4 2-5-16,0-2-10 0,-3 3-19 0,0-4 2 15,1 0-46-15,2 0-16 0,0 0 9 0,0-5-63 16,0 2-70-16,0 2-139 0,5 1 24 15,-2-3 23-15,-3-1 1 0,6-2-17 0</inkml:trace>
  <inkml:trace contextRef="#ctx0" brushRef="#br0" timeOffset="2672.808">214-2122 764 0,'-21'0'238'0,"21"0"-8"16,0 0-31-16,0 0-18 0,0 0-11 15,0 0-23-15,0 0-3 0,0 0-18 0,0 0-22 16,0 0-8-16,0 0-9 0,0 0-8 0,0 0 4 16,0 0-2-16,0 0-17 0,-20 0-9 15,20 0-1-15,0 0-23 0,0 0-3 0,0 0 7 16,0 0-9-16,0 0-11 0,0 0 15 15,0 0-15-15,0 0 0 0,5 14 18 0,-1-10-9 16,1 2-1-16,14 7-15 0,-10-2 3 0,0 0-3 16,-1-4-1-16,-1 3 10 0,0-6-20 15,7 11 2-15,5-5 10 0,-7 0-5 0,-4 0-11 16,-1-5 19-16,2 2-5 0,-3 1 3 16,3-3 5-16,-6-1-17 0,3 2-3 0,-2-3 5 15,1-2 11-15,-1 3-14 0,1 0 23 16,-4-2-27-16,2 2 9 0,2-3 21 0,-5-1-23 15,4 3 7-15,-2-2-1 0,1-1-9 0,1 1-4 16,-4 4-4-16,0-5-9 0,5 2-10 16,-5-1-33-16,1-1-8 0,-1 0-16 0,0 0-45 15,0 0-6-15,0 0 12 0,0 0-125 0,0 0-135 16,0 0 23-16,0 0 21 0,0 0 51 16,9-18 16-16,-4 17-78 0</inkml:trace>
  <inkml:trace contextRef="#ctx0" brushRef="#br0" timeOffset="-11511.098">75 108 400 0,'0'0'261'0,"0"0"-17"16,0 0-38-16,0 0 12 0,0 0-13 15,-21 0-27-15,21 0-10 0,0 0 3 0,0 0-27 16,0 0 9-16,-28-6-13 0,23 6-16 0,5-1-3 16,0-2 17-16,-4 3-39 0,2-2 11 0,2 0 31 15,-1 1-20-15,1-1-46 0,-2 2 19 16,2-4-5-16,0 3-7 0,-3 0-7 0,2-1 4 15,1 0-4-15,0 2-9 0,0-1-7 0,0 1-24 16,-5-4-2-16,5 4-5 0,0 0-1 16,-3 0 22-16,3 0-3 0,0 0-6 0,0 0 2 15,0 0-3-15,0 0-30 0,2 4-5 16,-1-3-13-16,-1 3 12 0,5-2-1 0,-5 2 0 16,4-1-13-16,-2 1 2 0,1 3 29 15,1-4-4-15,2 5 2 0,8 9-3 0,-8-3-2 16,7 3 0-16,-1 0-20 0,-3-3 1 0,0 3 0 15,3-3-11-15,0-3 12 0,-6 0 9 16,1 2-25-16,1-6 26 0,-2-1-11 0,0 4 1 16,0-4 1-16,-4 0 5 0,3-5 0 15,1 6 0-15,0-1 1 0,-3-1-1 0,1 0-1 16,2-2 1-16,-3 2-1 0,2-1 2 16,-2-1 23-16,1 1-18 0,-2 0-2 0,2-2-1 15,-4-1 5-15,2-1 15 0,1 3-8 16,0-1 0-16,-2 1-18 0,2-1 0 0,-1-2 0 15,-1 0 4-15,2 3 0 0,-1-1-28 0,1 0 1 16,0 2 15-16,-2-2 2 0,5-2 15 0,-5 0 5 16,1 1-1-16,2 1-12 0,-4-2 0 0,2 1 12 15,1 2-3-15,-2-3-22 0,1 0 6 16,-1 0 6-16,2 1-3 0,-1 2 5 0,-2-2-15 16,0-1-7-16,1 0-2 0,2 0 15 15,-1 0-4-15,-2 0-5 0,1 1 14 0,2 0 0 16,-3-1 1-16,0 0-25 0,0 0 4 0,0 0 2 15,0 0 40-15,0 0-30 0,0 0 21 0,0 0-13 16,0 0-5-16,0 0 6 0,0 0-16 16,0 0 18-16,18-14 2 0,-15 7-11 15,-1-1 24-15,2-1 5 0,-2-1-8 0,5-10-12 16,-2 2 15-16,-2 5-9 0,3-3-5 0,0-5 13 16,-5 5-2-16,5 0-2 0,-5 5-4 0,4 0-2 15,-4 2 1-15,4-2 8 0,-5 4-13 16,3 1 11-16,1 0-19 0,-2-2 15 0,2 1-10 15,-4-3 1-15,2 4 16 0,-1-1 1 0,4-2-2 16,-5 3-1-16,1-2-2 0,4 0-5 16,-5 3 0-16,3-2-2 0,0 0-6 0,-2 0 0 15,-1 2 28-15,2-2-3 0,1 3-1 0,-3-3-3 16,1 3-22-16,-1 3-14 0,0-5-5 16,5 2-4-16,-5 3-32 0,0-3-3 0,0 4-33 15,0 0-16-15,0 0-20 0,0 0-27 16,0 0-49-16,0 0 19 0,0 0-164 0,0 0-81 15,0-9 30-15,0 9 29 0,-11-9 6 0,11 8 46 16,0 1 16-16,5 0 11 0</inkml:trace>
  <inkml:trace contextRef="#ctx0" brushRef="#br0" timeOffset="-10888.305">715 290 523 0,'0'-4'213'16,"0"3"-20"-16,-5 1-28 0,5-1-1 0,-1-2-37 15,1 1-4-15,-3-2 15 0,3 3-17 16,0-1 3-16,-2-2-13 0,1 4-14 0,-1-3-5 15,2 3 0-15,-3 0-7 0,2-3-3 0,-1 3-15 16,2-1 0-16,-3 1-12 0,2 0-3 16,1 0-12-16,0 0-5 0,0 0 8 0,0 0-22 15,0 0 6-15,-3 2 16 0,3 3-19 16,0 0-5-16,-5 1-6 0,4 0 23 0,-4 3 2 16,2 11-10-16,-14 1 0 0,12 0-12 0,-1 4 3 15,2-2 16-15,-2-2-14 0,1 1 0 16,-2 4 15-16,1 0-27 0,3-3 1 0,-2-7 7 15,-1 7 11-15,5 1 5 0,-5-1-22 0,6-5 1 16,-2-2-8-16,2-16 37 0,0 14-29 0,0-2 18 16,0-3-2-16,0 2 7 0,0-11-23 15,0 10 2-15,0-1-13 0,0-9 12 0,0 9 0 16,0-9 5-16,0 11-10 0,0-11 5 16,0 11 11-16,0-11-27 0,0 0 8 0,0 9 0 15,0-9-45-15,0 0-23 0,0 0-47 0,-17 13-32 16,15-16 12-16,2 0-290 0,-4 2 31 0,1-7 27 15,6 1 24-15,-3-2-43 0,-2-16 20 16,2 10 106-16,21-28-50 0</inkml:trace>
  <inkml:trace contextRef="#ctx0" brushRef="#br0" timeOffset="-27254.05">385-568 272 0,'0'0'167'0,"0"0"-4"0,0 0-35 0,-19 0-10 15,19 0-15-15,0 0-13 0,0 0 0 16,0 0-47-16,0 0 43 0,0 0-47 0,0 0-7 15,0 0 40-15,0 0 15 0,0 0-41 0,0 0 17 16,0 0 9-16,0 0-28 0,0 0-7 16,0 0-6-16,0 16-23 0,0-16 15 0,0 0 28 15,0 0-20-15,0 0-19 0,0 0 13 0,-35 39 2 16,34-35-6-16,1-1-3 0,-3 3-12 16,2-1 2-16,1 0 6 0,-2 0-1 0,-2 1-21 15,4 1 32-15,0-2-1 0,0 2-43 16,0-1 22-16,0-6-3 0,0 0 27 0,0 7-29 15,0-7 5-15,0 11-13 0,0-11 26 0,0 13 9 16,0-13-19-16,0 11 2 0,0-11-5 16,13 22-25-16,-12-20 32 0,2 5 14 0,-1-5 2 15,2 0-48-15,-2-2 26 0,4 1 10 0,-5-1 0 16,5-1-11-16,-3 1 23 0,2-4 3 0,-4 4-23 16,2-6 18-16,2 5 1 0,-2-2 3 15,-2-1 9-15,4-2-5 0,-4 2 13 16,-1-1-12-16,5-1-8 0,-2 3 12 0,-2-4-7 15,-1 0-11-15,3 2-7 0,-1 0 9 16,-2-2-6-16,0-2 0 0,0 4-15 0,0 0 12 16,0 5 5-16,0 0-7 0,0-10-3 15,0 10 8-15,0-10-9 0,0 10 7 0,0-9 1 16,0 9 1-16,-14-20-9 0,10 18-2 0,2-2-2 16,-2 2-1-16,1-1 2 0,-2 3-4 0,2 0-11 15,-3 0 7-15,5 0 7 0,-5 3-1 16,1-2-7-16,2 0-9 0,-1 2 14 0,2 0-5 15,-2 2 9-15,2-1 2 0,-2-1-2 16,3 3-11-16,1-1 7 0,-5 3 15 0,4-3-13 16,1 3-11-16,0-3-11 0,0 3 22 0,0-8-4 15,0 0 1-15,0 11 7 0,0-4-1 0,0-7-12 16,0 10 0-16,0-10 2 0,0 10 11 16,14 3-10-16,-9-9-4 0,-1 0 25 0,1-1-20 15,4-2 12-15,-6 2-8 0,3 1 15 0,1-3-18 16,-1-1 18-16,0 0-5 0,0 0-11 15,-6 0 10-15,0 0-2 0,0 0-5 0,12 0 6 16,-12 0-6-16,22-15 10 0,-17 13 1 16,-4-3-4-16,2 0 5 0,2 0 2 0,-1-1-15 15,-1-2 12-15,2 6 6 0,1-7-7 0,-5 2-3 16,1 0-4-16,2-1 2 0,-2 1 0 16,-1-2-2-16,2 2-6 0,-1-1 8 0,-2 1 4 15,0 7-4-15,0 0-6 0,0-11 13 0,0 11-6 16,0-11 3-16,0 11-3 0,0-9-3 15,0 9-4-15,-15-20 9 0,10 12-7 0,2 6-15 16,-1-3 21-16,-1 0 3 0,4 4-17 0,-5-3 1 16,4 1-5-16,-4 1 16 0,2 0-5 15,-1-1-2-15,1 3-14 0,0 0 14 0,1 0-12 16,-3 0 9-16,4 3 2 0,2-3 7 16,0 0-10-16,0 0 7 0,0 0-13 0,-22 12 13 15,19-7 10-15,1-1-21 0,-2-3-4 0,-1 1 13 16,2 7 0-16,2-7-9 0,-4 6 11 0,4-6-5 15,1 5 1-15,-3-3 6 0,3 1-5 16,-3 0-5-16,3 1 10 0,0-6-4 0,0 0-11 16,0 11 13-16,0-11-15 0,0 11 3 0,0-11 8 15,0 11-4-15,16 7-7 0,-11-12 11 16,-1-4 0-16,-2 3-19 0,4 0 16 0,-3-3 15 16,1 2-16-16,4-1 5 0,-2-1-1 0,1-2 3 15,-1 0 0-15,0 0-14 0,-6 0 13 0,0 0 10 16,12 0-15-16,-12 0 0 0,13 0 11 15,7-20 5-15,-16 19 6 0,1-1-13 0,1-6 0 16,0 5-8-16,-5-4 8 0,1 1 4 16,2 1 6-16,-2-1 4 0,4-1-7 0,-6 3 10 15,0 4-14-15,0 0 7 0,0-13-10 0,0 13 0 16,0-11 15-16,0 0-5 0,-15-4-13 16,9 5 16-16,4 4-17 0,-8-11 11 0,-2 9 8 15,9 2-22-15,-3-1 5 0,1 3-15 16,4 1-26-16,-7-4-4 0,7 6-58 0,-4-1-2 15,5 2 9-15,-4-1-103 0,2-2-168 0,1 0 26 16,-4 1-50-16,3-1 20 0,2-3 108 16,-6 0 3-16</inkml:trace>
  <inkml:trace contextRef="#ctx0" brushRef="#br0" timeOffset="73196.571">531 3076 296 0,'-4'-4'260'16,"4"4"-46"-16,0 0-17 0,0 0-7 0,0 0-29 15,0 0 2-15,-28-18-21 0,25 18-2 16,-2-4-10-16,1 4-7 0,2-1-8 0,1-2-23 16,-5 3-10-16,6-3-9 0,0 3-6 0,-2-1-17 15,-1 1 6-15,2 0-6 0,1 0-8 16,0 1 0-16,0 2-15 0,1 1 1 0,2 0-2 16,-1 3 3-16,-2-1-16 0,3 3 3 15,1 0-9-15,2 12 7 0,2-1 4 0,-3 2-8 0,3-2 8 16,2 4-20-16,-1 1 12 0,0-4 3 15,0 0-8-15,-6-3 0 0,3-3-3 0,0-4-3 16,-1 0 6-16,-2-6 2 0,3 2 2 16,-2-1 1-16,-1 2-5 0,-3-5-8 0,1 3 3 15,2-3 14-15,-1 1-1 0,-1-3 11 0,4 4 4 16,-5-3 0-16,3 2 2 0,0-1 36 16,-2-2 11-16,-1 0-34 0,6-1 14 0,-6 0-13 15,0 0 4-15,0 0-2 0,0 0-9 0,21-20-1 16,-9 3-11-16,0 0 17 0,-1-1-9 0,0-2-10 15,3-2 2-15,-7 5 1 0,4-3-13 16,-4-2-1-16,1-1 18 0,-2 7-22 0,1 1-12 16,-2 3 10-16,-4 1 3 0,4 1-5 15,-2 0-16-15,-2 5-29 0,2-2-10 0,-1 1-37 16,-2-2-22-16,1 5-32 0,2 0-38 0,-2 3 16 16,-1 0-149-16,0 0-90 0,-1 0 11 0,2 1 15 15,1 1 26-15,2 0 18 0,-2-1 1 0</inkml:trace>
  <inkml:trace contextRef="#ctx0" brushRef="#br0" timeOffset="73665.281">943 3296 509 0,'0'2'251'0,"0"-2"-44"0,1 0-16 0,2 0-17 16,-1-2-47-16,-2 2-6 0,4 0-9 0,-1-2-13 15,3 0-16-15,0 0-12 0,2 0-13 0,-2 1 13 16,1-1-4-16,-1 1-18 0,2 1-21 16,-2 0-3-16,0 0 9 0,-6 0-16 15,0 0 2-15,0 0-8 0,11 0 8 0,-11 0-23 16,21 17 11-16,-19-11-9 0,4-1 9 0,-5 1-11 16,4-1-5-16,-4 2 13 0,-1-1-23 15,0 1 18-15,0 2 2 0,0 0-5 0,0-9 15 16,0 0-11-16,0 17 9 0,-19 21-40 15,11-17 31-15,-5-7-5 0,0 6 2 0,-2-4 10 16,1-6 10-16,-4 6-10 0,5-1 14 16,-5-2 0-16,9-2 2 0,2-3-9 0,1-3 7 15,0 0 0-15,3-3-13 0,-3 3 1 0,1-3 15 16,5 2 4-16,-1-4-12 0,1 4-1 0,-3-3 13 16,3 2 17-16,0-3 3 0,0 0 8 15,0 0 18-15,18 4-9 0,-8-4 24 0,-1 0-12 16,19 0-5-16,-16 0-18 0,12 0-3 0,25-12 23 15,-22 8-37-15,-3-2-4 0,-7 3-5 16,-1 1 21-16,-3 0-24 0,-4 1-34 0,-1-3-31 16,2 3-66-16,-4 0-74 0,2 1 16 15,-2-3-261-15,-6 3 30 0,0 0-21 0,0 0 32 16,0 0 15-16,0 0 11 0,0 0 75 16</inkml:trace>
  <inkml:trace contextRef="#ctx0" brushRef="#br0" timeOffset="71956.349">467 1999 600 0,'0'0'184'0,"0"0"-23"16,0 0-6-16,0-18-1 0,0 18-4 15,-18 0-11-15,18 0 14 0,-24-33-29 0,20 32 2 16,4-3-18-16,-3 1 2 0,3 0-1 16,-2 2-9-16,-2-2-3 0,4 0 7 0,-1 3-22 15,-2-4-5-15,1 4 6 0,-1-1 2 16,3-1-27-16,0 0 11 0,-3 2-27 0,2-2-3 15,1 2 16-15,0-4-21 0,0 4 3 0,0 0 1 16,0 0-9-16,0 0-23 0,0 4 13 0,0-2-8 16,4 2 15-16,-2 1-15 0,-2 2-1 15,6-1-7-15,-1 14-7 0,4-1 4 16,-3-2 29-16,2 1-36 0,-2-1 26 0,1 4-16 16,4-3-5-16,-7-1 3 0,7 0-10 15,-5-4 12-15,0-1-12 0,-5-2 26 0,4 1-25 16,-4-6 14-16,1 1-5 0,2 0-1 0,-3 1 25 15,1-3-22-15,2-1 22 0,-2 3-37 16,2-5 22-16,-2 3-7 0,4 0 21 0,-5-1-16 16,4 0-5-16,-2-2 14 0,1 1-4 0,2-1 3 15,-6-1 1-15,0 0-9 0,0 0 27 16,12 0 7-16,-12 0-11 0,27-18 31 0,-17 4-10 16,2-5-41-16,-4 7 15 0,4-5-7 0,-5-5 9 15,4 4-19-15,-2 0 3 0,3-4 0 16,-5 0 5-16,5-2 8 0,-3 7-11 0,-3-4-13 15,1 3 29-15,1-3-9 0,-2 7 3 16,0 3-23-16,-2 1 4 0,-2 1-3 0,4 1 25 16,-5 1-36-16,1 2 8 0,1 0-7 15,-2-1-28-15,4 1-23 0,-4 0-12 0,1 3-18 16,-2-2-23-16,0 1 7 0,0 3-26 0,4 0-26 16,-4 0 17-16,0 0-105 0,0 0-68 15,0 0-98-15,0 0 24 0,3 14 22 0,-4-9 25 16,2 1 18-16,2 0 6 0</inkml:trace>
  <inkml:trace contextRef="#ctx0" brushRef="#br0" timeOffset="72291.939">830 2044 212 0,'0'1'311'0,"0"3"-46"16,0-1-55-16,0 0-26 0,0 1-32 15,0-3-27-15,1 2-4 0,2 1 0 0,-3 0-14 16,0-2-22-16,2 3-11 0,-2 0 7 0,0 2-10 16,1 0-6-16,2 3-1 0,-3-10 7 15,0 10-12-15,0 0 5 0,0-1-16 0,5 33-5 16,-5-25 8-16,0-7 4 0,0 5-21 0,0 6 16 16,0 0-22-16,0-5 12 0,0-1-8 0,0-3-9 15,0-1 19-15,0-2-9 0,0 0-12 16,0-9 8-16,0 11 0 0,0-2-1 0,0-9-2 15,0 11 4-15,0-11 15 0,0 9-17 16,0-9-8-16,0 9 10 0,0-9 2 0,0 0-25 16,0 10-34-16,0-10-34 0,0 0-43 15,0 0 10-15,0 0-329 0,-2 12 21 0,-1-16 25 16,-1-1 26-16,2 2 27 0,-2-3 15 0,2 2 6 16</inkml:trace>
  <inkml:trace contextRef="#ctx0" brushRef="#br0" timeOffset="74649.326">232 4658 226 0,'0'0'324'0,"0"0"-65"0,0 0-33 0,0 0-7 16,0 0-38-16,0 0-18 0,0 0-31 15,0 0-12-15,0 0-22 0,0 0 2 0,0 0-2 16,0 0-22-16,0 0-6 0,0 0 2 16,0 0-25-16,0 0-1 0,14 42 2 0,-2-25-10 15,-4 1-8-15,5 3 8 0,-4-10-11 16,3 8 5-16,0-3-17 0,2 1 3 0,-7-9 6 15,-1 5-3-15,0-2 3 0,0-4-7 16,-5-1 2-16,5-2-1 0,-4 2 9 0,4-2 2 16,-5-3 23-16,4 4 6 0,-4-4-9 15,5-1 16-15,-1 1-10 0,-5-1 9 0,0 0 3 16,0 0-8-16,9 0-25 0,6-18 36 0,-2 4-28 16,-3-3 8-16,4-1-29 0,-7 0 34 0,7-3-31 15,-8 5-15-15,-5 1 12 0,10-5 16 16,-5 2-50-16,0 1 1 0,1-3-17 0,-4 4-2 15,3 3-24-15,-6-2-9 0,1 6-34 16,2 2-13-16,-1-4-46 0,-2 11 15 0,4-5-67 16,-4-1-69-16,0 3-96 0,0 3 26 0,0 0 23 15,0-1 23-15,2 2 18 0,-1 2-24 16</inkml:trace>
  <inkml:trace contextRef="#ctx0" brushRef="#br0" timeOffset="75254.065">689 4851 581 0,'0'0'254'0,"-1"-1"-31"15,4 1-22-15,3-3-45 0,-2 0 6 0,4-1-23 16,1 1-15-16,12-4-18 0,1 1-21 16,0-3 1-16,-4 6-6 0,-3-3-12 0,-3 4-9 15,2 2-1-15,-7-2-5 0,0 2-16 16,-7 0-7-16,0 0 8 0,12 0-11 0,-12 0-2 15,9 0-6-15,8 17 3 0,-16-10-8 0,1-2-7 16,1 1 16-16,-3 3-21 0,0-3-5 16,-3 3-4-16,1-2-7 0,2-7-15 0,0 0 28 15,0 18 1-15,-19 16-4 0,11-27-24 16,2 4 18-16,0-3-2 0,3 0-15 0,-1-3 8 16,0-1 1-16,2-1 17 0,1 3-7 0,-1-6-8 15,-2 4-4-15,4-3 10 0,-2 3 5 16,2-3-4-16,-3 4 10 0,3-2-10 0,0-3 12 15,0 0 3-15,0 0-18 0,0 0 6 16,0 0 6-16,22 4-5 0,-19-1-1 0,3 0-4 16,0-3 13-16,0 0-5 0,2 3-21 0,-2 1 29 15,0-3-3-15,1 3-6 0,1 2 21 0,-2-4-15 16,0 3-6-16,8 10 7 0,-6-4-3 16,4 0-7-16,-6-4 8 0,0 2-2 0,0-3 11 15,-3 1 0-15,1 0 0 0,-2-3-4 0,-2 5 8 16,1-1 11-16,2-5 3 0,-3-3 2 15,0 0 14-15,0 11 0 0,0-11-3 0,0 11 9 16,-27 17-8-16,17-19 3 0,-9 3-4 16,-4 1 5-16,1-3-13 0,5 1 13 0,-4-3-3 15,-1-1 27-15,0-2-23 0,7 0 1 16,-3 0 0-16,-4-1-4 0,-4 1 2 0,10-3-1 16,-1-1 17-16,2-1-30 0,15 0 1 15,-14 0-4-15,3 0 12 0,-1 0-20 0,3 0-12 16,9 0-22-16,-31-22-10 0,19 16-52 0,3-1-34 15,5 0 12-15,-4-3-210 0,7 4-137 16,-4 3 47-16,5-1 17 0,-1 3 29 0,-1-3 12 16,2 4 59-16,0-3-17 0</inkml:trace>
  <inkml:trace contextRef="#ctx0" brushRef="#br0" timeOffset="76535.701">630 6294 499 0,'1'4'192'0,"-1"-3"-31"0,5 3-10 16,-4-1-22-16,-2 1 3 0,1 2-18 0,0 1-18 15,-3-3 7-15,1 9-10 0,2-5-27 0,0 2-11 16,-16 21 7-16,5-10-1 0,4 0 3 15,1-6-26-15,0-5 11 0,3 0-34 0,-1 1 24 16,2-5 0-16,2 1-11 0,-4-2 2 0,4 1-28 16,-3-4 15-16,3 4-9 0,0-2 15 15,-3-3 6-15,3 4-3 0,-2-3-7 0,2-2-3 16,0 0 14-16,0 0-22 0,0 0-6 16,0 0 9-16,21 19 6 0,-15-18-9 0,0-1-9 15,3 0-10-15,3 2 12 0,-2-4 8 0,-1 2-2 16,5 0 4-16,5 0 1 0,3 0-5 15,17-12-10-15,-19 9-2 0,-10 1 13 0,-1-1-11 16,3 1 0-16,0-2-16 0,-5 3-13 0,-1 0-30 16,3 0-8-16,-1-2 6 0,2-2-52 15,-1 5-21-15,1-2-42 0,-2-2-70 0,11-3-93 16,-2-1 6-16,-1 2 24 0</inkml:trace>
  <inkml:trace contextRef="#ctx0" brushRef="#br0" timeOffset="76829.343">935 6400 503 0,'-4'-4'243'16,"0"2"-40"-16,-1-3-2 0,1 2-22 0,1 0-12 16,-2-1-22-16,4 1-15 0,-4 1-8 0,4-3-19 15,-2 4-13-15,0-3-15 0,0 4-1 0,-2 0-14 16,5 0-8-16,-1 1-8 0,1 3-5 15,-3 2 9-15,1 2-12 0,1-2-8 16,1 5 6-16,1 14 6 0,-1-15-9 0,0 3-3 16,0 1 8-16,0 1-21 0,0 1 14 0,0-5-13 15,0 4 5-15,0 5-10 0,0-3 0 16,0 5 14-16,0-2-12 0,0-6-8 0,17 14-29 16,-16-16-18-16,-1-2-84 0,2-1 12 0,-2-9-192 15,0 0-80-15,0 11 19 0,0 3 30 0,-18 14 14 16,16-20 23-16</inkml:trace>
  <inkml:trace contextRef="#ctx0" brushRef="#br0" timeOffset="76170.538">232 6159 357 0,'0'0'249'0,"0"0"-28"16,0 0-22-16,0 0-25 0,0 0 5 16,0 0-22-16,0 0-17 0,0 0-1 0,0 0-19 15,0 0-17-15,0 0-20 0,0 0 1 0,0 0-12 16,0 0-5-16,0 0-11 0,0 0 9 0,0 0-17 16,0 0-7-16,0 0-6 0,0 0 7 15,0 0-15-15,-18 25 0 0,24-3-9 0,0 0-7 16,1 0 9-16,0 4-4 0,4 0 4 15,-2-1-15-15,-3-4 15 0,0 0-8 16,1-1-9-16,-1-2 4 0,-3-3 9 0,2-4-8 16,-4-2-18-16,2-2 19 0,-1 0-2 0,-1-1 10 15,1-1-5-15,1 0-6 0,-2 0 8 16,-1-2 23-16,0 0 15 0,5-2 13 16,-4 5-19-16,2-6 8 0,-3 0-19 0,0 0 1 15,0 0 2-15,0 0 3 0,24-19-6 0,-11 4 0 16,1 0-12-16,4-5-2 0,-5-1-8 0,-2 5 3 15,5-3 9-15,-1 2-14 0,-5-1-5 0,-2 5-10 16,1 1-21-16,-5 1-17 0,2 4-22 16,-4 1-19-16,1 1-44 0,0 3 13 15,-2-4-171-15,-1 3 24 0,2 2 21 0,1-2 19 16,-3-1 20-16,0 4-154 0,1 0 55 0,4-1 8 16,-5 1 10-16</inkml:trace>
  <inkml:trace contextRef="#ctx0" brushRef="#br0" timeOffset="77713.311">154 7768 673 0,'-4'0'234'0,"4"0"-22"0,0 0-12 16,0 0-12-16,0 0-23 0,0 0 2 16,0 0-21-16,0 0-14 0,0 0-9 0,0 0 2 15,0 0-15-15,0 0-38 0,0 0 2 16,0 0 6-16,0 0-22 0,0 0 8 0,0 0-18 15,0 0-19-15,0 0 5 0,0 0 12 16,0 0-17-16,0 0-3 0,0 0 2 0,8 13-17 16,-5-5 15-16,8 10 1 0,-2 5-1 0,-3-7-22 15,7 2 9-15,-8-3-2 0,1 0 11 0,-2-6-15 16,2 2-5-16,6 6 9 0,-6-3 6 16,1-5-10-16,-1-2-14 0,2 0 21 15,-7-3-18-15,4 2 5 0,-1-3 7 0,-1-1-13 16,2-2 4-16,-2 0 5 0,1 0 3 0,-4 0 9 15,0 0-13-15,0 0-1 0,21-16 8 0,-7-2 14 16,-7 0 6-16,5-6-23 0,-3 0 1 16,1-5-15-16,-2 2 10 0,-1 0 11 0,-1 2-11 15,0-3 21-15,-1 5-18 0,-2 6-22 16,1 1-13-16,-2 3 8 0,-2 0-26 0,0 13-45 16,0-9 13-16,0 9-46 0,0-13-21 0,0 13 14 15,0-11-138-15,0 11-122 0,0-11 0 16,0 11 25-16,0-10 23 0,0 10 12 0,0 0 46 15</inkml:trace>
  <inkml:trace contextRef="#ctx0" brushRef="#br0" timeOffset="78548.719">812 7740 252 0,'0'4'197'0,"3"-4"-65"16,-6 2 19-16,3 3-7 0,0-2-19 15,-2-2-11-15,2 2-6 0,-1 0 3 0,-4 0-9 16,4-1-8-16,-5 0-11 0,0-1 4 16,0 1-21-16,3 2 20 0,-8-2-25 0,4 0 11 15,0 1-4-15,-14 7-22 0,1-7-8 0,7 2-16 16,-1-2 15-16,2 0-3 0,5 2-6 15,0-3-9-15,1 2 4 0,1-4-2 0,-1 3-7 16,3 0-11-16,-3-2 4 0,0 1 0 16,3-1 13-16,-3 2-6 0,2-3-13 0,2 1 16 15,-4 2-3-15,2-2 3 0,2 1-12 0,-2-2-4 16,1 4 17-16,-3-3-10 0,4 0 3 16,-1 4-14-16,2-5 15 0,-2 5-7 0,0-1 3 15,2-2-11-15,-1 3 1 0,-2 0 7 16,4-1-3-16,-3 0 10 0,0 3-1 0,3-1-3 15,0 0-18-15,0-1 22 0,-2 1-4 0,2 1-4 16,0 0-20-16,0-7 14 0,0 0 8 0,0 11-1 16,0-1-10-16,0-3 11 0,0-7-7 0,0 12-2 15,0-1 10-15,0-2-1 0,0 1 2 16,0-10 8-16,0 11-14 0,0-4-9 16,0-7 14-16,0 11-18 0,0-11 17 0,0 10 6 15,0-10-6-15,0 10 9 0,0-10 2 16,0 0 3-16,0 7 7 0,8-7-13 0,-8 0 2 15,19 11-3-15,-13-11-9 0,0-4 7 0,1 3-3 16,1-1 3-16,-2-2 4 0,1 4-8 0,1-3-8 16,-1 1-7-16,4 0 14 0,-4 2-5 15,6-3 1-15,-7 1-3 0,3 0 8 0,3 0-7 16,-4 1 0-16,2-2 11 0,-1 3-5 0,2-1-1 16,-2 1-9-16,-9 0 2 0,0 0-10 15,13 0 8-15,-3 0 4 0,-1 0 3 0,9 18-3 16,-12-11 4-16,-3-1-12 0,3 1 18 15,-1 0-12-15,-2 2-12 0,-2 0 13 0,2 1-4 16,-1-2 7-16,-1 3-4 0,2 16 2 16,-3-7-3-16,0-20 10 0,0 15-24 0,0 1 5 15,-22 16 16-15,13-12-9 0,-3-5-7 0,1 2 14 16,-1-2-4-16,-1-3 20 0,-5 1-5 16,6-6 11-16,2 2 12 0,-1-1-4 0,-10 0 3 15,1 0 7-15,6-3 3 0,-11 5 29 16,11-7-27-16,1 1 7 0,1 0 23 0,3-3 0 15,2 0-34-15,-2-1 22 0,1 0-40 0,1 1 2 16,2 3 11-16,-4-4 2 0,5 0-47 0,2 0-7 16,-1 3-46-16,-1-3-29 0,-1 0-48 15,5 0 11-15,-1-3-111 0,1-1-187 0,4 2 30 16,2-2 25-16,9-7 37 0,11 1 3 16,-4-12 17-16,3 2 51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8T14:02:46.489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1859 66 581 0,'-2'2'138'15,"2"-2"17"-15,-1 3-34 0,-2-3-1 0,3 1-32 16,0 2 10-16,0-3-12 0,0 1-21 15,0-1 24-15,3 0-20 0,-2 0-12 0,1 0-27 16,-2 0 20-16,0 0-11 0,4 1 2 0,-2-1-9 16,4 0 14-16,-2 0-27 0,-1-1 23 15,4 2 1-15,-1-2-14 0,2 1 3 0,-4 0 3 16,2-1-23-16,0-2-2 0,-3 2 16 16,3 1-1-16,-6 0-8 0,0 0-10 0,0 0 16 15,0 0-7-15,21-10 13 0,-21 7-4 0,3 0-15 16,-1-1 12-16,-1 4-19 0,2-6-10 15,-3 1 15-15,-3 3 10 0,3-3-13 0,0 1 14 16,-3 1-36-16,0-1 19 0,0 0 3 0,-1 4 14 16,-2-4 3-16,3 1-12 0,-3-1-14 15,0 4-2-15,1 0 18 0,-2 0-28 0,1-1 7 16,3 1 26-16,-3 0-8 0,1-3-9 0,-1 6-7 16,6-3 9-16,0 0 2 0,0 0 13 15,0 0-19-15,-8 0-2 0,8 0-7 0,-12 0 25 16,12 0-25-16,-15 13 9 0,10-6-8 15,2-4 15-15,-1 1-2 0,2 1 7 0,2 1-4 16,-4-2-5-16,4 3-14 0,0-1 9 0,0-1 17 16,3 1-14-16,-3-6-5 0,0 0 2 15,0 10 6-15,0 0 6 0,0-2-33 0,21 20 17 16,-12-15 21-16,-2-2-4 0,4-3-2 0,-3-2-5 16,4-2 25-16,9 3-18 0,-3-4 2 15,-3-3 3-15,-1 4-22 0,-1-2 27 0,0-2-18 16,-13 0 5-16,8 0-6 0,-8 0-26 15,12 0 18-15,0 0 1 0,-12 0-32 0,12 0-19 16,8-16-29-16,3 9 10 0,-5-4-121 0,-3 4-106 16,4-4-42-16,-3-2 50 0,-5 3-8 15,2 6 41-15</inkml:trace>
  <inkml:trace contextRef="#ctx0" brushRef="#br0" timeOffset="-937.742">1699-296 290 0,'0'0'102'0,"0"0"-14"16,0 0 17-16,0 0-15 0,0 0-14 0,0 0-9 15,0 0-6-15,0 0-9 0,0 0 28 16,0 0-35-16,0 0 31 0,0 0-8 0,0 0-26 15,0 0 4-15,-19 0 6 0,19 0 23 16,0 0-34-16,0 0 23 0,0 0-23 0,0 0 36 16,0 0 12-16,0 0-21 0,0 0 0 15,0 0-3-15,0 0 11 0,0 0-33 0,0 0 15 16,0 0 2-16,0 0-21 0,0 0 26 0,0 0-13 16,0 0-2-16,0 0 6 0,0 0-18 15,0 0 19-15,0 0-28 0,0 0 5 0,0 0 15 16,0 0 0-16,0 0-15 0,0 0 19 0,0 0-11 15,0 0 5-15,0 0-6 0,0 0 7 16,0 0-20-16,0 0 2 0,0 0-5 0,0 0 0 16,0 0 5-16,0 0-19 0,0 0 4 15,0 0 5-15,0 0-10 0,0 0 6 0,0 0-4 16,0 0 11-16,-6 15-16 0,15-18-3 0,1 2-1 16,-2-3 7-16,17 2-16 0,0-1 16 15,1-1-19-15,-1-2 28 0,3 3-20 0,-7 2 2 16,5-6-3-16,0 4 3 0,0-5-9 0,1 5 17 15,-11-2 11-15,6 0-17 0,2 0-6 16,-7-1-4-16,-1 1 4 0,-6 0 22 16,4 1-7-16,-7 2-17 0,2-2 12 0,0-1-17 15,-1 3 8-15,-1 1-1 0,-1-3 8 16,2 0 8-16,-2 1-20 0,2 0 22 0,0 2-17 16,-2-3-6-16,0 1 13 0,1-1-21 15,-2 2 13-15,2-1-4 0,-1 0-3 0,-1 2 3 16,-1-1 4-16,2 0-4 0,-1-1 1 0,-2 0 15 15,1 3-12-15,1-1-4 0,-2-1 18 0,1 1-24 16,-1-2 6-16,-3 3 19 0,4-1-14 16,-2-2-4-16,2 3 3 0,-1 0 20 0,-3-1-12 15,0 1 10-15,3-2-20 0,0 2-1 16,-3 0 4-16,3 0 8 0,-1 0-6 0,-2 0-11 16,1 0 22-16,1-4-17 0,-2 3 13 15,0 1 9-15,0 0-1 0,0-4-21 0,0 4 14 16,0 0-11-16,0 0-8 0,0 0 13 0,0 0-2 15,0 0 8-15,0 0-13 0,0 0-6 16,0 0 10-16,0 0 4 0,-17-7-12 0,13 7 4 16,4-1 23-16,-3-3-12 0,0 4-10 15,0-3 2-15,-3 2-9 0,2-2 9 0,-2 0 9 16,3-1-6-16,-3 2-1 0,-2 0 0 0,2-1 33 16,2-2-26-16,-4 3 4 0,2-2 13 0,-3-2-14 15,-4-6-5-15,0-1 3 0,-1 2 0 16,1 0 16-16,1 2-7 0,4 2-9 0,1-4-4 15,-4 1-1-15,5 3 15 0,3 1-11 0,-10-10-1 16,0 1 15-16,1-1-4 0,4 6-15 16,1 3 16-16,1-1-21 0,1 2 36 0,-1-3-34 15,5 4 0-15,-5 1 22 0,4-3-17 16,-2 1-7-16,2 1 1 0,1 1-6 0,-2 2 17 16,0-4-12-16,-1 2 0 0,2 0 21 0,1-2-15 15,-2 5-8-15,3-3 1 0,-3 0-4 0,-2 2-8 16,5-3 13-16,-1 3 16 0,-1-2-23 15,-1-2 7-15,3 2 18 0,0-3-20 0,-1 3-14 16,-1-1 10-16,2 0-5 0,0 0 2 16,-4 3-5-16,4-2 17 0,0 0-14 0,-2-2 1 15,1 5-15-15,-2-2-26 0,3 3-13 16,0-4-57-16,0 2 18 0,0 0 9 0,0 2-98 16,0 0-18-16,0 0-101 0,0 0 24 0,0 0 22 15,18-9 19-15,-11 5 22 0,1 4-54 16,-1 0 10-16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8T14:02:52.527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6270-1749 217 0,'0'-1'219'0,"3"1"-21"16,-6-1-39-16,3 1-28 0,0 0 1 0,0 0-1 15,-1-1-23-15,1 1-13 0,-2 0-2 16,1 0-19-16,-4 0-5 0,4 0-5 0,-4 0 9 16,2 0-9-16,0 0-50 0,0 0 19 0,-3 1-15 15,2-1 14-15,1 1-4 0,-2-1 11 16,-1 4-28-16,-1-4 19 0,1 0-4 0,0 0 10 15,3 1-3-15,3-1 2 0,0 0-6 0,-18 4-16 16,12-1-26-16,-1 0 16 0,1 0 7 16,6-3-16-16,0 0 6 0,0 0 9 15,-9 0-10-15,9 0-3 0,-12 0-19 0,12 0 33 0,0 0 7 16,-9 0-21-16,9 0 14 0,0 0-1 16,0 0 4-16,-10 0-23 0,10 0 10 0,0 0 18 15,0 0-23-15,-9 0-2 0,9 0 4 16,0 9 5-16,0-9 4 0,0 0-21 15,-18 16-4-15,18-13-10 0,0 2 29 0,-5-2-14 0,5 1 21 16,3 2-20-16,-6-4 19 0,3 3-6 16,3 0 9-16,-3 1-2 0,0 0 1 0,2-2-1 15,-2 3 15-15,0-7-17 0,0 0 3 16,0 0-3-16,0 8-11 0,0-8 10 0,0 10-22 16,0-10 21-16,0 0 2 0,0 9 1 0,0-9-6 15,12 18 14-15,-11-14-19 0,-1-3 10 0,5 1-1 16,-4 1-13-16,1-2 3 0,-2 3 10 15,1-2 11-15,2-1-1 0,-1 2-45 0,-2-3 37 16,5 1 2-16,0 1 0 0,-2-2-2 16,1-2-1-16,2 1-2 0,-3 1 10 0,3 0 5 15,0-4-32-15,0 4 12 0,-6 0-4 0,0 0-25 16,15-7 23-16,-7 7 28 0,-1-3-3 16,-2 3-23-16,2-2-23 0,-1 1 2 0,-2-1 29 15,1 0-4-15,4 2 0 0,-5 0-6 0,2-3 11 16,3 1 4-16,-4 2-12 0,4-2 5 0,-6 2-2 15,7 0-21-15,-5-2 25 0,-1 2 4 16,4 0 9-16,-3 0-9 0,0-4-2 0,-5 4 1 16,0 0 3-16,0 0-13 0,9 0 8 15,-9 0 4-15,10 0-4 0,-10 0-34 0,9 0 35 16,-9 0 8-16,20 17-1 0,-16-16-1 16,-2 1-9-16,-1 2 13 0,4 0-31 0,-2-1 10 15,0 0 17-15,-2 0 0 0,-1 1-12 0,2 0 4 16,-2-3 10-16,0 2-17 0,0 3-9 15,-2-2-8-15,1 1 31 0,-2 1 9 0,3-6-21 16,-8 10 13-16,5-6 2 0,-1 2 12 0,-2-2-12 16,0-1-21-16,0 4 33 0,3-4-4 0,-3 2 5 15,0 1 8-15,0-1 5 0,0-1-10 16,-2 1 11-16,3-5 8 0,-1 6-9 0,-2-5 8 16,1 3-2-16,1-2 2 0,-2 2-8 15,2-3-4-15,0 2 2 0,-1-3 2 0,1 1 1 16,0 1-13-16,0-1-8 0,1 2 17 0,1-2-5 15,-2-1 10-15,6 0-16 0,0 0-18 16,0 0-17-16,0 0 9 0,0 0-32 0,-9 0-9 16,9 0-14-16,0 0-9 0,-10 0-57 15,10 0 11-15,0 0-109 0,0 0-128 0,0 0 4 16,-12-8 30-16,15 4 26 0,-3-2 13 0,1 2-11 16</inkml:trace>
  <inkml:trace contextRef="#ctx0" brushRef="#br0" timeOffset="-1000.162">5760-1808 298 0,'-1'3'141'16,"-2"-3"-17"-16,-2 0-15 0,4 1-39 0,-2 0-8 15,1-1 31-15,2 0-10 0,-3 0-7 0,-1 0-28 16,4 3 19-16,-2-1-8 0,2-2-11 0,-3 5-2 16,2-4-7-16,1 2-11 0,0-2 12 15,0 0-2-15,1 3 7 0,2-2-6 0,-1-1-10 16,2 2-14-16,-1-2 6 0,2 2-8 16,-4-6-6-16,5 6 9 0,-3-3 7 0,2 0-8 15,1-3-34-15,0 2 21 0,-4-2 22 0,3 3-9 16,-1 0-19-16,-1-3 45 0,2-1-15 15,-4 2-19-15,4-2 29 0,-4-1 7 0,1 0-26 16,-2 4 18-16,1-4-31 0,-2-1 15 16,1 2 10-16,0 0-9 0,-2-2-6 0,1 4-1 15,-4-3-14-15,4 1 15 0,-4 1-8 0,2-1-6 16,-3 0 18-16,-2 2-11 0,3 1 12 16,-4 1-12-16,6-4 2 0,-4 2 0 0,-1 2-34 15,2 0 20-15,-1 0 15 0,7 0-2 0,0 0 2 16,-11 0-6-16,11 0-38 0,-19 17 41 15,12-14-18-15,5 5 30 0,-2-1-49 0,-2-2-3 16,4 3 38-16,-2 0 1 0,2 2-7 0,2-3-26 16,-4 3 29-16,4-2 5 0,0 3 21 15,0-11-29-15,0 0 4 0,0 13-26 0,0-2 33 16,0 3-8-16,22 16-24 0,-16-19 45 16,1 0-10-16,-1-4-2 0,2 0 5 0,-2-1-22 15,1-2 36-15,-1-2-11 0,3 3-18 0,2-1 25 16,-2-4-35-16,3 1 19 0,-12-1-10 0,8 0 3 15,4 0-1-15,-3 0 6 0,3 0-25 16,-1 0 30-16,-2 0 12 0,-9 0 1 0,13 0-34 16,-2 0-1-16,-11 0 2 0,13 0-25 15,-4 0-5-15,-9 0-8 0,9 0 5 0,9-16-88 16,-12 14-37-16,-2 1-83 0,1-1 21 0,-1 0-135 16,2-1 9-16,0 0 50 0</inkml:trace>
  <inkml:trace contextRef="#ctx0" brushRef="#br0" timeOffset="7919.301">7502-1170 464 0,'0'0'122'0,"0"0"-6"0,0 1-17 15,0 1-11-15,-3-2-13 0,3 1-4 0,0 2-7 16,2-3-8-16,-4 1 0 0,2 1-33 16,2 0 44-16,-1-2-39 0,-1 2 19 0,0-4 3 15,6 2-4-15,-2 2-4 0,-1-2-11 0,-3 0-9 16,0 0 31-16,0 0-69 0,17-4 43 15,-14 4-27-15,3-3-19 0,0 0 31 0,0 2 18 16,0 1 6-16,-3-3 4 0,3-2-36 0,1 2 12 16,-2 1 10-16,-4-1-25 0,5-3 14 15,-1 2 0-15,-4-1-8 0,1-1 21 0,3 3-20 16,-3-5-15-16,1 3 8 0,-2 0-5 16,-1 2 18-16,0-5-30 0,0 5 30 0,0 3-17 15,0 0 24-15,0 0 16 0,0-9-28 0,0 9-18 16,0 0 17-16,0-11 2 0,-17 0-8 0,14 11-14 15,-2-1-4-15,-1 1 28 0,2 0-8 0,-2 0-16 16,1 1 26-16,-1 0-3 0,0 1-17 16,3 2-8-16,-3-1-16 0,2-1 42 15,1 3-32-15,0-1 37 0,-2-2-5 0,2 5-30 16,-3-3 16-16,5 3-25 0,-2-3 59 0,0 4-24 16,2-2-4-16,-4 0 3 0,5-1 9 15,0 2 9-15,-1 0-20 0,1-1-8 16,0-6 6-16,0 0-6 0,0 11 4 0,0-11-29 15,0 11 55-15,20 7-18 0,-15-16 16 0,1 5 4 16,10 6-19-16,-2-8-1 0,-4 0-10 0,2-4-15 16,-1 3 25-16,0-4-3 0,0 0-10 15,-11 0 36-15,9 0-3 0,0 0-21 0,1 0-25 16,8 0 24-16,10-15 5 0,-19 13-7 0,3-2-19 16,-1 0-10-16,-7 3 29 0,5-1-60 15,-4-1 5-15,-1-3 5 0,-2 5 5 0,4 1-78 16,-5-4-37-16,-1 0-108 0,5 1-53 15,-4 0 40-15,2 0-23 0</inkml:trace>
  <inkml:trace contextRef="#ctx0" brushRef="#br0" timeOffset="8787.171">7939-1271 291 0,'-1'-3'155'0,"-4"2"-24"0,1 1-19 0,-1-4-31 0,1-1 10 16,-1 5 7-16,-4-2-11 0,5 2-46 16,-5-2 7-16,6 2-7 0,-5-1-3 15,4-1-7-15,-2 2-4 0,-2-4-3 0,2 4 41 16,1-2-56-16,-3 2 36 0,8 0-25 0,0 0-14 16,-12 0 27-16,3 0 1 0,9 0-1 15,-10 0-6-15,-1 0-6 0,11 0 4 0,-12 0-9 16,12 0-8-16,-12 0 2 0,12 0-17 15,-11 0-1-15,-3 16-1 0,7-12 10 0,4-2 17 16,-2-1-29-16,2 3 11 0,0 2 14 16,2-5-36-16,-1 3 22 0,-1 2 8 15,3-2-11-15,0-1 28 0,0 4 1 0,0-4-3 0,5 4-58 16,-4-5 4-16,-1-2 2 0,0 0 3 16,12 12 43-16,-6-8 6 0,-3 2 2 0,3-5-8 15,2 3-19-15,-3 2 24 0,4-3-1 16,-4-1-2-16,5 0-14 0,-2 2-34 0,1-1 56 15,0-3-7-15,-2 2-11 0,2-2 5 0,-1 2-39 16,2-1 38-16,-3-1-6 0,2 5-34 16,2-5 42-16,-4 1-11 0,-1-1-4 0,3 2-2 15,0-2 21-15,-4 0-12 0,5 1-18 16,-2-1 27-16,-3 3-21 0,1-3-18 0,-3 1 7 16,6 1 7-16,-4 0-4 0,1 0 21 0,0-1-13 15,0-1 29-15,-5 3-1 0,5-2-2 16,-4 1-32-16,1 2-3 0,-2 0 3 0,4-3 1 15,-4 0 31-15,1 4-15 0,1-3 1 0,-3-2-33 16,0 0 6-16,0 0 20 0,0 0 10 16,0 0 20-16,0 11-27 0,0-11 2 0,0 0-3 15,0 8 20-15,0-8-23 0,-20 15-5 0,16-14 18 16,-1 0-10-16,1 3 4 0,-1-4-2 16,-1 2 13-16,3 2-12 0,-1-4 5 0,-4 0 4 15,2 0 2-15,2 0-24 0,-2 0 37 0,3-3-10 16,3 3 23-16,0 0-37 0,0 0 23 0,-15-13 7 15,12 8-12-15,2 2-1 0,2-5-10 16,2-1 13-16,-3 4-8 0,2-4-39 0,-2-1 37 16,9-15-16-16,-6 10 17 0,0 2-12 15,7-3 8-15,-1 1 6 0,1-3-4 0,-7 4-37 16,3 4 31-16,2-1 15 0,-7 0-10 0,4 4-35 16,-4 1 0-16,2 1 44 0,-1 2-38 0,1-3-18 15,-3 4 5-15,0-3-95 0,3 2-39 16,-3 3-133-16,0 0-48 0,0 0 17 0,0-11 9 15</inkml:trace>
  <inkml:trace contextRef="#ctx0" brushRef="#br0" timeOffset="-15911.93">7850-712 215 0,'0'-17'75'0,"0"17"-15"0,0 0 33 0,0 0-6 16,0 0 3-16,0 0-14 0,0 0-8 15,-20-18-7-15,20 18 7 0,0 0 16 0,0 0-19 16,0 0 23-16,-37-27 14 0,35 23-59 0,2 3 22 16,-4 1 5-16,4-3-8 0,-5 2-20 15,5 1 9-15,-6-2-24 0,3 1 24 16,0 1 13-16,1-3 8 0,0 0-10 0,1 3-6 15,-4-2-6-15,-1 2 23 0,6 0-6 16,-3 0-5-16,-1-2 2 0,2 2-13 0,-2 0 0 16,4 0-1-16,-2 0-17 0,1 0 7 15,-4 0-9-15,5 0 1 0,0 0-19 0,0 0 11 16,0 0-9-16,0 0 7 0,0 0-4 0,0 0 5 16,0 0-2-16,0 0 5 0,-9 0-25 15,9 0 13-15,2 0-7 0,-1 2 20 0,-1 0-23 16,6-2 10-16,0 3-11 0,2 1 19 0,-2-2-4 15,0 2-2-15,3 0 2 0,-4-3-8 16,15 8 4-16,1-4-2 0,3 5-10 0,-5-7 6 16,-4 0-12-16,0 1 2 0,4 3 15 0,-1-3 5 15,-4-1-13-15,-4 0 6 0,-1 2 0 16,0-3-1-16,0 1-16 0,-5-3 6 0,2 1 5 16,2-1-2-16,-2 4-12 0,-6-4 10 0,0 0 8 15,0 0-16-15,10 0 9 0,-10 0 4 16,0 0 2-16,12 0-4 0,-12 0-14 0,0 0 11 15,9 0-6-15,-9 0 8 0,0 0 8 0,0 0-9 16,9 0-5-16,-9 0 6 0,0 0 6 16,0 0 0-16,0 0-2 0,0 0 11 0,0 0-12 15,10 0 16-15,-10 0 2 0,0 0-10 16,0 0-11-16,0 10 6 0,12 2 10 0,-15-7-14 16,2-1 4-16,1-1-5 0,-5 7 8 0,5-5 6 15,-9 15-14-15,3-6-5 0,3-3 13 16,-7 10-12-16,4 4-7 0,-3-14 7 15,-1 9-1-15,4-1-2 0,-2-3 5 0,-1 4 2 0,-1 1 5 16,2-3-18-16,2-5 8 0,2 0-3 16,-1-3 6-16,1-2-3 0,3 0 1 0,-4-1-2 15,5-7 17-15,0 0-6 0,0 0-9 16,0 8 12-16,0-8 18 0,0 0-17 0,0 12 1 16,0-12 6-16,0 0 4 0,0 8-3 0,-13 3 22 15,11-8 9-15,1-2-10 0,1 1-34 0,-2-4 18 16,2 1-9-16,2-2-30 0,-2 2-27 15,1-3-63-15,-2 2-18 0,2-2 11 0,-1 0-130 16,2-2-169-16,-2 2 10 0,0-2 17 16,0 1 65-16,3 2 22 0,0-1 13 0,4 1-41 15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8T14:01:38.553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196 32 264 0,'0'0'31'0,"0"0"10"0,0 0 20 0,0 0-19 16,0 18 18-16,-20-18-33 0,20 0 31 16,0 0-51-16,0 0 30 0,0 0 7 0,0 0 8 15,0 0-30-15,0 0-9 0,0 0 12 0,0 18-20 16,0-18 2-16,-34 24 1 0,29-23 9 16,5 2-30-16,-1 2 23 0,0-3 3 0,1-1 26 15,-2 1-30-15,-1 2-6 0,2-2-7 0,1-2 37 16,0 2-15-16,0 0 20 0,-2-1-25 0,2-1 7 15,0 3 1-15,-4-2-9 0,4 1 0 16,0-1 28-16,-2-1-1 0,2 3-20 0,2-2-3 16,-4-1 39-16,4 0-6 0,-2 0 22 15,0 4-7-15,1-6 21 0,2 2-19 0,-1 0-35 16,-1-2 35-16,4 2 3 0,-4-4-28 0,5 3 20 16,-2-1 7-16,1 1-14 0,1-3-1 15,1 2 2-15,-1-2-7 0,3-2-22 16,12-2 20-16,-6 2-27 0,4-6 30 0,-1 2 0 15,-3 3-12-15,6-7-14 0,-3 4 13 0,3 3 8 16,0-8-14-16,3 4-7 0,-2 0 0 16,-3 2 10-16,4-2-6 0,-4 0 0 0,4-2 7 15,-3 0-12-15,1 1 5 0,0 1-2 0,0 2 1 16,-3-8-10-16,4 6-6 0,2 1 1 16,-3 2 4-16,-2-5-3 0,1 6 11 0,1-6-14 15,-2 4-12-15,-1-2 13 0,1 0-2 0,-2 0 0 16,-2 5 1-16,7-3-1 0,-11-2-7 0,0 8 17 15,1-5 2-15,3-6-11 0,-3 6 8 16,2 1 0-16,-1 2-2 0,5-5-18 0,-2-1 17 16,1 4 0-16,-4 0-20 0,-2 3 4 15,1-1 8-15,7-4 8 0,-6 3-1 0,1 0-19 16,-2-4 10-16,7 2 8 0,-5 3-6 0,5-8-12 16,-4 2 9-16,0 0-9 0,-3 0 8 0,1 8 0 15,1-5 0-15,-3 4-3 0,10-3-1 16,-6 0-9-16,-1 2 23 0,-1 1-1 0,-1-2-11 15,1 1 9-15,7-3-6 0,-5 3-9 0,1-2 2 16,4 0 2-16,0-3 3 0,-5 7 15 16,-1-5-18-16,-2 5 0 0,0-4 0 0,-5 4 21 15,12-6-8-15,2-2-15 0,0 6 4 16,-7-2 10-16,7 0-18 0,1-3 6 16,-6 0-5-16,2 3-2 0,2-1 16 0,-7 2-3 15,2 1 5-15,6-5-13 0,-3 7 12 0,1-8-8 16,-4 3 2-16,-2 5 5 0,-1-5-12 0,0 4 9 15,-3-1-3-15,12-4 9 0,-1 0-1 16,-1 0-11-16,0-1 4 0,1 2 20 0,1 1-18 16,-1-3-8-16,-2 5 3 0,2-6-7 15,1 1 9-15,-4-1 1 0,0 0-7 0,5 0 20 16,-11 4-16-16,2 0 6 0,-2 2 2 0,-2-1 8 16,7-5 2-16,-1 4-13 0,-2-3 7 15,2-2 11-15,-1 3-11 0,3-1-9 0,-3 2-9 16,2-2 9-16,-4 4 10 0,2 1-10 15,-7-5-1-15,15 0 0 0,-8 4-3 0,-4-2 2 16,1 1 0-16,-2 0 6 0,1 0-4 0,-2 4 9 16,-2-1-9-16,1-2-4 0,8-2 2 0,1-2 8 15,-5 3 12-15,-2 0-11 0,-5 3-4 16,7-3 12-16,-5 3 8 0,1 0-26 0,1-1-8 16,1-1 8-16,5-5 5 0,0 0-14 0,4 3 28 15,0-6-16-15,-5 7 5 0,-1-2 0 16,-3 4-13-16,-2-1 7 0,4 1 10 0,-5-1-8 15,3 2 18-15,-3 1 3 0,0-1-19 0,3-1-13 16,10-4 19-16,-7 2-18 0,-5-3 2 0,1 5 12 16,2-1-3-16,-2 3 9 0,-2-1-7 15,1-2-12-15,-1 4 10 0,2-3 2 16,-2 0-3-16,0-1-8 0,1 4 22 0,0-2-24 16,1-3 9-16,-1 6-9 0,11-10-10 0,-4 3 21 15,-4 3 2-15,-1-1-17 0,0 1 17 16,-3 1-14-16,3 1 14 0,-5-1 1 0,5 0-16 15,-6 1 15-15,5-1-20 0,-2 2 5 0,0-4 20 16,0 2-20-16,1 0 7 0,-1 1-7 16,14-5 2-16,-7-2 22 0,-1 8-16 0,-3-3-7 15,1-1-1-15,-2 2 16 0,1-1-6 0,1 2 2 16,-5 0 18-16,1 0-27 0,2-1 4 16,0 1-9-16,-1-1 14 0,1 1-10 0,-2-1 17 15,1 0-6-15,1-2 10 0,-1 3-6 16,2 1-2-16,-4-4 8 0,4 3-20 0,-5 1-6 15,5-1 6-15,-5-1 2 0,5 2-6 0,-4-4 16 16,4 5-11-16,-3-5 24 0,-3 5-28 0,7-2 17 16,-5 0-13-16,1-1 13 0,0 0-1 0,0 4-14 15,1-3-2-15,-1 3-2 0,0-6 3 16,0 3 2-16,1 1 9 0,1-3-4 16,-1 1 8-16,1 3-18 0,1-3 9 0,0 1 1 15,12-10 15-15,-10 8-23 0,4-1 6 0,-4 2-3 16,-2 1 3-16,-2 2 0 0,-2-3 12 15,1 0-11-15,1 2 23 0,-2 2-14 0,2-1-3 16,-1-3-8-16,0 0 7 0,-3 3-11 0,3-2 25 16,-2 3-9-16,1-5-18 0,-1 3 20 15,1-2-8-15,-2 4 15 0,3-3-5 0,-2-1-11 16,1 3 0-16,-5-2-8 0,9 3-4 0,-8-3 2 16,4 2-1-16,-1-3 5 0,-1 4 0 15,3-2 15-15,-3-2-15 0,-1 1 20 0,2 0-11 16,0 0 2-16,-2 1-18 0,1-1 28 15,0 1-12-15,0 1-15 0,0-2 15 0,0-1-10 16,-2 3-8-16,4-2 7 0,-1 0 7 16,-2-1-2-16,-1 2 7 0,2-3-8 0,0 5-12 15,-1-5 19-15,1 4-8 0,-3 0 19 16,3-3-5-16,-3 1 8 0,0 2 1 0,3-1-24 16,-3 2 13-16,1-1-6 0,-1-2-6 0,0 2 10 15,2-1 1-15,-2 2 10 0,1-2-8 0,-1 2-1 16,3-1-15-16,-3 1 7 0,0-4-5 15,0 4 10-15,0 0-13 0,2-4 18 0,-2 4-10 16,0 0-14-16,0 0-4 0,0 0 17 0,0 0-12 16,0 0 11-16,0 0 4 0,0 0-19 15,0 0-4-15,0-9 6 0,0 9-3 0,-20-11 19 16,14 10 4-16,5-3-6 0,-1 2-16 16,-7 2 7-16,8 0 10 0,-5-2-19 0,0 0 2 15,1 1-3-15,1-1 19 0,0 0-15 16,-1-2 7-16,1 4 2 0,-2 0 3 0,-2 0-14 15,2-2 10-15,0 2-10 0,0 0 6 0,-1 0 1 16,7 0 20-16,0 0-13 0,-12 0 3 16,12 0-6-16,-9 0 10 0,9 0-1 15,-12 0-10-15,12 0 8 0,-12 0-14 0,12 0-2 16,-7 0 12-16,7 0-6 0,-20 15 21 0,16-13-4 16,-2-1-8-16,0 3 1 0,0-2 0 0,4-2-17 15,-2 4 4-15,-1 1 19 0,4-2 3 16,-2 0-2-16,-3 2-13 0,2-3 5 15,1 3-6-15,0-1-6 0,0 3 24 0,0-3-13 16,3 1 4-16,-2 1-6 0,1-1-7 0,-1-3 1 16,-1 2 19-16,3 2-12 0,-1-1-5 15,1 2-3-15,0-3 13 0,0 0-11 0,0-4 7 16,0 0-1-16,0 0 13 0,0 0 0 0,0 11-16 16,0-11-2-16,0 8 22 0,0-8 1 15,18 17-12-15,-15-15 5 0,1-2-8 0,2 3-11 16,-3 0 16-16,-2-2 11 0,5-1-5 0,0 2-6 15,-3-2-3-15,0 0-13 0,2 0 11 16,-2 0 5-16,0-3-1 0,1 3-13 0,-1 0 19 16,3-3-16-16,-6 3 4 0,3-8 7 0,2 4 6 15,1-2-14-15,-3 1-8 0,1-1 7 16,2 1 0-16,-4 0 11 0,2-1-1 0,0 4 16 16,1-3-10-16,-1 0-6 0,-1 2-3 15,-1-4 26-15,1 3-20 0,0 3-3 0,0-5 1 16,-3 3 21-16,0 0-28 0,1-2-7 15,-1 1 17-15,0 1 2 0,0 3-12 0,0 0 0 16,0 0 7-16,0 0-14 0,0 0 4 0,0 0 3 16,0 0-7-16,0-9 17 0,0 9-21 15,0 0 8-15,-15-14-3 0,11 14 15 0,2 3-20 16,-4-3 6-16,2 3 5 0,1-3-3 0,0 4 9 16,-3 0-10-16,6-1-3 0,-3-1 18 15,2 5-24-15,1-2 12 0,0 2-7 0,0 1 4 16,0-3-3-16,0 1 11 0,0-1-10 0,3 2 14 15,-3-7 0-15,12 11-13 0,-8-8 18 16,3 3-4-16,-1-2-18 0,2 0 2 0,-1-1 11 16,14 5-8-16,-6 0-9 0,-6-6 25 15,0-1-5-15,-2 2-14 0,-7-3-1 0,0 0 24 16,0 0-3-16,11 0-9 0,-11 0 3 16,10 0-8-16,-10 0 0 0,0 0-11 0,20-17 8 15,-17 13 18-15,-2 0-15 0,1 1 18 0,2-2-13 16,-2-1 20-16,-2 1-27 0,0 1 2 15,0-1-5-15,0-1 5 0,0 2 23 0,0 0-9 16,0 0-16-16,0 4 20 0,0 0-26 16,0 0 15-16,0 0 5 0,-15-20-11 0,9 16-11 15,0 3 13-15,0 1-4 0,0-3 6 0,0 3-17 16,-2-3 6-16,5 3-2 0,-5-1-1 0,0-1-1 16,8 2 19-16,0 0-16 0,-10 0 25 15,10 0-23-15,-11 0-1 0,-17 21 12 0,16-13-2 16,3-6 13-16,3 9-25 0,2-1 9 15,-2-5 0-15,3 4-13 0,0-3 16 0,1 1-14 16,2-2 12-16,0 2-15 0,0-1 1 0,0-6 2 16,0 0 4-16,0 9 9 0,0-9-23 15,0 11 16-15,18 5-12 0,-16-11 8 0,2 0 6 16,-1 0 5-16,1-3 0 0,-1 2 1 0,3 1 15 16,-4-3-22-16,4 1 15 0,0-3-13 15,0 1-1-15,-2-1-1 0,1-1 5 0,-5 1 0 16,0 0 24-16,0 0-17 0,12 0-5 15,-12 0 23-15,19-16-14 0,-17 11 19 0,4-2-3 16,-4-1 0-16,-2 5 3 0,0-5-12 16,-2 3-22-16,0-2 6 0,2 3 20 0,0 4-30 15,0 0 25-15,0 0-39 0,0-11-3 0,-15-6-23 16,11 14-21-16,-2-1-32 0,3-1 12 16,-6 1-212-16,4 2 25 0,1-1 23 0,-1-3-142 15,2 2 34-15,2 0 24 0,1 4 18 0,0 0 13 16,0 0-62-16</inkml:trace>
  <inkml:trace contextRef="#ctx0" brushRef="#br0" timeOffset="3453.805">215 54 377 0,'0'0'149'15,"0"0"27"-15,0 0-26 0,0 0-24 0,0 0-11 16,0 16 14-16,0-16-35 0,0 0 11 0,0 0 4 16,-21 0-2-16,21 0-9 0,0 0 1 15,0 0-28-15,-31 22-16 0,29-22 4 0,1 0-7 16,-4 1 2-16,4-1-4 0,-2 0-7 15,0-1-10-15,1 1-7 0,-2 0 9 0,-1 0-7 16,3 0-2-16,0 1 13 0,-2 2-21 16,-1 0-6-16,4-1-21 0,1-2 22 0,-9 9 2 15,4-5-5-15,1-1 4 0,1 3-2 0,-3-1-7 16,1 1-15-16,2-1 18 0,-3 1-1 16,6 0-12-16,-4 1 8 0,1-3 5 0,3 0 9 15,0 6-11-15,-2-6-6 0,2-4 0 0,0 0 6 16,0 9-27-16,0-9 34 0,0 9-15 15,15 5 11-15,-12-6-4 0,2-4-9 0,-1 1 8 16,1-3 6-16,1 2 11 0,3-4-17 16,-2 0 4-16,1 0 1 0,0-3-2 0,-8 3 9 15,0 0-15-15,12 0-5 0,17-20 18 16,-16 16 9-16,-2-4 0 0,-4 0-5 0,-2-1 11 16,-3 2 4-16,3-3-8 0,-4 5 4 15,-1-4-7-15,0 9 9 0,0 0-3 0,0-11 8 16,0-2-15-16,0 5 5 0,-17-20-11 0,8 15-8 15,1 2 8-15,-2-5-1 0,1 6-8 16,1 0 5-16,2 4 1 0,0 0-5 0,-1 5-11 16,2-5 23-16,2 4-24 0,-2 0 19 15,-1 1-9-15,0 1-4 0,3 0-2 0,3 0-6 16,0 0 9-16,0 0-1 0,-12 0-1 0,12 0 9 16,-26 13-17-16,20-8 9 0,0 0-4 15,0 1 20-15,-7 7-21 0,3-2 1 16,-2-2 20-16,6 2-8 0,6-2-10 0,-8 0 1 15,4-4 3-15,1 5 4 0,0-4-6 16,1 2 1-16,2-1 7 0,-1-1-15 0,-2 1 0 16,3-7 10-16,0 0-18 0,0 10 0 0,0-10 24 15,24 18-12-15,-18-17 5 0,1 2-9 16,1-1 0-16,-1-3 5 0,5 2 12 0,-6-2-8 16,-6 1-2-16,19 0-11 0,20-12 1 15,-18 4 20-15,0-3-14 0,-2 2-6 0,-5 0 18 16,4-2 5-16,-5 0-16 0,-3 0-9 0,-1 2 15 15,-4 0 16-15,1 3-5 0,-2 1 14 16,-1-1 0-16,2 3-16 0,-5-4 0 0,1 3 1 16,2-3 11-16,-3 1-26 0,0 1 10 15,0 5 5-15,0 0 10 0,0 0-7 0,0-11-4 16,-16-1-15-16,10 9 8 0,3 1-14 16,-5 0 4-16,1 1 2 0,-4 1 4 0,4 1 2 15,-3 1-3-15,1 2 20 0,-6 4-30 16,1-2 7-16,2 3-13 0,2-3 12 15,5 0-9-15,1 1 5 0,-3 0-20 0,5-3 2 16,-2-1-16-16,4 3-16 0,0-2-23 0,0-4-64 16,0 0 14-16,0 0-136 0,17 11-118 0,-12-10 2 15,1-1 32-15,6-1 26 0,-5-2 15 16,19 0 10-16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8T14:02:50.728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24 282 406 0,'0'0'162'16,"0"0"44"-16,0 0-36 0,0 0-31 0,-19 0 8 15,19 0-25-15,0 0-18 0,0 0-6 0,0 0-28 16,0 0 15-16,0 0-17 0,0 0-30 15,0 0 23-15,0 0-8 0,0 0-35 0,0 0 13 16,0 0 9-16,0 0-10 0,0 0 4 0,0 0-4 16,0 0-19-16,0 0 14 0,0 0-3 15,0 0 5-15,0 0 5 0,0 0-28 0,0 0 18 16,-5 0-5-16,13 3-8 0,5 8-8 0,-1-2 20 16,6 1 13-16,-6 1-10 0,6 0-4 15,-5-7-17-15,-5 6 13 0,11 1-6 0,1-4 4 16,-9 3 5-16,-2-5-7 0,3 1-23 15,-4-1 21-15,1 0-3 0,0-1 1 0,-2-2 5 16,-4-1-5-16,5 3-7 0,-4-2-12 0,1 0 35 16,-2 0-13-16,2-1-19 0,-3 2 12 15,2-2 18-15,-2 1-11 0,4-2-6 0,-6 4 25 16,4-4-4-16,-2 0 22 0,2 0-19 16,-2 0 13-16,-2 0-9 0,0 0-4 0,0 0-7 15,0 0 9-15,9-18-5 0,-6 10-5 0,-2 1 4 16,1 2 3-16,2-2-14 0,-2-3-2 15,2 2 7-15,11-11-18 0,-6-2-2 16,2-1 22-16,-4 8-14 0,2-8-12 0,4 0 4 16,-1-1 3-16,5 2 11 0,-8 3-4 0,4-5-2 15,0 0-2-15,2 4 4 0,-1-2 7 16,-2 6-16-16,0-1 8 0,-5 1-7 0,4 8-6 16,-7 3 4-16,2-6 6 0,0 7 6 0,-5-5-23 15,2 7 3-15,-1-3-26 0,-1 1-11 16,2 1 3-16,-1-1-20 0,-1 0-34 0,1 2-25 15,2 1 13-15,-4 0-51 0,0-2-92 0,0 2 21 16,0 0 18-16,-1 6-127 0,-2-6 23 16,3 1 15-16,-3 1 6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8T14:02:37.241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8264-315 315 0,'5'1'158'0,"-1"2"-10"16,-2 0-29-16,1-3 32 0,1 4-24 0,-2-3-34 15,6-1 22-15,-6 0-4 0,4 0-20 16,0 3 1-16,-2-3-33 0,5 0 15 0,-6 0-39 16,5 0 32-16,-4 0-8 0,2-3-21 15,-6 3 24-15,0 0-14 0,0 0 12 0,12 0-14 16,-12 0-7-16,9 0-11 0,9-12 1 15,-14 9-5-15,1-1-3 0,-1-2 15 0,-2 5 11 0,1-5-14 16,0 0-2-16,-2 2-7 0,1-3 7 16,1 3-18-16,-8-3 8 0,4 2-2 0,1 5 17 15,0 0-7-15,-12-16 1 0,6 12-15 16,-1 1 6-16,-1-1 2 0,-2 0 7 0,2 2-9 16,1 1-9-16,-2-2 5 0,-3 2 10 15,1 1-6-15,4 0-12 0,7 0 5 0,0 0 2 0,-34 18-14 16,22-11 18-16,1 4-14 0,2-4 7 15,5 3-16-15,-5-2 7 0,7-2-4 0,-2 4-5 16,2 0 20-16,1-1-12 0,1 1 2 16,0-1 0-16,0 2 1 0,0 3-14 15,18 19 4-15,-14-20 8 0,10 5-4 0,-2-1 5 0,3-5 5 16,-1-3-19-16,0 3 28 0,4-1-26 16,4-6 3-16,-7 2 11 0,-1-3-7 0,-1-1 6 15,0-2-5-15,-2 2 2 0,-1-1 8 16,1-2-5-16,-11 0-17 0,0 0 18 0,13 0-14 15,-2 0-3-15,-1 0-25 0,-1 0-14 0,-9 0-39 16,25-17-12-16,-17 17 9 0,-2-7-184 0,0 6-91 16,0-5 24-16,-2 3-21 0,1-1 19 15,4-2 21-15</inkml:trace>
  <inkml:trace contextRef="#ctx0" brushRef="#br0" timeOffset="683.113">8940-220 301 0,'3'-4'235'0,"-3"1"-19"0,1-1-42 0,-1 2 6 16,0-2-47-16,-1 0 18 0,-4 0-19 15,5 1-6-15,-7 0-5 0,2-1-22 16,-2 1-9-16,-1 1-2 0,1 0-13 0,-1-2 1 16,-2 2-6-16,1 1-9 0,2-1-6 0,-7 2-3 15,14 0-7-15,-9 0-14 0,0 0 5 16,0 0-8-16,-7 0 9 0,-14 16-13 16,17-10-5-16,7-1-7 0,-5 2 2 0,5-1-3 15,-1-2 3-15,4 3-4 0,-2-1 3 0,1-1-4 16,4 1-16-16,0-6 10 0,0 0-7 0,0 0 4 15,0 11 8-15,0-3-8 0,0-8 0 16,0 11-3-16,16 2 12 0,-8-6-7 0,-2-1-1 16,1-6-14-16,1 4 5 0,2-3 14 0,-1 0-10 15,2-1 11-15,-3 0-4 0,-8 0 1 0,12 0 3 16,-4 0 12-16,-8 0 3 0,12 0 5 16,1 0 8-16,-5 0-15 0,8-17 21 0,-10 14 1 15,0 1 25-15,0 1-20 0,-2-3 0 0,1 3 9 16,1-2 5-16,-3 2-30 0,3-1 10 15,-3 2-18-15,1-3 6 0,-2 3-11 0,-1-2 12 16,2 0-5-16,-3 2 19 0,3 0-3 16,-3 0-35-16,0 0-1 0,0 0 15 0,0 0-11 15,8 17-9-15,-8-12 22 0,-2 5-21 16,2-1 8-16,-4 14 1 0,4-13 8 0,0 7-11 16,0 5 5-16,0-3 0 0,0 6 9 0,-11 25-10 15,11-37 5-15,0 5 30 0,0 0-42 0,0 1 12 16,0 4 1-16,0-3 15 0,0-2-10 15,0-1-5-15,0-3-16 0,0 0 6 0,0-4 22 16,0 1-11-16,0-1 9 0,0-3-14 0,0-7 13 16,0 11-18-16,0 2-10 0,0-13 14 15,0 7 1-15,0-7-20 0,0 11-40 0,0-11-31 16,0 0-75-16,0 0 16 0,3 15-330 16,-4-17 30-16,-1-5 6 0,2-4 77 0,-4-12 37 15,4 9 23-15,0-8-63 0,24-36 10 0,-8 29-8 16</inkml:trace>
  <inkml:trace contextRef="#ctx0" brushRef="#br0" timeOffset="31379.972">-553 1434 623 0,'0'0'182'0,"0"0"1"16,0-18-19-16,0 18-10 0,0 0-25 0,0 0 3 15,0 0-29-15,0 0-4 0,0 0-7 0,0-18-10 16,0 18-5-16,30-22-14 0,-32 20-6 0,2-1-8 16,-4 0 7-16,4-1-22 0,0 1 3 15,-5 0 5-15,2-1-12 0,1 0-15 0,-1 3-8 16,1 0 22-16,-2-4-19 0,-2 2 9 15,3 0-12-15,-3 2 4 0,0-3 6 0,-2 4 2 16,1 0-17-16,-4 0 8 0,-1 0 10 16,12 0-14-16,-16 0 8 0,-6 0 1 0,-22 16-30 15,31-14 21-15,0 2-22 0,-1 2 5 0,7-5 0 16,-4 3 13-16,-4 7 4 0,2-2-7 16,7-2 3-16,-5 0-18 0,4 1 16 0,4-5 0 15,-1 3-6-15,1 2 14 0,0-3-16 0,0 0 10 16,0 2-5-16,1-1 6 0,1-1 4 15,1 1 4-15,0-6-2 0,0 0-11 0,0 10 2 16,0-10-5-16,0 11 14 0,16 8-10 0,0-7-2 16,-1 0-17-16,-3-2 34 0,0-2-12 15,5 4 1-15,-2-5 11 0,-5 0-14 0,-4-2-7 16,3 0-4-16,1 2 14 0,-2-3-1 16,-1 0 8-16,2-1-3 0,-3 1-6 0,0 0-8 15,2 2 15-15,-2-1-19 0,1-1 7 0,-3 2 0 16,2 0-8-16,0-1 11 0,-3 1-8 15,2 1 6-15,-4 0 3 0,4-1 13 16,-4-1-13-16,-1 2-1 0,0-1 10 0,0 1-14 16,0-7 14-16,0 0-7 0,0 9 3 0,0-9-1 15,-25 31-19-15,9-20 19 0,4-2-9 0,-2-1 11 16,-1 2 6-16,3 0-5 0,-1-9 6 16,1 4-17-16,5-2 8 0,-1-1 1 15,1 0-3-15,1 2 10 0,-2-3-16 0,2-1 9 16,0 0 1-16,2 2-9 0,-2-2-2 0,3 0-13 15,3 0-22-15,0 0-14 0,0 0-6 0,0 0-20 16,0 0 8-16,-20-17-56 0,20 14-6 16,2-5-32-16,-2 5-58 0,-2-3 18 0,2 3-156 15,0-2 17-15,2 2-17 0</inkml:trace>
  <inkml:trace contextRef="#ctx0" brushRef="#br0" timeOffset="32199.964">-529 1667 304 0,'0'4'126'0,"0"-3"-5"0,-2 3-3 16,-2 2-7-16,4-2-3 0,-2 0-14 15,2 2-9-15,0 1-30 0,0 0-3 0,0 0-8 16,2-2 6-16,-1 0-8 0,2 4-13 16,-3-9-2-16,0 0-3 0,0 0 4 0,14 20-19 15,-11-14 12-15,3-3 29 0,1 1-22 0,-2 0 8 16,1-3-26-16,1 1-2 0,-1 1 14 16,2-3-20-16,-1 0 15 0,-7 0 16 0,0 0 10 15,10 0-14-15,-10 0 11 0,11 0 12 16,-11 0-2-16,19-17-8 0,-14 11 8 0,-2 1-2 15,-3-2 1-15,3 1-11 0,-3 1 2 16,-3-1-30-16,0 1 23 0,0-1-14 0,0 0 18 16,-3 2-23-16,0 0-8 0,3-2 7 0,-3 4 9 15,-2-3-2-15,3 1-3 0,-1 2-8 16,0-2-3-16,0 3 4 0,1-1-14 0,1 0 9 16,-2 0-16-16,1 1 16 0,2 1 2 15,0 0 6-15,0-3-21 0,0 3 1 0,0 0 15 16,3 0-6-16,0 0-3 0,0 0 3 0,3 4-10 15,0-5 21-15,0 1-19 0,5 1 9 0,-2-1-5 16,4 0-23-16,-2 0 5 0,4 0 21 16,-2 0-6-16,2 0-21 0,0 0 26 0,6 0-18 15,-3 0 23-15,-2 0-22 0,0 0 21 16,14-15 18-16,-21 12-26 0,2-1 16 0,-2 2 2 0,0-1 11 16,0-2 2-16,-5-1-11 0,4-2 14 15,-2 5 10-15,-2-6-8 0,-1 1-2 0,3 3 3 16,-3-2 7-16,0-1-12 0,0 8-7 15,0 0 7-15,0-12-5 0,0 2 4 0,0 1 5 16,0-6-3-16,0 1-19 0,-19-8 13 16,14 13 3-16,4 1 6 0,-4 4-5 0,4 0 0 15,-1 0 14-15,-1-2-4 0,0 4-19 0,3-3 2 16,0 1 0-16,-1 3-2 0,-2 1-17 16,3-1 5-16,-2 2-9 0,2-1 5 0,-1 1-9 15,-2 3 10-15,3 3 8 0,0 0-2 0,0 0-2 16,3 3-8-16,-2-3-6 0,-1 3 2 15,0 2 12-15,14 23-5 0,-8-11 11 0,0-2-11 16,-3 4 3-16,3-1-11 0,4-3 7 0,-4 4 14 16,-1-1-4-16,0-4-11 0,0 0-11 15,-2-4 5-15,3-3 17 0,-3-1-9 0,-2-4 10 16,1 2-20-16,-1-4 14 0,-1-7-23 16,0 0-19-16,0 0-29 0,0 11-15 0,0-11 8 15,0 11-123-15,0-11-40 0,0 0-152 0,0 9 25 16,0-9 22-16,0 0-6 0,0 0 51 15,0 0-8-15</inkml:trace>
  <inkml:trace contextRef="#ctx0" brushRef="#br0" timeOffset="54965.17">2296 1552 331 0,'0'0'258'15,"0"0"-52"-15,0 0-14 0,-21 0-25 16,21 0 4-16,0 0-42 0,0 0 9 0,0 0-19 16,0 0-12-16,0 0-10 0,0 0-8 15,0 0-16-15,0 0 1 0,0 0 0 0,0 0-7 16,0 0-33-16,0 0 12 0,0 0-17 0,0 0 11 16,0 0-14-16,0 0 6 0,0 0-3 15,0 0-3-15,0 0-16 0,0 0 9 0,0 0 3 16,7-34-2-16,-1 34-10 0,2-1 5 0,1-1 5 15,-2 1-6-15,0 1-5 0,-7 0 4 16,0 0-6-16,26-10 1 0,-17 10 9 0,-3-5-6 16,1 1-14-16,11-7 11 0,-6 6 0 0,-2-5-3 15,-2 3-6-15,2 1 1 0,-4-2 2 16,2 4 1-16,-4-4-11 0,-1 3-2 0,-1-1 12 16,1 1-6-16,-2-2-8 0,-1 1-1 0,2-2 7 15,-2 8-16-15,0 0 0 0,0-10 10 16,0 10-5-16,0-10 17 0,-17-5-14 0,11 12 3 15,2 0-17-15,-4-2 32 0,1 2-13 0,-1 2-3 16,1 1-18-16,-2-1 12 0,2 2 24 16,7-1-13-16,0 0 8 0,-12 0-16 0,-5 0 0 15,-16 19 8-15,14-8 1 0,6-3 12 0,-5 4-11 16,4 3-5-16,1 2-7 0,4 0 10 16,-1 2 6-16,-4-2-6 0,11 3 6 0,-7-3 5 15,4 6-15-15,3-4 9 0,1-5-14 0,2 0 14 16,0-14-19-16,0 15 19 0,0 4 2 15,0 1 13-15,17 25-28 0,-5-26 26 0,-3 3-16 16,2-8 17-16,1 3-5 0,3-6 19 0,5-2 0 16,-5-4-1-16,13-1-14 0,-10-2 9 15,1-2 4-15,-1 0-4 0,-4 0 3 0,8 0-4 16,27-14-15-16,-23 9 15 0,-3 0-15 0,-5 0 9 16,-3-1 5-16,-4 4-1 0,-2 1-10 15,-2-2-12-15,0 2-37 0,-2-2 10 0,1 3-42 16,-3-3 8-16,0 3-91 0,-2 0-21 0,1-1-79 15,2 1-111-15,1-1 18 0,-5 1 29 16,0 0 10-16</inkml:trace>
  <inkml:trace contextRef="#ctx0" brushRef="#br0" timeOffset="55276.516">2843 1676 658 0,'1'-2'244'0,"2"0"-38"0,-1 1-23 0,-1 1-28 15,-1-3-19-15,2 3-8 0,-2 3-33 0,0-3-3 16,4 3-20-16,-2-1 10 0,1 5-11 16,-3-1 2-16,1 1-31 0,-1 2 9 0,2 0 3 15,2 15-2-15,-1-4-12 0,-3-3-2 16,0-1-17-16,3-2 15 0,-1-1-7 0,-2-2-2 15,0-11 4-15,0 11-7 0,0-2-3 0,0 1-3 16,0 1-10-16,0-3-6 0,0 2-40 16,0-10-11-16,0 11-49 0,0-1 10 0,0 0-87 15,0-10-56-15,0 0-129 0,0 7 19 0,0-7 18 16,-6 11-5-16,10-15 4 0</inkml:trace>
  <inkml:trace contextRef="#ctx0" brushRef="#br0" timeOffset="56009.828">4081 1510 365 0,'0'0'196'0,"0"-2"-31"16,0 2-39-16,0 0 17 0,0 0-40 0,0 0-9 16,0 0-36-16,0 0 18 0,0 2-11 15,0 2-14-15,0-4 11 0,0 1-12 16,3 2 5-16,-3 0 9 0,3 2-18 0,-2-2-31 16,1 0 23-16,2 0 2 0,-2 1 8 0,2-3 2 15,-1 1-33-15,8 0 35 0,-5 0-20 0,-3 0 4 16,4-1 3-16,3 2-20 0,-2-3-19 15,-8 0 27-15,0 0-18 0,12 0 12 16,-3 0 18-16,-9 0-18 0,12 0 7 0,-12 0-21 16,12 0 7-16,9-17 0 0,-18 14 10 0,0-3-3 15,-1 1 0-15,1 1-13 0,-6 1 6 0,6-3-21 16,-3 2 12-16,-4-2-5 0,3 1 19 16,-5 0-12-16,1 1-24 0,-1-1 19 0,3-1 10 15,-4 1-19-15,1-1-7 0,-2 1 24 16,2 3-7-16,-1-5-26 0,2 4 25 0,-1-1-2 15,-3 1-16-15,3 1 5 0,-4 2 12 0,3-2 7 16,-1 2-19-16,8 0 21 0,0 0-39 0,-12 0 29 16,-18 17-7-16,17-10 1 0,4 3-20 15,0 1 30-15,-3 3-22 0,3 3 32 0,5-2-30 16,1-3 25-16,0 0-5 0,3-2 6 16,0-10-8-16,0 11 11 0,0-4-4 0,0 3-8 15,0 5-6-15,24 13 16 0,-12-10 3 0,1-3 14 16,0-2-14-16,-4 0-15 0,-1-6 14 15,-1 0-13-15,2 0 11 0,-1-3-10 0,-2 2-4 16,1-5-9-16,5 3-30 0,-5-4-41 16,4 0 8-16,-1 0-91 0,-10 0-104 0,9 0-103 15,2 0 38-15,-2 0 17 0,10 0 5 16</inkml:trace>
  <inkml:trace contextRef="#ctx0" brushRef="#br0" timeOffset="56491.278">4440 1696 310 0,'5'-4'177'0,"1"1"-29"0,-5-1 6 0,7 1-43 15,-1-3 6-15,14-3-31 0,-5 3-1 16,-2 2-5-16,-1 1 6 0,-1-1-22 0,-4 2-34 15,2 1-10-15,0 1-5 0,-4 0 28 16,-6 0-1-16,0 0 14 0,11 0-15 0,-11 0-16 16,12 0-34-16,1 16 22 0,-8-8 11 15,-5-3-8-15,1 4-3 0,-1 0-27 0,0-1 34 16,0 3-3-16,0 3-30 0,-22 21 30 0,13-15 0 16,-2-4-1-16,-2 7-20 0,3-3 19 15,-5-4-5-15,1-3-18 0,1 1 2 0,-1 0 35 16,4-6-18-16,0 1 3 0,4 1-17 0,0-5 0 15,1-2 15-15,2 4 18 0,-1-6-33 16,2 2 37-16,2 1-2 0,-1-2 0 0,-2 0-22 16,1 1 3-16,1 1 7 0,1-4 15 0,0 0 3 15,0 0 10-15,0 0 1 0,22 6 10 16,-11-6-18-16,-3 0 1 0,4 0 7 0,2 0 3 16,2 0-17-16,7 0 12 0,0 0-4 0,24-17-7 15,-22 12 3-15,-7 2-18 0,-5 0 8 16,1-1-7-16,-1 1 5 0,-4 3-24 0,2-4-23 15,-4 1-24-15,2 1-38 0,1 2 6 0,-2-2-112 16,2 2-107-16,-2-4-81 0,-1 3 19 0,-1-1 34 16,5-4 11-16,-5 5-1 0</inkml:trace>
  <inkml:trace contextRef="#ctx0" brushRef="#br0" timeOffset="57487.996">6309 1447 244 0,'0'0'226'15,"0"0"-30"-15,0 0-49 0,0 0 4 16,0 0-4-16,0 0-40 0,0 0-6 0,0 0-7 16,19 0-7-16,8-22-18 0,-22 24 9 15,1-4 1-15,0 2-31 0,1 0 15 0,0 0-1 16,1-1-5-16,-8 1 5 0,0 0-7 16,12 0-11-16,0 0-8 0,-3 0 10 0,9-11-34 15,-9 8 19-15,-2 0-2 0,1-1-11 0,0 0 12 16,13-4-9-16,-10 2-6 0,-1-3 5 0,-2 4 3 15,2-2-7-15,-7 3-2 0,5-3-9 16,-5 2-2-16,-2-3 9 0,1 4-16 0,-2 4 0 16,0 0-29-16,0-13 20 0,0 13 4 15,0-17-19-15,-23-10-9 0,13 16 10 0,4 4 9 16,-2 2 0-16,1-1-17 0,1 1 29 0,0 1-8 16,-2 2 1-16,2-3-2 0,-1 3 24 0,1 0-15 15,-3 2-11-15,9 0 15 0,0 0-12 16,-13 0 7-16,-19 15-1 0,14-3-27 0,2 1 49 15,1 4-26-15,0-3 13 0,6-3 0 0,3 3-23 16,5-2 23-16,-5 0 11 0,1-1 4 16,4 0 10-16,1 1-22 0,0-1 2 0,0 0 20 15,0 3-26-15,18 22 12 0,-9-19 6 0,-2-6-10 16,5 9 9-16,2-7-2 0,-1-2 10 16,5 1 2-16,-3 0 1 0,4-4-24 15,-4-2 1-15,-1-2 9 0,-1 1 8 0,-1-3-1 16,1-2-2-16,-1 4-3 0,-3-4 1 0,-9 0-34 15,0 0-21-15,17 0-41 0,-7 0 5 16,2 0-111-16,-2 0-124 0,-1 0 22 0,-9 0 21 16,14 0 17-16,-2 0-112 0</inkml:trace>
  <inkml:trace contextRef="#ctx0" brushRef="#br0" timeOffset="58054.647">6910 1484 301 0,'1'-8'228'0,"11"-10"-45"0,3 5-25 0,-1-5-11 15,-4 11-53-15,5-7 7 0,4 0 6 0,-4 1-8 16,-1 6-27-16,-1 0 18 0,-2 3-29 16,-2 1-1-16,-2 3-6 0,4-4-15 15,-11 4 4-15,0 0-8 0,8 0-8 0,-8 0 15 16,14 0-45-16,4 18 31 0,-17-11 5 0,4 1-27 15,-4-3-30-15,-1 5 36 0,-1-2-21 0,-4 3-23 16,5-11 32-16,0 10-23 0,0-10-9 16,-13 37 6-16,7-25 31 0,0 1-18 0,3-6-11 15,-2 1-1-15,4-1 40 0,-1-4-1 16,-2 1-12-16,3 2 7 0,-4-5 19 0,5 5-14 16,-1-6 7-16,-1 4-24 0,2-3-7 15,0-1 2-15,0 0 1 0,0 0 3 0,0 0-16 16,0 0 18-16,16 13-2 0,-11-13-28 15,2 2-5-15,-1-2 2 0,3 2 5 16,-3 0 10-16,0-1 12 0,2 2 39 0,-2-2-20 16,0 1-13-16,-2 2-10 0,4 1 17 0,-2 1 11 15,1-3-5-15,-1 0-16 0,-3 4-6 16,3 0 40-16,0-2-13 0,-2 2 5 0,-1-1 0 16,-1 1 13-16,1 3 0 0,-2-2-3 0,-1-8 13 15,0 10-7-15,0-3-3 0,0 8 8 16,-21 19 7-16,11-17-10 0,-3 0-6 0,-1-5 14 15,-2 5 5-15,-1-10 0 0,7-1-11 0,-10 3 23 16,3-2-11-16,2-4 4 0,1-1 10 16,2 1-5-16,0 0-29 0,2-3 14 0,-1 0-12 15,11 0 10-15,0 0-13 0,-11 0-38 16,0 0-24-16,11 0-28 0,-30-16-21 0,24 14 8 16,-10-9-234-16,4 3 23 0,0 1 23 0,-1-7-93 15,4 2 26-15,4 1 15 0,5 1 8 0</inkml:trace>
  <inkml:trace contextRef="#ctx0" brushRef="#br0" timeOffset="59067.064">8580 1145 500 0,'0'0'142'16,"0"19"-25"-16,21-19-9 0,-21 0 23 0,36 23-12 15,-29-19-22-15,2-3 20 0,2 0-30 0,-2-1-7 16,0 4 12-16,1-4-36 0,2 0 7 16,-3 0-2-16,1 0-4 0,1 0-4 0,-11 0 0 15,10 0-13-15,-1 0-8 0,2 0-3 16,-11 0 10-16,13 0 5 0,-2 0-16 0,-2 0 0 16,10-15-2-16,-12 12-4 0,-1-3-11 0,2 2 7 15,-2-1 1-15,-3-1 1 0,-2 1 6 0,-1 0 1 16,3-2-10-16,-3-1-11 0,0 1-9 15,0 7-8-15,0 0 20 0,0 0-2 0,0-12-10 16,-13-3 5-16,7 10 7 0,1-1-8 0,-1 2-3 16,-1 2-5-16,1-2 12 0,-1-1-26 15,1 4 14-15,-2 1 5 0,-1-1 6 0,2 1 1 16,7 0-10-16,0 0-2 0,-14 0 25 16,4 0-31-16,-17 25 16 0,12-10 10 0,3-2-19 15,-3 0-7-15,6 1-3 0,5-1 1 0,1-1 16 16,-3-1 3-16,4 2 5 0,1-3-26 0,1-1 23 15,0-9 10-15,0 20-12 0,0-6-2 16,21 21 6-16,-8-22 3 0,-2 2-3 0,-2-5-2 16,0 0-8-16,-1-6 16 0,10 6-3 15,-3-2 3-15,-1-2-15 0,-1-5 12 0,10 6 2 16,-4-5-8-16,-1 0-14 0,-5-2 6 0,-13 0-22 16,23 0 0-16,0 0-50 0,4 0 9 15,0 0-78-15,21-12-50 0,-26 2-180 0,1 5 34 16,-7-6 24-16,6 5 14 0</inkml:trace>
  <inkml:trace contextRef="#ctx0" brushRef="#br0" timeOffset="59440.355">9347 1203 549 0,'1'-3'222'0,"-2"0"-26"16,2 3-37-16,-2 0-38 0,1 0-5 0,0 0-10 15,-3 0-3-15,6 0-12 0,-8 7-8 0,2-3-1 16,0 2-5-16,0-1-23 0,0 4-28 0,0-3-2 16,-1 1 25-16,1 1-9 0,0-1-14 15,2 1 8-15,-1-2-4 0,1 1-4 0,-2 0 0 16,0 0-21-16,0 1 19 0,3-2-4 16,0-1 11-16,-2 1-16 0,2-1 10 0,-1 0-14 15,1-5-2-15,0 0 3 0,0 0 0 0,0 0 16 16,0 10-5-16,16 2 0 0,-7-11-17 15,-2 0 12-15,2-1-13 0,3 0 4 0,0 0 11 16,2 0 0-16,5 0-5 0,2 0-6 0,-2 0 7 16,-2 0-6-16,-1 0-14 0,-1 0 8 15,-3 0-5-15,-2 0-29 0,13-13 6 0,-16 12-42 16,1-3 21-16,-1 4-36 0,1-3 13 16,-1 3 6-16,2-2-56 0,-1 1-33 0,-6-2-1 15,4 3-54-15,-1-4-120 0,1 2 18 0,-6 1 15 16,3-3-40-16</inkml:trace>
  <inkml:trace contextRef="#ctx0" brushRef="#br0" timeOffset="59743.793">9572 1266 356 0,'-4'-6'214'16,"1"2"0"-16,-2 1-15 0,4 0-7 16,-4-2-32-16,4 2 0 0,-4 0-9 0,5 3-8 15,-3-5-10-15,0 3-29 0,2 0 2 0,-1 1-14 16,-2 1-21-16,1 0 9 0,3-1-23 15,0-3-1-15,-3 4-15 0,1 4-3 0,1-3-4 16,1-1 2-16,0 3-10 0,-5 4 4 0,5-4-5 16,0 5-1-16,0-1-11 0,0 2 12 15,-1 1-8-15,-1-3 7 0,2 20-2 0,0-18-7 16,0 4 0-16,0 3-4 0,0-3 5 0,0 2 5 16,0-4-16-16,0 1-4 0,0-1 11 15,0 0 2-15,0-1 6 0,0-1-13 0,0-9-3 16,0 11-8-16,0-4-16 0,0-7-8 0,0 15-26 15,0-15-33-15,0 7-22 0,0-7 12 16,0 0-203-16,0 10 22 0,0-10 21 0,3 8 20 16,2-8-133-16,4-5 16 0,10-8 51 15</inkml:trace>
  <inkml:trace contextRef="#ctx0" brushRef="#br0" timeOffset="60381.458">11171 862 455 0,'1'0'220'15,"2"2"-52"-15,-1-2-34 0,-2 2-6 16,1-2-3-16,2 2-21 0,-1-1-20 0,-1 2 9 16,1-3-11-16,2 1-10 0,1 1-23 0,-2 2-1 15,3-3 5-15,-5 2 1 0,4-3-11 0,-1 1 19 16,-1-1-11-16,2 0-10 0,1 0-18 0,-3 0-2 15,2 0 15-15,0-1-13 0,1-2 5 16,-6 3 9-16,0 0-23 0,0 0-12 0,18-12 23 16,-14 6-18-16,2 2 12 0,-3-1-5 15,2 0-8-15,-4 1 13 0,2-3-10 0,-1 0-2 16,-2 1-17-16,0-3 6 0,0 9 8 16,0 0-16-16,0-8 11 0,0 8-13 0,0-11 12 15,-20-9-6-15,14 15-2 0,-1-1 22 0,1 5-15 16,-13-10 10-16,-1 7-3 0,5 2-21 0,3 2-4 15,12 0 28-15,-12 0-24 0,-16 14 28 16,7 0-20-16,2-1 17 0,-1 3-14 0,2 4 1 16,8 0 16-16,-2 0-13 0,3 2 8 15,-1-2 1-15,2-4-7 0,4-3 15 0,2 4-13 16,2-17 1-16,0 12 10 0,0 1 5 0,18 22 9 16,-7-16 6-16,-2-3-3 0,5-6 7 0,4 4-15 15,0-7-16-15,5 3 23 0,-4-9-14 16,3 6 8-16,-1-4-9 0,-1-3 0 0,-5 1 5 15,2-1-34-15,-3 0 7 0,-1 0-12 16,1 0-43-16,-1 0-9 0,-1 0-13 0,7-15 9 16,-11 13-101-16,-1-3-76 0,-1-1-97 0,0-1 46 15,0 5 16-15,9-11 14 0</inkml:trace>
  <inkml:trace contextRef="#ctx0" brushRef="#br0" timeOffset="61123.932">11887 875 563 0,'0'0'225'16,"3"0"-11"-16,-3 0-39 0,0 0-14 15,0 0-6-15,0-2-19 0,0 2-14 0,0-1-29 16,0 1 8-16,-3 0-18 0,3-3-14 0,-3 2-13 15,-2 1-5-15,-1-2 4 0,0 0-10 16,-1 0-3-16,1 2-3 0,-3-1-5 0,1 1-16 16,-2-3 9-16,3 3 7 0,-2-1-6 0,0 1-21 15,1-2 4-15,1 2 7 0,1 0 2 16,-2 0 5-16,2-2-12 0,-1 0-4 0,7 2 0 16,0 0-1-16,0 0 1 0,-9 0-9 0,9 0-6 15,-10 0 10-15,10 0-2 0,-20 18 3 16,14-14-16-16,3 3 20 0,-1-1-7 0,2 0-2 15,-4-1 5-15,6 4 5 0,-1 0-12 0,-2-3-6 16,1 1 12-16,1 3 0 0,-1-3-8 16,2-7 8-16,0 9-4 0,0 1-12 0,0-2 19 15,0 1-3-15,0 1 2 0,0-10-26 0,0 12 25 16,0-3-5-16,0-9-9 0,0 11 18 16,0-11-3-16,0 11 1 0,0-11-1 0,0 8 16 15,0-8 0-15,0 0-4 0,0 11 4 0,17 0-20 16,-13-10 11-16,4 2 2 0,-1 0 0 15,-1-3-8-15,2 0-10 0,3-3 14 0,-2 3 6 16,-9 0-11-16,20 0-9 0,-1 0 13 0,1 0-2 16,-1 0-7-16,2 0-9 0,3 0 11 0,-5 0 10 15,-2 0-13-15,-4 0 9 0,0 0-5 16,1 0-1-16,-4 0-5 0,-1 0-7 0,2 0 2 16,-11 0-3-16,13 0-3 0,-4 0 15 15,12 3-4-15,-15-1 6 0,1 3 2 0,-1 0-4 16,8 7-13-16,-8 2-5 0,1-3 20 0,-2-5 4 15,-4 5 0-15,4-6-8 0,-5-5 8 16,0 0-3-16,0 13-1 0,0-4-3 0,-18 20 4 16,6-14 5-16,-3 0 6 0,-5 1-3 15,8-9 2-15,-8 7 3 0,-1-2-7 0,0-3-2 16,-6-2 15-16,14 0 8 0,-4-1-2 0,-5 1 4 16,1 1-16-16,3-7-6 0,-3 5 1 0,2-2 13 15,7 1-10-15,12-5-10 0,-11 0 15 16,1 0-10-16,10 0-5 0,-13 0-5 0,13 0-10 15,-9 0-24-15,9 0-6 0,-12 0-38 0,12 0-22 16,-12 0 10-16,12 0-150 0,0 0-142 16,0 0 26-16,-18-9-34 0,16 3 27 0,4 1 43 15,1-2 28-15</inkml:trace>
  <inkml:trace contextRef="#ctx0" brushRef="#br0" timeOffset="62203.774">13387 533 477 0,'0'0'200'0,"0"0"-29"0,0 0-48 16,0 0 8-16,0 0-4 0,0 0-16 16,0 0-8-16,0 0-5 0,0 0-27 0,0 0 0 15,0 0 0-15,10 33-13 0,2-33 11 0,0 0-17 16,0 0-21-16,2 0 24 0,2 0-4 0,5 0-32 15,3 0 21-15,21-16-11 0,-30 15 1 16,7-5-21-16,-9 0 21 0,-1 2-7 0,0-3-23 16,-3 0 24-16,0 1-3 0,-6 4 3 0,2-3-7 15,-4-1-10-15,3-3 11 0,-4 6 13 16,0 3-9-16,0 0-13 0,0-11-20 0,0 1 4 16,0 10 8-16,0-10 4 0,-28-18 8 15,19 18-27-15,0-1 11 0,-1 6 7 0,2 0-8 16,-1-1-3-16,0 5-12 0,1-2 22 0,-3 2-23 15,11 1 12-15,-9 0 11 0,-9 0 0 16,-19 13 6-16,15-5-20 0,-1 2 23 0,4 1-11 16,-1 3-7-16,3 5 6 0,2-4-7 15,1 3 3-15,1-1 1 0,5 4 1 0,1-3 18 16,1 4-19-16,4-5 24 0,2 1-12 0,0-18-15 16,0 17 19-16,0 4 3 0,27 21-3 0,-18-29 2 15,5 5-4-15,1 1-11 0,2-4 13 16,3-3 1-16,-2 0-11 0,3-1 4 0,-5-3 15 15,6 0 10-15,1-3-1 0,2-1 6 16,-4-2-10-16,6-2-9 0,1 4 14 0,-13-4 2 16,3 0 0-16,7 0-17 0,1 0 3 0,26-17 10 15,-25 13-8-15,-9 2-5 0,-2-5-6 16,-3 6 3-16,-2 1-2 0,-2-1-20 0,-3 1 2 16,0-2-18-16,-3 1-20 0,1-1-14 15,1-2-28-15,-2 3 7 0,-2 1-96 0,4-1-59 16,-1 1-155-16,-1 0 61 0,-3-1-2 0,6 1 15 15,0-4 11-15</inkml:trace>
  <inkml:trace contextRef="#ctx0" brushRef="#br0" timeOffset="63542.062">14547 392 497 0,'0'0'213'0,"0"0"-9"0,0 0-34 16,0 0-37-16,0 0-11 0,0 0-5 15,0 0-6-15,0 0-4 0,0 0-27 0,0 0 11 16,0 0-19-16,-12-20 9 0,-3 30 1 0,2 6-12 16,0 1-8-16,2-7-8 0,-2 8 4 0,1 3-11 15,-2-4-3-15,4 4 2 0,0 3-7 16,1-1-10-16,-2-2 5 0,5 2-20 0,2-1 15 16,1-3 5-16,0-4-13 0,3 2 1 15,0-3-3-15,0-3-8 0,0 5-4 0,0 4-3 16,19 20 12-16,-11-29-7 0,5 9 8 0,-4-9-3 15,1-1 1-15,1-5-14 0,-2 2 6 16,1-3 0-16,1-2-2 0,-4-1 15 0,1 5-12 16,-1-6 7-16,3 0-10 0,-4 0 8 0,3 0 2 15,-9 0-1-15,0 0 9 0,12 0-4 0,-12 0 10 16,14 0-1-16,5-14-3 0,-16 10 0 16,2 2 11-16,1-3-12 0,-5-1 4 0,1 2-12 15,1 2-9-15,-3-2 26 0,0-1-19 16,-3-1 12-16,1 2-27 0,1 1 8 0,-7-4-2 15,4 6-3-15,-4-1 11 0,-10-9-17 0,5 3 6 16,1 5-7-16,1-1 6 0,-2 0-13 0,6 1 2 16,-4 1-14-16,5 0-16 0,0 0-15 15,0 0-19-15,2-2-29 0,-2 3-16 0,6 1 11 16,-5-4-125-16,2 2-129 0,0-2 25 0,3 1 22 16,0 2-19-16,0 1 25 0,0 0-4 15</inkml:trace>
  <inkml:trace contextRef="#ctx0" brushRef="#br0" timeOffset="64625.132">15754 573 456 0,'0'0'225'0,"0"0"-39"0,0 0-2 16,0 0-24-16,0 0-26 0,0-18-36 0,0 18-5 16,0 0 0-16,0 0-8 0,0 0 10 15,21 0-30-15,-21 0-4 0,34-28-7 16,-28 27-1-16,6 1-9 0,-5-3 7 0,5 3 3 16,0-1-16-16,12-4-17 0,0-1 10 0,-6 1 3 15,-3 1-7-15,-2 1 1 0,-4-1-4 16,3-2 1-16,-4 2-23 0,2 0 7 0,-4 1 2 15,-2 0 0-15,2-1-10 0,-1-2 2 0,-2 1 11 16,1-1-4-16,2-1-6 0,-6 0 11 0,0 0-19 16,2-1 18-16,-2 8-22 0,0 0 17 15,0-17-1-15,-15-14-11 0,9 21-6 16,-2-1 14-16,1 6-10 0,0-1 12 0,-2 2 13 16,4-2-24-16,-4 5-2 0,2-2 8 15,-1 3-14-15,1 0 18 0,-4 0-10 0,11 0 8 16,0 0 1-16,-13 0-4 0,-6 0 7 0,-17 20-12 15,16-8-16-15,1-2 26 0,4 5-3 16,3 0-18-16,-1 1 24 0,4 5-4 0,0-3-6 16,4-1-23-16,2-3 30 0,2-1-4 0,1 2-13 15,0-2 17-15,0 1-1 0,18 25-3 16,-11-25 11-16,1 6-9 0,5-3 6 0,-4-2 5 16,7 2-12-16,-1-5 12 0,5 1-1 15,-1-3 13-15,2-4-12 0,-6-1 6 0,3-1-22 16,-5-2 13-16,11 5 7 0,-6-5-11 0,0 0-12 15,-6-2-20-15,-12 0-4 0,9 0-26 16,3 0-39-16,-3 0 9 0,9 0-84 0,20-17-73 16,-21 12-125-16,-5 2 17 0,1-1 28 0,8-2 22 15,-3 0-35-15</inkml:trace>
  <inkml:trace contextRef="#ctx0" brushRef="#br0" timeOffset="65114.931">16476 593 293 0,'-6'0'267'0,"1"-1"-22"16,2 1-29-16,-3-2-43 0,6 2-23 0,-4 0-8 16,2-2-4-16,2 2-18 0,2-2-15 15,1 1-6-15,-2 1-19 0,5-2 1 0,2 0-22 16,-1 0 10-16,4-2-4 0,-2 1-12 0,1 3-12 15,-1-3 8-15,-2 0-6 0,4-1-6 0,-2 3 14 16,1 1-7-16,-2-2-6 0,1 1-7 16,-3-3-3-16,1 1-2 0,-1 2 3 0,2 0-4 15,-3 1 1-15,1 0 7 0,2-1-18 16,-2-3 13-16,-2 4-15 0,-1-1 1 0,3 1-5 16,-6 0 5-16,0 0 8 0,0 0-4 15,0 0-3-15,0 0-10 0,20 15 6 0,-19-11 1 16,2 4 1-16,-3-1-4 0,0 2 15 0,0 2-12 15,0 0 0-15,2 16-11 0,-2-16 4 16,0 9 16-16,0 2-8 0,0 1 12 0,-20 20-20 16,16-21-3-16,2-9 11 0,1 2 11 0,-2-4-3 15,1 0 5-15,2-2-14 0,-3 0-2 0,0-3 17 16,3 2 4-16,-1-2-20 0,1-1-2 16,0-1 9-16,0 2-10 0,0-1 11 0,-2-3 13 15,-1 4-4-15,3-2-10 0,0-4-9 0,0 7 5 16,-1-4-32-16,1-2-6 0,0 2-43 15,0-3-21-15,0 1 6 0,1-2-157 0,4-2-203 16,2 0 38-16,-1-4 17 0,18-4 24 16,-1-2 25-16,2 1 13 0,9-5 6 0</inkml:trace>
  <inkml:trace contextRef="#ctx0" brushRef="#br0" timeOffset="65992.056">17919 420 394 0,'0'-1'195'0,"-4"1"18"0,7-1-51 16,-6 1-31-16,1 0-27 0,1 0 0 15,1-3-9-15,-3 3-25 0,3 3-34 0,-3-3 18 16,3 0-37-16,-2 0-20 0,-1 1-2 16,3-1-31-16,0 0 19 0,-1 0 1 0,1 0 1 15,0 1-4-15,0-1 4 0,0-1 1 0,1 0 4 16,-2-2-2-16,1 2 2 0,0-2 2 0,-2 1 87 15,-1 1-23-15,3-2 19 0,0 3-31 16,0-1 18-16,3 1-16 0,-3-1-19 0,-3-2 21 16,3 3-4-16,0-2-15 0,0-2 23 15,0 3-10-15,0 1 3 0,0 0 8 0,0-1-1 16,-1 1 1-16,0-1-14 0,1 1 15 0,0-3 4 16,0 2-11-16,-3 1 5 0,1-4-3 0,2 4-7 15,0-1-3-15,0 1 5 0,0 0-23 16,-1-1 11-16,-1 1-20 0,-1 0 13 0,3 1-10 15,0-1 3-15,-1-1-17 0,-1 2 17 16,2-1-9-16,0-1-3 0,-3 1-9 0,3 1 7 16,0-1-4-16,0 1 8 0,0 4-2 0,0-2-2 15,3-2-2-15,-1-1 10 0,-1 2-3 0,5 2 0 16,1-2 5-16,-1 2-2 0,2-3-7 16,-2 2-12-16,7 0 16 0,-2-3 2 0,-1 4-14 15,1-4 8-15,1 3 2 0,-2-3 7 16,0 0-7-16,-10 0-5 0,9 0 10 0,2 0-9 15,5 0 4-15,22-20 15 0,-21 14-11 0,0-6 4 16,-2 4-10-16,-5-2 7 0,-1 2-5 0,0-1 4 16,-4-1-11-16,-1 3 10 0,2 0 10 15,-3 1-9-15,-3 1-17 0,0-6 6 16,0 11-7-16,0 0 18 0,0-13-14 0,0 13 5 16,-22-28-6-16,4 17 4 0,-2 1-6 0,-1 5 8 15,-1 0-4-15,3 4 5 0,19 1-4 16,-18 0-9-16,-2 0 6 0,-20 22 3 0,18-8-2 15,2-1-4-15,1 6-7 0,1-3 12 0,3 2-4 16,2 3 0-16,-2-1-12 0,3-1 4 16,4-2 12-16,4 1 2 0,2-5 4 0,2 4 1 15,0-17-5-15,0 11 1 0,0 2 2 16,0 1 2-16,23 22 4 0,-10-19-2 0,7 0-4 16,-7-5 15-16,5 0-18 0,4-4 15 15,-2-2 6-15,-1-1-15 0,6 1 0 0,-5-1 5 16,-5-5-19-16,10 6-15 0,-10-6-14 0,-2 0-19 15,-13 0-60-15,14 0-2 0,-1 0 13 16,1 0-92-16,-1 0-138 0,2 0-13 0,6 0 24 16,1 0 24-16,2 0-38 0,0 0 48 15</inkml:trace>
  <inkml:trace contextRef="#ctx0" brushRef="#br0" timeOffset="66625.374">18502 652 370 0,'3'-3'186'16,"3"-1"0"-16,-1 0-49 0,1-3 15 16,-3 1 5-16,3-1-46 0,-2-3 8 0,4-5 2 15,-2 2 0-15,1 0-9 0,-2 1-14 16,-5-2 2-16,1 3-19 0,-1 4-3 0,0-6 2 15,0 13-10-15,0 0-11 0,0-11-7 0,0 0-14 16,0 4 3-16,-15-10-13 0,9 12 4 16,0-3 2-16,-1 5-8 0,1-1-10 0,-2-1 1 15,2 3-13-15,-1 2-1 0,-2 0 10 16,5 0-8-16,4 0-9 0,0 0-6 0,-11 0 13 16,-4 14 6-16,9-8-16 0,2-1-4 0,-2 5 6 15,6-5-3-15,-2 4 13 0,2 1-10 16,2-2 2-16,-2-8-20 0,0 15 23 0,18 17-1 15,-6-14-3-15,0-2-15 0,5-1 11 16,-11-4 1-16,12 5 7 0,0-1-11 0,-9-3 2 16,6 1 4-16,-4-2 10 0,2 2-17 15,-1-2 19-15,-3 0-12 0,-2 0 11 0,1-2-2 16,-2-2-6-16,-2 3 12 0,-1-3 0 16,6-2-27-16,-7 2 27 0,1-3-17 0,-3 5 18 15,3-5-12-15,-2 5 5 0,-1-3 3 0,0-6 12 16,0 0-14-16,0 9 3 0,0-9-31 0,0 11 27 15,-18 3-12-15,15-6 15 0,-13 4-6 16,2-4 1-16,1-2-6 0,2-3 1 0,1 1 25 16,-2-3-5-16,3 2-2 0,0-3 6 0,9 0 7 15,-12 0-4-15,-7 0 1 0,0 0 1 16,-22-22 11-16,23 16 1 0,8-1 14 0,1-3-4 16,3 6-14-16,3-4-15 0,-1-2 15 0,4 2-4 15,0 8-12-15,0-16-4 0,31-23 0 16,-10 16-10-16,-2 0 2 0,5-3-10 0,-3 2-16 15,0 2-26-15,-2-2 1 0,1 3-28 16,-6 0-26-16,6 1 9 0,-8-2-123 0,1 1-180 16,-4 3 26-16,-4 1-12 0,-2 3 25 0,1 3 10 15,-2 0 0-15</inkml:trace>
  <inkml:trace contextRef="#ctx0" brushRef="#br0" timeOffset="67260.439">19590 400 293 0,'0'3'220'15,"0"-2"-9"-15,1 3-28 0,2-1-11 0,0 0-34 16,3 1-8-16,0-3-5 0,3 0-24 0,-3 2 19 16,4-1-15-16,-2 2-25 0,1-4-10 15,1 0 8-15,-4 0 1 0,8 0 5 0,-14 0-15 16,0 0 14-16,13 0 0 0,-4 0-18 0,-9 0 0 15,10 0-15-15,1 0 10 0,7-11-10 16,-14 7 5-16,4-5-12 0,-7 7-14 0,4-7-4 16,-2 6 0-16,1-5 6 0,-4 1-22 15,2 0 7-15,-2-3 13 0,0 5-13 0,0 5-6 16,0 0 3-16,0 0 0 0,0-11-11 0,-15-5-8 16,9 12 11-16,0 1 11 0,0-2-11 15,0 0 4-15,0 5-5 0,-3 0-6 0,2-3 8 16,-1 0-8-16,2 3 7 0,6 0 0 0,0 0-20 15,-13 0 5-15,-20 17 12 0,16-6-9 16,1 3 12-16,0 1-8 0,5 1 1 0,-1-5 7 16,6 1 1-16,-1 8-9 0,5 0 4 0,2-7 1 15,0-2-7-15,0 5-1 0,23 17 17 16,-11-16-9-16,7 1-7 0,-3-5 16 0,2-2-17 16,2 0 15-16,2-2 4 0,3-4-6 15,5 2-10-15,-3-4-2 0,0 0 14 0,1 1-3 16,4-3 3-16,-19-1-5 0,2 0 5 0,3 0-9 15,1 0-15-15,-5 0 5 0,-1 0-39 16,1 0-15-16,5-16-37 0,-12 14-3 16,-4 1 10-16,5-3-124 0,-2 0-130 0,-3 1-48 15,4 1 51-15,2-2 5 0,-1 0 15 0,1 1 40 16</inkml:trace>
  <inkml:trace contextRef="#ctx0" brushRef="#br0" timeOffset="67892.049">20438 511 373 0,'-3'-9'205'0,"-1"6"-8"0,-1-5-5 15,2 2-32-15,-1 1-17 0,-2 0-12 16,3-1-18-16,-3 1 2 0,-1-2-28 0,1 3 4 15,-2-2-20-15,1 2-11 0,-2 1 5 16,-2 3-16-16,2-4 4 0,-1 4 3 0,10 0-14 16,-14 0-25-16,-2 0 2 0,-20 15 4 0,15-6 16 15,8-2-7-15,3 1-12 0,1-2 6 16,3 2 2-16,0-1 3 0,4-1-23 0,-2 3 5 16,4-3-19-16,0-6 15 0,0 0 4 0,0 11-5 15,0-11-11-15,27 33 11 0,-10-22 13 16,3-2-4-16,-7-2-1 0,1-2-1 0,-1-1 13 15,1-2-9-15,-7-2 6 0,5 0 14 0,-3 1-14 16,-9-1 17-16,0 0 3 0,10 0 8 16,1 0 36-16,-11 0 1 0,13 0-22 0,7-15 9 15,-12 11 25-15,-3 0-30 0,4-1 25 0,-5 3-4 16,1-6-24-16,1 7-2 0,0-5-4 16,-3 2-20-16,1 2-3 0,-1 2-5 0,0-5 24 15,0 4-8-15,2-3-10 0,-4 3-11 16,4 0 15-16,-5 1-22 0,3 0 0 0,-3 0-9 15,0 0 14-15,0 0-19 0,0 0 11 0,16 17-33 16,-13-10 2-16,3 17 0 0,-2-5 19 16,-1-2-16-16,2 3 21 0,1 5-3 0,-5 3 17 15,4-4 0-15,-4 1-10 0,-1-3-16 16,0-2-2-16,5 4 1 0,-5-6 0 0,0-18 0 16,0 17 0-16,0 1 14 0,0 0 8 0,0-3-2 15,0-3-2-15,0-2-4 0,0 1-14 16,0-11 7-16,0 7-7 0,0-7 14 0,0 10-2 15,0-10 27-15,0 0-4 0,0 11-35 16,0-11-31-16,0 0-72 0,-18 8-60 0,19-15 14 16,-2 4-342-16,1-5 25 0,1 0 35 0,4-13 55 15,-5 7 11-15,13-34 44 0,1 17 23 0,8-5-61 16,0-2 6-16</inkml:trace>
  <inkml:trace contextRef="#ctx0" brushRef="#br0" timeOffset="32588.295">-968 2225 262 0,'-3'0'208'0,"3"0"-24"16,3-2-28-16,0-1-13 0,2 0-41 15,1 1 2-15,3 0-17 0,15-3 21 0,4-1-12 16,3 3 8-16,7-5-12 0,-1 1-24 0,2 0 21 15,1-2-22-15,2 4-1 0,1-1 8 16,-1-5-23-16,2 4-4 0,-3 0 12 0,-2 0-22 16,1 2-14-16,-7 2-1 0,1-3-12 15,-6 2 20-15,-5 2-36 0,-5 1 0 16,-5-2-30-16,-1 2 16 0,0-1 6 0,-6 1-25 16,1 1-12-16,1-3-1 0,-2 3 4 0,0 0-31 15,0 0-5-15,-3 0-6 0,-3 0 3 0,0 0 26 16,0 0-18-16,4 3-5 0,-8-3-2 15,-2 0-18-15,3 1 7 0,-8-1-5 0,-13 6 31 16</inkml:trace>
  <inkml:trace contextRef="#ctx0" brushRef="#br0" timeOffset="32886.396">-648 2171 534 0,'-33'8'59'16,"9"-3"-21"-16,-4 1-7 0,2 3 30 0,4-3 5 15,1-2-26-15,5 0 18 0,7 0-21 0,-5-1 12 16,1 0-34-16,5-1 19 0,2-1-30 15,2 3 2-15,1-1-1 0,-3 1 0 0,6-2 21 16,0 0 8-16,3 0-6 0,-3-2 35 16,12 7-2-16,-2-6-21 0,-1-1-14 0,17 6 30 15,2-2 6-15,-7-4 0 0,10 1 3 0,-17-1-4 16,6 0-20-16,7 0 29 0,0 0 2 0,3 0 20 16,0 0-12-16,1 0-7 0,33-21 4 0,-35 17-13 15,5-3-16-15,-1 3 13 0,-2-5-6 16,-4 5-1-16,-5-1-1 0,2-1-15 0,-7 5-10 15,-4-1-1-15,-3 0 0 0,-1 2-19 16,0-3-6-16,-6 0-11 0,3 3-30 0,-1-1-39 16,-4 1 9-16,-1 0-91 0,0 0-86 0,0 0-120 15,0 0 38-15,0 0 20 0,0 0 14 16,0 0 6-16</inkml:trace>
  <inkml:trace contextRef="#ctx0" brushRef="#br0" timeOffset="72152.617">2806 2266 406 0,'0'-1'223'0,"-2"1"-12"0,1-4-15 15,-1 0-14-15,-1 2-17 0,2 1-9 16,-4-2-7-16,5 2-10 0,-3-3-4 0,2 1-21 16,-4-1-11-16,5 2 9 0,-1 1-2 15,-2-4 14-15,1 4-25 0,1-1-7 0,-1 0 13 16,2 1-16-16,-4-1-5 0,4-1-26 0,-5 0-4 16,5 3-3-16,0-2-16 0,-1 2 22 15,1 0-10-15,-2 0-18 0,2 2-15 0,3 4 15 16,-3-3-13-16,0 4 21 0,5 1-29 15,2 13 3-15,-5-4 10 0,1 2-19 0,3 4 12 16,-6 3 5-16,3 0-18 0,-2-2-5 16,-1 6 22-16,9-3-16 0,-7-10-11 0,-1 11 11 15,7-3-10-15,-8 1 6 0,0-15 7 0,0 3 5 16,0 3 10-16,0 1-16 0,0-7-4 16,0 2 5-16,0-2 24 0,0-2-13 0,0-9 11 15,0 12-5-15,0-5 14 0,0-7-11 0,0 10 1 16,0-10 20-16,0 11-22 0,0-11-12 15,0 10 14-15,0-10-4 0,0 0 8 0,0 9-5 16,0-9-6-16,0 0-2 0,0 0-50 0,0 0-22 16,-2 16-38-16,1-20-50 0,-2 3 13 15,1-3-207-15,1 3-106 0,-1-5 11 0,2 1 63 16,0 2 10-16,2-4 27 0,-1 2 23 0,4-1 0 16</inkml:trace>
  <inkml:trace contextRef="#ctx0" brushRef="#br0" timeOffset="71558.321">2167 2303 251 0,'0'0'188'15,"0"0"-15"-15,0 0 14 0,0 0-14 0,0 0-28 16,0 0 0-16,0 0-22 0,-21 0 10 16,21 0-13-16,0 0-8 0,0 0 1 15,0 0-13-15,0 0-13 0,-34-14-6 0,31 14-8 16,2 0-1-16,-4-1 5 0,5 1-16 0,-1 0-7 15,-2 0-3-15,0 0-3 0,3 0-4 16,-2 0-14-16,1 0 16 0,-2 0-4 0,3 0-16 16,0 0 11-16,-2 0-4 0,1 0 5 0,-2 0-5 15,1 0 5-15,2-2-9 0,0 2 15 16,-3 0-12-16,0 0-2 0,3 0 9 0,-1 0-7 16,-1 0-18-16,2 0 20 0,-3 0 11 0,2 0-17 15,1 0-19-15,0 0 0 0,0 0 4 16,0 0-12-16,0 0 14 0,0 0-15 0,0 2 6 15,-2-2 20-15,4 1-7 0,2-1-18 0,-1 4-8 16,3-3 8-16,0 2 16 0,2-2-17 16,-1 0 5-16,17 5 3 0,-9-2-10 0,3 1 18 15,4-3-15-15,5 3-3 0,-5 2 18 0,1-7-7 16,5 3-11-16,-8 0-3 0,6-3 2 16,7 2-3-16,-13-2 6 0,-8 0 20 0,-1 0-23 15,3 0 18-15,-1 0-22 0,-4 0 7 0,2 0 21 16,-11 0-15-16,10 0 5 0,-10 0 1 15,14 0-3-15,-14 0 5 0,10 0 0 0,-10 0 19 16,9 0-26-16,-9 0 17 0,0 0 9 16,0 0-9-16,0 0-2 0,10 0-23 0,-10 0-24 15,0 0-8-15,0 0-10 0,0 0-21 16,0 0-19-16,0 0-20 0,0 0-36 0,9 0-14 0,-9 0 15 16,11-9-156-16,-11 7-124 0,0 1 30 15,1 1 22-15,-1-3 34 0,2 2 15 0,-2-2 7 16</inkml:trace>
  <inkml:trace contextRef="#ctx0" brushRef="#br0" timeOffset="74678.691">4585 2308 670 0,'0'0'227'0,"0"0"-31"0,0 0-21 15,0 0-25-15,-21 0 5 0,21 0-12 0,0 0-10 16,0 0-13-16,0 0-7 0,-39 13-28 15,33-14 4-15,0 1-17 0,0-3 4 16,-3 3-8-16,5 0-17 0,-5 0 3 0,9 0-9 16,0 0-17-16,-12 0 7 0,-3 0-9 0,-18 19-9 15,23-10-6-15,1-3 11 0,-6 6-1 16,3-1-9-16,-1 2 6 0,2 4 2 0,5-8-6 16,2 2 3-16,-5-2 1 0,6 1-1 15,-5 7-10-15,4-2-3 0,2-1 7 0,2-14-4 16,0 19-1-16,0-3-9 0,20 22 14 0,-14-22-19 15,7 3 16-15,4 1-5 0,1-3 7 16,-2-3 6-16,9-1-8 0,-1-4-6 0,4-2 0 16,-1-2 10-16,3 1-7 0,-2-4 2 0,-2-2 2 15,-5 0-9-15,-8 0 5 0,7 0 9 16,21-18-9-16,-23 16 8 0,-4-3 19 0,-2-2-14 16,-5-1 20-16,0 1-1 0,7-13 5 15,-8 7 17-15,-3-1-10 0,0 2-19 0,-3 0 13 16,0-2-10-16,0 14-4 0,0-18 6 0,-20-21-17 15,10 15 18-15,1 1-9 0,-9 1-22 16,5 6 13-16,-1-4 7 0,2 5-2 0,-1 1-21 16,2 5-2-16,1-2-10 0,1 2-8 0,2 5-11 15,1-2-10-15,-2 2-27 0,-1 1-36 16,5 2-18-16,-5 1-33 0,9 0 13 0,0 0-126 16,0 0-163-16,-11 0 36 0,-5 16 23 15,13-11 37-15,3 1 24 0,2-1 47 0</inkml:trace>
  <inkml:trace contextRef="#ctx0" brushRef="#br0" timeOffset="75469.723">6379 2470 617 0,'-7'-3'217'0,"-4"2"-14"16,5-1-8-16,-1 2-16 0,1-7-3 0,3 5-25 15,-3 2 4-15,1-2-20 0,-2-2-18 0,2 4-14 16,4-3-9-16,-2 3-2 0,0-2-11 16,0 1-11-16,3 1-8 0,3-1-10 0,1-2-7 15,2 3 18-15,2 0-10 0,-1-3-19 16,20 2-8-16,-7-2 5 0,0 3-13 0,-3-3 17 15,-2 2-11-15,7 0 2 0,-3-3-17 0,-5 3-5 16,-1-3 20-16,-1 4-4 0,-4 0 7 16,-2 0-13-16,1 0 11 0,-1 0-15 0,0 0 1 15,0 0 11-15,-3 0-21 0,0 0 9 0,0-2-6 16,1 2 4-16,-1-3-6 0,2 3 4 16,-1 0 11-16,-1 0-13 0,-3 0-23 0,5-1-25 15,-4 0-23-15,-1 1-15 0,0 0-10 0,0 0-44 16,0 0 11-16,0 0-106 0,8 1-98 15,-8-2-19-15,3 1-13 0,-2-4 49 16,1 4-1-16,2 0 10 0</inkml:trace>
  <inkml:trace contextRef="#ctx0" brushRef="#br0" timeOffset="75887.683">6797 2310 502 0,'-5'-2'285'0,"2"-3"-46"15,0 1-17-15,0 4-30 0,-1-2-27 0,4-1-7 16,-3 2-21-16,0-3-19 0,1 3-19 0,1 1-3 16,1-2-14-16,-5 2-10 0,4 0-9 15,-4 2-5-15,5-1-8 0,-3 3 8 0,0 1-18 16,2 2-7-16,-4 2-2 0,4 1 3 0,-2 13 7 15,0 3-8-15,3-2 7 0,-6 6 1 16,4-2-4-16,0-2-3 0,-1 2 1 16,3 0 5-16,0-3-11 0,0-14-2 0,0 1 6 0,0 2 23 15,0-1 0-15,0-2-20 0,0 1 29 16,0-2-35-16,0-10 5 0,0 11 15 0,0-2-10 16,0-9 25-16,0 8-25 0,0-8 20 15,0 9-10-15,0-9-16 0,0 11-31 0,0-11 14 16,0 0 10-16,0 10 14 0,0-10-35 15,0 0-19-15,0 0 1 0,0 0-31 0,0 0-71 16,0 0-25-16,0 15-53 0,0-18 19 0,3 1-277 16,-1-2 33-16,4 0 67 0,0 0-9 15,2-3 27-15,5-4 20 0,5 1-39 0,-1-4-10 16</inkml:trace>
  <inkml:trace contextRef="#ctx0" brushRef="#br0" timeOffset="77614.2">8902 2244 222 0,'0'0'134'0,"0"0"-23"15,0 0-14-15,0 0 22 0,0 0 10 0,0 0-26 16,0 0 0-16,-19 0-19 0,19 0 17 0,0 0-26 15,0 0-8-15,0 0 19 0,0 0 13 16,-37 28-15-16,34-28-14 0,0 0 1 0,0 0-25 16,-2 3 33-16,2-6-21 0,-1 3 15 0,2 3-7 15,-4-3-4-15,0 0-12 0,5 0-11 16,-5 2 17-16,6-2-21 0,0 0 10 16,0 0-7-16,0 0-5 0,0 0-22 0,0 0 10 15,0 0-6-15,-7 0 3 0,7 0 4 0,0 0 3 16,0 0-8-16,0 0-7 0,0 0 9 15,-12 0-8-15,12 0 1 0,0 0 13 0,0 0-20 16,0 0 5-16,-8 11 2 0,8-11 10 16,0 1 2-16,0-2 0 0,2 1 4 0,2 1-9 15,-4-1 6-15,0 0-1 0,5 0 13 0,-5 3 3 16,3-3-10-16,-2 1 21 0,1-1-11 0,-2 0-15 16,3 1 14-16,-3-1-3 0,0 0-17 15,0-1-4-15,1 2 11 0,-2 2-6 0,1-3-11 16,0-3 17-16,1 3-15 0,1 0-5 15,-2 0 3-15,3 0-5 0,-3 3 14 0,0-3-7 16,0 0-8-16,1 0-5 0,2 0 14 0,-4 0 11 16,1 0-12-16,4 1-11 0,-7-1-2 15,3 0 21-15,0-1-30 0,0 2 5 16,3-1 15-16,-7 0-14 0,5 0 12 0,-1 0-17 16,0 0 15-16,-1 1 6 0,1-1 1 0,0 0-7 15,0 0 9-15,0 0-5 0,0 0-9 16,-2-1-4-16,2 1 17 0,-1 0-7 0,1 1-11 15,0-1-2-15,0 0 22 0,0 0-24 0,0 0 10 16,0 0-6-16,0 0 34 0,0 0-25 16,0 0 2-16,0-1 15 0,1 1 8 0,-2 0-29 15,2 0 3-15,-1 0 12 0,-1 0-24 0,1 0 2 16,3 0 6-16,-3 0 11 0,4 0-6 0,-1 0-4 16,3 0-2-16,0-1 1 0,1 1 22 15,-1 0-11-15,3 0-15 0,3 0-5 0,-1-3 31 16,-2 3-31-16,8 0 21 0,3 0-6 15,-4 0 11-15,4 0-11 0,4 0-13 0,-4 0 1 16,0 0 24-16,-4 0-11 0,-2 0-18 0,-2 0 4 16,-2 0-3-16,-10 0 4 0,10 0 2 15,-10 0 9-15,9 0-8 0,-9 0 18 0,0 0-19 16,11 0-9-16,-11 0 6 0,0 0-1 0,10 0 6 16,-10 0-10-16,0 0-4 0,0 0-4 15,0 0-9-15,0 0 8 0,0 0-21 0,9 0-30 16,-9 0 3-16,0 0-13 0,0 0-13 15,0 0-41-15,0 0 8 0,0 0 12 0,0 0-45 16,11 0-79-16,-11 0-88 0,0 0-39 0,0 0 10 16,10 0 18-16,6-16 10 0</inkml:trace>
  <inkml:trace contextRef="#ctx0" brushRef="#br0" timeOffset="78024.459">9256 2191 340 0,'4'-5'231'0,"7"-13"-40"15,-2 7-22-15,-6 0-1 0,1 2-7 16,2 1 0-16,-1 1-2 0,-1 2-5 0,-4-1-2 16,2 0-12-16,1 2-2 0,-3 0-7 15,3 4-23-15,0-7-13 0,-2 4-3 0,-1-1-17 16,2 3-11-16,-2-1-8 0,1 4 0 0,-1-1 0 16,3-1-12-16,-3 6 2 0,0-2-14 0,0 3-6 15,0 0 0-15,0 3 9 0,2-2 0 0,-1 20-25 16,-1-21 6-16,0 12 2 0,0 3 12 15,13 28-22-15,-10-24 11 0,0 2 3 16,-1 1-20-16,-2-16 6 0,0 5 14 0,0 0-8 16,0-1-6-16,0-1 1 0,0-3 6 15,0 11 16-15,0-7-18 0,0 1 17 0,0-2 6 16,0-5-9-16,0 1-3 0,0-12-11 16,0 13 19-16,0-13-31 0,0 11 37 0,0-1-31 15,0-10 15-15,0 7 5 0,0-7-2 0,0 0-16 16,0 10 9-16,0-10-16 0,0 0 10 0,0 0-22 15,0 0 5-15,0 0-34 0,-3 14-28 16,3-17-33-16,0 0-64 0,0 2 16 0,0-5-191 16,0 2 28-16,1-3-130 0,1 2 29 0,1 0 44 15,3 0 58-15,15-13 13 0,1-1 5 16</inkml:trace>
  <inkml:trace contextRef="#ctx0" brushRef="#br0" timeOffset="78903.674">11699 2075 395 0,'0'0'225'0,"0"0"-23"0,0 0-19 0,0 0-34 16,0 0-17-16,0 0-13 0,0 0 18 16,0 0-34-16,0 0-10 0,0 0-12 0,-32-26 0 15,21 29-2-15,6 0-12 0,-14 5-8 16,8 2-3-16,-2 4 8 0,-2 0-11 0,3 3-3 16,3-4-7-16,-1-2-14 0,4 7 4 0,-2 1-3 15,5-1 1-15,3-2 3 0,0-16-21 16,0 15 9-16,0 3 4 0,21 24-5 0,-10-22-2 15,5-3 4-15,-1-1-2 0,3 1-4 16,4-5-9-16,-3 3 14 0,1-6 6 0,-7-3-6 16,7-2-1-16,-7-1 2 0,-1-3 13 0,1 0-9 15,-13 0 2-15,15 0 10 0,20-13 2 16,-22 5 1-16,5-4 8 0,-6 5 6 0,-3-6-11 16,-3 4 16-16,-2-2-6 0,4-9-9 15,-7 3 11-15,-1-2-23 0,0 19 17 0,0-21-14 16,-15-21 18-16,8 18-17 0,-4 1 1 0,0 1 5 15,3 1-19-15,-2 1-28 0,-2 2-5 0,4 6-9 16,-2 0-2-16,4 4-14 0,-2 2-36 16,5-2-26-16,-7 5-29 0,4-1-55 0,6 4 18 15,0 0-132-15,-13 0-120 0,4 0 29 0,9 0 25 16,-12 0 24-16,-8 18 18 0,19-14 12 16,-2 0 1-16</inkml:trace>
  <inkml:trace contextRef="#ctx0" brushRef="#br0" timeOffset="80142.439">13943 1779 275 0,'0'0'208'0,"0"0"-51"0,0 0 7 0,0 0-4 15,0 0-29-15,0 0-10 0,-28-26-3 16,24 25-35-16,-5-3 22 0,4 4-19 0,-1-4 0 16,-1 3-26-16,1-4 3 0,-5 5 1 0,5-1-2 15,-3 1-3-15,9 0-29 0,0 0 15 16,-19 0 1-16,-21 16 0 0,19-6-11 0,9 0-10 15,-3 1 8-15,-3 3 6 0,0 5-10 16,3-3-6-16,6 3 2 0,-3 0-17 0,2 3 11 16,5-1 7-16,2-5-21 0,-2 6 21 0,5-3-2 15,0-1-3-15,0-18-22 0,0 12 21 0,0 5-2 16,23 24 0-16,-11-24-6 0,2 0 10 16,-4-1-4-16,8 0-1 0,-3-6 5 0,3-3-19 15,-5 0 19-15,8 2-15 0,-4-3 7 16,-4-3 2-16,0 0 7 0,1-2-5 0,-5 2 15 15,1-3 2-15,-10 0-2 0,0 0-4 0,14 0 9 16,-4 0-2-16,-2 0 9 0,27-17 15 0,-26 8-19 16,2 3 6-16,-1-4 27 0,-2 3-25 15,2 0 7-15,-5-2 11 0,2 4-7 16,2-16-14-16,-3 8-8 0,-2-5-1 0,1-3 0 16,-5 21 33-16,0-18-7 0,0 4-27 0,0 1-15 15,0-6 9-15,-18-18-30 0,14 19 22 16,-5-1-25-16,-2 3 14 0,2 2 10 0,0 3-15 15,2 3-23-15,1 3-16 0,1-2-9 0,-1 3-16 16,2-2-28-16,1 2-46 0,0 1-27 16,0 1 13-16,3-1-66 0,-5-2-49 0,1 2-136 15,4-2-8-15,0 5 19 0,0 0 54 0,0 0 11 16,0 0 9-16</inkml:trace>
  <inkml:trace contextRef="#ctx0" brushRef="#br0" timeOffset="81769.281">15988 1832 509 0,'0'0'160'0,"0"0"-30"0,0 0 4 0,-21 0-6 16,-7-34-4-16,22 33-7 0,-3-1-6 0,-2 2-13 15,4 0-5-15,7 0-11 0,0 0 6 0,-12 0-7 16,12 0-14-16,-12 0-21 0,12 0 9 0,-13 0-5 16,13 0-5-16,-9 0 2 0,9 0-3 15,-12 0-7-15,12 0 12 0,0 0-16 16,-8 0 0-16,8 0-8 0,0 0-5 0,-12 0 4 16,12 0 1-16,0 0-3 0,0 0 5 0,0 0-20 15,-9 0 9-15,9 0-13 0,0 0 7 16,0 0-10-16,0 0 13 0,0 0 1 0,0 0-13 15,-10 0 9-15,10 0 10 0,0 0-4 16,0 0-8-16,0 0-3 0,0 0-5 0,0 0 11 16,0 0-2-16,0 0 2 0,-9 0 7 0,9 0-9 15,0 0-15-15,0 0 5 0,0 0 14 0,0 0-6 16,0 0-2-16,0 0 4 0,0 0 1 16,0 0-16-16,0 0 12 0,0 0-13 0,-18 22 12 15,17-18 1-15,1 3-15 0,-5-2 10 0,4 2-1 16,-2 2 1-16,0 1-9 0,1-2 2 15,1 18 1-15,-2-5 8 0,3-9-8 0,0 3 7 16,0 3 7-16,0 2-3 0,0 0-13 16,16 20 23-16,-8-19-6 0,1 1-1 0,3-6 4 15,-1 4-3-15,6-3-17 0,1-4 3 16,1 2 26-16,-4-4-11 0,6-1-1 0,3-3-11 0,-3 1-1 16,4-2 13-16,-3-2 10 0,2-1-4 15,-6-3-16-15,-3 0 10 0,-15 0-4 0,20 0-2 16,-1 0 1-16,23-15 18 0,-23 7-8 0,0-2 7 15,2-1 13-15,-10 3-13 0,-2-3 8 16,4-2-5-16,1-1 14 0,-1-4-20 0,-3 0 18 16,-2-3-21-16,1 1-9 0,-3 4 10 0,-2 0-14 15,-2 2 9-15,-2 0 3 0,0-10 3 0,0 3 1 16,1 0-11-16,-1 8 23 0,-13-19-30 16,5 10 16-16,2 5-17 0,-6-3 13 15,-4 3-16-15,-2 3-2 0,-4 4 24 0,-2 1-23 16,3 2-4-16,0 1 1 0,2 2-11 0,1 1 6 15,3 3-23-15,15 0-11 0,-13 0-6 16,1 0-2-16,-5 0-7 0,-1 0-25 0,-19 24-8 16,22-17 10-16,6 1-93 0,-1 1-34 15,2 0-101-15,1-4-42 0,7 5 6 0,0-5 29 16,0-5 14-16,0 0-2 0</inkml:trace>
  <inkml:trace contextRef="#ctx0" brushRef="#br0" timeOffset="82484.652">18137 1676 356 0,'-4'-4'188'16,"-1"0"-24"-16,1 1-16 0,-1 1-4 0,-2 0-20 16,1 1 2-16,-2-3-43 0,-2 4 19 15,2 0 2-15,-1 0-18 0,-1 1-32 16,10-1-7-16,-9 0 26 0,-9 0-7 0,-16 21-18 15,16-10 20-15,2-1-9 0,-1 4-12 0,7-2-3 16,-1 6-6-16,2-5 6 0,2 5-8 0,1-1 2 16,6-1-14-16,-5-1 9 0,5-15 0 15,0 14-11-15,0 5 4 0,18 20 1 0,-9-18-9 16,3 1 4-16,2 0-8 0,-2-6 8 16,7-1-10-16,-3-2 8 0,4-3 6 0,1 0-11 15,3-2-4-15,-2 1-6 0,-6-5 17 0,1-3 5 16,-4-1 11-16,-13 0-5 0,12 0 11 15,0 0-4-15,3 0 8 0,19-22 1 0,-17 11 24 16,-1-2-1-16,-3 0-22 0,1-2 15 0,-4 3 26 16,-4 1-35-16,0-1-1 0,-1 1-8 15,-2 0 27-15,0 1-21 0,0-1-20 0,-2 1-6 16,-1 1 2-16,0-2-15 0,0 0 17 16,0-2-15-16,-19-21-7 0,11 15-13 0,1 7-2 15,1 0-10-15,0 3-14 0,-2 0-17 0,2 2-6 16,2 1-19-16,-2 0-41 0,3 2-36 0,-3 0 3 15,2 1 12-15,1 2-132 0,-2-2-145 16,2 2 52-16,3 1 19 0,0 0 2 0,0 0 33 16,0 0 12-16</inkml:trace>
  <inkml:trace contextRef="#ctx0" brushRef="#br0" timeOffset="83298.048">19912 1685 419 0,'-5'-2'177'16,"4"1"1"-16,-5-2-32 0,1 0-13 0,-1 3-18 16,3-2 1-16,-4-1-15 0,1 0 2 15,-1 2-4-15,-2 1-24 0,1 0 0 0,1 0-1 16,7 0-23-16,0 0 0 0,-14 0 14 16,2 0-13-16,3 0-19 0,-17 19 11 0,12-9-14 15,-5 0 1-15,5 4 10 0,2-3-10 16,3-4-15-16,-4 10 1 0,3-3 25 0,4 1-19 15,-3-1 7-15,1 9-13 0,4-8 1 0,2 1 2 16,-2-4-6-16,2 5-8 0,2-17 13 16,0 17-22-16,0 0 16 0,0-2-5 0,18 18 12 15,-9-15 3-15,3-2-8 0,-3 0 8 0,6 0-17 16,1-4 10-16,-1 2 2 0,5-6-1 16,-1 2-1-16,2-3-10 0,-3-4 5 0,-3 1 19 15,-2-1-5-15,5 1 3 0,-7-1 0 0,0-3 9 16,0 0-3-16,2 0 7 0,-13 0 5 15,9 0 6-15,9 0 3 0,2 0-11 0,-6 0 25 16,18-15-24-16,-5 8 31 0,-14 3-25 0,-4-5 13 16,1 3-29-16,-2-1 14 0,-2-1-13 15,-3 1 1-15,10-7 8 0,-5 1-9 0,-2-2 20 16,0 4-9-16,-2-2-7 0,-1 2-11 16,0 1 14-16,3-14 8 0,-3 5-8 0,2 3-16 15,-5 0 0-15,0 16-4 0,0-12-7 0,0-4-2 16,0-3 7-16,-17-11-24 0,14 19 11 0,-4 1-2 15,2 1-15-15,-1 2 24 0,0 1-16 16,3-1 3-16,-3 5-12 0,-1-4 22 0,-1 5-51 16,-2-3 22-16,2-1-37 0,-12-1-4 0,6 5-22 15,-2-2-35-15,1 2-15 0,15 1 11 16,-12 0-131-16,2 0-140 0,-2 0-6 0,0 0 31 16,0 0 31-16,1 0-7 0,-5 0 4 0,-1 0 25 15,-5-14 32-15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05:44:20.467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90 0 264 0,'0'0'31'0,"0"0"28"16,0 0 41-16,0 0-37 0,0 0 1 0,0 0-36 15,0 0-2-15,0 0 0 0,0 0-4 0,0 0-2 16,0 0 1-16,0 0-37 0,0 0 32 16,0 0 7-16,0 0 4 0,0 0-27 0,0 0 58 15,0 0-38-15,0 0-5 0,0 0-8 0,0 0 20 16,0 0-7-16,0 0-24 0,0 0 8 16,0 0 19-16,0 0-23 0,0 0-4 0,0 0 8 15,0 0 23-15,0 0-17 0,0 0-19 0,0 0-4 16,0 0 27-16,0 0-19 0,0 0 49 15,0 0-40-15,0 0 3 0,0 0-12 0,0 0 27 16,0 0-24-16,0 0 21 0,0 0 17 16,0 0-46-16,0 0 5 0,0 0-6 0,0 0 27 15,0 0-35-15,0 0 28 0,0 0-3 0,0 0-14 16,0 0 1-16,0 16 22 0,0-16-34 16,0 0 1-16,0 0 73 0,0 0-8 0,0 0-10 15,0 0 6-15,0 0 21 0,0 17-27 16,-21 8-21-16,16-6 1 0,0-3-3 0,-2 3 25 15,5-6-10-15,-2-2 0 0,2 0-2 0,0-1-10 16,0-2-25-16,2-8 1 0,0 8 0 16,0 1 16-16,0-3-6 0,0-6 24 0,0 11-31 15,0-2 1-15,0-1 21 0,0 2-9 16,-12 3 8-16,12-4-1 0,-3-2-2 0,2-2 5 16,1 1 1-16,-2-1-27 0,1 1-1 15,1 0 2-15,-4-2 20 0,4-4-1 0,0 0-1 16,0 0 26-16,0 0-20 0,0 10-39 0,0-10 8 15,0 0 33-15,0 8-11 0,0-8 18 16,0 0-9-16,0 7 4 0,0-7-3 0,0 0-27 16,0 0 24-16,0 9 25 0,0-9-1 0,0 0-23 15,0 0-1-15,0 0-30 0,0 8 28 16,0-8 11-16,0 0 4 0,0 0-35 0,0 0 40 16,0 0-13-16,0 0-19 0,0 0-1 15,0 8 12-15,0-8 18 0,0 0-10 0,0 0-21 16,0 0-21-16,0 0 55 0,0 0-57 0,0 0 49 15,0 0-47-15,0 0 38 0,0 0-9 0,0 0 17 16,0 0-16-16,0 0-10 0,0 0 4 16,-13 11-5-16,13-11 23 0,0 0 6 0,0 0-23 15,0 0-15-15,0 0 13 0,0 0-29 16,0 0 40-16,0 0-21 0,0 2 6 0,0-4-16 16,2 2 30-16,-2 0-4 0,0 0 22 0,0 0 5 15,0 0-18-15,0 0-21 0,0 0 11 16,0 0 22-16,0 0-15 0,0 0-17 0,0 0 36 15,0 0-31-15,0 2 14 0,0-4 7 16,0 2-11-16,0 0 12 0,0 0 6 0,-2 0-9 16,2 0 0-16,0 0-2 0,0 0 5 0,0 0-20 15,0 0 8-15,0 0-22 0,0 0 9 16,0 0 11-16,0 0 1 0,0 2-4 0,-2-4 13 16,4 2-16-16,-4 0 4 0,4 0 23 15,-2 0 5-15,-2 0-14 0,4 0-12 0,-4 0 12 16,2 2-15-16,0-4 4 0,0 2 7 0,0 0 0 15,2 0-1-15,-2 0-7 0,0 2 13 16,0-4-12-16,0 2 1 0,-2 0 0 0,2 0-13 16,2 0 9-16,-2 0 1 0,0 0-7 15,0 0-8-15,0 0 16 0,0 0 9 0,0 0-17 16,0 0 10-16,0 0-4 0,0 2 10 16,0-4-5-16,0 2 0 0,0 0-5 0,0 0 9 15,-4 2 4-15,4-2-6 0,2 0-16 0,-2 0 23 16,0 0-8-16,0 0-10 0,0 2 0 15,0-4 2-15,0 4-20 0,0-2 15 0,0 0-1 16,0 0 11-16,0-2-13 0,0 2 7 0,0 0-7 16,2 2 6-16,-4-2-2 0,2 1-2 15,2-1-3-15,-2 0-9 0,0 0 8 0,0 0-2 16,2 0-1-16,-2 0 0 0,-2 0 2 0,4 0-9 16,-4 0 1-16,4 4 7 0,-2-4 10 15,0 0-3-15,1 2-5 0,1-2-3 0,0 1-8 16,-1-1 5-16,-1 0-5 0,4 1 19 0,-3 1 0 15,3 0-6-15,-1-1 5 0,1 2-10 0,1-3-9 16,0 2 19-16,-1-2-14 0,1 3 17 16,1 1-17-16,2-3 6 0,-1 1 15 0,-1 1-13 15,-1-2 5-15,3 2 7 0,-3-1-11 16,4 1 2-16,-2-1-13 0,-1 2 4 0,-1 0 14 16,2-1-9-16,-2 2 7 0,1-3 4 0,-1 2-6 15,2 0 4-15,-1-2-6 0,0 4-3 0,0-3 4 16,-1 1 8-16,0 1-24 0,1-2 1 0,-1 0 19 15,0 3-6-15,-3-4-14 0,4 0 14 16,0 4 16-16,-2-4-16 0,1 5 2 0,-2-5-2 16,2 1 2-16,1 0-2 0,-1 0-7 15,-1 1 10-15,-1-2-2 0,2 4-4 0,0-5 3 16,-1 0 3-16,0 3-19 0,0 0 21 0,0-1 5 16,-2 0-11-16,3 1 13 0,-1-3-14 15,2 3-7-15,-4 0 13 0,2-3-2 0,-1 3-3 16,0-1 5-16,4 0 2 0,-2-2-12 15,-2-1 10-15,1 3-2 0,2 1 1 0,-2-3-4 16,-3 1 0-16,3-1 2 0,-1 1 7 0,-1 1-6 16,1-2 0-16,2 2-2 0,-4-2 0 15,2-1 0-15,-1 0 2 0,0 1 1 0,0 0-6 16,1-1-4-16,-3 3 15 0,2-3-4 0,1 0 7 16,-3 3-2-16,1-3-7 0,2 0-11 0,-2 0 15 15,-1 1-7-15,1-1 14 0,2 2-14 16,-3-2 26-16,0 0-15 0,0 0 4 0,0 0-14 15,0 0 19-15,0 0-18 0,0 0 3 16,0 0-4-16,0 0 14 0,0 0-23 0,0 0 7 16,0 0-16-16,12 0-10 0,-15 0-8 0,2 0-29 15,1 0-33-15,0 0 8 0,4-2-103 0,-7 1-123 16,6-5 24-16,-3 4 20 0,0-3-69 16,0 0 35-16,0 2 17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05:41:46.766"/>
    </inkml:context>
    <inkml:brush xml:id="br0">
      <inkml:brushProperty name="width" value="0.06667" units="cm"/>
      <inkml:brushProperty name="height" value="0.06667" units="cm"/>
      <inkml:brushProperty name="fitToCurve" value="1"/>
    </inkml:brush>
    <inkml:context xml:id="ctx1">
      <inkml:inkSource xml:id="inkSrc1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1" timeString="2022-01-19T05:41:33.765"/>
    </inkml:context>
  </inkml:definitions>
  <inkml:trace contextRef="#ctx0" brushRef="#br0">114 68 296 0,'0'0'71'0,"0"0"1"0,0 0 12 0,0 0-11 16,0 0 47-16,0 0-13 0,0 0-16 16,0 0 1-16,0 0-10 0,0 0-11 0,0 0-12 15,0 0-7-15,0 0 20 0,0 0-11 0,0-18-21 16,0 18 3-16,0 0-40 0,0 0 39 15,0 0-16-15,0 0-3 0,0 0-4 0,0 0 35 16,11-24-11-16,-13 22-21 0,1 0-14 0,1-2-7 16,0 4 10-16,0-2 4 0,0 1 16 15,0-2-58-15,0 0 51 0,0 2-7 0,0 0-1 16,0-3-5-16,0 0 2 0,0 2 9 0,0-1-18 16,0 0 8-16,0 3 29 0,0 0-43 15,0 0 22-15,0 0-11 0,0 0 15 16,0-8 3-16,0 8 19 0,0 0-3 0,0 0-14 15,0-8 9-15,0 8-31 0,0 0 5 16,0 0 17-16,0 0 5 0,0-9-6 0,0 9-3 0,0 0 8 16,0 0 3-16,0 0 4 0,0 0 6 15,0 0-24-15,0 0 6 0,0 0 14 0,0-6-15 16,0 6 5-16,0 0-7 0,0 0 5 16,1-9-6-16,-1 9 8 0,0 0-15 0,-1-3 14 15,1 3-22-15,0 0 14 0,0 3-14 0,0-3 9 16,0 0 7-16,0 0-12 0,0 0-11 15,0 1 6-15,0 1 12 0,0-1-17 0,0-1 14 16,-2 2-19-16,2 1 13 0,0-2 0 0,0 3-4 16,2-2-8-16,-2 4 21 0,0-4-7 15,1 3-10-15,1-1 8 0,-2 3 9 0,0-4-12 16,2 2 10-16,-2 3 6 0,0-8-20 16,0 0 8-16,0 8-11 0,0-1 6 0,0-7-9 15,0 8 11-15,0-8 22 0,0 9-11 0,0 1-18 16,6 5 17-16,-6-10-13 0,4 3 15 15,-4-2 13-15,0 1-27 0,1-1-5 0,-1-6-3 16,0 0 15-16,0 12 4 0,0-4-6 0,0 0 9 16,0 0 0-16,0 2-7 0,0-2 11 15,0 7-23-15,0 0 0 0,0-2 13 0,0-1-10 16,0-1-8-16,0 0 1 0,0-3 9 0,0 1 0 16,0-9 9-16,0 11 3 0,0-3-14 15,0-1 21-15,0 0 0 0,0 3-36 0,0-2 7 16,0-8 12-16,0 9 6 0,0 1-25 15,0-10 11-15,0 8-2 0,0 0 0 0,0-8 15 16,0 9-1-16,0-9 10 0,0 10-38 0,0-10 47 16,0 9-36-16,0-9 23 0,0 8-25 0,0-8 13 15,0 7-13-15,0-7-5 0,0 0 35 16,0 8-31-16,0-8 28 0,0 0-30 0,0 10 19 16,0-10-4-16,0 0-13 0,0 0 7 15,0 8 13-15,0-8-31 0,0 0 16 0,0 0 26 16,0 0-11-16,0 8-22 0,0-8-12 0,0 0 19 15,0 0 4-15,0 0 7 0,0 7 21 16,0-7-22-16,4 9-26 0,-4-9 3 0,0 0 12 16,0 0-10-16,0 0 17 0,0 4-6 15,0-3 2-15,0-2 13 0,0 1 12 0,-4 1-36 16,6 0-9-16,-2-1 13 0,2 2 32 0,-2-2-14 16,0 2-20-16,0-1 0 0,0-2 21 0,0 2-20 15,0 1 18-15,0 0-2 0,-2-2-3 16,2 2 5-16,-2-1 0 0,6 0-17 0,-4-1 2 15,0 0-8-15,0 2-6 0,1 1 16 0,1 0 17 16,-2-3 14-16,0 2-46 0,1 1 10 16,2-2 28-16,-3 3-32 0,0-3 3 0,0 0 18 15,0 2-5-15,0-2 5 0,0 4-1 0,0-5 3 16,0 3 5-16,1-2-28 0,-1 4 1 16,0-3 5-16,0 0 3 0,-1-2 10 0,1 5-3 15,0-2 23-15,0-3-27 0,1 2-14 16,-1-2 1-16,0 0 16 0,0 0-1 0,0 0-23 15,0 0 18-15,0 0-11 0,0 8 37 16,0-8-4-16,0 0 12 0,0 0-42 0,0 0 11 16,0 0 23-16,0 0-12 0,0 9-22 0,0-9 33 15,0 0-32-15,0 0 8 0,0 0 11 16,0 0 14-16,0 0-5 0,0 5-24 0,0-5 31 16,0 0 10-16,0 0-34 0,0 0-4 15,0 0 33-15,0 0-9 0,0 0-6 0,0 0-7 16,0 0-26-16,0 0 25 0,0 0 5 0,0 0-15 15,0 0-11-15,-5 11 34 0,5-11-25 0,0 1 6 16,0-1-1-16,0 0 4 0,0 0 5 0,0 0 11 16,1 0-34-16,-1 0 39 0,0 0-13 15,3 0-16-15,-3 2 17 0,0-2 9 16,-3 0-52-16,2-3 5 0,1 3-6 0,0 0-1 16,0 0-13-16,0-2-39 0,0 0-40 0,-2 1-12 15,2 1 14-15,-1 0-135 0,-3 0-87 0,0-1 28 16,3 1-127-16,-1-4 27 0,-2 3 63 15,-1-2 43-15,2 3 45 0</inkml:trace>
  <inkml:trace contextRef="#ctx1" brushRef="#br0">0 0 0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05:43:01.825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-361 1820 232 0,'0'0'108'0,"0"0"-8"15,0 0-13-15,0 0-11 0,0 0-10 0,0 0-5 16,0 0-10-16,0 0 53 0,0 0-13 15,0 0-24-15,0 0-20 0,0 0 32 0,0 0-34 16,0 0 31-16,0 0 4 0,0 0 0 0,0 0-42 16,0 0 2-16,0 0-6 0,0 0 1 15,0 0 9-15,0 0-12 0,0 0-11 0,0 0 1 16,0 0-9-16,0 0-6 0,0 0 7 0,0 0-7 16,0 0 2-16,0 0 14 0,0 0-42 0,0 0 33 15,0 0 2-15,0 0-4 0,0 0-10 16,0 0 29-16,0 0-2 0,1 23-3 0,3-23-36 15,2 0 15-15,-1 0 0 0,2 0-3 16,1-3-3-16,-8 3 15 0,10 0-12 0,-4 0-9 16,3 0-23-16,4 0 31 0,4 0 11 15,1 0-3-15,11-10 5 0,-18 8-2 0,1 2-16 16,-3-3 5-16,-9 3 3 0,8 0-7 16,-8 0 23-16,11 0-26 0,-4 0 16 0,-7 0-7 15,10 0-19-15,0 0 15 0,-10 0 3 0,8 0-39 16,-8 0 18-16,10 0 20 0,-10 0-25 15,8 0-5-15,-8 0 39 0,0 0 1 0,11 0-42 16,-11 0 9-16,0 0 36 0,9 0-14 0,-9 0 12 16,0 0 21-16,7 0-43 0,-7 0-19 0,0 0 46 15,0 0-7-15,11 0-37 0,-11 0 39 16,0 0-8-16,0 0-16 0,0 0 23 0,7 0 13 16,-7 0-42-16,0 0 27 0,0 0 1 15,0 0-20-15,0 0 12 0,0 0 3 0,0 0 4 16,0 0-7-16,0 0-31 0,9 0 25 15,-9 0 19-15,0 0-1 0,0 0 2 0,9-13-12 16,-6 13-34-16,-3 0 56 0,0 0-34 0,0 0 24 16,0 0-7-16,-4 0-2 0,4 0 10 15,4 0-7-15,-4 0-10 0,0 1-17 0,1-1 4 16,-1 0-32-16,0 0 54 0,0 0-20 16,0 0-16-16,0 0 37 0,0 0 0 0,0 0-12 15,4 0 8-15,-4 0 5 0,2 0-8 0,-2 0 5 16,0 0-7-16,1 0 7 0,-1 0-4 15,0 0-25-15,-1 0 47 0,-3-1-22 16,6 2-12-16,-2-1 5 0,0 0 23 0,2 0 3 16,-4 0-49-16,4 0 29 0,-1 0-14 0,-1 0 21 15,0 0-39-15,-1 0 14 0,2 0 24 0,-1 0 3 16,0 0 10-16,0 0-42 0,-1 0 19 16,1 0 8-16,-2 0-8 0,2 0-20 0,0 0 37 15,0 0-10-15,-2 0-17 0,0 0-16 0,2 0 51 16,2 0-51-16,-2 0 36 0,-2 0 15 15,2-1-34-15,0 1 24 0,0 0-2 0,0 0-12 16,0-1 10-16,0 2-34 0,0-1-6 16,0 0 56-16,0 0 5 0,0 0-23 0,0 0-32 15,0 1 27-15,0-1 5 0,0 0 2 16,0-1-11-16,0 2-5 0,0-2 9 0,0 1-22 16,-1 0 43-16,1 0-14 0,-3 0-7 0,6 0 5 15,-3 0 2-15,0 0-18 0,0 0-28 16,0-1 35-16,-3 1 4 0,3 1-4 0,0-1 7 15,0 1 11-15,0-1-22 0,3-1-17 0,-3 1 42 16,0 1-10-16,0-2-18 0,1 0-26 16,-1 1 20-16,0 0 23 0,0 0-32 0,0 0 3 15,0 0 55-15,0 0-23 0,0 0-4 0,0 1-38 16,0-1 5-16,0 0 22 0,0 0 29 16,0 1-21-16,0-1 4 0,0-1 8 0,0 2-3 15,2-1-6-15,-4-1-45 0,2 1 45 16,0-1-8-16,0 1 17 0,0 0-14 15,0 0-39-15,2 0 28 0,-2 1-8 0,0-1 45 16,-2-1-18-16,2 1-30 0,0 0 26 0,0 1-30 16,0-1-13-16,0 0 16 0,0 0 22 15,0 0 12-15,0 0-1 0,0 0-23 0,0 0-4 16,-1 1 50-16,1-1-28 0,0 0-25 16,0 0 41-16,0 0-33 0,0 0 12 0,0 0-4 15,0 0-7-15,0 0-3 0,0 0-14 0,0 0 9 16,0 0 27-16,0 0 3 0,0 0 8 0,0 0-27 15,0 0-21-15,0 0 37 0,0 0 1 16,0 0-8-16,0 0 24 0,0 0-54 0,0 0 31 16,0 0-44-16,0 0 60 0,0 0-34 15,0 0 4-15,0 0 13 0,0 0-8 0,0 0 1 16,0 0 12-16,0 0-6 0,0 0 23 0,0 0-36 16,0 0-14-16,0 0 26 0,0 0-15 15,0 0 22-15,0 0-6 0,0 0-7 0,0 0-1 16,0 0 1-16,0 0-6 0,0 0 6 0,0 0-10 15,0 0 6-15,0 0 1 0,0 0-24 16,0 0 1-16,0 0 62 0,0 0-15 0,0 0-33 16,0 0 2-16,0 0 1 0,0 0 12 15,0 0-11-15,0 0 1 0,0 0 0 0,0 0 13 16,0 0-14-16,0 0 0 0,0 0-15 0,0 0 3 16,0 0 41-16,0 0-2 0,0 0-1 15,0 0 13-15,0 0-4 0,0 0-2 16,0 0 1-16,0 0-42 0,0 0 1 0,0 0-2 15,0 0 20-15,0 0-7 0,0 0 33 0,0 0-7 16,0 0-36-16,0 0 24 0,0 0 14 0,0 0-22 16,0 0-15-16,0 0 17 0,0 0-1 15,0 0 0-15,0 0 2 0,0 0-18 16,0 0 1-16,0 0 2 0,0 0 24 0,0 0-8 16,0 0 7-16,0 0 0 0,0 0-1 0,0 0 19 15,0 0-40-15,0 0 26 0,0 0 2 16,0 0-1-16,0 0-3 0,0 0-10 0,0 0 12 15,0 0-1-15,0 0-2 0,0 0-10 0,0 0-6 16,0 0-21-16,0 0 43 0,0 0-26 16,0 0 1-16,0 0-36 0,0 0 4 15,0 0 53-15,0 0-1 0,0 0-1 0,0 0-20 16,0 0 4-16,0 0 22 0,0 0 8 0,0 0-24 16,0 0 0-16,0 0-11 0,0 0 35 15,0 0-32-15,0 0 12 0,0 0 20 0,0 0-47 16,0 0 19-16,0 0 14 0,0 0-10 0,0 0 7 15,0 0 20-15,0 0-25 0,0 0 12 16,0 0 19-16,0 0-36 0,0 0 10 0,0 0-35 16,0 0 37-16,0 0 4 0,0 0-13 15,0 0-19-15,0 0 21 0,0 0 8 0,0 0-14 16,0 0-18-16,0 0 37 0,0 0-1 16,0 0-10-16,0 0 21 0,0 0-21 0,0 0 10 15,0 0-7-15,0 0-1 0,-27-12 4 0,26 12-2 16,-5 0 5-16,5-3-40 0,-4 3 57 0,1-1-22 15,2 1-3-15,-2-3 0 0,-1 2 0 16,2 1-7-16,-1 0 11 0,-1-1-24 0,2 1 1 16,3 0 28-16,0 0-4 0,0 0 0 0,0 0-20 15,-10 0-16-15,10 0 39 0,0 0-10 16,-10 0 23-16,10 0 3 0,-11 0-62 0,11 0 38 16,0 0-27-16,-9 0 23 0,9 0-3 0,-10 0-15 15,10 0 22-15,-10 0-19 0,10 0-8 16,-12 0 39-16,-3 15-16 0,8-13 31 0,2 0 3 15,-2 0-25-15,1 0-28 0,0 2 13 16,-1-1 10-16,1-1 0 0,0 0-23 0,1 2 31 16,0-1-1-16,0-2-6 0,0 4 18 0,-2-4-1 15,3 4-31-15,1-4 6 0,-3 2-30 16,3 1 17-16,-4-3 27 0,3 5 7 0,0-4-6 16,0 1-37-16,-1 0 31 0,3 1 1 15,-2 0-14-15,0 0 22 0,1 1-8 0,-2-3-10 16,4 2-10-16,-4 1 32 0,1 0-40 0,1 0 22 15,-1 1-31-15,3-3 36 0,1 4 0 16,-4-2-14-16,3 1 15 0,0 0 7 0,1 0-14 16,-3-2 3-16,3 4-5 0,0-1 23 0,0-7-19 15,0 0-13-15,0 11-27 0,0-5 13 16,0 8 34-16,0-1-36 0,0-3 20 0,17 9 23 16,-13-14-9-16,-2 4-11 0,2-1 18 0,-1-4-12 15,2 2 4-15,-1-2-30 0,2 1 43 16,-2 1-22-16,3-2 9 0,6 8-7 0,-7-7-11 15,4 1-19-15,-1 2-1 0,-1-3 14 16,0-3 1-16,2 2 33 0,-3-2 2 0,2 1-8 16,-2-3-11-16,15 6 2 0,-5-5 20 0,-1 0-8 15,-16-1 12-15,11 0-40 0,-2 0 18 16,2 0 3-16,0 0-10 0,5 0 14 0,15-13 1 16,-14 7 13-16,-2 0-39 0,2-1 23 15,-6 1 5-15,-2 1-16 0,2-2-3 0,-6 4 16 16,3-3 5-16,-1 1-41 0,-1 0 30 0,0 3-17 15,-1-3 49-15,-2 1-28 0,2 0-3 16,-1-1 7-16,-2 2-13 0,2 0 7 0,-1-3-15 16,0 1 30-16,-1-1 13 0,-2 1-11 15,4 0-1-15,-3-1-15 0,-1 0 3 0,0-3 3 16,0 6-13-16,0 3 27 0,0 0-2 16,0-8 0-16,0 8-13 0,0-10 9 0,0 10-1 15,0-10-2-15,0 10-22 0,0-12 17 0,0 12 16 16,0-9-25-16,-15-6-2 0,13 10 11 15,2 1-14-15,-1-2 14 0,0 3-6 0,-3 0 2 16,0-3-1-16,2 3 8 0,0-4-31 16,0 5 14-16,0-1 16 0,-1-2-16 0,1 1 0 15,1 2 23-15,-3-2-11 0,1 1-10 0,0 0 23 16,-3 0-12-16,5 0-25 0,-4 1 29 16,0 1-2-16,2-5-3 0,-2 5 8 0,-1-2 0 15,-2 1-18-15,4 2 1 0,-5-4-11 0,4 4 7 16,-2-2 3-16,1 2 1 0,-1-3-8 15,1 3 9-15,-3 0-6 0,2 0-14 0,2-1 5 16,-1 1-6-16,6 0 1 0,0 0-8 16,-10 0-35-16,2 0 5 0,8 0-73 0,-12 0-28 15,3 0-63-15,9 0-168 0,-18 12 24 0,10-10 20 16,3-1 65-16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05:45:21.948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8 4408 490 0,'0'0'191'0,"0"0"-37"0,0-17-27 16,0 17 31-16,0 0-18 0,0 0 0 16,0 0-1-16,0-15-28 0,0 15 5 0,-9-20-14 15,5 15-15-15,3 4-19 0,-3-1 4 0,3-1-4 16,-5 3-24-16,5 0 1 0,-4-3 2 15,0 3 7-15,0 0-7 0,-1 0-6 0,0 0 4 16,6 0-14-16,0 0 3 0,-12 0-9 0,5 0 19 16,-2 0-17-16,-2 0 12 0,-18 16 3 15,4-8-7-15,4-2-5 0,3 0 0 0,0 3-1 16,5-3-5-16,-4 4 9 0,1 1-16 16,1-1 5-16,3 1-11 0,0-1 7 0,0 4-2 15,2-4-7-15,4-2 22 0,-1 1-5 16,3 1-14-16,3-2-1 0,-7 10 13 0,4-5-20 15,4 1-1-15,0-1 9 0,0-1-10 0,0 0 9 16,0-1-18-16,0 7 3 0,17 17 11 16,-10-17-5-16,-1 0 3 0,-1-4 12 0,0-1-21 15,7 1-1-15,0 1 9 0,3-1 2 0,-7-4 11 16,6 3-16-16,-5-4 4 0,1-3 14 16,2-2-28-16,-2 0 10 0,8 5 6 0,-2-6 5 15,-3-3-3-15,2 0-10 0,-15 0-1 16,15 0 11-16,5 0 0 0,20-16 0 0,-20 12-12 15,-2-5 10-15,-2 1-11 0,3 2 8 0,1-4-8 16,-3 2 1-16,-5 2 12 0,-1 1-18 16,3-4 9-16,-1 3-7 0,-4 1 3 0,0 1 0 15,-2-1 19-15,-2 0-6 0,0-2-13 16,-2 5 5-16,2-2-3 0,-1-2 1 0,-2 0-4 16,4 0-4-16,-3-3 12 0,0 6-10 0,0-5 19 15,-3 0-15-15,0 0 13 0,2 1-3 0,-2-1 11 16,0 8-2-16,0-10 4 0,0 1-7 15,0-3 24-15,-14-21-11 0,6 15-25 16,2-3 32-16,-1 3-14 0,2 5-1 0,0 1-7 16,2 1-11-16,-2 3 3 0,1 1 0 0,-1-2 4 15,-1-7 18-15,1 5 8 0,-1 1-16 16,3 1-13-16,-1 3 13 0,2 0 14 0,-1 1 0 16,0 1-28-16,-2 2 5 0,0-3 29 15,1 0 3-15,1 1-9 0,-2 0-6 0,0 0-22 16,0-2-3-16,-1 3 0 0,-6-10-18 0,1 7-11 15,0 1 17-15,-9 0-30 0,9-3-40 16,-1 5-23-16,2 0-20 0,-1 0-44 0,6 3 16 16,-1 0-136-16,6 0-119 0,0 0 14 0,0 0 26 15,-11 0 24-15,11 0 27 0,0 0 10 16,0 0-73-16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05:43:04.749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2467 1690 629 0,'0'-2'209'16,"-2"-5"-17"-16,0 3-45 0,0 2 3 0,2-2-21 15,-1 1-18-15,1 1-13 0,0-2 4 16,0 3-24-16,-2-2-30 0,0 1 4 0,1 1-2 16,0-1-3-16,1 1-18 0,0-3 11 0,-3 3 10 15,3 1-32-15,-1-1-11 0,1-2 4 16,0 3 20-16,-2-2-20 0,2 1 10 0,0 1-2 15,0 0-4-15,0-1-13 0,0-1 6 0,0 2-1 16,0 0 8-16,0 0-17 0,-2 0 17 16,4-3-5-16,-4 3-1 0,1-1-4 0,2 1 9 15,-1-2-6-15,-1 2-14 0,2 0 5 16,-1 0 11-16,2 0-6 0,-2 2-25 0,0-2 30 16,0 0-9-16,0-2 10 0,-2 2-13 0,2 2 6 15,-1-1-6-15,1-1-2 0,0 3 10 0,0-3 4 16,3 3-4-16,-3 0-3 0,0 1-7 15,2 1 17-15,2 1-6 0,-3 0-9 0,5 14 11 16,-2-6 4-16,1-2 3 0,-1 6-16 0,4 0-3 16,-1 1 4-16,-2 1-8 0,1-1 1 15,-1 2-27-15,2-1 34 0,-2-3 3 0,1 6-12 16,2-5 8-16,-3 2-16 0,-1-6 24 16,1 4-9-16,2-4-5 0,-6-2 19 15,0-2-4-15,6 10-16 0,-3-8 21 0,0-1-3 16,-2-3 10-16,1 1-13 0,-3-1 4 0,2 2-13 15,2-5 10-15,-4 3-7 0,2-3-4 16,-1 1-1-16,1 1 18 0,-2-2-7 0,2-1 0 16,-2 1 11-16,1 1 0 0,-1-2 2 15,1 2-14-15,-1-2 19 0,3-3-26 0,-2 5 6 16,0-5 9-16,-1 0-11 0,3 2-3 0,-3-3 15 16,0 0-5-16,0 0 3 0,0 0-12 0,0 0 14 15,0 0 13-15,0 0-15 0,0 8 22 16,0-8-13-16,0 0 6 0,0 0-12 0,0 0 12 15,0 0-18-15,0 8 10 0,0-8-6 16,0 0 11-16,4 8-6 0,-5-8-6 0,1 2 4 16,1-4-21-16,1 2 15 0,-2 0-13 0,0 0-16 15,0 0 1-15,0 0-1 0,2 0-10 0,-2 0-17 16,-2 0-4-16,2-1-8 0,0-1-34 16,0 2 5-16,0-1-90 0,0-4-96 0,0 1 22 15,0 1 17-15,0 0 19 0,0-2-158 16,-3 2 12-16,0 1 72 0</inkml:trace>
  <inkml:trace contextRef="#ctx0" brushRef="#br0" timeOffset="-787.375">1929 1820 433 0,'0'0'160'0,"0"0"-13"15,0 14-2-15,0-14-17 0,0 0-16 16,0 0 2-16,0 0 5 0,0 0-15 0,0 0 16 15,-16 0-20-15,16 0 9 0,0 0-30 0,0 0-4 16,0 0 1-16,0 0-25 0,0 0 6 16,0 0 6-16,0 0-21 0,0 0-12 0,0 0-13 15,0 0 20-15,0 0 9 0,0 0-16 0,0 0-10 16,0 0 2-16,0 0-1 0,0 0-19 16,0 0 19-16,0 0-8 0,0 0-8 0,0 0 13 15,0 0 9-15,11 21-9 0,-3-21-5 16,-3 0-4-16,3 0 13 0,0 0-12 15,-8 0-22-15,9 0 21 0,1 0 4 0,-2 0-2 16,10 0-13-16,0 0 11 0,3 0 1 0,-3 0-5 16,2 0-19-16,0 0 16 0,0 0-7 15,-3 0-21-15,-1 0 31 0,-5 0-1 0,3 0-15 16,-3 0 12-16,9-15-1 0,-13 15 0 0,1 0 2 16,-2-1 2-16,-1-1 1 0,0 2-11 15,2 0 23-15,-5-1 4 0,4-1 9 0,-2 2-15 16,-4 0-1-16,0 0 19 0,0 0-11 15,0 0 6-15,0 0 0 0,7 0-12 0,-7 0-7 16,0 0-14-16,9 0-1 0,-9 0-14 0,0 0-13 16,0 0-46-16,0 0-14 0,8 0 8 15,-8 0 7-15,0 0-92 0,0 0-23 0,0 0-39 16,0 0-78-16,0 0-21 0,0 0 19 0,9 0 9 16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1-19T05:42:13.388"/>
    </inkml:context>
    <inkml:brush xml:id="br0">
      <inkml:brushProperty name="width" value="0.06667" units="cm"/>
      <inkml:brushProperty name="height" value="0.06667" units="cm"/>
      <inkml:brushProperty name="fitToCurve" value="1"/>
    </inkml:brush>
    <inkml:context xml:id="ctx1">
      <inkml:inkSource xml:id="inkSrc1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1" timeString="2022-01-19T05:42:32.068"/>
    </inkml:context>
  </inkml:definitions>
  <inkml:trace contextRef="#ctx0" brushRef="#br0">2106 526 0</inkml:trace>
  <inkml:trace contextRef="#ctx1" brushRef="#br0">2211 287 242 0,'0'0'129'0,"0"0"-22"0,0-18-15 0,0 18 21 16,0 0 25-16,0 0-42 0,0 0 27 0,0 0-25 15,0 0 11-15,0 0-36 0,0 0 32 16,0 0-15-16,0 0 5 0,0 0-33 0,0 0 16 16,0 0 3-16,0 0 7 0,0 0-1 15,0 0-11-15,0 0 10 0,0 0-4 16,0 0-12-16,0 0 10 0,0 0-21 0,0 0 1 15,0 0-3-15,0 0-11 0,0 0-5 0,0 0 3 16,0 0-11-16,0 0 22 0,0 0-28 16,0 0 2-16,0 0-3 0,0 0 17 0,0 0-15 15,0 0 15-15,0 0-19 0,0 0-11 0,0 0 13 16,0 0-14-16,0 0-12 0,0 0 9 0,0 0-6 16,0 0 14-16,0 0-9 0,0 0-11 15,0 0 15-15,0 0 4 0,0 0-4 0,0 0-15 16,0 0 0-16,0 0 3 0,0 0 7 0,-12 6 1 15,12 1-15-15,4-1 10 0,-3 2 1 16,2-3-2-16,-3 4-1 0,3 1-2 0,-2-1-8 16,3 11 20-16,0 2 2 0,-2-2-11 0,0-1 15 15,1-2-19-15,1 3 11 0,-4-2-8 16,2-4-7-16,-1-1 17 0,4 8-17 0,-4-4 4 16,-1-3-5-16,3-2 22 0,-3 0-8 15,2 7-9-15,-2-2 22 0,0-4-27 16,3 0 6-16,-2 0-3 0,1-4 14 0,-2 1-17 15,0-5-2-15,0 3 27 0,0-2-17 0,0 1-8 16,0-4 6-16,4 5 11 0,-4-6-5 0,0 5-13 16,0-3 22-16,0 1 12 0,0-1 27 15,0-3-3-15,0 2-11 0,0 0 33 16,0-3-15-16,0 0 30 0,0 0-39 0,0 0 8 16,0 0 15-16,0 8-17 0,0-8-24 0,0 0-2 15,0 0-3-15,0 0 2 0,0 0-15 16,0 7 17-16,0-7-9 0,0 0-19 0,0 0-3 15,1 9-66-15,-2-9-11 0,1-3-46 0,-3-3-58 16,2 5 16-16,-2-4-154 0,0 1 26 16,2-1 24-16,0-2 21 0,-2-2-159 0,3 4 24 15,-1-2 64-15,1-2-6 0,0-1 10 16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05:42:37.542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4352 366 237 0,'0'0'110'16,"0"0"45"-16,0 0 9 0,0 0-21 0,0 0 7 15,0 0-33-15,0 0 18 0,0 0-20 16,0 0-9-16,0 0 23 0,0 0-27 0,0 0-7 16,0 0 12-16,0 0-22 0,0 0 1 0,0 0-19 15,0 0-5-15,0 0 0 0,0 0-2 0,0 0-34 16,0 0 32-16,0 0-16 0,0 0-7 16,0 0-8-16,0 0 7 0,0 0-18 15,0 0 18-15,0 0-19 0,0 0 7 0,0-10-2 16,-4 11-5-16,-1 0-1 0,5-1 1 0,-5 1-8 15,2-1-1-15,-1 3 6 0,0 1-5 0,3-2 2 16,-2-2-1-16,0 3 1 0,-1-1-5 0,0 2-2 16,0 0 1-16,0-4 1 0,3 4 3 15,-4 0-3-15,3-2-11 0,-3-1 13 0,4 6-5 16,-4-4 9-16,3 3-13 0,-1-4 3 16,-1 6 12-16,2-3-12 0,-3 1-3 0,4 3 0 15,0-3 15-15,1 2-19 0,-3 0-3 0,2 0 13 16,0-2 0-16,-1 3 3 0,0 0-1 15,0 0-24-15,2 1 18 0,0-4-16 0,-1 4 22 16,1-3 10-16,0-7-21 0,0 16-12 16,0 2 14-16,0 0 6 0,0-3 3 0,0-3 8 15,13 12-6-15,-13-15 5 0,4-2-18 16,2 10 6-16,-1-6 6 0,-1 2-13 0,0-3 19 16,1-2-7-16,2-1-1 0,-2-1 2 0,0 0 0 15,7 9 5-15,-2-6-14 0,-2-2 4 0,1 0 7 16,5 3-4-16,-4-4-6 0,-2-2 21 15,3 1 1-15,-5 0-12 0,3-4-8 0,-1 1-4 16,-2-1 22-16,3 2-15 0,-1-3 15 0,-8 0-1 16,9 0 3-16,-1 0-17 0,9 0 4 0,21-12-3 15,-18 3-8-15,2-1 17 0,-4 3-15 16,2-3 12-16,0 1-3 0,-3 0-1 16,-6 2 3-16,-1-1-6 0,1 2 13 0,-5-1-9 15,2 3 9-15,-4-3-10 0,-2 4 22 16,4-4-15-16,-2 4 16 0,-3-2-4 0,4 1-12 0,-4-3 6 15,2 2 3-15,-3 0 11 0,1-2 0 16,-1-1-20-16,0 1-3 0,0 7 31 0,0 0-33 16,0-10 8-16,0 0 4 0,0 3 8 0,0-1-7 15,0 0 0-15,0 0 16 0,-13-16-29 16,4 12 13-16,8 2 10 0,-3 1 5 0,-2 0-13 16,2 1 3-16,1 4-7 0,-2-2 16 15,0 1-2-15,2-2-30 0,-1 4 17 0,-1-5-20 16,3 4 23-16,-2-1-11 0,-1 1-20 0,-1-2 32 15,4 2-31-15,-2-2 6 0,-1 3-3 16,2-2 2-16,-1 0 18 0,-1 3 4 0,0-4-26 16,2 3-17-16,-2 0 11 0,0 0 20 0,0 1-15 15,0-1 3-15,-2 1 19 0,2 0 5 16,0-1-32-16,-2 0 2 0,1 1-4 0,-3 1 41 16,3-1-32-16,-1 1 8 0,1-1 15 0,-1 0-27 15,-2 0 2-15,3 2-17 0,-2-3 12 0,1 3 17 16,-2-2-8-16,9 2 11 0,0 0 11 0,-10 0-36 15,2 0 13-15,8 0 6 0,-11 0-14 16,4 0 8-16,7 0-1 0,-11 0 7 16,0 0-14-16,11 0 24 0,-7 0-18 0,7 0 30 15,-12 0-7-15,3 0-41 0,9 0 19 0,-10 0-5 16,10 0 19-16,-9 0-16 0,9 0 1 16,-10 0 19-16,-6 15-25 0,11-13-10 15,2-2-25-15,-1 0-12 0,-2 3-19 0,4-3-15 16,-2 0-20-16,2 1 0 0,-2 1-30 0,3 1 13 15,-2 1-104-15,2-4-54 0,1 4-96 16,4-4 44-16,-3 0-18 0,3 1 23 0,-2-2 12 16,4-3 51-16</inkml:trace>
  <inkml:trace contextRef="#ctx0" brushRef="#br0" timeOffset="30437.671">4640 1960 397 0,'0'0'203'0,"0"0"-29"0,0 0-43 0,0 0 25 15,0-15-19-15,0 15-34 0,0 0 6 0,22-27-6 16,-25 24-2-16,2 0-21 0,1-2-2 0,0 5 4 15,0-3-11-15,0 0-34 0,0 2-2 16,0-2 34-16,0 2-24 0,0-1-9 0,-1-1 16 16,1 3-1-16,1-4 2 0,-2 4-12 0,2-1 28 15,-2 1-18-15,1 0-9 0,0 0-2 16,0 0 0-16,0 0 13 0,0 0-2 0,0 0-9 16,0 0 14-16,0 0-32 0,0 0 12 15,0-10 2-15,0 10-17 0,0 0-2 0,0 0 0 16,0 0 1-16,0 0 13 0,0 0-11 0,0 0-6 15,-7-11 9-15,7 11-13 0,-2 0 0 16,2-1 11-16,0 1 2 0,0-2 3 16,0 2-17-16,-2 0 26 0,2-1-10 0,0 1-30 15,-1-1 6-15,1-1 15 0,1-1 2 0,-2 2 4 16,1 1-12-16,0-1 18 0,0-1-22 0,-3 2 14 16,2 0-16-16,1-2 16 0,0 2-23 15,0-4 16-15,0 4-13 0,0-2 17 0,0 2-16 16,-1 0 15-16,1 0-10 0,0 0 5 15,0 0-19-15,0 0 12 0,0 0-19 0,0-3 3 16,0 6 12-16,0-3-2 0,0 0-2 0,0 0-2 16,-1 0-1-16,1 0-9 0,1 2 0 15,-2 2 18-15,2 1 1 0,-1 2-17 0,1 0 6 16,6 16 12-16,-7-13-4 0,6 28-17 0,-2-10 7 16,1-1-5-16,2 0 12 15,-4 2-7-15,0-1 19 0,1-1 0 0,-3-2-26 0,6 1 2 16,-2-6 6-16,-1 3 2 0,-2-2 9 15,1 3-15-15,-2-9 3 0,-1-2 24 0,1-1-26 16,-1-4 17-16,2 2-17 0,-2-4 6 0,2-2-4 16,-2-4 4-16,0 0 10 0,0 9 12 0,0-9-10 15,0 8-5-15,0-8-12 0,0 0 5 16,0 9 10-16,0-9-8 0,0 0 41 16,0 9-32-16,0-9 12 0,0 0 17 0,0 7 15 15,0-7-38-15,0 0 24 0,0 0-6 0,0 0 8 16,0 9-36-16,0-9-1 0,0 0 8 0,0 0 1 15,0 0 19-15,0 0-15 0,0 0-25 16,0 0 9-16,0 0-14 0,0 0-3 0,0 0 1 16,2 12-18-16,-2-14-17 0,0 0 0 15,-2 2-23-15,0-2-41 0,0 0-28 0,2 0 14 16,0 0-59-16,0 2-61 0,-1-4-118 16,1 1-5-16,0 0 40 0,-1 0 22 0,-2 1 20 15,3 1 11-15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05:42:44.035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9500 64 242 0,'0'0'164'0,"0"-16"7"16,0 16-10-16,0 0-48 0,0 0-11 0,0 0 24 16,0 0-55-16,0 0 13 0,0 0 14 15,0 0 11-15,0 0-20 0,0-17-15 0,0 17 16 16,0 0-38-16,0 0 12 0,-2-19-12 0,-3 19-11 15,1 0-9-15,-3-4 4 0,2 4-12 16,-1 0 17-16,1 0 1 0,-1 0-29 0,6 0 7 16,0 0 8-16,0 0-14 0,-9 0-18 15,0 0 27-15,9 0-4 0,-10 0-12 0,10 0 2 16,-18 14 18-16,13-12-13 0,0 1-20 0,2 0 7 16,-2 2 1-16,0-1-2 0,2 2-24 15,0-2 30-15,-2 4 17 0,3-2-23 0,-2 0 20 16,1 2-18-16,-2 8 1 0,0-1-11 15,1 0 10-15,3-6-7 0,1 1 26 0,-2-2-53 16,2-8 32-16,0 9-14 0,0-1 10 16,0 0 15-16,0 7-32 0,0 1 39 0,20 19 4 15,-16-21-15-15,3 1 19 0,3-2-49 0,-5-3 26 16,-1-4-10-16,5 3 9 0,-4-2 18 16,8 3-4-16,-2-5-22 0,0 1 26 0,-4-4 1 15,4-1-34-15,0-1 24 0,-2 2-8 0,-9-2-6 16,9 0 25-16,0 0-47 0,6 0 32 0,22-17-8 15,-18 10-5-15,-3 5 28 0,-4-5-31 16,-2 0 3-16,-4 3 18 0,0 0 4 16,0-2-14-16,-1 2-10 0,2-2 19 0,-2 1 6 15,0-2-1-15,-2 4 2 0,0-4 4 0,0 3 9 16,1-3-11-16,-3 1 0 0,3 0-12 16,-3 0 25-16,-1-1 12 0,2 1-6 0,0-1 3 15,-2 7 5-15,0 0-13 0,0-11 4 16,0 6 2-16,0 5-6 0,0-11 0 0,0 1 9 15,0 10-14-15,-15-19 8 0,12 11-31 16,1 1 11-16,-4 4 0 0,0-4-5 0,-2-6-8 16,2 9 9-16,-3-7 2 0,2 5 11 0,-2 2-1 15,3-2-17-15,-1 2 9 0,-10-5-12 16,6 1-5-16,-1 3-5 0,2 0 11 0,2 4-13 16,0-3 12-16,-1 1-10 0,3 0-11 0,-1 3 6 15,1-3-14-15,1 2-14 0,-2-1-39 16,0 0 4-16,0 1-18 0,1 1 10 0,1 0-98 15,5 0-39-15,0 0-116 0,-8 0-31 0,8 0 24 16,0 0 21-16,-9 0 49 0,9 0-22 16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05:45:23.975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2609 4520 282 0,'0'0'224'0,"0"0"-69"16,0 0-29-16,0 0 22 0,0 0-36 16,0-16 30-16,0 16-28 0,-11-19-9 0,6 15-20 15,0 4-16-15,0 0 5 0,-3 0 18 16,2 4-27-16,-2-2-3 0,-10 7 7 0,4-1-4 15,-2 1-9-15,1 1-22 0,2 3-1 16,-2 0 10-16,0 1-14 0,2 0-4 0,4 1 12 16,1 0-10-16,1-2 0 0,0 4-18 15,4-2 23-15,-2 1-10 0,1 5 10 0,3-3 1 16,1-5-22-16,0 4 5 0,0-17-4 0,0 15 3 16,16 21-9-16,-12-17-8 0,6-1-7 0,-1-7 29 15,2 3-11-15,6-1-5 0,-5-3 13 16,2 2-2-16,3-6-9 0,0 1 4 0,-2-1-9 15,-2-5 3-15,-1 1 3 0,-12-2-7 16,11 0 10-16,0 0-5 0,-1 0 4 0,-4 0 2 16,3 0 2-16,-9 0 3 0,22-16-4 0,-6 10-14 15,-3-6 28-15,-2 6 4 0,-1 1 3 16,-5-2 8-16,1-2-1 0,-6 3 3 0,3 1 11 16,-1-1-24-16,-2-2 4 0,0 0 26 15,0 8-29-15,0-9 9 0,0 3-3 16,0-4 2-16,0-4-8 0,-15-17 5 0,10 19-13 15,-3 0 17-15,4 3 4 0,-1-1-23 0,-3-7 16 16,-1 8 5-16,4 1-8 0,-2 0-36 0,2 3 25 16,3 1-32-16,-5-1-24 0,5-1 1 15,-1 2-56-15,-3-2-41 0,2 2-31 16,2-3 15-16,-4 3-247 0,1-2 29 0,0-12 25 16,-2 7-22-16,1 1 33 0,1-8 18 0,-4 0 16 15</inkml:trace>
  <inkml:trace contextRef="#ctx0" brushRef="#br0" timeOffset="-74423.91">9429 3876 502 0,'0'0'149'0,"0"0"18"0,0 0-26 16,0 0-15-16,0 0-41 0,-16 0-5 0,16 0-9 15,0 0 14-15,0 0-20 0,0 0-1 16,0 0-24-16,0 0 24 0,0 0-23 0,0 0 31 16,0 0-28-16,0 0 19 0,0 0-40 15,0 0-1-15,0 0 29 0,0 0-7 0,0 0-5 16,0-15-11-16,0 15 15 0,0 0 11 0,0 0-42 15,-4-26 34-15,13 25-13 0,9-4 0 16,-3 1-13-16,0 0 15 0,-4-1-15 0,12 1-2 16,-6 2 5-16,-1-4-26 0,6 6 18 15,-3-3 1-15,-1 0-7 0,4 0-1 0,-4 2 18 16,-2 0-24-16,-3-1-7 0,-2 0 20 16,-1 2-13-16,1-1 8 0,-11 1-3 0,0 0 5 15,8 0-8-15,2 0-4 0,-10 0-2 0,10 0 0 16,-10 0 25-16,8 0 2 0,-8 0-1 0,10 0 5 15,-10 0 2-15,8 0 6 0,-8 0 2 16,0 0-10-16,9 0 14 0,-9 0-20 0,0 0 15 16,0 0-8-16,0 0 1 0,0 0-8 15,8 0 4-15,-8 0-4 0,0 0 13 0,0 0-22 16,0 0 7-16,0 0-5 0,0 0 17 0,0 0-22 16,9 0 0-16,-9 0-9 0,0 0 10 15,0 0-22-15,0 0-12 0,0 0-7 0,0 0-8 16,8 3-12-16,-8-1-19 0,0-1-13 0,-2 0-34 15,2 2 10-15,0-1-144 0,-1 0 21 16,-2 0 19-16,3-2 17 0,-1 0 15 0,-3 0-160 16,3 0-6-16,1 0 13 0,0 0 43 15</inkml:trace>
  <inkml:trace contextRef="#ctx0" brushRef="#br0" timeOffset="-103100.705">-268 3193 265 0,'0'-16'165'0,"0"16"-18"0,0 0-20 16,0 0-17-16,0 0-33 0,0-15 13 16,0 15-16-16,0 0 11 0,0 0-33 15,0 0-26-15,-11-26-4 0,11 25 0 0,0-1 15 16,-1 2-4-16,1-3-2 0,-3 2 3 0,3 0-19 16,0-1 13-16,-4 0-1 0,4 1-60 0,-5 1 7 15,5-2 11-15,2 2-6 0,-2 0-23 16,2-1 12-16,-2 1 1 0,-4-2-5 0,4 2 19 15,2-2 3-15,-4 2-23 0,2-1 31 16,0 1 17-16,0 1-19 0,4-2-2 0,-8 1 78 16,3 0-34-16,2 0-3 0,-2-2 33 0,1 2 3 15,-3-1-36-15,3 1 44 0,-1 0-24 0,0 0-7 16,1-2 19-16,0 2-5 0,-1 0-8 16,1-1-10-16,0 1 17 0,0-1-6 0,0 1-26 15,1 0 21-15,-2-2-7 0,1 2 18 16,-4-3-26-16,4 6 19 0,0-6-1 0,-2 3-9 15,0-1 6-15,2 1-22 0,-1-1 5 0,1 1-15 16,0 0 18-16,-3-2 8 0,0 4-10 16,2-2 5-16,0-2 10 0,-2 4-8 0,2-2-14 15,-2 0-7-15,3 0 9 0,-4 0-8 0,1 0 2 16,3 0-13-16,-2 0 9 0,1 1-8 16,-4 0 6-16,4-1-9 0,-3 3-10 0,0-1 7 15,1-1 13-15,-2 2-4 0,1 0-5 16,0 2 7-16,0-2-8 0,-1 2-13 0,3 0 3 15,-3 1 13-15,1-2 4 0,1 1-14 0,-1-1 10 16,3 4-20-16,-3-2 11 0,0-1-14 0,4 3 11 16,-1-2 3-16,0 4-2 0,-1-2 5 15,2-8 0-15,0 8-2 0,0 5 0 0,0 2 6 16,20 12 5-16,-14-11-18 0,3 0-8 16,0-3 18-16,3 2 8 0,-3-6-7 0,9 5-15 15,-8-6 20-15,2-6 1 0,6 8-10 0,-6-7 6 16,6 3 1-16,-4-4-1 0,-1-2-4 15,2 0 6-15,-3 0-3 0,5 0-10 0,1 0 14 0,22-18-4 16,-21 9 9-16,2 4-16 0,-2-3 16 16,-3-2-8-16,0 2-13 0,-1 0 2 0,-4 1-2 15,-2 0 19-15,-1 3 0 0,-3-4 0 16,0 2 7-16,2 2-3 0,-3-3-11 0,-3 1 21 16,3 1-6-16,-2 1 5 0,0-4-13 0,0 5 14 15,0-4 15-15,-2 7-14 0,0 0 3 16,0-9 2-16,0 1-4 0,0 8 22 0,0-10-32 15,0 1 8-15,-17-8-12 0,5 4 25 0,4 7 6 16,-1-5-33-16,3 7 6 0,1-4 21 0,-3 4-23 16,2-2 2-16,-6-3-12 0,-1 5 18 15,4-4-26-15,-1 4 20 0,2-3-10 16,-1 3-14-16,2 4 4 0,1-4 22 0,-3 2-10 16,3-1 4-16,-13-1-18 0,4-2 13 0,3 4 2 15,3 0 0-15,-1 1-19 0,3 0 8 0,-3-1-3 16,10 2 7-16,0 0 0 0,-10 0-20 15,0 0 10-15,2 0 24 0,8 0-27 0,-13 0 3 16,3 0 23-16,0 0-6 0,10 0-10 0,-11 0-9 16,-5 14 20-16,7-11 3 15,3 1-35-15,1-1 13 0,-2 0 17 0,1 1-4 16,-10 5-21-16,5-1 3 0,3-2 20 0,-1 9-12 16,2-6-3-16,6-3 1 0,-5 0-3 15,-2 0 3-15,7-1 8 0,-5-1 7 0,5 0-3 16,-4 1-15-16,1 2 4 0,2-2-9 15,2 1 6-15,-4-3 5 0,2 3-1 0,2-3-9 16,0 1 8-16,0 1 4 0,-1-1-19 0,-1-2 14 16,0 2-4-16,0 0-14 0,-1-2-14 15,2 3 2-15,1-3-12 0,-2 0 1 0,-1 1-49 16,3-3 17-16,0 0 8 0,0 0-34 16,1 3-5-16,1-1-6 0,0-4 10 0,3 2-91 15,-4-3-53-15,1 0-114 0,1 0 24 0,3-3-28 16,-4 4 8-16,2-3 36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05:43:44.593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2686 3160 283 0,'0'0'236'16,"0"0"-53"-16,0 0-6 0,0 0-68 16,0 0 30-16,0 0-3 0,0 0-41 0,0 0-12 15,0 0 13-15,0 0 13 0,0 0-4 0,0 0 10 16,0 0-33-16,0 0 6 0,0 0-13 16,0 0 2-16,0 0 4 0,0 0-16 0,0 0 0 15,-18 0-15-15,12 0 7 0,-1 0-21 0,2-3 18 16,-2 3-10-16,1 0-10 0,-2 3-15 15,8-3 22-15,0 0-12 0,-11 0-1 0,2 0-2 16,-2 0 0-16,2 0 2 0,0 0-2 16,0 0-12-16,1 0 7 0,-3 11-10 0,-7-3-10 0,4-2 9 15,-5 2-13-15,9-1 16 0,4 1 1 16,-2 1-13-16,1-2 10 0,5 1-18 16,-3-1 4-16,2 11 0 0,-2-4 10 0,4-5-6 15,1 7 8-15,-3-6-11 0,3-10-8 0,0 11-3 16,0 6 13-16,0 0 0 0,23 18-13 15,-15-16 10-15,4-1 5 0,-3 0 1 0,2-6 8 16,1 3-18-16,2 0 12 0,-2-5-9 0,-1-1-11 16,0-3 7-16,-2 0 13 0,0-2-13 15,-4-1 7-15,3-1 3 0,-1 2-7 0,-7-4 8 16,0 0-7-16,11 0-5 0,6 0 9 16,1 0 5-16,22-15-11 0,-23 7 4 0,1-2-3 15,-4 0 0-15,4-2 4 0,-1 0 3 0,-4-1 4 16,-2 1-8-16,1 0 17 0,-1-2-13 0,0-1 1 15,-1-1-12-15,-2 6 8 0,-4-1 15 16,1 2-7-16,-3 1 7 0,2 2 29 0,-4-2-14 16,0 8 0-16,0 0 18 0,0-9 1 0,0 9 18 15,0-11-6-15,0 3 11 0,0 8-7 16,0-11-16-16,-18-12-17 0,9 13 27 0,-2-2-32 16,-2 1-3-16,1 3 12 0,0-1-22 15,3 6 2-15,2-3-13 0,-2 3 29 0,-6-6-23 0,0 3 0 16,5 3 13-16,1 0-35 0,3 1 19 15,-3-2-6-15,4 1 12 0,1 3 9 16,-1-1-37-16,3 0-8 0,-2-1-26 0,0 0-10 16,3 2-22-16,-5-3-30 0,2 3-12 0,-1-1-41 15,5 1 17-15,0 0-72 0,0 0-47 16,0 0-98-16,0 0 27 0,0 0 21 0,-9 0-10 16,9 0 18-16,0 0 7 0</inkml:trace>
  <inkml:trace contextRef="#ctx0" brushRef="#br0" timeOffset="2596.759">4676 3357 509 0,'0'0'152'0,"0"0"0"0,0 0-8 15,0 0-35-15,0 0-16 0,0 0 22 0,0 0-18 16,0 0-21-16,0-16 7 0,0 16 8 0,-18 0-47 16,18 0 29-16,0 0-36 0,0 0 26 15,-28-15-11-15,26 16 16 0,-2-1-15 16,2 3-6-16,-3-3-16 0,-1 4 0 0,1 0-10 16,0-1 12-16,0 3-1 0,-1-4-14 0,2 3-10 15,-8 9 19-15,0-2-11 0,3-1 0 16,0 0-18-16,3-2 19 0,-6 5 0 0,7-2 6 15,0 1-5-15,2-3-3 0,-1 0-27 16,4-1 35-16,0-2-6 0,-2 1-7 0,2 0-26 16,-3 2 21-16,3-10 4 0,0 9-8 0,0 5 21 15,0 4-7-15,0-3-4 0,17 19-27 0,-12-19 25 16,-1-2-11-16,3 4-8 0,0-5 20 16,-2-1-28-16,5 4 9 0,-3-4 22 15,5 2-24-15,-2-5 24 0,1-3-6 0,-4 0 5 16,5-1-9-16,-2-3 20 0,1 0-20 0,-2-1 6 15,1 0-25-15,8 0 30 0,-2 0 3 16,20-15-1-16,-22 10-14 0,-1 2-26 16,-3-3 27-16,6-2-8 0,-3 2 12 0,-4-1-19 15,0 1 28-15,-2 0-11 0,-3 2 7 0,1-4-16 16,2 2 15-16,1-7-5 0,2 1 11 16,-5 0 11-16,-2 3-1 0,2-2 5 0,-5 3 11 15,0-1-9-15,0 3-6 0,2-2 7 16,-2 8-2-16,0 0 7 0,0-11 18 0,0 2-8 15,0 1-23-15,0-8 34 0,-15-12-17 0,10 18 2 16,-6-7 5-16,5 4-14 0,-6 1 9 16,1-1 2-16,-1-1-39 0,-1 2 5 0,4 6-6 15,0-1 23-15,-1 1-23 0,3 3-1 16,-2-1-9-16,3 0 0 0,-2 0 34 0,3 2-29 16,-2-2-1-16,-2 1-6 0,4 1 17 0,-1 2-16 15,1-4 23-15,-2 2-27 0,1 2-7 16,-1 0 15-16,1-2-38 0,-3 1-12 15,4 1-4-15,-2-1-25 0,2 1-1 0,-3-3-15 16,2 3-54-16,-2 0 12 0,2 0-133 16,6 0 21-16,0 0-179 0,-8 0 24 0,8 0 106 15,-10 0-7-15,10 0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05:42:40.405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6968 211 242 0,'0'0'231'0,"0"0"-47"0,0 0-65 15,0 0 7-15,0 0 30 0,0 0-32 0,0 0-10 16,0 0-11-16,0 0 13 0,0 0-13 15,0 0-37-15,0 0 8 0,0 0-48 0,0 0 28 16,0 0-3-16,0 0-41 0,0 0 34 16,0 0-14-16,0 0 1 0,0 16 7 0,0-16-10 15,0 0-15-15,0 0 15 0,0 0-3 16,-28 21-7-16,23-16 18 0,1-3-48 0,1-1 14 16,-1 2 15-16,2 1-37 0,-2-2 26 0,2 1-25 15,-3 1 23-15,4 1-3 0,-4-2 17 16,2 1-12-16,-2 1-10 0,1 2 3 15,4-4 17-15,-5 3-31 0,1-1 19 0,2 1 23 16,-1 2-2-16,2-2-9 0,-1 2-13 0,2 0-10 16,-2-1 0-16,2 2 7 0,0 0-8 15,-1 1 27-15,1 0-45 0,0 6 34 0,0-3 1 16,0 1-7-16,0 2 6 0,9-1-9 0,2 14 4 16,-7-19 16-16,1 2 2 0,-2-3-4 0,-2 0-34 15,6 7 18-15,2-3 0 0,-3-7-2 16,-1 3-1-16,2-5 7 0,-5 1 20 0,3 3-28 15,4-5-9-15,-6 0 22 0,2 1-8 16,2-2 2-16,2 1-2 0,-4 0-21 0,4 0 15 16,-3-3 16-16,3 1-18 0,2-1 0 0,-3 2 19 15,-2-2-4-15,3 0-2 0,-3 0-6 0,-6 0 13 16,0 0-31-16,12 0 17 0,-2 0-7 16,7 0 20-16,14-13-6 0,-10 5 3 0,-3 2 11 15,-1-1-13-15,0-1-26 0,-1-5 32 0,-4 5-10 16,2-2-13-16,-2 4 20 0,-3 0 0 15,-3-1-17-15,1 1 17 0,-1-2-7 0,-2 3 8 16,1 0 2-16,-5-1 0 0,7 1-3 0,-7-1 8 16,0 0 16-16,1-3-5 0,0 4-14 15,-1-2 12-15,3-2 13 0,-3 9-6 16,0 0-12-16,0-10 8 0,0 1-4 0,0 9 6 16,0-11-21-16,0 1 10 0,-14-5 4 0,11 9-4 15,-7-8 3-15,2 5-12 0,0-1 1 16,2 3-3-16,-1-1-1 0,1 5-4 0,1-2 4 15,0 1-6-15,-1 0 14 0,0-1 2 16,1 2-5-16,0 1-15 0,-2-2 2 0,2 1-8 16,-2-1 8-16,2-1 7 0,0 3-10 0,-1-2 16 15,-1 0-24-15,-1 3 21 0,3-3-12 0,-1 3 1 16,-2-2-10-16,2 0-2 0,-1 3 21 0,-1-2-4 16,3 1-8-16,5 1-8 0,0 0-6 15,-9 0 25-15,0 0-9 0,9 0-13 16,-10 0 11-16,10 0 2 0,-10 0 0 0,10 0 9 15,-12 0-12-15,12 0 8 0,-10 0-2 0,1 0 11 16,9 0-10-16,-11 0-10 0,5 0-5 0,6 0 6 16,-12 0-11-16,12 0 19 0,-11 0 2 15,11 0 5-15,-11 0-12 0,5 0-4 16,-8 9 5-16,10-8 4 0,-2-1-25 0,1 0 7 16,1 3-8-16,-1-3-4 0,3 0-23 0,2 0 10 15,0 0-12-15,0 0-18 0,0 0-26 0,0 0-8 16,0 0 9-16,0 0-27 0,-11 0-63 15,11 0-2-15,0 0-9 0,0 0-92 0,0 0-59 16,0 0 38-16,-11 1-16 0</inkml:trace>
  <inkml:trace contextRef="#ctx0" brushRef="#br0" timeOffset="71730.586">7485 3399 465 0,'0'0'160'0,"0"0"-18"0,0 0-62 16,0-17 60-16,0 17-32 0,0 0-37 15,0 0 51-15,0 0-27 0,19-31 3 0,-19 28-12 16,-3 2 27-16,3-4-24 0,0 3 11 0,0 0-2 16,-2 0 2-16,1 1-13 0,-1-4 1 15,2 5-26-15,0-3 21 0,-1 1-16 0,-2-1 8 16,1 1-28-16,2 2 15 0,-3-3-13 16,3 1 15-16,-2 1-22 0,2-2 11 0,0 0-13 15,-4 3 7-15,2 0-15 0,2 0-21 16,-1-1 21-16,1 0-16 0,0 1-9 0,-2-1 5 15,2 1-6-15,-3 1 15 0,3 1-22 0,0 5 13 16,0 0-1-16,1 1-4 0,1 19-9 16,-2-16 2-16,0 10 14 0,0 4-5 0,0 5-16 15,0 2 20-15,0 2-11 0,0 1-8 16,0-1 0-16,0 2 17 0,0-3-13 16,14 32 0-16,-13-35 13 0,-1-3-14 0,1-4-11 15,2-4 14-15,-2-6-10 0,1 8 27 0,-2-21-22 16,0 11 12-16,0-4 12 0,0 2-16 15,0-9 5-15,0 8 8 0,0-8 9 0,0 0-20 16,0 8 7-16,0-8 0 0,0 0-8 16,0 8 6-16,0-8 14 0,0 0 14 0,0 0-14 15,0 8-5-15,0-8-13 0,0 0 3 0,0 0 6 16,0 0-22-16,6 13-6 0,-6-15-19 16,-1 1-25-16,-1-1-34 0,2-1-4 0,0 0-46 15,-2 1 13-15,2-3-110 0,0 1-113 0,0 0-22 16,2-3 17-16,-2 1 28 0,3 0 27 15,-3 2 2-15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05:44:12.274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12159 3592 465 0,'0'0'162'0,"0"0"15"16,0 0-22-16,0 0-45 0,0 0 47 16,0 0-25-16,0 0-31 0,0 0 9 15,0-15 1-15,0 15-9 0,0 0 0 0,0 0-13 16,0 0-6-16,0 0-7 0,17-27 5 0,-21 24-17 16,0 3-4-16,2 0-17 0,-5-1 10 0,3 1-6 15,-2 0-3-15,-1 1-21 0,1-1 13 16,-3 3-3-16,9-3 0 0,0 0-19 0,-12 0 16 15,-12 15-8-15,7-6-6 0,4 0-10 0,3 0-5 16,-1-3 14-16,5 2-10 0,1 0 18 16,0-1-18-16,-1 0 4 0,-1 9-12 0,0-4 14 15,7-1-9-15,-9 5 12 0,7-1 2 16,-2-4-23-16,2-1 11 0,2 2 3 0,0-2-5 16,-1-4-2-16,1 2 1 0,0-8-11 0,0 10 15 15,0 4 4-15,0 1-5 0,0-2-17 0,18 20 9 16,-13-19 7-16,2-4 4 0,-1 7-2 15,1-4-5-15,3 2 5 0,-5-5-4 0,2-1 3 16,-2-3-1-16,3 0 6 0,-2 0 1 0,3-1-14 16,-4-1 7-16,7 7-4 0,1-6 9 15,-2-2-5-15,1 2-3 0,0-2 5 0,8 0-1 16,-5-1 0-16,-15-2-9 0,15 0 8 0,-3 0-1 16,4 0 7-16,8 0-12 0,21-17-11 15,-31 13 22-15,7-1-5 0,-4-5 3 0,1 1-3 16,1 1 7-16,-2-2-18 0,3 1-1 0,-9 1 17 15,-3 1 0-15,-1 1-16 0,2-2 26 16,3-5-16-16,-7 3 8 0,2-1-1 0,-2 0-13 16,-3 1 3-16,2 4 18 0,-2-3-8 0,1 3-10 15,-3-2 7-15,3 0 12 0,-3 0-3 16,0 2 1-16,0-1 11 0,0-1 1 0,0 8 10 16,0-10-6-16,0-2-18 0,-14-13-1 15,9 14 31-15,-7-4-18 0,3 5-5 0,2-1-9 16,0 4 20-16,-6-1-1 0,-1 0-35 0,6 0 30 15,-1 3-20-15,-3 0-10 0,-6-1 20 16,3 1-4-16,0 2-10 0,-5-2 6 0,0 1 17 16,4 1-28-16,4-3 12 0,-10 6 6 0,5-2-10 15,4-2-12-15,7 4 0 0,-6-2-6 16,3 2 3-16,1 0-3 0,-1 0 7 0,2 0-32 16,7 0 9-16,0 0-14 0,-11 0-3 0,1 0-17 15,1 0-4-15,9 0-27 0,-34 14-17 0,16-7 9 16,4 1-92-16,0-3-76 0,2 1-124 15,-3 2 16-15,2-3 25 0,1 0 18 16,7-3 9-16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05:44:10.323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10060 3683 314 0,'-3'-3'131'0,"2"-3"15"0,-1 2-1 15,-2-1 1-15,4 1-31 0,-2 0-17 16,-1 0-13-16,3 0 11 0,-2 2-14 0,-1-2 21 16,2 1-6-16,1 1-34 0,-1-1 22 15,-1 0 7-15,0 1-10 0,2 0-12 0,0-2-4 16,-3 1-12-16,1-1 8 0,2 3 5 16,0 0-16-16,0 1-2 0,-3-4-11 0,3 4-1 15,-1 0 2-15,1-3-9 0,-3 3-15 0,3 0 11 16,0-1-9-16,0 0 12 0,0 1-17 15,0 0 9-15,0 0 2 0,0 0-15 0,0 0-6 16,0 0 13-16,0 0-17 0,0 0 18 16,0 0-12-16,0 0-12 0,0 0 19 0,0-4-9 15,0 6-11-15,0 2 25 0,3 2-19 16,-1-1 6-16,0 1-12 0,3 13 10 0,-5-2 8 16,5-2-3-16,0 4-11 0,-1 3 3 0,-2-5-18 15,5 2 33-15,-2 1-6 0,-2 0-4 16,1-1-3-16,3-2 7 0,-3 3-2 0,-1-5 2 15,-1-2-3-15,2-1-1 0,-4-1 7 0,2 2-10 16,-2-5 12-16,1 0-3 0,-1 1-3 16,2 0 10-16,0 1 2 0,-1-1-9 0,-1-1 7 15,0 0 6-15,0 1 0 0,5 9-5 16,-5-9 17-16,0 1-14 0,0 1 2 0,0-2 1 16,0 1-2-16,0-4-10 0,0-6 0 0,0 10 3 15,0-10 9-15,0 9-16 0,0-9 2 16,0 10-3-16,0-10 6 0,0 8-9 0,0-8 18 15,0 8-11-15,0-8-1 0,0 0 3 16,0 0-4-16,0 7 12 0,0-7-9 0,0 0 0 16,0 8 22-16,0-8-4 0,0 0-16 15,0 0 0-15,0 0 15 0,0 9-7 0,0-9-14 16,0 0 7-16,0 0 11 0,0 0-5 0,-6 10-20 16,7-10-1-16,-1 1 17 0,-1 0-17 15,2-1 9-15,-1 0-12 0,-1 3 2 0,1-3-2 16,1 1 7-16,-1-1 10 0,0 0-3 0,0 2-15 15,3-2-16-15,-6 0-14 0,3-2-12 16,0-2-14-16,0 2-50 0,0-2 1 0,0 0 11 16,0 2-95-16,0-2-14 0,0-4-26 0,0 3-141 15,4-2 12-15,-3 1 26 0,-1-1 17 0,4 2 29 16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05:42:53.332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17495-46 293 0,'0'0'101'0,"0"0"51"0,0 0-23 15,0 0-17-15,0 0 6 0,0 0-32 16,0 0 18-16,0 0-6 0,0 0-17 0,22-18-9 16,-26 15-1-16,-1 0 0 0,2-2 18 15,-2 2-40-15,0 0 16 0,-2-2-3 0,-8 0-26 16,3 0 24-16,3-2-7 0,0 3 5 16,-2 1-25-16,0-1-3 0,-7-2 16 0,3 1-13 15,-5 2-18-15,9 0 15 0,-1 1 5 0,1 2-6 16,-1-3 2-16,0 2-12 0,3 1 5 15,9 0-28-15,-7 0 21 0,7 0-2 0,-12 0 5 16,2 0 9-16,-18 12-6 0,14-7-21 0,3 1 7 16,-2 7 0-16,0-6-7 0,4 0 1 15,4 1 2-15,-7 4-22 0,0 2 15 0,7-1-10 16,1-3 36-16,2 0-12 0,-1 1 1 0,2 0-43 16,0-1 12-16,1-4 31 0,0 3-24 15,0-9-11-15,0 15 3 0,0 1 21 0,0 4-6 16,19 18 17-16,-11-25 3 0,-1 6-17 15,1-2 27-15,2 2-18 0,1-4-28 0,-5 0 11 16,7-1 11-16,1-4 3 0,1 0-5 16,1 1 15-16,0-5-4 0,1-2 6 0,-6-1-25 15,11 2 12-15,-8 0-5 0,8-3 11 0,-5-2-12 16,0 0 5-16,-3 0 7 0,13 3-36 0,-16-3 28 16,3 0-18-16,1 0 35 0,14-13-25 15,-19 9 9-15,-1 2 3 0,0-1-30 0,-2 1 28 16,11-10-2-16,-8 7 3 0,0 0-16 15,-3-1 21-15,-1-2-3 0,-1 4-5 0,-1-3 13 16,0 2 7-16,0-1 13 0,-3 2-1 16,-1-3-12-16,3 0 14 0,-3 4 7 0,0-6-12 15,0 3 12-15,0 6-9 0,0 0 18 0,0-9-12 16,0-1-6-16,0 2-12 0,0-1 12 16,-14-3-15-16,11 3 3 0,-7-4-11 0,1-3-4 15,2 4 20-15,5 4-15 0,-3 0 9 0,-1 2-10 16,1-1 7-16,3 4-13 0,-2-3-6 15,0 2-5-15,1 1 18 0,-2-3-7 0,4 4-2 16,-3 0-18-16,-2-2-3 0,0 1-16 16,0 1-43-16,-1-2-25 0,-2 3-9 0,3 1 10 15,-13-5-128-15,-3-4-146 0,7 5 13 0,-4 0 24 16,1-1 23-16,-4 0 47 0,5 0-48 0</inkml:trace>
  <inkml:trace contextRef="#ctx0" brushRef="#br0" timeOffset="-2697.619">15836-260 296 0,'0'0'61'0,"0"0"4"15,0 0 9-15,0 0 23 0,0 0-41 16,0 0-7-16,0 0 38 0,0 0-15 0,0 0-8 16,0 0-34-16,0 0 19 0,0 0-7 0,-31 18-5 15,29-18-2-15,0 0-2 0,-6 0 15 16,5 2-3-16,2 1-8 0,-4-2 15 15,1-1-14-15,2 3-27 0,-6-2 35 0,1 0-2 16,5 3-6-16,-6-3 28 0,7 2-10 0,-2-1-38 16,-5 2 16-16,4 0-9 0,1-3 7 15,-3 1 1-15,4 2-37 0,-3-1 30 0,1 0-34 16,-1 3 22-16,-1-2 15 0,1 1-23 0,3-1-5 16,-2 2 19-16,-1-1-8 0,3 3 25 15,1 0-53-15,0-1 35 0,1 1 4 0,-3 2 5 16,2-1-16-16,0 10 6 0,1-4-26 0,-3-1 20 15,3-14-21-15,0 11 30 0,0 1-1 0,0-3-13 16,14 19 2-16,-9-13 11 0,-1-3-5 16,4 4 20-16,4 1-53 0,-7-8 36 0,8 3 4 15,-2-4-9-15,0-1-4 0,-4-1-4 16,10 1-30-16,-4-4 54 0,1 5 0 0,-6-8-52 16,2 2 18-16,-10-2 25 0,11 0-8 0,4 0-12 15,21-14-4-15,-21 8-10 0,3 0 17 0,-4 0-2 16,-2-1-6-16,-3 2 26 0,0-1-29 15,4-4 46-15,-4 2-15 0,3-4 12 0,-5 4 10 16,-3 1-17-16,1-1-7 0,0 0 7 16,-5 3 23-16,3-1-5 0,1-1-11 0,-4 4 11 15,0-2-9-15,0 5 10 0,0 0-25 16,0-10 11-16,0 10 2 0,-16-30-5 16,8 21 3-16,-3-3-13 0,-1-1 8 0,-2 0-7 15,0 2 1-15,-2 3-5 0,3-5 0 0,2 5 3 0,-1 0-26 16,0 1 15-16,3 3 7 0,2 1-13 15,-2 0 2-15,2 1-7 0,-1-1 16 16,3 2-5-16,-1-4-4 0,2 4 6 0,-4-2-5 16,3 0-16-16,-3 2 18 0,4-1 2 15,-5 2-10-15,3 0-23 0,1 0 1 0,-2-5-2 16,0 5-10-16,1 0-27 0,-1-1 3 0,-1 1-6 16,1 0-35-16,-2 0-9 0,5 0 9 15,-1 0-50-15,5 0-20 0,0 0-73 0,0 0-98 16,0 0 34-16,-6 0-6 0,6 0 0 15,-14-12 23-15</inkml:trace>
  <inkml:trace contextRef="#ctx0" brushRef="#br0" timeOffset="-6203.563">14192-128 342 0,'0'0'174'16,"0"0"-29"-16,0 0-15 0,-18 0 8 0,18 0-12 15,0 0-41-15,-34 1 34 0,32-2-13 16,-4 0-18-16,0-1-13 0,-3 0 20 0,4 2-19 15,-3 0-11-15,1-3-18 0,-2 2-19 0,9 1 22 16,-10 0-32-16,2 0 20 0,-2 0 16 0,2 0-21 16,-2 0-31-16,-3 0 0 0,-15 15 26 15,12-11-5-15,8 0-24 0,-1 1 8 0,3-2 13 16,1 3-28-16,-2-1 20 0,5 3-10 16,-7 7 8-16,2-2-15 0,2-2 14 0,1 2 21 15,3-3-52-15,1 12 8 0,-1-3 21 0,1-19-1 16,0 17 1-16,0 0-3 0,12 17 2 15,0-16 9-15,-2-2-5 0,3-1 2 0,-1 0-23 16,2-4 21-16,-5 1-6 0,8 1-2 0,1-3 0 16,-4-5-11-16,-1-1 16 0,-1-2-41 0,-1-1 42 15,1 1-28-15,0-2 34 0,-1 0 16 16,6 0-57-16,5 0 29 0,23-15 8 0,-20 3 1 16,-5 0 10-16,-1 0-12 0,-1-3 2 15,0-2-34-15,-3 2 36 0,-2-3 20 0,-1 3-3 16,-6-2-24-16,3-1 20 0,-6 3 8 0,2 6 14 15,0-10-19-15,-5 4 25 0,0 15-5 16,0-11 5-16,0-5-21 0,-13-16-4 0,2 19 17 16,4 0-8-16,-3-1-12 0,-3 1 8 0,-1 2-16 15,2 1 16-15,-1 2-2 0,2 3-32 0,-1 0 5 16,0 2-16-16,-8-2-4 0,-1 1-56 16,-4 2 15-16,16 2-24 0,-5 0 9 0,-3 0-120 15,-1 0-73-15,4 0-103 0,-1 0 17 0,4 0 26 16,0 0 14-16,3 0 12 0</inkml:trace>
  <inkml:trace contextRef="#ctx0" brushRef="#br0" timeOffset="24827.397">9580 1886 328 0,'0'0'174'0,"0"0"-36"15,0 0 9-15,0 0 9 0,0 0-51 0,0 0-26 16,0 0 26-16,0-16-30 0,0 16 16 0,0 0 14 15,0 0-4-15,0 0-2 0,0 0-11 16,0 0 0-16,0 0 0 0,0 0-9 16,0 0-9-16,0 0 6 0,24-27-20 0,-26 24-18 15,2 3 0-15,2-1 0 0,-2 1-7 0,0 0-3 16,0 0-9-16,0 0 9 0,0 1-2 0,0-1-25 16,2 3 19-16,-2-1-9 0,3 2 10 15,-3-2-4-15,4 2-4 0,-2 3-4 0,3-2-2 16,-5 4-4-16,11 10 6 0,-3 0-21 15,2 0 16-15,-4 2-12 0,3 0 17 0,-1-2 9 16,1 4-20-16,-2-4 8 0,0-3 1 0,0 5 0 16,3-1 2-16,-1 2 0 0,-6-2 0 15,2-1-13-15,-1-6 16 0,-2-3 4 0,1 2-2 16,0-2-4-16,0-1 5 0,-3-3-9 0,3 3 11 16,-3-3-6-16,0 1 6 0,3-2-6 15,-3 0-5-15,1-1 15 0,-1 0 1 0,0 1-3 16,0 0 6-16,1-4-6 0,-1 3-10 0,1-3 22 15,-1 2 1-15,3-1-8 0,-3 1 18 16,0-3-8-16,3 1-7 0,-3 1 8 16,0 1 12-16,0-1-31 0,0-1 5 0,0 1 12 15,0-2-10-15,0 0 7 0,0 0-8 0,0 0-21 16,0 0 21-16,0 0-20 0,0 0 21 16,0 0-18-16,2 9-6 0,-4-8 0 0,4-1 21 15,-2 0-29-15,0 3 24 0,0-3-2 16,0 0-13-16,0 0-8 0,0 0 1 0,0 0 6 15,0 0-2-15,0 0 1 0,0 0-2 0,0 3 15 16,2-2-7-16,-2-5-11 0,0 4 24 0,-2 3-15 16,4-3 12-16,-2 0-1 0,1 1-20 15,-4-1 7-15,3 0 12 0,0 0 9 16,0 0-1-16,0 0-14 0,0 0 4 0,0 0-2 16,0 0-27-16,0 0-1 0,0-1-4 15,0 1-13-15,0-3-22 0,0 3-29 0,-2 0-35 16,2-3-37-16,0 1 15 0,0-3-48 15,0 0-60-15,-3-1-146 0,3 0 27 0,0 0 23 0,-3 1 22 16,2-2 10-16,1 1 3 0</inkml:trace>
  <inkml:trace contextRef="#ctx0" brushRef="#br0" timeOffset="27764.925">11671 2063 301 0,'0'0'203'0,"-17"0"-67"0,17 0 30 15,0 0-27-15,0 0-17 0,0 0-6 0,0 0-6 16,0 0 10-16,0 0-11 0,-18 0-29 0,18 0 10 15,-22-6 7-15,22 6 1 0,-4 0-25 16,2 1 7-16,2-1-37 0,-3 0 15 0,2 1-6 16,0-1 0-16,-2 0-19 0,3 0 8 0,-1 0-32 15,-1 0 4-15,1 0 17 0,1 0-17 16,3 2 1-16,1 0-24 0,-2-2 32 0,1 0-10 16,3 0-10-16,-1 3 15 0,2-2-5 15,-2 1-4-15,3-2-11 0,-2 0 11 0,3 0 3 16,-1 3-6-16,1-2-9 0,-1-1 14 0,2 1-3 15,-2-1 5-15,-8 0-27 0,10 0 7 16,1 0-12-16,-5 0 22 0,4 0 12 16,-2 0-15-16,1 0 9 0,-1 0-3 0,-8 0-5 15,12 0 8-15,-5 0 2 0,-7 0-18 0,11 0-10 16,-2 0 12-16,-9 0 12 0,0 0-2 16,11 0 3-16,-11 0-21 0,8 0 20 0,-8 0-3 15,9 0 0-15,-9 0 7 0,0 0-7 0,8 0-9 16,-8 0 18-16,0 0-5 0,0 0-22 0,0 0 20 15,10 0 13-15,-10 0-12 0,0 0-6 16,0 0-10-16,0 0 4 0,13 5-12 16,-13-5 14-16,1 0-15 0,-1 0 15 0,3 0-31 15,-3 0-8-15,0 0-11 0,0 3 5 0,0-3-111 16,0 0-3-16,0 0-69 0,0 0-93 0,-4 0-22 16,1 0 68-16,3-3-33 0</inkml:trace>
  <inkml:trace contextRef="#ctx0" brushRef="#br0" timeOffset="28460.76">12035 1872 265 0,'0'-5'187'0,"0"0"-72"16,-2 3-18-16,2-4 13 0,-3 3 17 15,2-2-8-15,1 2-42 0,-1-1-15 0,1-1 26 16,-4 4 3-16,4-2 14 0,-2-1-65 0,1 2 37 15,1 0-17-15,0 0 4 0,0-1-14 16,0-1 2-16,-3 3-24 0,3 1 10 0,0-1-1 16,0 1-14-16,0 0-33 0,0 0 52 15,0 0 1-15,0 0-22 0,0 0-26 0,0 0 27 16,0 0 1-16,-6-4-13 0,6 4-11 0,1 2-13 16,2 1 24-16,-3-2 0 0,2 5-21 15,1-3 9-15,-3 0 11 0,1 2-7 0,1-1-32 16,2 5 53-16,-2-3-13 0,1-1-8 0,-2 5-5 15,5 8-12-15,1 3 34 0,-3-6-9 0,-2 0-18 16,6 6 21-16,-5-6-25 0,2 4 12 16,0-1 28-16,0 1-31 0,0-4 27 15,-2-3-19-15,1 10 34 0,1-3-9 0,-5-7 12 16,3 2-18-16,0 6-2 0,0-5 2 0,0-2 13 16,-3 1-13-16,2-4 4 0,-2 1-25 0,3-4 10 15,-2 1 4-15,-1-3-3 0,0 1 3 16,1-1 0-16,-1-1-10 0,2 0 20 0,-2 1-19 15,0-1 24-15,0 0-10 0,2 1-4 16,-2-2 17-16,1 0-4 0,1 1-19 16,-2-1 3-16,0-2 13 0,0 1 0 0,0 1-18 15,0-3 16-15,0 0-1 0,0 0 6 0,0 0-27 16,0 0 12-16,0 0 3 0,0 0-4 0,0 0 7 16,0 0-21-16,0 0 1 0,0 0-12 15,-2 14-13-15,4-14 12 0,-2 1-2 0,0-1-17 16,0 3-1-16,-3-3-31 0,4 0-47 0,-1-3 11 15,0 6-42-15,2-3-17 0,-4 0-40 16,1-4-52-16,1 2-97 0,0-1 27 0,0 0-31 16,0-2 8-16</inkml:trace>
  <inkml:trace contextRef="#ctx0" brushRef="#br0" timeOffset="31159.11">14242 1646 259 0,'0'0'121'0,"0"0"-17"15,0 0 26-15,-18 0-17 0,18 0-15 0,0 0-11 16,0 0 33-16,0 0-43 0,0 0 11 15,0 0 11-15,0 0-3 0,0 0-35 0,0 0-1 16,0 0 23-16,-17-18-25 0,17 18 13 16,0 0-32-16,-20-18 29 0,17 15-11 0,-1 3-11 15,4-1-2-15,0 1 9 0,0-1-18 0,-2 0-7 16,2 1 12-16,-3 0-11 0,3 0-14 16,-3 0 15-16,3 1 10 0,-2-1-33 0,2 0 12 15,0 1-4-15,-1-1 0 0,1 4-15 16,0 0 6-16,0-2 8 0,0 7-4 15,0-3-6-15,0 2-2 0,0 0 12 0,0 3-14 16,0-1 3-16,0 4-1 0,0 4 2 0,0 1-2 16,0-4-9-16,0 1 30 0,0 1-31 15,0 0 16-15,11 18 13 0,-7-15 9 0,-3-1-13 16,-1-4 8-16,0-1 6 0,2 0-6 0,-2 8-8 16,0-11-1-16,0 2 11 0,0 0-20 15,0 2 10-15,0-5-12 0,0 0 14 0,0 0-3 16,0-10-5-16,0 10-8 0,0-4-5 0,-13 10 22 15,11-11 0-15,2 1-11 0,-2-2 22 0,1 3-13 16,1-3 2-16,0 2 5 0,0-2-3 16,-2 2-11-16,2-1 15 0,-1 1-17 0,-2-2 3 15,3 2 0-15,-2-3 12 0,2 3-22 0,-4-1 7 16,4 0 7-16,0-3 7 0,0 1 11 16,0 3-18-16,-1-4 3 0,1 1 5 0,-2 0-11 15,2 0 21-15,-2 1-25 0,2-3 19 0,0 1-20 16,0 1-2-16,-2-3 14 0,2 2 2 15,0-1-18-15,-1 1 23 0,1-1-20 0,0 2-1 16,-2-2 16-16,0 0-18 0,2-1 8 16,0 4-22-16,0-4 12 0,0 1-21 0,0-1-8 15,0 0-23-15,0-1-12 0,0 1 0 16,0-3-28-16,0 3-37 0,0-1 11 0,0 0-60 16,4-4-27-16,-3 2-77 0,1-4-80 15,2 4 26-15,-2-1 21 0,10-11 17 0,-4 6 11 16</inkml:trace>
  <inkml:trace contextRef="#ctx0" brushRef="#br0" timeOffset="33876.119">15847 1513 368 0,'0'0'224'0,"0"0"-44"0,0 0-12 16,0 0-4-16,0 0-8 0,0 0-16 0,0 0-25 15,0 0-14-15,0 0 4 0,0 0-6 0,0 0-1 16,0 0-21-16,0 0 1 0,0 0-6 16,0 0-13-16,0 0-5 0,0 0-11 0,0 0 4 15,0-1-11-15,-4 2 1 0,-1-1-10 16,3 3 2-16,-5-2 2 0,2 2-6 0,-3-1 4 15,4 1-16-15,-3 2 6 0,-6 3 1 0,2 1 6 16,0 3-14-16,-1 2-6 0,3-1-5 16,-1 2 0-16,1 0-13 0,1 2 20 15,3-3 7-15,1-3-10 0,1 2 1 0,2-2-3 16,1 1 7-16,0-2-24 0,0 0 17 0,0-2-3 16,0 4 16-16,0 3-3 0,0-3-4 0,14 20-2 15,-11-18-19-15,3-2 2 0,-1-3 15 16,-1-1-4-16,4-1-9 0,-5-1-2 0,10 6 14 15,0-6 0-15,-4 0-12 0,1-1-4 0,-2-2 22 16,3 1-9-16,-2-3 16 0,-1-1-8 16,1 0-2-16,-9 0-19 0,14 0 13 0,6 0 3 15,-6 0 9-15,0 0-20 0,9-14 28 0,-14 9-11 16,-1 2-1-16,-1 0-15 0,-2-4 14 16,-1 4 9-16,3-3-14 0,-4 1 3 0,3-1-14 15,-2 2 11-15,0-2 3 0,0-1-2 16,0 1 2-16,0-2-16 0,-2 2 22 0,2-3 0 15,-3 4-6-15,1-1 12 0,-2-1 12 0,2-2-9 16,-2 4 3-16,0 5-14 0,0 0 16 16,0-13 2-16,0 6-8 0,0-1 16 0,0 8-17 15,-15-33 6-15,10 20 9 0,-2 2-25 0,2 4 23 16,0-1-17-16,-7-5 20 0,2 3-19 16,1 3-18-16,2 0 11 0,-2 2 16 0,2-2-22 15,-2 5 17-15,1-2-17 0,1 1-10 0,-12-1 22 16,2-1-4-16,8 2-15 0,-2 0 0 0,2-1 4 15,-2 2 1-15,3-2-5 0,3 4-4 16,-1-1-11-16,1 0-30 0,2-2-9 0,-6 0-27 16,3 3 8-16,0 0-83 0,0-1-12 15,1 1-77-15,0-1-105 0,2 1-7 0,-1-1 22 16,0 1 3-16,4-4 38 0,0 1 33 16</inkml:trace>
  <inkml:trace contextRef="#ctx0" brushRef="#br0" timeOffset="34980.962">17272 1756 374 0,'-3'-4'179'15,"-1"3"-53"-15,-2 0 24 0,0-3-20 16,1 1-17-16,0 0-15 0,0 3 12 0,-1-3-19 16,0 2-3-16,-1-3-42 0,1 3 36 0,-1 0 11 15,-4 1-35-15,2 0-22 0,2 0 20 0,-4 0 0 16,4 0 1-16,-4 0-9 0,-7 0-16 16,1 0-23-16,-11 10 31 0,10-4-28 15,6-1 11-15,-2-1-15 0,6 0 14 0,-1-2 9 16,1 6-18-16,2-6 14 0,1 4-23 0,-2 0 17 15,4-1-40-15,0 0 30 0,-7 11-11 0,3-3-2 16,2-2-17-16,1-1 31 0,2-2 9 16,-2 2-12-16,2-3-17 0,2 1 13 0,0 1 16 15,0 0-23-15,0-9 25 0,0 9-15 0,0 6-8 16,0 1 0-16,17 15 8 0,-9-17-8 16,-2 4 18-16,3-9-33 0,-2 2 28 0,-2-3-6 15,1-2 3-15,1 0-19 0,-1-1 25 0,3 1-17 16,-2-4 8-16,10 7 8 0,-3-5-24 15,-3 2 28-15,4-3 6 0,-5-2-12 0,-1-1 0 16,0 1-22-16,0-1 34 0,0 0-23 16,-9 0-16-16,11 0 20 0,3 0 6 0,2 0-24 15,3 0 4-15,0 0 11 0,17-15 6 16,-24 8-1-16,-2 3-7 0,8-8 3 0,-6 3 7 16,-7 3-2-16,3 0-9 0,-2-1 22 0,-1-1 0 15,0 5 10-15,-1-4 18 0,-1 2-5 16,1-1-7-16,-3 2 13 0,2-2-10 0,-2 1 0 15,0-2-1-15,1 2 14 0,0 1 13 0,-2 4-19 16,0 0 4-16,0-9 7 0,0 9-29 16,0-11 8-16,0 3-21 0,0 8 3 0,0-8 3 15,0-1 33-15,0 9-8 0,0-12-13 0,0 12-6 16,0-10-9-16,-15-7 11 0,13 8-25 16,-7-3 10-16,3-1 8 0,1 7 19 0,3-5-18 15,-4 2 8-15,2 6-31 0,-1-5 7 0,2 6-5 16,-1-1 18-16,-1-2-7 0,1 0-13 15,-3 0-23-15,-8-3-41 0,0-1-28 0,-3-1-42 16,-5-2-45-16,-1 1 17 0,2 4-251 16,-5-2 7-16,3-3 20 0,-1-1 38 0,5-1 27 15,-2 2 15-15,2-5-43 0</inkml:trace>
  <inkml:trace contextRef="#ctx0" brushRef="#br0" timeOffset="94322.909">14147 3399 229 0,'-19'0'232'0,"19"0"-43"0,0 0-38 15,-16 0 15-15,-8-25-14 0,17 25-37 0,-2 0-12 16,1 2-21-16,3 0 7 0,5-2-15 16,-27 11-10-16,15-7 11 0,0-1-7 0,5 3-8 15,-4 0-20-15,4-3 10 0,-8 10 12 0,2 0 5 16,1 0-19-16,2-3 0 0,-1 2 6 0,1 1-14 15,2 4-3-15,-1-6-7 0,5 2 4 16,-5 2-15-16,6-1-2 0,-2-3 11 16,-4 5-20-16,6-2 1 0,1 1 9 0,1-5-4 15,1-10-8-15,0 13 11 0,0-3 10 0,0-1-20 16,0 3 0-16,0 3-3 0,15 22 12 16,-7-20-3-16,1 2 3 0,-1-2 5 0,3 2-24 15,1-4-9-15,3-1 6 0,-2-1 17 16,5-3-9-16,-1-2 15 0,-1 0-23 0,2-1 22 15,-5-2-19-15,1-1 4 0,-3-4-8 0,2 4 16 16,-2-4-24-16,-11 0 18 0,7 0-2 16,4 0 2-16,-5 0-24 0,5 0 32 0,-4 0-10 15,2 0 5-15,16-16-15 0,-13 7 3 0,-1 1 14 16,-4 0-11-16,4-2 15 0,0-4-9 16,0 0 2-16,-4 2 12 0,-2 1-11 0,0 2 0 15,-1 1-6-15,-2-1 16 0,-2 1-7 0,3-1-5 16,-2 1 14-16,-1 2-6 0,0-2 7 15,2-1 6-15,-2 0 9 0,0 3-8 0,0 6 0 16,0-14 20-16,-13-14-21 0,6 14 2 0,-2-1-4 16,4 2 6-16,-3 3 14 0,-1-5-29 15,0 3 10-15,0-3 5 0,-2 3-2 0,3-3-15 16,-1 5 12-16,-4-1-15 0,2 3 18 16,4-1-30-16,-2 5 24 0,2-3-8 0,1 3-4 15,-1-1-18-15,1 0-13 0,1 2-24 0,0-2-21 16,-11-4-65-16,7 3 14 0,0-1-115 0,-1 5-158 15,1-1 40-15,0 1-6 0,1 2 24 16,1-3 18-16,-2 3 22 0</inkml:trace>
  <inkml:trace contextRef="#ctx0" brushRef="#br0" timeOffset="92008.899">15399 3629 536 0,'0'0'157'0,"0"0"6"0,0 0-21 16,0 0-31-16,0 0 30 0,0 0-33 15,0 0 4-15,0 0-44 0,0 0 10 0,0 0 0 16,0 0-12-16,0 0-25 0,0 0 13 16,0 0 5-16,0 0-15 0,0 0 9 0,0 0-1 15,0 0-24-15,0 0 28 0,0 0-17 0,0 0-5 16,8 1-13-16,-3-1 9 0,0 0-2 16,2-1-4-16,-2 0-5 0,5 1 13 0,-6-3-12 15,-4 3 1-15,17 0-17 0,15-8 10 16,-18 7-4-16,2-1-18 0,4-1 20 0,-4-1-4 15,1 3-23-15,-6-1 30 0,0 0-14 0,-2 1 8 16,-5-2-19-16,3 3 27 0,-1 0-8 0,0 0-2 16,0-2-17-16,1 2 20 0,-2 0-7 15,-2 0-8-15,4 0 9 0,-4-1 1 0,-2 1 9 16,-1 0-6-16,0 0 21 0,0 0-28 0,0 0 14 16,0 0-19-16,0 0 22 0,0 0-7 15,13 0-5-15,-13 0-4 0,0 0 7 0,0 0-5 16,7 0 11-16,-7 0-25 0,0 0 16 15,0 0-4-15,0 0 20 0,0 0-20 0,0 0 6 16,7 0-14-16,-7 0-3 0,0 0 0 0,0 0-13 16,0 0-25-16,0 0-38 0,0 0 40 0,0 0-45 15,0 0 8-15,9 0-59 0,-9 0-58 16,8 1-147-16,-8-1 24 0,0-1 20 16,4 1 7-16,-3-5-4 0</inkml:trace>
  <inkml:trace contextRef="#ctx0" brushRef="#br0" timeOffset="93171.627">15896 3429 348 0,'-2'-4'166'0,"0"2"12"0,0-1-18 15,1-2-17-15,-1 4-6 0,0-4-13 0,0 4-10 16,0-3-14-16,2-1-29 0,-3 5 31 16,2-5-28-16,0 4 13 0,-3-1-2 0,2 1-21 15,1 0-23-15,-1-1 3 0,0 1 7 16,1-2 12-16,1 2-21 0,0 1-2 0,-3 0-10 15,2-4-15-15,2 4 15 0,-2 0 7 0,1 0-17 16,-1-2-12-16,-2 2 14 0,3-2-3 16,0 2-2-16,0 0-19 0,0-2 8 0,0 2 17 15,0 0 6-15,0 0-23 0,-2 0 3 0,2 0 11 16,0-3-28-16,0 2 16 0,0 1 2 16,-2 0 7-16,2-1-7 0,0 1 0 15,0 0-18-15,0 0 25 0,0 0-11 0,0 0 5 16,0 0-23-16,-3-8 17 0,3 6-5 0,0 4 0 15,0-2 15-15,0 0-16 0,0-2 1 16,0 2-6-16,-2 0 16 0,2-3-2 0,0 2-18 16,-2 1 13-16,4-2 2 0,-2 0-6 15,0 2-15-15,0-1 21 0,-4 0-1 0,6 1 10 16,-2 0-13-16,-2-3 10 0,2 3-22 16,0 0 16-16,0 0 11 0,2 0-13 0,-4 0 1 0,2-2-4 15,0 1-4-15,0 2-8 0,0-1 9 16,0-1-17-16,0 1 4 0,-1 1 10 0,2 1 6 15,1 2-19-15,-2-3 3 0,2 3-3 16,-2 0 25-16,2-2-13 0,-1 6 29 0,1-1-25 16,-2-1 10-16,2 3-15 0,0-2 9 0,3 15 12 15,-2-7-10-15,2 5-12 0,-1 1-1 16,0-2-7-16,2-2 26 0,-2-4 9 0,-2-1-25 16,1 0 10-16,-3 0-1 0,8 3-23 0,-4-2 21 15,-3-2 5-15,1-2 2 0,-1-1-5 16,3-2 1-16,-3 2 3 0,2-3 11 0,-2-1-14 15,0 2-21-15,2-1 14 0,-3-1 6 16,2 2-1-16,0-4 14 0,0 2-13 0,0 1 11 16,-1-3-10-16,-1 2 3 0,2 0 1 0,-2-1-8 15,0 0-2-15,0 1-1 0,2-3 8 0,-1 0-16 16,3 3 5-16,-4-1 14 0,0-1-6 16,0-2 10-16,1 3-13 0,0-3 1 0,-1 3 8 15,3-1-2-15,-3-1 1 0,0-1-9 16,0 0 4-16,0 0-11 0,0 1 2 0,0-1 16 15,0 2-11-15,0-2 0 0,0 0 16 0,0 0-17 16,0 3 9-16,-3-3-8 0,6 1 10 16,-3-2-9-16,0 1-10 0,0 1 12 0,0-1 9 15,0 0-9-15,0 0 1 0,0 0-8 0,0 1 9 16,0-1-7-16,1 0 1 0,-2 0 7 16,1 0-11-16,0 1 11 0,1-2-3 0,-2 1-18 15,2 1 3-15,-1-2 21 0,2 2-19 16,-2-1 5-16,0 0 4 0,0 0 11 0,0 0-2 15,0 0 10-15,0 0-10 0,-2 0-17 0,4 0 18 16,-2 0-2-16,-2 3 9 0,2-3 14 0,0 0-7 16,2 0 9-16,-2-3-14 0,0 6 14 15,0-3-7-15,0 0 5 0,0 0-10 0,0 0-6 16,0 0-2-16,0 0 9 0,0-3-2 16,0 3-4-16,1 0 7 0,-2 3-12 0,1-6-5 15,0 3 4-15,0 0 7 0,0 0 10 0,0 0-25 16,0 0 9-16,0 0-8 0,0 0 2 0,-2 0 7 15,1 0 0-15,2 0 10 0,-2-1-23 16,2 0-25-16,-2-3-30 0,1 1-33 0,-4-3 11 16,4 1-159-16,-8-12-137 0,3-4 2 0,-1 0 8 15,2 0 58-15,-1 0 13 0,-7-1 5 16</inkml:trace>
  <inkml:trace contextRef="#ctx0" brushRef="#br0" timeOffset="82215.035">17058 3517 456 0,'0'0'157'15,"-16"0"-28"-15,16-15-11 0,0 15-3 0,0 0-55 16,-27-30 43-16,25 26-9 0,1-1 8 16,1 2-25-16,0-4 7 0,-4 6-12 0,3-4 19 15,1 2-23-15,-1 0 11 0,-2 3 5 16,3-3-3-16,0 0-24 0,-1 0 13 0,-1 1-1 16,2 1 0-16,0-3-15 0,0 3-23 0,-2 0 7 15,2-2-2-15,-1 3-12 0,-1-2 15 16,2 2-17-16,0 0-1 0,0 0-15 0,0 2 15 15,0 1-13-15,0-1 12 0,0 3-2 16,0 2-6-16,0 0-6 0,0 1 4 0,0 2-13 16,-1-1 23-16,1 5-4 0,0 5 2 0,0 4-7 15,0 4 2-15,0-2-16 0,0 2 10 16,0-3 8-16,0 3-3 0,0-2-10 0,0 0 9 16,0-1-7-16,0-4 16 0,0 2-13 15,0-4 3-15,0-2-7 0,0-1 7 0,0-2 4 16,0-2-8-16,0 0 8 0,0-4-11 0,0-7 3 15,6 12-2-15,-6-5-3 0,0-7-3 16,0 9 5-16,0-9 1 0,0 8 3 0,0-8-4 16,0 9-7-16,0-9 7 0,0 7 7 15,0-7 1-15,0 8 3 0,0-8 1 0,0 0-4 16,0 8-8-16,0-8 15 0,0 0-12 0,0 0 10 16,0 7-12-16,0-7 1 0,0 0 5 0,0 0-12 15,0 0 10-15,0 0-13 0,0 0 5 0,0 0-27 16,0 8-8-16,13 0-13 0,-13-11-69 15,0 3 12-15,-1-3-123 0,-3 0-154 16,3-1 36-16,-6 2 26 0,2 0 3 0,-1 1 6 16,1-2-4-16</inkml:trace>
  <inkml:trace contextRef="#ctx0" brushRef="#br0" timeOffset="156669.197">4817 4876 454 0,'0'-15'189'0,"0"15"-14"0,0 0-26 0,0 0-16 16,0 0-1-16,0 0-10 0,0 0-12 0,0 0 2 15,-9-15 2-15,6 18-25 0,-2 0-5 16,0 1 3-16,1 1-19 0,-3 1-2 0,4-2-25 16,-5 11 6-16,3-5 4 0,-2 9-3 15,2-9-28-15,0 4 10 0,4-4-4 0,-1 5-12 16,2-5 6-16,0 1 9 0,0 1 3 0,0-1-6 15,0 7-25-15,13 16 11 0,-6-15 4 16,4-3-13-16,-2 1 3 0,-1 0 10 0,4-2-1 16,-1 2 6-16,1-2 3 0,0-3-32 0,3 3 11 15,-2-4 9-15,1-1 2 0,-1-4-3 16,-3 0-4-16,2-2-14 0,-4 1 10 0,2-4 7 16,2 0-1-16,-4-1-2 0,2 0-4 0,-10 0 7 15,15 0-6-15,2 0 18 0,19-17-12 0,-24 9-1 16,6-1-14-16,-9-1 16 0,5 0-9 15,-2-3 0-15,-1-1 0 0,-1 2 4 0,0 0 4 16,-4 0 2-16,1 1-6 0,-5 1-1 16,2-2 2-16,-2 3-13 0,-2 0 16 0,2-1 0 15,-2 1 10-15,0 9 19 0,0-8-10 0,0-2-6 16,0-5 15-16,0 0-3 0,-19-18-9 16,12 14 4-16,-3 3 20 0,3 4-23 0,-4-2 0 15,4 3 0-15,-4-2 20 0,0 5-17 0,-5-5-15 16,3 4-6-16,0 0 27 0,1 0-16 15,1 3-11-15,0 2 12 0,1-1 9 0,-7-1-21 16,6-2-8-16,1 5 8 0,1-1 6 0,3 1-7 16,-4 0-12-16,5 2-4 0,-2 0-7 15,2 0-5-15,-2-2-15 0,7 3-16 0,0 0-12 16,0 0-6-16,-11 0-6 0,4 0-32 0,7 0-14 16,-10 0 10-16,10 0-79 0,-17 15-24 15,11-11-107-15,4 4-66 0,-9 4 35 0,6 0 21 16,-2-2 11-16,1-2 21 0</inkml:trace>
  <inkml:trace contextRef="#ctx0" brushRef="#br0" timeOffset="158748.188">7510 5050 439 0,'0'0'207'0,"-15"0"-2"16,15 0-28-16,0 0-29 0,0 0 22 0,0 0-35 15,0-17 0-15,-19 17-13 0,19 0-13 0,-25-17-30 16,21 17-7-16,-1 2-3 0,1 1 9 15,-1-2-19-15,-1 3-2 0,0 1-11 0,-8 5 6 16,0 1-6-16,5-3-4 0,-4 6 4 16,3 2-13-16,1-3-1 0,-2 0-17 0,2 6-1 15,-2-3 21-15,4 4-14 0,6-3 5 0,-6 4-11 16,7-6-6-16,0 0-7 0,0-15 6 16,0 15 7-16,0 3-20 0,0 3 1 0,0-2 12 15,20 23 1-15,-15-24-6 0,1 2 9 0,1-5-12 16,3 1 11-16,1 3-2 0,-1-2-8 15,4-2 6-15,-2-5 1 0,3 2-1 0,-1 3-18 16,3-9 19-16,4 4 3 0,-4-2 0 16,5-5 3-16,-3 1-8 0,-7-4 11 0,3 0 1 15,6 0-31-15,28-14 17 0,-22 5-8 0,-1 1 6 16,2-4 14-16,-1-1-12 0,2 2 9 0,-3-3-5 16,1-2 2-16,-5 4-14 0,-3-2 10 15,-4-3-1-15,2 2 2 0,-4-1-8 0,0 2-4 16,-4-2 28-16,-2 4 9 0,-2-8-21 15,-5 7 1-15,0 13 10 0,0-12 17 0,-12-16-24 16,0 11 3-16,1 2 20 0,-5 0 12 0,0-4-14 16,-4 2-3-16,2 5-13 0,-8-7 32 0,3 6-28 15,-1-1 0-15,-4-1 24 0,4-1-20 16,-2 7-5-16,0 1 23 0,-1-1-35 0,3 3 32 16,-2 2-29-16,1-3-10 0,1 3 25 0,0 1-2 15,8 2-19-15,0-1 19 0,5-1-2 16,-1 3-28-16,4-1-6 0,-1 1 11 0,1-1-15 15,3 1-28-15,5 0-2 0,0 0-23 16,-9 0 6-16,9 0-19 0,-11 0-31 0,-13 23-33 16,13-12 14-16,-1 3-98 0,-2 0-104 0,-3 3 25 15,8-1 21-15,-3-4 23 0,6-1 19 0,-2-3-62 16,0-2-8-16,2 0-15 0</inkml:trace>
  <inkml:trace contextRef="#ctx0" brushRef="#br0" timeOffset="160928.349">10134 5109 360 0,'0'0'243'15,"0"0"-36"-15,0 0 0 0,0 0-33 0,0 0-7 16,0 0-28-16,0 0-3 0,0 0-15 0,0 0 17 15,0 0-14-15,0 0-19 0,0 0-24 16,0 0 4-16,0 0-6 0,0 0-12 0,0 0 8 16,0 0-26-16,0 0-1 0,0 0-10 0,0 31 9 15,-9-31-10-15,4 2 2 0,-3-2 0 0,-2 0-11 16,5 2 14-16,-4-1-4 0,1 0-9 16,0 1-13-16,-10 3 3 0,3-1 6 0,5 0-14 15,-2-1-4-15,0 0 15 0,6-3-12 16,-1 4 7-16,1-2-9 0,-10 10-3 0,9-9-2 0,-2-1 5 15,2 3 9-15,1 3 6 0,1-2-20 16,-1-2 1-16,6 2 5 0,-5 2-12 0,5-2 8 16,-1 1-12-16,0 1 12 0,1 0 3 15,0-8-6-15,0 8-4 0,0 2 0 0,0 4-1 16,0 0 4-16,14 14 7 0,-4-10-11 0,1-3 9 16,-1 3-13-16,1-6 17 0,-1-3-2 15,4 4-11-15,-3 1 3 0,6-5 7 0,-3 0-16 16,3 1 7-16,4-4-5 0,-4 0 11 0,-5-4-19 15,1 3 3-15,-1-2 7 0,0-3 14 16,-2 1-9-16,2-1-6 0,1 0 11 16,1 0-16-16,-3 0 2 0,13-17 9 0,-6 13-4 15,-3-7 9-15,-2 5-5 0,-1-7-1 0,1 2 8 16,-8 0-10-16,5-5 1 0,2 1 1 16,-7 2-8-16,-3-1 0 0,8-4 13 0,-8 4-4 15,-2 3-2-15,0 1 19 0,0 10-12 16,0-12-2-16,0 3 20 0,0 1-19 0,0 1 6 15,-21-15-2-15,7 6-4 0,-3 3 18 0,5 3-15 16,-3-1-7-16,0 5 4 0,3 0-1 16,-3-4 4-16,-2 2 9 0,0 1-16 0,-1-2 14 15,5 3-12-15,2 3 5 0,-1 0-7 16,3 0-20-16,0 0-6 0,0 0-20 0,1 3-11 16,-1-2-21-16,3 1-33 0,-1-1 10 0,-3 2-97 15,10 0-78-15,-7 0-120 0,-6 0 40 16,-1 0 13-16,3 0 22 0,-1 0 11 0,4 0-3 15</inkml:trace>
  <inkml:trace contextRef="#ctx0" brushRef="#br0" timeOffset="166719.955">12211 4976 419 0,'0'0'245'0,"0"0"-36"0,0 0-71 16,0 0-12-16,0 0-4 0,0 0 2 16,0 0-4-16,0 0-17 0,0-16-21 15,0 16-10-15,0 0 0 0,0 0 1 0,0 0-25 16,0 0 1-16,0 0 3 0,0 0 0 0,0 0-19 15,0 0 23-15,0 0-11 0,0 0-4 16,0 0-13-16,0 0-1 0,0 16 2 0,0 7 4 16,0-12-14-16,0 7 5 0,14 28-17 15,-9-20 11-15,-1 1 1 0,1-2 5 0,2-1 6 16,-1-1-17-16,-5 0 15 0,9 1-9 0,-4-4 4 16,0 1-14-16,-2-1 9 0,3-3-6 15,-5-2 3-15,1-4-13 0,0-1 8 0,-1-1 5 16,-1-2 0-16,2 0 0 0,0-3 9 15,-3 2-20-15,1 1 6 0,0-5 8 0,2 3 7 16,-2-1 0-16,-1 0-6 0,1 2-2 0,1-4-1 16,-2 2 7-16,0-2 2 0,2 2-16 0,-2-2 20 15,0 1-1-15,1-2 8 0,-1 2 1 16,4-3-19-16,-4 3-4 0,2-3 12 16,-2 2 2-16,0-1-14 0,0-1 8 0,0 2 7 15,1-2-23-15,-1 0 3 0,0 2-3 0,0-2-10 16,0-2-4-16,-1 0-28 0,1 1-24 0,0-1-9 15,-4-1-45-15,4 3 12 0,0-4-95 16,0-2-86-16,4 1-122 0,-4 1 23 0,0 0 25 16,0 0 20-16,0 0 9 0,1 1-6 15</inkml:trace>
  <inkml:trace contextRef="#ctx0" brushRef="#br0" timeOffset="167820.849">13883 5054 310 0,'0'0'220'0,"-18"0"-8"0,18 0-35 16,0 0-28-16,0 0-14 0,0 0-3 0,-18 0 1 16,18 0-26-16,-19 13-5 0,16-13 16 15,2-3-14-15,-1 3 1 0,-1 3-15 0,3-6 3 16,-2 6-18-16,1-3 5 0,-2 0-23 15,3-3 6-15,-1 2-13 0,0 1-18 0,2 0 6 16,0 0 2-16,2 1-1 0,0-1-13 16,2 3 1-16,1-3 2 0,-1 1-14 0,2-1 2 15,2 1 3-15,-1 0 4 0,3-1-10 0,1 0-8 16,27 5 6-16,-16-1 1 0,-5-4 1 16,-6 0-12-16,4 0 0 0,2 0-6 0,-1 0 10 15,-5 0 6-15,2 0-12 0,-5 0-4 0,0 0 16 16,-9 0 0-16,9 0-10 0,-9 0-5 0,10 0 18 15,-10 0-2-15,17 12-2 0,-12-11-13 16,-5-1 4-16,0 0 6 0,0 0 1 0,0 0-18 16,0 0-2-16,7 0-10 0,-7 0-13 15,0 0-29-15,0 0-39 0,11 0-5 0,-11 2 12 16,0-1-91-16,-2 1-50 0,-2 1-118 16,-1-1-9-16,2 1 26 0,-1-3 12 0,-1 1 13 15</inkml:trace>
  <inkml:trace contextRef="#ctx0" brushRef="#br0" timeOffset="168366.046">14336 4883 226 0,'-1'-6'238'0,"1"1"-42"16,-1 0 10-16,0 1-39 0,1 0-22 0,-3-1-22 15,3 1 16-15,-1 0-17 0,-1 1-1 0,4-3-4 16,-2 4-24-16,-2-2 10 0,2 2-13 0,-4-2-4 16,4 4 0-16,-1-4-11 0,1 4-15 0,0 0-8 15,0 0-4-15,0 0-12 0,0 0 13 16,0 0-15-16,0 0-5 0,0 0-18 0,0 0 13 15,-4-12-10-15,4 12 12 0,0 0-15 16,0 4 10-16,0 0-21 0,0 1 17 0,3 3-6 16,-1 11-2-16,2-4-10 0,3 6 6 0,-2 1 4 15,0-1 6-15,-2 6-12 0,3-8 6 16,-1 8-11-16,-1-2-7 0,1-2 20 0,1-3-1 16,-4 1 0-16,5-2-7 0,-5-3 2 15,-1-5 9-15,1 1-6 0,3 1-13 0,0 6 12 16,-5-5-2-16,1-5 10 0,2 2-7 0,0 0-1 15,-2-4 12-15,-1 0-2 0,0 0-4 16,0-2-12-16,2-1 6 0,-2 1 20 0,0-1-17 16,0-2 10-16,2 2-2 0,-1-2 16 15,-1 1 6-15,0 0 1 0,0-1-15 0,0-2-1 16,0 1 29-16,3 2-16 0,-2 0 7 0,-1-3-22 16,0 0 10-16,0 0-14 0,1 4-10 15,0-2 19-15,-1-2-13 0,-1 0 14 0,1 1-1 16,0 2-6-16,0-3-29 0,4 0-7 0,-7 2 13 15,3-2-15-15,-1 0-17 0,1-2-28 16,0 4-25-16,-1-2-22 0,0-2-41 0,-2 2 14 16,3 0-93-16,-3 0-91 0,1 0-59 0,-1 0 25 15,-1 2 23-15,3-2 10 0,1 0-3 0,-4 0 7 16</inkml:trace>
  <inkml:trace contextRef="#ctx0" brushRef="#br0" timeOffset="171891.088">15555 4843 242 0,'0'-18'89'0,"0"18"10"16,0 0-13-16,0 0 40 0,0 0-18 0,0-15-13 15,0 15 0-15,0 0 13 0,3-27 8 16,-3 26-38-16,0-2-11 0,0 1 18 16,3-1 14-16,-6 0-27 0,3 1-1 0,0-1-27 15,3 2-5-15,-1-3 21 0,1 3-32 16,-3-3 14-16,0 1 14 0,0 2-18 0,0 1-26 15,0 0-3-15,0 0 31 0,0 0-19 0,0 0 5 16,0 0-5-16,0 0 7 0,0 0-5 16,0 0 4-16,0 0-16 0,0 0-6 0,0 0-3 15,0-12 8-15,0 14-9 0,0 2 16 16,1 0-6-16,-1-1 14 0,3 5 0 0,-3-1-9 16,0 0-4-16,7 16 7 0,-1-2-15 15,-4 0 25-15,2 1-27 0,-3-6 3 0,6 7-1 16,3-4 16-16,-2 0-13 0,-4 2 19 15,-3-5-14-15,-1-1 7 0,3 0 6 0,-3-3 2 16,2-2-8-16,-2-1 7 0,4 2-4 0,-4-5-11 16,1 0 15-16,3 3-12 0,-4-1 8 15,1-1-8-15,1 3 4 0,-2-10-2 0,0 0-3 16,0 9 9-16,0-9-7 0,0 9 6 0,0 0-21 16,0-9 4-16,0 8 13 0,0-8-6 0,0 7 13 15,0-7-13-15,0 0 9 0,0 8-11 16,0-8 2-16,0 0 4 0,0 0 5 0,0 9-3 15,0-9-4-15,0 8-4 0,0-8 3 0,0 0 1 16,0 0 0-16,0 0 3 0,0 0 0 16,0 8 14-16,0-8 2 0,0 0-6 0,0 0 17 15,0 0-20-15,0 0-10 0,0 0 35 16,0 8-6-16,0-8-15 0,0 0 5 0,0 0-11 16,0 0 5-16,0 0-1 0,0 0-10 0,5 11-6 15,-4-11 25-15,-1 0-10 0,3 0 0 16,-3 2-22-16,-3-2-3 0,6 0 0 15,-3-2 24-15,0 2-29 0,0 0 14 0,-3 0-19 16,3 0-4-16,-1 0 0 0,-3 0-10 16,4 0-10-16,-1 0-30 0,1-2-16 0,0 0-21 15,-3 0-31-15,3-2 13 0,0 2-106 16,-2-2-64-16,-1 1 24 0,-1 0 20 0,2-2-117 16,2 1 55-16,0-1-35 0,-3-1 8 0</inkml:trace>
  <inkml:trace contextRef="#ctx0" brushRef="#br0" timeOffset="173157.522">16622 4882 455 0,'0'0'218'15,"-18"0"-34"-15,18 0-1 0,0 0-29 16,0 0-6-16,0 0-19 0,0 0-16 0,0 0-4 16,0 0-8-16,0 0-41 0,-17 0 19 0,17 0-10 15,0 0-16-15,0 0 1 0,0 0-18 0,0 0 5 16,0 0-26-16,0 0 32 0,0 0-13 16,0 0 4-16,0 0-9 0,0 0-2 15,0 0-16-15,13 15 5 0,-6-15 4 0,2 1-8 16,-2 2 11-16,4-1-11 0,-4-2-10 0,15 1 18 15,-4 2-10-15,-3-3 0 0,-4 0-16 16,1 0-1-16,-1 2 12 0,-3 1-21 0,3-3 8 16,-4 0 14-16,-7 0-4 0,9 0-29 0,-1 0-2 15,-8 0 13-15,12 0-4 0,-3 0-32 16,-9 0 31-16,11 0-57 0,-11 0 24 0,8 0-17 16,-8 0 7-16,9 0-79 0,-9 0-36 0,0 0-127 15,8 0 24-15,-8 0-65 0,0 0-10 16</inkml:trace>
  <inkml:trace contextRef="#ctx0" brushRef="#br0" timeOffset="173611.078">17026 4752 320 0,'-1'-5'220'0,"1"0"-50"0,0 0-2 15,0 0-1-15,0 0-19 0,-1-2-26 16,1 5 1-16,0-3-5 0,0 0-4 0,0 1-34 16,0 0 15-16,-2 3-6 0,0-3-28 0,2 1 15 15,0 2-18-15,0 1 6 0,0 0-11 16,0 0-6-16,0 0-3 0,0 0-9 0,0-5 0 15,0 5-6-15,-2 3 3 0,2 0-8 16,0 3-1-16,2-3 0 0,0 6 3 0,0-1-10 16,-2 1 11-16,5 11-16 0,-3 4 5 0,5-1 1 15,-2 2 5-15,-1 2-2 0,0-2 10 16,-2 1-6-16,2 1-11 0,-3-2 7 0,1 0 10 16,2 0 4-16,-4-2-2 0,2 1-3 15,1-10 5-15,-2 3-8 0,-1-10-15 16,1 4 12-16,-1-1 4 0,0-10-14 0,0 0-3 15,0 10 3-15,0-4 3 0,0-6-5 0,0 9-21 16,0-9-10-16,0 0-54 0,0 0-35 0,-1 12 10 16,-3-14-332-16,2-2 29 0,-2-1 25 15,-5-7 36-15,-5-4 22 0,1-3 12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05:43:12.323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7252 1954 357 0,'0'0'121'16,"0"0"-17"-16,0 0 10 0,0 0 13 0,0 0-36 15,0 0-15-15,0 0 13 0,0 0-30 0,0 0 29 16,0 0-15-16,0 0-11 0,0 0-20 0,0 0-7 16,-2 4-1-16,-5-4 46 0,2 0-63 15,-1 2 15-15,0-2 27 0,-3 3-17 16,7-3-2-16,2 0-8 0,0 0-1 0,-12 0 3 15,12 0 16-15,-11 0-32 0,-1 10-1 0,7-8-4 16,-2 2 5-16,2-4-23 0,0 4 16 16,-2-2-10-16,2 2-7 0,-1-2 29 0,1 4-11 15,-2-3-6-15,2 5-9 0,1-5 20 16,-1 4-7-16,2 0-16 0,-2-1 31 0,4 0-18 16,-9 14-2-16,6-8 1 0,-8 3-1 0,10-5-3 15,2-10 24-15,0 14-21 0,0-3 17 0,0-4-23 16,0 2 5-16,0 1-3 0,0 2-2 15,14 16-20-15,-10-14 55 0,-4-5-39 0,10 7 20 16,-4-4-5-16,0-2-1 0,0-2 11 16,-1 0-31-16,7 5 21 0,-6-2 1 0,6 1 6 15,-2-2-15-15,2-4 4 0,-3 0-17 16,0 0 20-16,1-1-16 0,-3-2 19 16,11 3 10-16,-3-4 14 0,-2 0-32 0,-2 2 6 0,0-4 9 15,-3 0-10-15,-8 0-19 0,10 0 24 16,4 0-16-16,20-16 14 0,-17 13-26 15,0-3 21-15,3-3 14 0,-6 1 3 0,5-2-21 16,0 1 4-16,-1 0 11 0,-6 1-17 0,-1 2 0 16,1 1 6-16,1-4-7 0,-3 0 20 15,-2 3-9-15,0-1-8 0,-4 1 7 0,-1-2 14 16,3 3 5-16,-5 0 0 0,3 0-4 0,-3-1 2 16,0 0 3-16,-1 6 17 0,0 0-5 15,0-7-8-15,0-1 3 0,0-3 4 0,-16-15-17 16,6 12-7-16,5 4 11 0,0 0-2 0,-1 1 3 15,-1 1-12-15,2 2 7 0,-9-6 5 16,2 0-10-16,-2 0-11 0,5 6 2 0,-3-5 3 16,5 7 10-16,-8-2-16 0,8 2 1 15,0-1 8-15,1-1-14 0,1 4 7 0,-1-2-8 16,0 0-7-16,1 3 19 0,1-3-6 0,-3 2-7 16,2 0-5-16,-2 0 18 0,0-1-8 15,2 0-10-15,-2 3-3 0,2-2 14 16,0 1-11-16,-1-2 3 0,2 1-16 0,-3 2-13 15,2-1 13-15,-1 0-22 0,-1 1-24 0,7 0-6 16,0 0-6-16,-10 0-14 0,2 0 8 0,8 0-63 16,-20 13-12-16,7-4-32 0,2 3-118 0,4-9 22 15,3 0 22-15,2-1-49 0,-3 1 13 16,4-3 6-16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05:42:45.531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11845-82 272 0,'0'0'134'0,"0"0"-21"0,0 0 55 0,0 0-80 0,0 0 30 16,0 0-9-16,0 0-3 0,0 0 13 15,0 0-50-15,0 0 0 0,0 0 2 0,0 0 37 16,0 0-31-16,-18-18-16 0,17 18 4 16,-3-1-4-16,3 1-14 0,-3-2-6 0,1 2 15 15,3-1-11-15,-3-1-2 0,-1 2 6 0,0 2-19 16,-1-2-4-16,1-2-2 0,1 4 3 0,3-2-2 15,0 0-2-15,0 0-21 0,-10 0-11 16,10 0 15-16,-10 0 24 0,10 0-18 0,-8 0-22 16,-6 13 29-16,11-10 6 0,-3-2-19 0,0 0-16 15,1 4 2-15,-1-3 11 0,2 1-34 16,-1 1 50-16,2 0-19 0,-2 0 5 0,1-1 17 16,-1 3-36-16,2-3 15 0,-1 3 4 15,2-3-32-15,-3 5 25 0,1-3-1 0,0 0 9 16,0 1-15-16,-4 10 0 0,4-4 5 0,-1-1 12 15,1 0 0-15,-1 0-10 0,4-3 20 0,0 2-13 16,1-1-11-16,-7 9-9 0,7-5 4 16,-2-1 37-16,2-1-21 0,0-11 9 0,0 9 2 15,0 1-48-15,0-4 8 0,0-6 35 0,0 12-26 16,0-5 25-16,14 10-12 0,-8-11 0 16,-4-1 24-16,11 11-32 0,-7-5 18 0,2-3-1 15,-2 0-20-15,1 0 14 0,-2-1 3 0,1-4-21 16,-2 4 39-16,3-5-16 0,-2 3 8 15,1-1-11-15,1-3-6 0,-1 1-13 0,3-1 24 16,-1-1 1-16,0 2-22 0,2-2 19 0,5 0 10 16,2 0-32-16,17-15 17 0,-16 12 7 15,-5-4 1-15,8 0-4 0,-10 1 7 0,1 0-4 16,-1 2 10-16,-3-1 1 0,1 1-26 0,-2 2-1 16,-2-3 2-16,1 2 15 0,-1 1 8 15,-2-1-14-15,2-2 5 0,-1 4 10 16,2-2 13-16,0-2 5 0,-6 4-6 0,5-5 9 15,-4 3-5-15,0-1-15 0,-1-2 14 0,0 1-1 16,2-1 3-16,-2 6 1 0,0 0-1 16,0-10-7-16,0 10-1 0,0-11 7 0,0 3 13 0,0 8-7 15,-15-20-9-15,12 14 5 0,0 0 7 16,-1 1-25-16,3-2 3 0,-4 0 4 0,1 2-17 16,1-2 20-16,-1 4-26 0,2-5 19 15,-3 6-15-15,1-2 0 0,-1-2 11 0,2 0-8 16,-2 3-4-16,-2-1 13 0,3-2-17 0,-1 3 27 15,-1-5-5-15,-7 2-33 0,3-1 19 16,2-1 13-16,-1 2-5 0,-1 3-25 0,4-1 4 16,-1 1 8-16,1 0 2 0,1 0 2 15,-1 2-20-15,1 1 21 0,-2-4-18 0,2 1 11 16,0 2-5-16,2 0 8 0,-3-1-23 16,2 0-7-16,0 1-2 0,1-2-12 0,-2 3-9 15,4 0-29-15,-3-2 1 0,0 1-1 0,2-1-64 16,-2 1 13-16,3-2-56 0,-1 1-52 15,0 1-82-15,0 1-35 0,2-4 25 0,0 4-25 16,0 0 10-16,0 0 46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8T14:07:50.659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560 33 283 0,'0'0'234'0,"0"0"-27"15,0 0-38-15,0 0-9 0,0 0-3 0,0 0-27 16,0 0-28-16,0 0-9 0,0 0 1 0,0 0-13 16,0 0-17-16,-3-23 3 0,-7 23 7 15,-1 1-19-15,1-2 3 0,-5 1-3 0,-4 0 13 16,-2 0-3-16,-5 0-5 0,-1 0-3 15,5 0-11-15,-6 0 3 0,4 0 5 0,0 0-5 16,3 0-12-16,0 0-14 0,5 0-2 0,1 8 21 16,2-8-14-16,1 0 4 0,12 0-9 15,-11 0 0-15,11 0-15 0,-12 0 12 0,12 0-9 16,-12 0 0-16,12 0-1 0,-12 0-7 0,12 10 6 16,-15 0 4-16,11-9-4 0,1 4-7 15,-1-4 13-15,-2 2 1 0,6-2 6 0,-5 2-13 16,1 0 6-16,-1 1 12 0,4 2-7 15,-1-1 5-15,1-2-6 0,-4 4-2 0,1-3 13 16,2 2 0-16,1 1-15 0,-1 1 25 0,-2-2-8 16,2 2-2-16,-1 2-16 0,3-3 5 0,-1 0 10 15,-1 3-6-15,2 0 9 0,-3 16 5 16,-1-4-5-16,4-3-9 0,-3 0-7 0,3-4 4 16,0 0 13-16,0 13-13 0,-3 0-11 0,0-4 35 15,3-13-22-15,0 9-1 0,0-3 8 16,0 5-13-16,0 3 19 0,0-8-19 0,0 3-9 15,0 3 23-15,0 0-23 0,0 3 30 0,0 0 1 16,0-4-3-16,0 5-15 0,0 1 10 16,0-3-10-16,0-1 16 0,0 2-13 0,0 0 13 15,-14 27 5-15,10-25-4 0,-2-1 1 16,0-4-4-16,3-3-3 0,0 4 24 0,-1 4-33 16,1-3 19-16,-3 1-10 0,1-3 11 0,2 3-4 15,-1-3-4-15,1 4-1 0,-2 0-35 16,1 0 26-16,4 0-17 0,0 4 14 0,0 0 3 15,-9-1 3-15,9-15 1 0,0 9-8 16,0 1-7-16,0 10 28 0,0-4-9 0,0 0-2 16,0 2 2-16,0-2-28 0,0 0 13 0,0 2 11 15,0-3 3-15,0 1 7 0,18 31-20 16,-14-36 5-16,1 2 1 0,1-4 10 0,-6 4-5 16,6-7-8-16,-3 3 10 0,3-2 2 15,-2-4-5-15,-1 5-2 0,6-4-10 0,-8-7 17 16,-1 3-24-16,3-3 7 0,0-1-6 15,-1-2 17-15,2 0-9 0,-4 2-13 0,5 13 12 16,-5-6-1-16,6-3-1 0,-3-2-6 0,-2 0-13 16,2-2 22-16,2-1-3 0,-4-3 3 15,-1 3-11-15,5-2 15 0,-4 2-11 0,2 1 7 16,-3-6-2-16,2 6-10 0,-1-1-7 16,1 17 14-16,2-7-8 0,-2-6 0 0,1 3-5 15,-3-2 15-15,0-2-13 0,1-1 3 0,1-1 14 16,-1 0-21-16,-1 15 13 0,3-12-14 15,-3 5-2-15,0-19 15 0,0 15-3 0,0-1-8 16,0-3 15-16,0 0-4 0,0 2-14 0,0-2 5 16,0-4 3-16,0 3-7 0,0 0 12 15,0 1-7-15,0 0 5 0,0 6-6 0,0 4 6 16,0 0 0-16,0-7-15 0,0 4 16 16,0-5-16-16,0 1 6 0,0-2 10 0,0-1-13 15,0 0 10-15,0-2-3 0,0 2-10 0,0-2 17 16,0 2 0-16,0 2-4 0,0-6 9 0,0 3-20 15,0 0 19-15,11-10-7 0,-11 12 5 16,0-4-7-16,0 4 5 0,0-12-3 0,0 11-23 16,0-3 17-16,0-8-7 0,0 10 10 15,0-10-14-15,0 7 19 0,0-7 0 0,0 13 3 16,0-13-10-16,0 0-3 0,0 8-10 0,0-8 18 16,9 0-5-16,-9 0 10 0,0 10 1 15,0-10-14-15,10 0 2 0,6 17 17 0,-8-14-8 16,4 1 9-16,-3-3-20 0,16 2 9 0,3-3 1 15,2 1-8-15,-1-1 6 0,2 0-8 0,0 0 3 16,0 0-5-16,-16 0 10 0,14 0-11 16,-2 0 14-16,-1 0 4 0,1 0-8 0,-3 0-6 15,6 0-3-15,-5 0 12 0,-5 0-5 16,-4 0-6-16,-1 0 12 0,0 0-9 0,-2 0 4 16,-4 0-15-16,0 0 3 0,14-18 9 15,-17 18 3-15,1 0-4 0,1 0 7 0,-1-2-2 16,-3 2-1-16,1-2-2 0,4 2-13 0,-6 0 12 15,1-2 8-15,2 2-3 0,-4 0-20 0,2-1 4 16,-1 1-15-16,2-4-37 0,-4 4-44 16,-1 0 10-16,0 0-116 0,0 0-43 0,0 0 23 15,21-17-219-15,-6 7-72 0,3-5 52 16,6-9 34-16,-8 0-19 0,5 4 31 0,4-9 68 16,-1 5 23-16,0-8 24 0,12 4 21 0,-3-7 9 15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8T14:07:46.392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10511-2904 367 0,'0'-20'210'0,"-20"20"-31"16,20 0 13-16,0 0-13 0,0 0-30 16,0 0-19-16,0 0 15 0,0 0-33 15,0 0 5-15,-19 0-2 0,19 0-8 0,0 0-19 16,0-17-13-16,0 17 9 0,-26-21-23 15,25 21 0-15,-2 0 1 0,6 0 5 0,-3-2-15 16,1 4-3-16,4-2-8 0,2 0-15 16,1 0 4-16,1-2 5 0,3 2 5 0,16 2-14 15,-15-2-4-15,11 0 9 0,5 0-5 0,2 0-13 16,3 0 7-16,1 0 5 0,-3 0 6 16,1 0-12-16,-1 0-1 0,0 0-5 0,0 0 0 15,23-13-10-15,-36 9 3 0,2 4 0 0,-7-5 12 16,-3 5-14-16,-3-2 2 0,-2 1-12 15,1 1 6-15,-1-3-13 0,0 3-5 0,-3-1-11 16,2 1-26-16,-2 0-15 0,1-2-17 16,2 0-39-16,-1 2 11 0,-4-2-51 15,-1 1-29-15,0 1-58 0,-1-2-58 0,-4 2-27 16,5-2 27-16,-6 2 11 0,0 0 5 16</inkml:trace>
  <inkml:trace contextRef="#ctx0" brushRef="#br0" timeOffset="325.658">10912-2991 345 0,'-8'1'209'0,"1"-1"-9"0,1 3-5 16,-2-3 0-16,2 0-14 0,-1 0-17 0,1 1 2 16,2-1-23-16,1 0-2 0,-2 2-19 15,2-2-8-15,-3 1-16 0,2 2-8 0,2-6-18 16,2 3 18-16,0 0-24 0,0 0-4 0,0 0 3 16,-6 21-1-16,5-12 0 0,-4-2-3 0,5 3 7 15,0 2 1-15,0 9-13 0,0 4-13 16,0-1 0-16,0 3-12 0,0 1 29 0,0 1-10 15,0-4-20-15,0 5 11 0,0-3-20 16,0-1-6-16,0-2 13 0,0 0-25 0,0-3 22 16,0-5-12-16,0 0 14 0,0-2-27 15,0-5 3-15,0-1 33 0,0-8-39 0,0 14 1 16,0-7 14-16,0-7-9 0,0 11 0 0,0-11 5 16,0 10-4-16,0-10-23 0,0 0-16 15,0 9-16-15,0-9-28 0,0 0-14 0,0 0-58 16,0 9 13-16,0-9-78 0,12 11-84 0,-12-11 23 15,0-2 22-15,-4 0-111 0,4 2 24 0,-2 0-27 16,2 0 26-16,-4 0-8 0</inkml:trace>
  <inkml:trace contextRef="#ctx0" brushRef="#br0" timeOffset="2219.617">12454-2738 456 0,'-6'0'260'0,"0"1"-39"0,-2-1-30 0,7 0-36 16,1 2 12-16,0-2-2 0,0 0-16 0,0 0-8 16,0 0-16-16,33 0-24 0,-24-2 13 0,24-3-6 15,-16 5-25-15,6 0-17 0,35-7 6 16,-30 4-20-16,4-1-1 0,-4 1-16 0,-9 3 3 16,2 0 13-16,-7 0-19 0,-14 0-7 15,12 0 3-15,1 0-14 0,-3 0-12 0,-10 0-1 0,11 0-50 16,-1 0-36-16,-10 0-8 0,9 0 7 15,-9 0-71-15,0 0-55 0,0 0-84 16,0 0-42-16,11 0 21 0,-4 11-29 0,-8-11 8 16,1 3-4-16</inkml:trace>
  <inkml:trace contextRef="#ctx0" brushRef="#br0" timeOffset="106015.995">12985-2903 354 0,'0'0'155'0,"0"0"-24"0,0 0-9 16,-20 0 26-16,20 0-21 0,0 0-26 15,0 0 23-15,0-17-8 0,0 17-33 0,0 0 5 16,0 0 13-16,0 0-12 0,0 0 2 16,0 0-11-16,0 0-11 0,-19 0-7 0,19 0-11 15,0 0 1-15,-22-35-28 0,17 31 18 0,5 4-7 16,0-3-2-16,0 3 4 0,0 0 8 15,0 0-13-15,0 0-12 0,-1 0 1 0,1 0-6 16,-2 0 9-16,2-2-12 0,2 4-14 16,-2-2 0-16,0 0 12 0,0 3 7 0,1 1-10 15,-1-2-2-15,3 3 2 0,0 1-5 0,2-1-9 16,-4 2 18-16,1-1-30 0,2 3 30 0,9 8-2 16,-7-2-2-16,3 3-26 0,5-6 15 15,-8 1 14-15,1-2-22 0,4 7-21 0,-2-2 4 16,3-1 29-16,-4-2-18 0,-5-2 19 15,3-3-2-15,-1 2-3 0,1-5-11 0,-3 0 24 16,0 1-4-16,1-3-8 0,-1 1 9 0,3 1-16 16,-6-3 8-16,5 2 20 0,-2-1-8 15,0-1 0-15,0-2-2 0,-3 2-14 16,4-2 17-16,-1 0-4 0,-3 0-6 0,0 0-3 16,0 0-12-16,0 0 3 0,0 0 16 0,20-18 1 15,-16 11-13-15,-2-1 6 0,2 1-20 16,-1-2 23-16,-3 2 6 0,3-3 0 0,-2 3-11 15,4-18-2-15,-1 11-7 0,2 0 16 16,0-8 15-16,-1 9-21 0,-4 3 1 0,1 0 5 16,-2-1-4-16,0 2-12 0,4 4-12 0,-1-5 8 15,2 3-25-15,-4 2-2 0,2 3-5 0,0-5 5 16,2 4-104-16,-2-2-42 0,-3-1-147 16,4 3 25-16,-2-1 17 0,2 0 14 0,-1 1-87 15</inkml:trace>
  <inkml:trace contextRef="#ctx0" brushRef="#br0" timeOffset="106399.008">13416-2843 446 0,'0'0'241'0,"0"0"-45"0,0 0-13 0,0 0-17 15,0 0-32-15,4 2-12 0,-4-2 2 16,3 1-18-16,-3-1-28 0,0 2-1 0,0 0 1 15,0 4-4-15,0-5-26 0,0 6 12 16,0-1-4-16,0 1-4 0,0 1-4 0,0-1 7 16,0 3-31-16,-1-1 3 0,1-9 2 15,0 16-14-15,0 1-21 0,0 0-36 0,0-3-29 16,0-2 18-16,0 1 4 0,0-3-105 0,0 0-57 16,0-10-134-16,0 15 12 0,0-5 40 0,0-10 11 15</inkml:trace>
  <inkml:trace contextRef="#ctx0" brushRef="#br0" timeOffset="114020.953">17821-3459 348 0,'3'4'252'0,"-3"-4"-59"16,2 0-10-16,-1 0-23 0,-1 0-28 15,2 0-42-15,1 1 16 0,0-1-10 0,0 4-6 16,0-4-6-16,3 0-29 0,-2 0-5 0,-1 0 25 15,2 2-22-15,1-1-14 0,-3 2-11 16,1-3 10-16,2 1-1 0,0-1-13 0,-3 0-3 16,4 0 19-16,-7 0-25 0,0 0 1 0,0 0 5 15,11 0-10-15,-11 0-7 0,9 0 11 16,9-16 0-16,-17 14-17 0,7-2 4 0,-5-2 25 16,0 1-12-16,0 0 6 0,0-1-22 15,-2 3 16-15,2-5-9 0,-3 4-2 0,0-3 12 16,0 2 2-16,0 5-18 0,0 0-19 0,0 0 9 15,0-11 21-15,0 11-13 0,0-9 11 16,-13-5-5-16,7 11-30 0,0-1 18 0,0 3 19 16,-2-1-8-16,4 2-11 0,-4 0 3 0,2 0-5 15,-1 3 12-15,-1-3 1 0,8 0-24 16,0 0 30-16,-26 19-6 0,14-10-17 0,0 0-4 16,1 6 22-16,5-4 0 0,0-1-25 15,2 1 19-15,1-1-14 0,-2-3 26 0,4 4-4 16,1-2-17-16,0-3 11 0,0-6-21 0,0 0 6 15,0 11 24-15,0-11 4 0,27 29-9 0,-15-18 1 16,-2-4-5-16,1 0 14 0,1-3 10 16,-4-2-28-16,0-1-32 0,4 2 22 0,-3-3-16 15,-9 0-28-15,0 0 6 0,12 0-19 0,-2 0-89 16,-10 0-64-16,24-17-107 0,-15 13-11 16,-2 1 15-16,13-4 0 0</inkml:trace>
  <inkml:trace contextRef="#ctx0" brushRef="#br0" timeOffset="114465.68">18296-3514 376 0,'-5'0'178'0,"4"1"-30"16,-4 2-42-16,5-3-31 0,0 1 37 15,-3 1-22-15,0 2-4 0,0-1 34 0,-1 1-64 16,4 2 5-16,-3-3 20 0,0 3 5 16,0-1-22-16,-2 1-9 0,4-1 25 0,-1 1-63 15,-1-1 33-15,2 2-11 0,1 0 5 0,-2-1 1 16,1-1-4-16,1 0-21 0,-3 1 11 16,3-1-15-16,0 0 10 0,0-5-10 0,0 0 16 15,0 0-4-15,0 10-17 0,0-10 20 16,0 8-18-16,0-8 8 0,13 19-15 0,-7-18 10 15,0 2 3-15,-1 1 0 0,-1-4 9 0,2 0-32 16,3 2 25-16,0-2-9 0,-1 0 14 16,-1 0-1-16,-7 0-15 0,0 0-3 0,13 0 0 15,-1 0-15-15,-4 0 15 0,4 0-16 0,-3 0 13 16,1 0-10-16,18-16 4 0,-10 14-24 16,-6 2-4-16,-1 0 17 0,-1-2-9 0,-1 1-2 15,-1 1-37-15,-2 0 17 0,1 0 17 0,-1-2 4 16,1-1 1-16,-1 3-48 0,-1-3 7 15,1 1 14-15,-3 2 5 0,3 0-20 0,-2-2-1 16,-1 2-40-16,-3 0 1 0,5-1-74 16,-5-3-61-16,1 1 16 0,-1 0 13 0</inkml:trace>
  <inkml:trace contextRef="#ctx0" brushRef="#br0" timeOffset="114867.431">18503-3465 500 0,'-6'-2'102'0,"4"-1"46"0,1 2-14 16,-4 0-46-16,2-2 7 0,1 2 18 0,0-1-9 16,-2 2-21-16,2-3-2 0,-4 3-29 15,5-4 30-15,-1 4 8 0,-1-1-4 0,2 1-17 16,-1-1 5-16,-1 1-3 0,2 0 9 0,-1 0-17 15,-2 0-1-15,4-2 12 0,-2 4-27 0,1-4 9 16,1 2-7-16,-3 0-9 0,3 0-22 16,0 0 14-16,3 0-2 0,-6 2-15 0,3-1 6 15,-3 4 9-15,3-2-11 0,0 0 0 16,-5 2-5-16,5 4 8 0,0-6-22 0,0 8 9 16,0-1 10-16,0 1-3 0,0 2 3 0,0 5 4 15,0 6 9-15,0-1-3 0,0-3 6 16,0 0 12-16,0-1-21 0,0-3-2 0,0-1-12 15,0-1 10-15,0-3 4 0,0 0-8 0,0 0-9 16,0-2-9-16,0 2-20 0,0-11-27 16,0 11-67-16,0-11 10 0,0 11-310 0,0-5 31 15,0-7 24-15,5-3 25 0,-5-7 31 16,3 5 7-16,1-31-31 0</inkml:trace>
  <inkml:trace contextRef="#ctx0" brushRef="#br0" timeOffset="110987.709">14138-3476 256 0,'0'0'133'0,"0"0"-22"16,0 0-15-16,0 0 26 0,0 0-36 0,0 0-21 16,0 0 23-16,0 0-22 0,0 0 4 0,19 0-9 15,6-5-5-15,-19 8 12 0,2-3 1 16,-1 2-29-16,-1-2-17 0,3 0 19 0,0 1 12 15,-9-1-55-15,0 0 38 0,14 0-5 16,-7 0-24-16,-7 0 10 0,12 0 16 0,6-14 14 16,-9 13-18-16,-5-5-18 0,2 4-27 15,0-2 39-15,-4-1-31 0,4-1 25 0,-3 2 14 16,-2 0-17-16,1 0 3 0,-2 0 10 0,0-3-46 16,-2 3 29-16,1-1-19 0,1 5-3 15,0 0 21-15,-14-11 4 0,10 8-18 0,-2-1-3 16,3 1-2-16,-6 2 5 0,4-1-16 0,-1-2 4 15,-1 3 16-15,2 1 16 0,-1-2-25 16,1 2 11-16,-1 0 5 0,6 0-24 0,0 0 24 16,-11 0-22-16,11 0 2 0,-12 0 1 0,-3 17-13 15,9-10 45-15,-3-2-2 0,6 2-2 0,-9 9-26 16,5-2 2-16,1-2 7 0,5-1 11 16,1 0-37-16,-2 0 57 0,2-11-34 0,0 7-13 15,0 4-5-15,0 6 34 0,22 14-28 16,-7-14 57-16,2-3-24 0,-10-3 3 0,5-2-34 15,2-7 29-15,5 9 3 0,-3-11-39 0,5 7 23 16,-1-1 11-16,9-5-20 0,-9 0-18 16,-20-1 4-16,16 0-29 0,2 0-46 0,-9 0-20 15,1 0-48-15,5-15-124 0,-9 11 13 16,2 2 11-16</inkml:trace>
  <inkml:trace contextRef="#ctx0" brushRef="#br0" timeOffset="111280.531">14679-3428 413 0,'-2'2'197'0,"0"1"-67"0,0 2-1 0,1-3 2 16,1 4 0-16,-3-1-44 0,3 5 19 16,-5 15 1-16,5-14-5 0,-4 23-5 0,-2-13-9 15,3-4-13-15,-3 7-4 0,6-5 3 0,-5-2-27 16,4 7-6-16,-5-10-23 0,6-14-44 16,0 14 1-16,0-3-69 0,0-1-25 0,0-10-171 15,0 11-59-15,0-11 38 0,0 6-2 0</inkml:trace>
  <inkml:trace contextRef="#ctx0" brushRef="#br0" timeOffset="111898.865">15228-3475 367 0,'0'3'140'0,"0"-1"-22"0,1 3-37 0,1-5-11 15,2 4 18-15,2-2-9 0,2-1-19 0,-2 2 3 16,1-3 4-16,1 1-32 0,-1-1-8 0,0 4 17 15,4-4 6-15,-4 0-30 0,-7 0-3 16,0 0-2-16,12 0 11 0,-3 0-17 0,-9 0-4 16,12 0 1-16,8-17 29 0,-17 12 9 15,0 1-15-15,0-1 6 0,1 0 4 0,-3 2-26 16,-1-4 15-16,0 5-9 0,-1-2-7 16,-3-1 6-16,-2 2-19 0,3 0 9 0,-5 2 20 15,2-3 1-15,-1 2-18 0,1 1 28 0,0 1-40 16,-2 1-13-16,2 1 23 0,-1-1-28 15,2 2 37-15,5-3-29 0,-12 7-11 0,10 0 21 16,-3 3 20-16,2-6-6 0,-3 17 5 16,-1-10-16-16,4 4 0 0,1-2 13 0,1 0-3 0,1-1-30 15,0-12 17-15,0 17 17 0,16 11-2 16,-10-14-16-16,7-1-8 0,5 1 1 16,2-3-87-16,-1-5-27 0,-5-2-71 0,2-1-130 15,-16-3 14-15,16 0-34 0</inkml:trace>
  <inkml:trace contextRef="#ctx0" brushRef="#br0" timeOffset="112272.638">15580-3363 293 0,'0'-4'158'16,"3"3"-31"-16,0-1-3 0,3 1 3 0,-3-2-35 15,3 3 20-15,0-3-32 0,0 3-34 16,0 0 42-16,0 0-47 0,-2-2 9 0,0 4-1 16,2-2-5-16,-4 3-36 0,2 0 27 0,4 0-4 15,-8-3-21-15,6 9 13 0,-3-6-2 16,1 2-3-16,-4 0 7 0,0 2-7 0,0 0-24 16,0 3-9-16,-1-6 45 0,-2 4 16 15,3-8-20-15,0 0-27 0,-14 23 33 0,11-16 2 16,-1 0-12-16,-5 11-20 0,-1-7 16 15,4 0 13-15,0 1-11 0,-2-2-9 0,2-1 29 16,3-2-14-16,-1-2-38 0,-2 2 39 0,3-2-6 16,-2-1-2-16,2 5-4 0,0-7 6 0,0 3-10 15,3-1-7-15,0 0 8 0,0-1-18 16,0-3 25-16,0 0-42 0,9 0-31 0,-3 0 4 16,0-5-102-16,0 3-116 0,2-2-43 15,11-6 17-15,-6-1 13 0</inkml:trace>
  <inkml:trace contextRef="#ctx0" brushRef="#br0" timeOffset="112867.683">16440-3428 486 0,'-3'-2'186'0,"3"2"-20"0,0-4 22 0,-1 1-51 16,2 3-19-16,-1-2 2 0,3 1-16 0,-1-2-14 16,-1 2-35-16,4-2 2 0,1 2 20 15,0-1-18-15,1-2 0 0,1 3 0 0,-1-2-15 16,4 1-7-16,-3-3 0 0,0 5-11 16,2-2 4-16,13-6-12 0,-4 2-5 0,-5-2 7 15,-1 5-2-15,-3-7 6 0,-1 5-7 0,5-6-9 16,-5 2 6-16,-3 4 6 0,-2-1-18 15,1 0-12-15,-5 2 16 0,0 0-9 0,0 4-18 16,0 0 25-16,0 0-9 0,0-11-7 0,-18-2-2 16,12 10-4-16,0-3 18 0,-2 5-29 0,-1-3 3 15,-1 0 33-15,1 3-3 0,-1-4-3 16,2 5-21-16,-5 0 0 0,13 0 22 16,-15 0-5-16,-24 15 6 0,15-6 10 0,5 4-26 15,5-6 14-15,-1 9 10 0,3-3-13 0,5-3 6 16,1 0-4-16,5 5 17 0,1-15-6 0,0 17 1 15,0 0-4-15,26 18-12 0,-14-18 15 16,11-1-8-16,1-3 7 0,-4 0-19 0,7-5-4 16,-3 2-49-16,0-4 5 0,1-1-46 0,-5-5-43 15,-20 0-76-15,13 0-105 0,1 0-18 16,-4 0 43-16,20-13-1 0</inkml:trace>
  <inkml:trace contextRef="#ctx0" brushRef="#br0" timeOffset="113373.954">16913-3465 406 0,'5'0'192'0,"1"-5"-26"15,-3 5-30-15,4-2-18 0,-1-1-15 16,1 3-10-16,2 0-7 0,-4 0-7 0,4 0-1 15,-2 0-17-15,-1 3-50 0,0-3 16 16,-6 0 15-16,0 0-14 0,0 0 16 0,0 0-41 16,9 0 7-16,3 12-29 0,-10-10 2 15,-2 1 2-15,-2 2 7 0,-1-2 0 0,2 1 1 16,-1 2 0-16,-4-3-12 0,2 1-14 0,2 0-21 16,-1-1 42-16,0 2-8 0,-3-4 2 0,5-1 3 15,-5 1-3-15,3 3 12 0,0 0-41 0,1-2 19 16,2 2 25-16,0-3 9 0,-1 2-10 15,1 0-7-15,0-3-10 0,0 0 28 0,0 0-18 16,0 0-8-16,0 0 29 0,0 8-21 16,16 8 16-16,-10-13-13 0,0 1 1 0,-1-1 28 15,1-1 12-15,-2 4-1 0,2-4-44 16,0 3 19-16,-2 2-2 0,2 0 39 0,-3 0-24 16,2 0-2-16,-4 1 37 0,7 13-31 0,-5-5-5 15,-2-5 34-15,-1-11 11 0,0 10-13 16,0 0 14-16,0-10-8 0,0 13 4 0,0-6 1 15,-16 12-10-15,11-16-3 0,-1 2 8 0,0 0-8 16,-1 0-7-16,-11 6 3 0,-1-2-5 16,-2-4-34-16,1 1-7 0,0-2-40 0,5-2-31 15,1-1 7-15,4-1-66 0,10 0-54 0,0 0-191 16,-12 0 27-16,12 0 12 0,-14-16 32 16</inkml:trace>
  <inkml:trace contextRef="#ctx0" brushRef="#br0" timeOffset="583.086">10546-2386 275 0,'-1'0'235'0,"1"0"-37"0,0 1 0 16,0-1-11-16,3 0-36 0,1 2-14 0,2-4 15 16,6 4-8-16,-3-2-21 0,18 0-13 0,-12 0-16 15,9 0 6-15,3 0-3 0,4 0-6 16,2 0-11-16,-3 0-21 0,2 0 16 16,0 0-22-16,23-18-8 0,-30 18-10 0,-4-3 13 15,-6 3-7-15,0-4-16 0,-6 4-18 0,3-3-23 16,-6 3-44-16,1-1-48 0,-1-1 10 0,-3 1-227 15,-3 1 25-15,0 0 21 0,0 0-47 16,0 0 9-16,12 0 14 0,-12 0-2 16</inkml:trace>
  <inkml:trace contextRef="#ctx0" brushRef="#br0" timeOffset="1507.045">11607-2542 468 0,'-3'-1'255'0,"-3"-2"-38"16,0 0-10-16,-2 1-40 0,2 0-5 15,-1 1-28-15,-2 1 6 0,0 0-20 0,0 0-5 16,0 0-30-16,9 0 8 0,-9 0-5 0,-1 0-11 16,-5 0-22-16,-25 18 17 0,22-12-13 15,3 2-16-15,-6 3 16 0,2-1-1 16,-1 2-18-16,5 3-1 0,-1-2 7 0,2-4-17 15,4 8 17-15,-2-4-8 0,5 1-9 0,-4-7-13 16,8 9 23-16,-3-4-22 0,6-1 5 0,-1 0-5 16,1-11 19-16,0 10-2 0,0 5-14 15,21 23 15-15,-13-21-23 0,4 3-4 0,8-4-1 16,-2 0 0-16,-2-4-1 0,4 1 16 16,-3-4-8-16,-2-1-2 0,6-1-9 0,-6-6-1 15,2 5 2-15,-3-5 4 0,0 2-3 0,-2-3 14 16,-5 0-3-16,4 0 13 0,-11 0-8 0,0 0-22 15,9 0 0-15,3 0 13 0,2-15-12 0,-8 12 7 16,2-4 7-16,-2 3-5 0,-2 0 21 16,-1 0-22-16,-3-3 4 0,2 3 11 0,-2-1 5 15,-2-2 3-15,-4 3 12 0,3-3-28 16,-1 3 4-16,-4-2 8 0,2 3 9 16,1 0-25-16,-4-2 7 0,3-1-10 0,-2 1 24 15,4 0-24-15,-4 1 15 0,4 0 9 0,1 1-27 16,-2 0-6-16,4 2 24 0,-1-1-20 15,-2 2 23-15,4-4-26 0,-2 0-15 0,-2 3 28 16,4-1-22-16,0 2 14 0,0 0-1 0,0 0-6 16,0 0-5-16,0 0-9 0,18-12 4 15,-15 8 21-15,3 0-14 0,1 4 33 0,-1-2-20 16,2 0-14-16,2 1-3 0,-4 1 7 0,0-2-15 16,0 1 27-16,-6 1-7 0,0 0-12 0,0 0 7 15,10 0 19-15,-10 0-20 0,12 0 0 16,-12 0-12-16,14 0 35 0,-5 0-16 0,-9 0-10 15,12 0 31-15,-2 0-16 0,-10 0-20 16,9 0 3-16,9 19 23 0,-15-19-34 0,3 4 15 16,-2 1 19-16,-1-2-7 0,3 1-5 0,-1 0-3 15,-4 2-14-15,4 1 26 0,-4 0 15 0,13 12-35 16,-10-7 23-16,-1 3-19 0,-1-4 12 16,8 9-12-16,-9-10 21 0,-1 2 6 0,2-1-12 15,1-2-2-15,-3-9 11 0,0 0 16 0,0 10-25 16,0-10-6-16,0 10 12 0,0 1 15 15,0-11-22-15,0 0 11 0,0 10-1 0,0-10-29 16,0 9 7-16,0-9 0 0,0 0-11 16,0 0-16-16,0 0-68 0,0 0-37 0,0 16-60 15,0-22 18-15,0 3-289 0,1-4 35 0,4 2 28 16,-2 0 30-16,9-15-24 0,1 3 26 16,1 0 41-16,4-1 0 0</inkml:trace>
  <inkml:trace contextRef="#ctx0" brushRef="#br0" timeOffset="2501.743">12601-2596 409 0,'-7'3'211'0,"6"-1"-27"0,-1 0-16 0,2-1-2 0,2 5-3 16,-1-4-23-16,-1 0 9 0,7 1-3 16,2 0-10-16,0-2 1 0,3-1-7 0,15 4-13 15,-1-1-18-15,3 1 14 0,-2-4-28 0,6 2 12 16,0-2-12-16,-2 1-27 0,-17-1-5 16,8 0-5-16,2 0 13 0,-2 0-18 0,-2 0-11 15,-1 0 15-15,-4 0-17 0,1 0-5 16,-7 0-4-16,3 0-6 0,-3 0-17 0,-9 0-24 15,13 0-20-15,-13 0-48 0,0-10-53 16,11 10 13-16,-11 0-261 0,0 0-11 0,22-21 48 16,-17 20 30-16,-4-3 12 0,4-1 12 0,-2 0 1 15</inkml:trace>
  <inkml:trace contextRef="#ctx0" brushRef="#br0" timeOffset="107211.119">12943-2061 677 0,'-4'0'220'0,"-2"0"-3"0,4-1-32 15,1-2-29-15,-4 3-14 0,-1 0-18 0,6 0-11 16,-1-1-28-16,-1 2-7 0,2-1 3 16,0 4-14-16,-3-1-5 0,6 1 0 0,-3 2-15 15,0-6 10-15,6 11-7 0,-3-2-20 0,5 13 0 16,-2-8-16-16,4 8 20 0,-7-9-18 16,9 8-3-16,-3-3 4 0,-3-4 2 0,0-1-10 15,0-2 9-15,7 6-9 0,-5-6 3 16,-1-4-3-16,-1 3-1 0,1-5-9 0,-1-2-6 15,-6 3 23-15,5-4-10 0,-2-1 5 0,1 3 2 16,-2-4-3-16,2 0 8 0,-4 0 6 16,0 0-6-16,0 0 7 0,9 0 12 15,5-18-14-15,-8 11 12 0,4-10-9 0,-2-1-16 16,4-2 9-16,-5 7-7 0,-1-2-6 0,-3 2 14 16,4 1 9-16,-4 1-2 0,-1 0-26 0,5-9 4 15,-5 1-29-15,1 3-12 0,-3 5 10 0,3 2-12 16,3-2-38-16,-5 1 15 0,4 2-36 15,-1 2-2-15,-1 0 7 0,2 1-110 0,-5-4-63 16,3 5-125-16,-3 4 59 0,3-1-1 16,-2 1 7-16,4 0 28 0</inkml:trace>
  <inkml:trace contextRef="#ctx0" brushRef="#br0" timeOffset="107603.88">13317-1997 287 0,'0'-2'229'0,"0"1"-53"0,0-1-10 15,5-2-1-15,-4 4-50 0,2-3 3 16,2 0-20-16,-1-2-26 0,2 5 5 0,-1 0-18 16,-1 0-5-16,2 0-11 0,-1 0-22 0,1 0-11 15,-3 4 17-15,3-3-18 0,-5 5 18 16,3-2-45-16,-2-1 33 0,2 1-13 0,-2 2 2 15,-1 2-33-15,-1-2 36 0,0 0-2 16,-3-1-10-16,3 5 0 0,0-2 2 0,0-8-16 16,0 0 21-16,0 11-28 0,0-2 3 0,0 1 33 15,0-10-27-15,-14 24 6 0,5-6 31 16,-2 0-25-16,-5-2 22 0,5-1-19 0,1-4 31 16,-2 0 6-16,7 0-11 0,-1-5 14 0,2 1-23 15,1-4 10-15,0 1-39 0,2 0 5 16,1-4 4-16,0 0-1 0,0 0 25 0,14 7 7 15,-6-7-14-15,5-1 9 0,11-2-23 16,-15 3 28-16,5 0-22 0,2 0-42 0,-1 0 4 16,13-11-48-16,-17 9-65 0,-2-1-64 0,1 1-108 15,-1 2-10-15,-2 0 4 0</inkml:trace>
  <inkml:trace contextRef="#ctx0" brushRef="#br0" timeOffset="14661.692">15483-2006 290 0,'3'-2'298'16,"-8"-3"-33"-16,4-1-21 0,-4 1-16 0,4-2-20 15,1 1-5-15,0 2 9 0,-5-3-16 16,4 1 9-16,-1 2-42 0,2-4 5 0,0 6-22 16,-3-3 14-16,3 1-15 0,0 4-41 0,0 0-13 15,0 0-19-15,0 0 4 0,0 0 1 0,0-11-19 16,0 11 28-16,0-7-39 0,3 9-11 16,-3 3 5-16,0 0-16 0,2 2-7 0,-1 4 9 15,7 13 6-15,-4 0-16 0,2-3 17 16,-3 5-19-16,2-3 7 0,1 1-14 0,0-1 12 15,1-3-6-15,-2-1-10 0,-4-3-4 16,-1-1 15-16,3-4 11 0,0 0-26 0,0-2-16 16,-3 0 46-16,0-2-32 0,3-2-1 0,-1 3 3 15,-2-3-27-15,1-1 23 0,1 2-36 16,-2-5-39-16,0-1-29 0,0 0-61 0,-2 3-33 16,2-7 19-16,5 0-243 0,-5 1 8 0,7-5 16 15,6-5 34-15,-1-5 28 0,-4 5-5 16,8 0 11-16,4-5-2 0</inkml:trace>
  <inkml:trace contextRef="#ctx0" brushRef="#br0" timeOffset="14109.94">14754-2035 510 0,'0'0'169'16,"0"0"4"-16,-21 0 7 0,21 0-40 16,0 0 23-16,0 0-17 0,0 0-26 0,-20 0 9 15,-2-30-8-15,16 29-20 0,0 1 0 0,-1 0-11 16,-1-2-13-16,2 2 1 0,-1 2-19 0,7-2 14 15,0 0-15-15,-12 0-8 0,1 0 8 16,-16 18-17-16,13-9 10 0,-6-1-17 0,7 0-2 16,1-2 5-16,-5 9-6 0,-1-5-14 15,5 0 20-15,4 1-21 0,-6 3 8 0,6 0 4 16,5 0-3-16,-1-5-10 0,5 2-4 16,0 0-8-16,0-11-1 0,0 7 10 0,0 8 0 15,17 14 4-15,-4-13 0 0,-2-3-2 16,-5-2-6-16,2-3 9 0,1-1-4 0,0-1-11 15,-1-3-1-15,1 1 12 0,1-3-16 0,-2 1 26 16,4-2-10-16,-12 0 8 0,9 0-10 0,0 0-4 16,23-16-7-16,-15 9 9 0,-5 2 24 15,-3-1-9-15,4-9-9 0,-1 5 39 0,-6 3-9 16,-2-2-11-16,1 2-7 0,-1-2 12 0,-4 0-9 16,2 1 13-16,-2 8-17 0,0-8-9 15,0-1 10-15,0-1 24 0,0 10-16 0,0-12-10 16,0 0 6-16,-15-7-27 0,12 15 14 15,0-4-49-15,0 3-2 0,1-1-70 0,-1 2-25 16,1-1-19-16,0-1 13 0,1 2-140 16,1 1-148-16,-3 2 7 0,1 1 40 0,2 0 6 15,2 0 22-15,1-2 12 0,0 2 57 16</inkml:trace>
  <inkml:trace contextRef="#ctx0" brushRef="#br0" timeOffset="15300.465">16947-2154 299 0,'-1'-4'261'15,"-2"3"-24"-15,-2-3-29 0,1-2-26 0,2 6-30 16,2-1-6-16,-3-2-3 0,-1 0-42 16,0 3 19-16,2 0-14 0,-2 0-19 0,-1 0-6 15,1 3 0-15,-2 0-15 0,3 2-7 0,-3 1-6 16,1-3-2-16,-2 4 0 0,5 0-22 15,-2 0 20-15,1 2-10 0,-8 12-22 0,5-6 2 16,3-2-5-16,-3 7 6 0,6-11 9 16,0 2-4-16,0 2 1 0,0 5-13 0,21 19-6 15,-13-22 8-15,5 0 1 0,-2-3-4 0,-2-1 9 16,-2-2-6-16,4-2-4 0,-3-4-4 0,-2 2-2 16,3-2 4-16,0-1 5 0,-1-2 2 0,1 0 15 15,-9 0 9-15,0 0-10 0,13 0 12 16,-5 0-2-16,-8 0 14 0,25-17-11 0,-10 3 3 15,-6 4 25-15,-2-2-29 0,-5 3 35 16,4 0-16-16,-6 1-11 0,0-1 17 0,0 9-39 16,0 0-11-16,0-10 6 0,0 0 33 15,0 10-37-15,-20-33-14 0,11 13 27 0,0 10-47 16,-1 0-8-16,-2 2-25 0,6 5-6 16,5-6-29-16,-7 7-30 0,4-3-60 0,-2 4 16 15,3 1-102-15,-6-3-124 0,9 3 10 0,0 0 4 16,-9 0 45-16,9 0 0 0,-9 0 40 0,9 0 10 15</inkml:trace>
  <inkml:trace contextRef="#ctx0" brushRef="#br0" timeOffset="15936.527">18331-2254 529 0,'-6'-3'230'15,"2"-1"-74"-15,-1 1-7 0,1 1 1 0,-3 1-17 16,4 1 13-16,-3-4-18 0,0 4 2 16,-2 0-22-16,-2 4-3 0,4-8-3 0,3 8-31 15,-5-3-9-15,8-1-13 0,0 0-2 16,-19 12 0-16,13-5 11 0,1 0-13 15,-8 7-4-15,4 5-3 0,2-4 5 0,1 0-17 16,1-3-10-16,4 1 14 0,1-13-12 0,0 9 5 16,0 2 4-16,0-4-26 0,0 11 20 15,22 12-1-15,-10-14-3 0,1 3-7 0,7-5 5 16,1-3 4-16,-8 0-12 0,7-1 8 16,5-3 1-16,-4 0-19 0,-3-7 19 0,-2 2-2 15,-16-2-2-15,13 0 3 0,-1 0 7 0,0 0-13 16,-3 0 21-16,2 0 7 0,-11 0 24 15,9 0 9-15,9-16-13 0,-12 10 19 0,-3 2-16 16,0-2-7-16,-2-1 22 0,1 0-1 0,-4-2-1 16,1 2-7-16,1-5-4 0,-18-11-12 15,6 0-5-15,-3 3-5 0,-3 1 18 0,1-1-17 16,1 5 9-16,-5-5-5 0,8 10-6 16,-2-5-25-16,-5 4-16 0,9 6-54 0,5 0-36 15,-3 2-48-15,-2 1-41 0,4 0 17 0,7 2-277 16,0 0 4-16,0 0 36 0,-11 0 53 0,11 0-18 15,-10 0 42-15,10 0 16 0,0 0-28 16</inkml:trace>
  <inkml:trace contextRef="#ctx0" brushRef="#br0" timeOffset="108269.469">12836-1360 502 0,'-6'0'214'0,"0"-4"-15"16,0 4-20-16,1-2-41 0,-1 2-10 15,3 0-27-15,-1 0-6 0,2 0-23 0,1 2 12 16,-2-1-6-16,3 2-16 0,-2 0-23 0,2-1-5 16,0 0-13-16,2 4 20 0,-2-3-24 15,3 4 23-15,-3-3-7 0,3 3-3 0,-3 1-7 16,0-1 8-16,4-1-10 0,-2 4 15 15,-1-1-2-15,4-1-33 0,1 12 4 0,3 2 4 16,-3-6 11-16,4 4-14 0,-4-9 25 0,-1 2-19 16,0-2 10-16,0-2-26 0,-4-4 24 15,5 2-20-15,-4-3-2 0,1-1 18 0,0 4-16 16,1-5 19-16,-2 0 19 0,2 1-3 16,-4 2 14-16,3-5-4 0,-3 1 1 0,8 0-1 15,-8-1-3-15,4 0 20 0,-4 0-12 0,0 0-13 16,0 0-4-16,0 0-2 0,21-14-6 15,-16 5 2-15,-2 4-8 0,-3-2 0 0,4-2 12 16,-2 2-12-16,2-2 6 0,-1-1-30 16,0 3-5-16,-2-2 0 0,1 1-16 0,4-13-10 15,-2 7-30-15,-1 1-16 0,2 2-34 0,1 5 11 16,-3-3-94-16,-3 2-62 0,3 1 24 0,0-1 15 16,1 3-127-16,-2 3 24 0,-1-6 13 15,4 6 4-15</inkml:trace>
  <inkml:trace contextRef="#ctx0" brushRef="#br0" timeOffset="108810.941">13155-1278 391 0,'1'0'219'0,"1"3"-25"16,-2-6-13-16,3 3-30 0,1 0-22 0,-4 0-4 15,5 0-16-15,-4 3-9 0,5-3-15 16,2 0-7-16,-2 1-8 0,1-1-26 0,-2 1 5 16,0 3-2-16,1-2-10 0,-3 2-20 0,3 0 14 15,0-1 1-15,-4 4-10 0,2-5-21 16,-4 3 31-16,2 1-53 0,-2-1 30 0,0 1 6 16,0-1-29-16,-2 2 12 0,2-3-32 15,0-4 32-15,0 0-23 0,0 0 1 0,0 11 3 16,0-11-44-16,0 11 12 0,0-11-4 0,0 9-3 15,0-9-6-15,0 0 5 0,0 11 35 0,0-11-51 16,0 0 20-16,-19 19 15 0,19-15 19 16,0 0-42-16,0-4 46 0,0 0-2 15,0 0-15-15,0 0 28 0,0 0-3 0,0 0-5 16,0 0-5-16,0 10 2 0,9-10 21 0,9 17-12 16,-17-16-9-16,5 3 32 0,-1-1-3 0,1 1 26 15,-3 2 7-15,1-5 13 0,-1 5-6 16,2 1-6-16,-4-3-5 0,2 2 18 0,3-3-2 15,-6 5-7-15,2-4-40 0,1 2 43 0,-3-2-4 16,0 2 2-16,0-6-31 0,0 0 49 16,0 0-5-16,0 10 6 0,0-10-19 0,0 9 6 15,0-9 6-15,-14 17-7 0,8-17-22 0,-1 5 14 16,1-4-4-16,-3 0-9 0,1 2 4 0,-2-3-26 16,1 0-14-16,-2 0-30 0,3 1 6 15,-4-1-36-15,6 4 6 0,-2-4-51 16,8 0-132-16,0 0 20 0,0 0 18 0,0-9 16 15,5 6-190-15,2 0 9 0,15-3 67 16</inkml:trace>
  <inkml:trace contextRef="#ctx0" brushRef="#br0" timeOffset="18459.205">14731-1238 232 0,'0'0'272'0,"0"0"-22"0,0 0-34 0,0-21-4 15,0 21-26-15,0 0 5 0,0 0-5 0,0 0-17 16,0 0 15-16,0 0-3 0,0-19-28 16,0 19 13-16,-27-19-35 0,27 19-4 0,0-1-5 15,0 1-45-15,0 1 13 0,0-1-22 0,-4 0-3 16,4 2-22-16,0-1 11 0,0 6-17 15,-2-4 7-15,2 6-7 0,0-3 4 0,0 4-21 16,0 1 14-16,0 1-9 0,0 4 23 0,0 2-2 16,0-2-33-16,0 5-18 0,0-3 36 15,0 6-20-15,0 0-1 0,0-4 12 16,0-1-8-16,0-5-9 0,0 0-3 0,0-2 37 16,0-2-37-16,0 1 4 0,9-11-7 0,-9 10 12 15,0-10-20-15,0 9-24 0,0-9-6 0,0 9-25 16,0-9-7-16,17 12-50 0,-17-12-63 15,3 0 17-15,1-1-201 0,-1-2-64 0,3-1 44 16,12-9 21-16,3 0 25 0,4-2-23 16,1 3 11-16,0-3 53 0</inkml:trace>
  <inkml:trace contextRef="#ctx0" brushRef="#br0" timeOffset="19036.507">15900-1294 314 0,'0'-1'254'0,"0"-1"-23"16,-3 1-49-16,-1-2 2 0,2-1-18 16,-2 3-6-16,1 1-10 0,0 0-27 0,0-2-2 15,-3 4-8-15,-1-4-9 0,2 4-18 0,-2-1 9 16,-1-1-21-16,1 1 5 0,1 5-15 16,6-6-13-16,0 0 2 0,-21 8 8 0,15-3-20 15,-4 0 2-15,-5 6-20 0,3-1-3 0,-2 4 12 16,7-1 1-16,-1-5-18 0,4 3 2 15,1-1 3-15,1-3-6 0,-2 2 13 0,4 0-15 16,0 1 12-16,0-10-16 0,0 12 7 16,19 21 11-16,-11-18-12 0,4 3 6 0,1-7-6 15,-1-3-13-15,4 3 22 0,-1-4-24 16,5 0 16-16,-2-4-13 0,-6 0 3 0,-2 0 24 16,2-1-15-16,0-2 0 0,-12 0 0 0,0 0 5 15,13 0 9-15,-4 0 15 0,-9 0 29 0,24-18-35 16,-18 14 17-16,0-6 31 0,0 6-51 0,-3-4 29 15,3-1-16-15,-6 3 33 0,1-2-43 16,-1 8 1-16,0 0 9 0,0-17-16 0,-16-18-5 16,3 22-17-16,-4 1-23 0,7 1 1 15,-8-1-16-15,3 5-2 0,3 0-31 0,-1-1-11 16,7 4-28-16,-3-3-19 0,0 4-61 0,6-1 17 16,0 1-212-16,3 3-39 0,0 0 26 15,0 0 25-15,0 0 25 0,0 0 28 0,24-18 23 16,1 12-14-16</inkml:trace>
  <inkml:trace contextRef="#ctx0" brushRef="#br0" timeOffset="19611.71">17328-1397 220 0,'-5'-2'350'0,"4"-1"-72"0,-4 1-20 15,5 1-35-15,-3 0-45 0,-1-5-3 0,4 5-23 16,-2 1-11-16,-1-1-24 0,2 2-26 15,1 0 3-15,-2 5 7 0,1-5-10 0,1 2 7 16,-3 2-8-16,3 0 14 0,-2 5-30 0,2-3-2 16,0 4-2-16,0-2-2 0,0 2 10 0,0 1-7 15,0-1-3-15,0 1-16 0,0 13 20 16,0-14-33-16,0 3-2 0,0 0 4 0,0 0 6 16,0-3-15-16,0 0 3 0,0-2 0 15,0-9-15-15,0 11 3 0,0-1 6 0,0-10-7 16,0 0 12-16,0 11-11 0,0-11 17 0,0 8-19 15,0-8-39-15,0 0 12 0,0 9-51 0,0-9-19 16,5 10-49-16,-5-13-29 0,3 0 15 16,-2 0-219-16,4 2-90 0,1-4 54 0,0 0 25 15,9-10 25-15,-2 5 29 0,0 3 16 16,5-3-55-16</inkml:trace>
  <inkml:trace contextRef="#ctx0" brushRef="#br0" timeOffset="20257.136">18521-1479 306 0,'-6'-3'304'0,"1"6"-65"0,2-3-30 16,-4 1-17-16,2-1-29 0,-2 0-15 0,-3 2-24 15,2-2-9-15,-4 4 12 0,-9 2-12 0,5-3-8 16,-1-1-3-16,7 5-14 0,-9 0-26 0,2 0 11 15,7-3-10-15,-1 2-1 0,2 0 1 16,-1 2-29-16,-3 6 10 0,2-4-11 0,2 0 4 16,2-3-17-16,1 0 8 0,-9 8-17 0,7-1 7 15,2-4 10-15,5-2-10 0,-4-3-9 16,4 5-3-16,-4-2 8 0,5-8-5 16,0 0 4-16,0 11 6 0,0-3-3 0,30 16-7 15,-15-5 14-15,5-7 3 0,-4 2-19 16,3-2 0-16,1-1 1 0,-2-6-5 0,-5-2 5 15,3 0 11-15,-4-3 5 0,2 0-31 0,11 9 15 16,-10-7 19-16,-1-2-24 0,-14 0 7 0,13 0 37 16,-4 0-11-16,1 0-2 0,-1 0 53 15,9-13-24-15,-12 9-18 0,2-1 7 0,11-6 16 16,-9 2-16-16,-1-2-14 0,2 5 18 16,-8-2-5-16,3-4 31 0,-5 7 2 15,2-5 5-15,-3 0-5 0,0 4-15 0,0 6-10 16,0-11-19-16,0-4 14 0,-19-21-1 0,8 18-21 15,-2 5 15-15,4-1-6 0,-6-1-8 16,3 6-50-16,5 1 3 0,-4 2-56 0,-1 1-48 16,3 4-58-16,-13-8-54 0,7 3 22 0,2 1-276 15,2 4 36-15,-1 0-27 0,5-3 29 16,2 2 28-16,2-5 25 0,0 3 93 0,3 4 4 16,0 0-13-16</inkml:trace>
  <inkml:trace contextRef="#ctx0" brushRef="#br0" timeOffset="109281.565">12930-534 454 0,'-5'4'248'0,"4"-3"-52"0,-4 3-41 16,5-1-10-16,0 0-12 0,-1 0-1 15,2-3-15-15,-1 5-9 0,3 0 4 0,-1-1-52 16,-1 2 5-16,4-2 5 0,-2 3 0 0,1-2-26 16,-2 1 12-16,2 0-3 0,-1 3 1 15,3 0-31-15,4 9 17 0,-2-4-7 0,-2-4 5 16,0 1-3-16,9 2-8 0,-6-2-17 0,1-4 16 16,-1-2-4-16,-2 1-9 0,-1-3-11 15,2 0 16-15,-4-3 1 0,2 3-4 16,-6-3 18-16,0 0-18 0,0 0 1 0,9 0 25 0,-9 0-4 15,20-15-12-15,-13 10 8 0,-4-1 15 16,0-2-18-16,2 0-5 0,4-12 4 16,-6 2 9-16,4-1-21 0,-4 0-14 0,1 6-20 15,-2 2-1-15,2 0-4 0,-2 3-53 16,-1-1-23-16,2 6 3 0,-1-5 8 0,-1 5-118 16,4-4-51-16,-5 3-109 0,3 0 46 0,0-2 23 15,-2 4 17-15,1-1-38 0</inkml:trace>
  <inkml:trace contextRef="#ctx0" brushRef="#br0" timeOffset="109778.072">13314-480 581 0,'0'10'200'0,"0"-5"-30"0,0 3-7 15,2 0-32-15,-1-2-23 0,-2 2 3 16,2-1 7-16,2 0-18 0,-1 0-32 0,-2-7-27 16,0 0 9-16,0 11 9 0,0-1-29 15,12 10 22-15,-9-15-7 0,3 2-2 0,-2-1-4 16,-1 0-11-16,3-2 1 0,2 3 9 0,-4-4-1 16,4 3-17-16,-3-1-14 0,4-5 18 15,-3 0 10-15,3 4-42 0,-1-3 16 0,-1 0-11 16,-4 0 16-16,6-1 14 0,-9 0-31 0,0 0 30 15,0 0-16-15,9 0-6 0,-9 0 13 16,0 0 13-16,21-14-5 0,-18 8-2 0,-2 5 10 16,1-2 15-16,-1-1-10 0,-1 0 3 15,0 1 13-15,3 0-6 0,0 1 7 0,-3-2 8 16,3 3-17-16,-3-3 0 0,0 1-10 0,2 0 7 16,-2 2-19-16,0-2 9 0,3 3-10 15,-3 0 32-15,0 3-1 0,0-2-20 0,0 3 13 16,0-2-16-16,0 5 1 0,0 0 11 15,0-1-15-15,0 3 12 0,0 1-9 0,0 0 7 16,0 4-19-16,0 2 2 0,0 2-11 0,0-2-5 16,0-1 4-16,0 1-16 0,0-4 10 15,0 0-26-15,0-2-18 0,0-1-30 0,0-9-14 16,0 11-70-16,0-11 15 0,0 8-165 0,0-8-117 16,19 10 63-16,-14-13 25 0,-1-1 23 15,11-11 12-15,2-7 15 0,6-4-83 0</inkml:trace>
  <inkml:trace contextRef="#ctx0" brushRef="#br0" timeOffset="24452.264">14850-589 282 0,'0'0'188'0,"0"0"-20"15,0 0-43-15,0 0 23 0,-19 0-38 16,19 0 33-16,0 0-16 0,0 0-3 0,0 0-9 15,0 0-6-15,-21 14-30 0,21-14 10 16,-24 21-4-16,18-21 2 0,3 1-21 0,-3-1 14 16,-1 2-1-16,3 2-14 0,-2-4-9 15,0 2-1-15,6-2-1 0,-11 5-8 0,5-2-1 16,-1 0-13-16,1 1 2 0,0-3 0 0,0 3-7 16,0-1 8-16,0 1-9 0,0-2-18 15,3 5 15-15,-5-3-14 0,-9 10 15 0,8-3-18 16,3-1 8-16,-3 0 12 0,4 1-9 15,2-7-11-15,2 8 6 0,-1-5 1 0,2 1-8 16,0-8-5-16,0 0 10 0,0 10-2 0,0 1 5 16,0-11-1-16,30 31-6 0,-13-15-8 15,-4-6 1-15,0-5 5 0,-1 3 5 0,-3-5-1 16,5 1-6-16,-7-4 1 0,5 2-3 16,-3-2 13-16,1 0-5 0,-10 0-8 0,0 0 5 15,12 0 3-15,2 0 6 0,-5 0 6 0,3 0-11 16,16-20-13-16,-13 16 24 0,-5-3-11 15,2 1 13-15,-4 0 12 0,-2-1-2 0,-3 2-5 16,3-1 6-16,-2 1 31 0,-2-1-32 16,2-1-4-16,-4-2 5 0,2 4 21 0,-2-5-42 15,0 10 12-15,0 0-7 0,0-12 38 0,0 0-27 16,0 12-19-16,-15-23 4 0,9 15 21 0,3 4-33 16,-2-1-7-16,-1-1 20 0,0 5-23 0,2-3-12 15,-2 1-42-15,3-3-33 0,-5 6-9 16,4-2-46-16,0 2-3 0,-1 0 13 0,2-2-144 15,0 2 23-15,3-2 21 0,0 2-102 16,0 0 23-16,0 0 23 0,0 0 13 0,0 0-11 16</inkml:trace>
  <inkml:trace contextRef="#ctx0" brushRef="#br0" timeOffset="25167.999">15991-684 475 0,'-4'0'138'15,"-1"0"-19"-15,1 0 18 0,-3 0 9 0,2-2-34 16,-1 2 1-16,3 0 30 0,-3 0-7 0,0 0 7 15,2-1-22-15,1-2 7 0,-2 2-16 16,4 1 9-16,-5 0-19 0,3 0-15 0,0 1 4 16,1-1-8-16,1-3-20 0,1 3-10 15,0 0 8-15,0 0-14 0,0 0-1 16,0 0 7-16,0 0-12 0,-17 16-1 0,17-11 5 16,0 3-3-16,-1 0 1 0,1 0 5 0,-2 3 12 15,2 1 8-15,0 6-28 0,0 0 3 0,0 3 32 16,0 0-13-16,0-1 6 0,20 19-33 15,-17-19 10-15,1-1-3 0,-1 4 9 0,3-12-28 16,-3 0-15-16,-1 0-2 0,-2-4-1 16,0-1 13-16,0 1 1 0,0-3 10 0,0-1-5 15,0 1-15-15,1-3-1 0,1 3-17 0,-2-2-48 16,3-2-16-16,-3 3-22 0,0-3-71 0,0 0-17 16,3-3 17-16,1-1-232 0,-2-3 28 15,2 1 27-15,4-1 24 0,5-13 23 16,5-2 12-16,-2 0-14 0,5 1 8 0</inkml:trace>
  <inkml:trace contextRef="#ctx0" brushRef="#br0" timeOffset="25835.845">17238-667 365 0,'-1'0'223'0,"-1"-2"-26"0,-2-1-4 0,1 3-28 16,0 0-19-16,-5 0-13 0,5 3 10 15,-1-3-25-15,-2 0-5 0,0 2-20 0,-2-1-3 16,4 3 8-16,0-4-28 0,-5 3-10 0,4 3 4 15,-1-1-14-15,0-1-7 0,0 2 3 0,-6 8-8 16,-1 3-17-16,-1-3 11 0,5-3-2 16,5 4-3-16,-2-4-11 0,3 0 15 0,-1 1-7 15,2-1-12-15,2-1 13 0,0-10-5 16,0 16-16-16,21 15 1 0,-14-16 13 0,11 0-15 16,-3-2 12-16,-1-6 0 0,1-2-6 0,-2-1-14 15,12 1 18-15,-5-3-2 0,-1-2 8 16,-19 0-2-16,14 0 0 0,6 0 7 0,0 0-2 15,20-19 6-15,-21 15-1 0,-7-2 3 16,0 1 16-16,-3-1-20 0,2 0 13 0,4-6 16 16,-8 1-4-16,4-1 10 0,-4 7-16 0,-4-5-5 15,0 0 25-15,-3 3 7 0,0 7-40 0,0 0 12 16,0-10 4-16,0 10-14 0,0-12-22 16,-18-7-2-16,0 5 27 0,2 2-19 0,-4 2 9 15,2 0-39-15,5 4-21 0,0 1 8 16,4 2-35-16,-2 1-23 0,2 0-26 0,-1 2-54 15,10 0 15-15,0 0-114 0,0 0-130 0,-9 0-13 16,9 0 39-16,0 0 54 0,0 0 23 16,-12 3 15-16,16-4 9 0</inkml:trace>
  <inkml:trace contextRef="#ctx0" brushRef="#br0" timeOffset="26690.461">18557-794 592 0,'-2'-1'221'0,"1"-2"-39"0,-4-1-33 16,4 3 8-16,-4-1-33 0,2 2-16 15,0 0-10-15,0 0-5 0,-1 0-3 0,-2 0-22 16,1 2 10-16,1-1-15 0,-1 3 16 0,-1-1-6 16,-1 0 5-16,1-2-10 0,3 5-7 15,-4-2 2-15,1 0-17 0,1 2-14 16,-1-2-4-16,3 3-1 0,-9 9 9 0,5-4-9 16,2 5-5-16,4-8 3 0,-1 0 0 0,-1 2-1 15,2-2 2-15,1-9-8 0,0 0 1 0,0 13 2 16,0-2-9-16,0-2-3 0,0-1 3 15,0 8-10-15,24 20 7 0,-14-19 8 0,4-1-8 16,-4-5-4-16,-1-1 6 0,1-5-6 0,7 9 3 16,-4-9 7-16,-2-1-8 0,-2 0 9 15,1 2-20-15,2-5 20 0,-8 2-10 0,7-2 7 16,-4 1-4-16,1-2-2 0,-8 0 0 0,0 0-8 16,10 0 12-16,1 0-9 0,-11 0 6 0,12 0-6 15,-5 0-1-15,5 0 20 0,-12 0-16 16,12 0 29-16,-2 0-15 0,7-14 5 0,-14 8 23 15,6 2-25-15,-5-3 7 0,1 5-1 16,1-5 4-16,-3 2 22 0,1-2 2 0,2 1-19 16,-4-2-1-16,-1 3 27 0,2-4-33 0,-2 2 12 15,1 0-17-15,-2-3 51 0,0 10-16 16,0 0-20-16,0-10 11 0,0-1 8 0,0 1-6 16,0 10-14-16,0-11-10 0,0 0 9 0,0 2-3 15,-13-9-3-15,10 10-4 0,-3 1-16 16,-5-6 16-16,-2 2-4 0,2-5-2 15,1 5-2-15,1 2-14 0,-2 0-1 0,6 6-2 16,-4-2 1-16,3-1 7 0,-2 3-11 16,2 1 3-16,-1-1-2 0,2-3 1 0,-4 6-1 15,2-2 12-15,2 0-15 0,-1-1-8 0,0-1-13 16,2 2 15-16,-5 2-36 0,6 0-9 0,-3-1 9 16,2-2-13-16,-2-1-55 0,1 3-1 15,1-1-54-15,-1 2 16 0,4-1-153 16,-2-3-141-16,0 0 16 0,1 2 29 0,-2 1 26 15,4-3 44-15,0-4 20 0,0 8 20 16,0 0-1-16</inkml:trace>
  <inkml:trace contextRef="#ctx0" brushRef="#br0" timeOffset="54964.659">-80 1104 278 0,'-33'10'290'16,"8"0"-50"-16,4 1-56 0,8-7 4 16,5 1-39-16,2-3 10 0,6-2-18 0,6-1 4 15,2 1-14-15,4 0-7 0,22-5 5 0,-15 5-32 16,47-11 1-16,-23 6-12 0,4-5-11 15,3 2-1-15,4 1-11 0,3 1 5 0,-2-4-7 16,9 2-18-16,-9-3 15 0,5-1 8 0,-7 0 0 16,7 3-10-16,-8-2-23 0,2 4 5 15,-6-1 1-15,-4-2 22 0,-2 2-14 0,-5 0-7 16,-4 1 8-16,-12 3 26 0,-1 4-28 16,-6-1 1-16,0-2 0 0,-2 0-29 0,-2 2-2 15,-2 1-4-15,1-3-16 0,-5 3 2 0,2 0-24 16,-1 0-38-16,-1 0-25 0,-4 0-48 15,0 0 13-15,0 0-161 0,0 0 22 0,0 0 23 16,0 0-156-16,0 0 41 0,13-14 23 0,-13 3-4 16,14-10 46-16,-4-2 11 0</inkml:trace>
  <inkml:trace contextRef="#ctx0" brushRef="#br0" timeOffset="54633.009">-127 919 684 0,'-17'4'240'0,"7"7"-22"16,-2-11-31-16,4 3-11 0,2 3-21 15,2-6-20-15,1 2-16 0,3 0 5 0,0-2-19 16,3 0-6-16,3 0-1 0,4 0-3 0,19-4-1 16,-12 4-10-16,34-18 7 0,-8 7-22 15,-2 2-19-15,6-1 4 0,6-8-7 0,-3 9-15 16,6-6 3-16,3 3-1 0,1-1-6 0,5 0 9 16,-5 1-1-16,6 1-16 0,-5-4-2 15,-1 3 25-15,-5 3-18 0,-3-2-13 0,-1 1-2 16,-4 5 2-16,-2-5-3 0,-6 6-20 15,-6-3-4-15,-6 1-13 0,-5 2-5 16,-3 1-3-16,-7 2-16 0,-4 1-7 0,-8 0-13 16,0 0 14-16,0 0-13 0,4 7-15 0,-10-3-5 15,0-3 6-15,-1 1-58 0,-11 9-25 0,-2-1-43 16,-8-2-56-16,-3-1-87 0,4 4 28 16,-6-5 13-16,0 1 13 0</inkml:trace>
  <inkml:trace contextRef="#ctx0" brushRef="#br0" timeOffset="53378.291">210 0 254 0,'0'0'235'0,"0"0"-22"0,0 0-28 0,0 0 15 15,0 0-6-15,0 0-9 0,0 0-13 0,0 0-15 16,0 18-2-16,0-18-8 0,0 0-10 16,0 0-17-16,0 0 7 0,0 0-9 15,0 0 20-15,0 0-34 0,0 0 7 16,0 0 16-16,0 0-2 0,0 0-9 0,0 0-14 16,0 0-12-16,0 0-9 0,0 0-10 15,0 0 2-15,0 0-8 0,0 0-7 0,0 0 2 0,0 0-7 16,0 0-5-16,0 0-11 0,0 0-21 15,-20 0 21-15,20 0-30 0,-31-6-1 16,23 2-1-16,2 3 27 0,2-2-2 0,-5 0-4 16,3 2-10-16,-1 1-29 0,1 0 18 15,6 0 10-15,0 0-19 0,-12 0-19 0,12 0 17 16,-11 0 16-16,-1 0-3 0,12 0-8 0,-21 14-2 16,15-10 18-16,1 0-22 0,-1-2-2 0,1 3 13 15,1 1-10-15,-1-3 0 0,1 3 10 16,1-1 12-16,0 1-24 0,3-1 3 0,-2 5 3 15,2-4-7-15,0-6-6 0,0 0 42 0,0 9-43 16,0 2 5-16,26 15 11 0,-17-10 16 16,1-3-29-16,-1-3-2 0,4 3 6 0,1-3 33 15,-4-1-41-15,2 1 1 0,-4-7 10 0,-1 6-14 16,2-3 11-16,9 7 29 0,-5-1-15 0,-1-2-13 16,-4-3 22-16,1 3-18 0,1-6 28 15,-2 6-27-15,-4-7 2 0,11 11-9 0,-9-4-15 16,1 1 37-16,1-1-16 0,-4 0-21 0,-2-2 17 15,-1 0-9-15,2-2 11 16,-1 1 12-16,-2-7 8 0,0 0-24 0,0 11 41 16,0-1-48-16,0-10 19 0,-20 25-8 0,8-8 17 15,-3-5 12-15,2-3-8 0,0 2 1 0,-4-1-3 16,7-9-2-16,-2 1 28 0,3 2 8 16,-2-4-25-16,4 3-2 0,0-3-4 0,7 0 10 15,0 0-2-15,-12 0-2 0,-2 0 14 16,14 0-21-16,-13 0-2 0,13 0-2 0,-24-17-1 15,16 13-37-15,3 0 1 0,0 0-2 0,-1 1-45 16,0-1-13-16,0-1 4 0,2 1-39 0,-2 0-14 16,3-2-14-16,-2 3-48 0,2-2 18 15,3-1-133-15,-4 2-123 0,4-1 25 0,0 5 28 16,0 0-9-16,0 0 34 0,15-19 16 0,-5 15 17 16</inkml:trace>
  <inkml:trace contextRef="#ctx0" brushRef="#br0" timeOffset="54197.352">490 217 214 0,'1'-1'326'0,"2"0"-45"16,-1 0-38-16,-2-2-39 0,0 6-39 0,0-2 3 15,-2 0-19-15,-1-1-14 0,2 0-16 16,1 5-14-16,-5 0-2 0,4 0-17 0,-3 1-21 15,1-1 0-15,1-1-9 0,-2 4 4 0,2 1-17 16,-1 1 5-16,3-3-10 0,-1 3 2 16,1 0-13-16,0-10-5 0,0 8-2 0,0 3-3 15,0-1-10-15,0-3 6 0,19 23-10 16,-13-15 7-16,3-7-24 0,1-1 13 0,-1-1-2 16,3-2-5-16,-1-2 5 0,-4-1-7 15,-1-1 6-15,3 0-19 0,-9 0 30 0,0 0-7 16,9 0-9-16,-9 0 11 0,10 0 7 0,-10 0-7 15,21-16 5-15,-19 11 1 0,2-1 12 16,-2 1-2-16,1 0 0 0,-3-5-5 0,0 8-1 16,-5-7 9-16,4 3 0 0,1 6-8 15,-18-26 18-15,3 15-17 0,-4 1 10 0,4 0 5 16,3 3-1-16,0 2-12 0,3-2 15 0,0 1 5 16,1 6-1-16,2-4-18 0,1-1 0 0,2 3-19 15,-3-2-1-15,1 4 9 0,2-2-11 16,3 2-3-16,0 0 9 0,0 2-4 15,3 2-21-15,3-4 17 0,2 0-10 0,0 0-24 16,1 0 14-16,3 0-12 0,15 0 12 0,-13 0-14 16,4 0 9-16,-4 0 17 0,4 0-15 0,-4 0 11 15,13-14-6-15,-4 7 20 0,-6 2-12 16,-8 0 12-16,1-1-21 0,-1 2 20 0,-3-3 16 16,2 2-5-16,-4-1-8 0,-1-1 26 0,2 3-1 15,-2-1-1-15,0-3-12 0,-2 1 16 0,-1 0-2 16,1-2 1-16,4 3 3 0,-4-1 11 15,-1-4 1-15,0 11-1 0,0 0 13 0,0-14 7 16,0 3 3-16,0 0 30 0,0 3-29 16,0 8 6-16,0-12 6 0,0 1 15 0,0 3-12 15,0 8-9-15,0-11 9 0,0 11-14 0,0-9-6 16,-14-6-6-16,14 10-5 0,0 5-18 16,-2-3-1-16,-1-1 11 0,2 4-4 0,1 0-31 15,0 4 20-15,0-1-10 0,0 2 3 0,-2 5-11 16,4-3 9-16,-1 3 1 0,-1 18-2 15,0-11 13-15,0 6 21 0,0 3-22 0,0-2 3 16,12 34-6-16,-8-32-16 0,-1 2 32 16,3 1-18-16,-1-2-6 0,-4-3-3 0,5-1-2 15,0 0 0-15,-6-3 9 0,2-5-6 0,2-1-10 16,-1-3 23-16,-3-2-37 0,0-4 11 0,2 1 0 16,1 1-56-16,-2 2-28 0,4-7-17 15,-4 5-9-15,1-4-47 0,-2-3-19 0,0 0 16 16,0 0-136-16,0 0-138 0,-8 1 17 15,7-2 17-15,1-1 27 0,-3-6 25 0,1 6 25 16,2 0 20-16,0-1-9 0</inkml:trace>
  <inkml:trace contextRef="#ctx0" brushRef="#br0" timeOffset="55711.24">2374 426 520 0,'3'-7'316'0,"-2"-3"-30"0,1 5-31 0,1-4-25 15,0 3-17-15,-2-1-16 0,-1 2-2 0,3 0-15 16,-2 0-30-16,-1 2-7 0,2-1-34 15,-2 0-19-15,0 4 3 0,3-3-16 16,-2 6 11-16,-1-3-20 0,2 5 7 0,-1 1-18 0,4 1-4 16,-4 3-11-16,5 14 32 0,2-2-26 15,-2 1-28-15,1 4 12 0,-1-3-10 16,-1 2 1-16,-2 1-20 0,3-4 45 0,-2-2-35 16,2 4 12-16,-3-8-9 0,2 0 4 0,-4-6-24 15,-1 2-14-15,4-5-22 0,-1 2-18 0,-3-5-25 16,0 1-29-16,3-1-59 0,-1 0 17 15,-1-1 14-15,-1-2-148 0,0-2 24 0,0 0-167 16,0 0 31-16,0 0 27 0,8-20 86 16,-8 14-17-16,4-2 0 0</inkml:trace>
  <inkml:trace contextRef="#ctx0" brushRef="#br0" timeOffset="56041.278">2453 497 343 0,'-3'-8'277'0,"0"-1"-26"15,1 4-19-15,1-1-25 0,-4 5-16 0,5-3 0 16,-1-2-30-16,-1 5-13 0,-1-1-23 0,3 0 14 16,0-2-16-16,3 3-5 0,0 1-21 15,0-4-4-15,2 4-7 0,-1 4-6 16,4-3 10-16,-1 3-14 0,2 0-22 0,13 4 21 16,-7 2-22-16,9 1 15 0,-1-4-15 0,0 7-33 15,4 0 38-15,-1-1-36 0,-3 1 1 0,4 1-3 16,5-1 0-16,0-1-1 0,-5 4 21 15,-1 1-5-15,0-5-26 0,3-2-4 0,-5 1-2 16,-2 0 31-16,-1-4-27 0,4 2-2 0,2-3 18 16,-5 2-24-16,-7-1 1 0,2-4-1 15,-2-3-20-15,-6 5-1 0,0-5-10 0,0 1-18 16,-2-1-5-16,-7-1-51 0,0 0-12 0,0 0-16 16,10 0 11-16,-10 0-125 0,0 0-94 15,20-21-47-15,-2 10 24 0,-14 2 25 0,-2-2 23 16,-1 0 18-16,1 2 7 0</inkml:trace>
  <inkml:trace contextRef="#ctx0" brushRef="#br0" timeOffset="56359.532">3118 389 212 0,'-9'-11'351'15,"4"-7"-58"-15,-5 3-32 0,2 5-7 0,2 0-23 16,2 7-29-16,1-5 5 0,2 6-39 15,-4-2 2-15,1 0-31 0,4 3-13 0,-2-2-16 16,1 3 1-16,1 0-20 0,-2 0-34 0,2 3 1 16,0 1-3-16,0 1-15 0,0 5 9 15,0 0-9-15,2 14 5 0,-2-13 25 0,0 10-23 16,0 0-14-16,0 4-10 0,13 30 31 16,-10-27-32-16,-3-4 0 0,4 1 0 0,2-1 7 15,2-2-2-15,-7-2-14 0,4-5-7 0,-5-2 1 16,1 0 33-16,-1-5-43 0,3 2-18 0,-3-2-3 15,3 0-23-15,-1-2-24 0,-2-1-21 16,0-4-39-16,0 6-26 0,0-3 15 0,0-4-183 16,0 0 26-16,0 0 23 0,9 3-87 15,-6-6-8-15,-2 3 24 0,8-4 11 0,-4-2 72 16</inkml:trace>
  <inkml:trace contextRef="#ctx0" brushRef="#br0" timeOffset="56744.263">3550 521 493 0,'-24'3'265'0,"7"0"-62"16,-6 4-16-16,4 0-23 0,4 2-26 0,6-2-22 16,0 1-5-16,-4 7-15 0,8 0-21 15,1-2-7-15,2-5-9 0,-1 6 21 0,3-6-12 16,0-8-16-16,0 9-3 0,0 1-3 15,19 17-7-15,-11-13 1 0,7 1-13 0,-5-2 11 16,-2-6 6-16,10 5-13 0,-9-6 12 0,6-1 17 16,-2 0-4-16,-4-4-1 0,0-1 19 15,1 0-9-15,-10 0 21 0,0 0-5 0,14 0 5 16,-5 0 4-16,22-18 3 0,-13 7 0 16,-8 4-2-16,-1-3-19 0,-4 1 0 0,-1 0-8 15,1 2-6-15,-5-3 4 0,0 10-8 0,0-10-7 16,0-4-19-16,-17-21 9 0,8 18-8 15,-3 0-3-15,-1 5 9 0,-5-1-24 0,8 2-51 16,-1 5-21-16,-1-1-26 0,-6-4-50 16,5 6-44-16,1-1 15 0,-1 3-293 0,5-4 41 0,-2 3 39 15,7 1 24-15,-6-6 24 0,7 4-10 16,2-6 41-16,0 11 8 0</inkml:trace>
  <inkml:trace contextRef="#ctx0" brushRef="#br0" timeOffset="58280.259">4954 716 732 0,'-6'2'241'16,"4"-2"-26"-16,-2 0-27 0,4-2-10 0,4 1-24 15,-2-5-13-15,1 4 8 0,6-2-18 16,-5-1-20-16,16-4 7 0,-7-2-30 0,5 0 17 15,1-6-16-15,-4 5 14 0,-3-1-9 0,1-2-18 16,-1 3-11-16,-3-6-4 0,-1 3-15 16,-5 2 18-16,3 2-15 0,-5 0-7 0,-1-2 5 15,0 7-32-15,3-2 23 0,-3-2 4 16,0 10-15-16,0 0-8 0,0-7-21 0,0 7-9 0,0-11 12 16,0 11-13-16,0 0-8 0,0-11 8 15,-18-2-9-15,15 13-5 0,2 0-1 16,-4 0 12-16,4 2-11 0,1-2 5 0,0 2-4 15,1 1-2-15,4 3 9 0,-1-1-16 0,-1 1 12 16,12 8 15-16,2 0-13 0,-2 0 0 0,4 0 18 16,0 3-7-16,1-2-9 0,-1 2 7 15,2 1 1-15,0-5 11 0,0 8 4 0,-3-6-20 16,1 5 7-16,-6-6-19 0,1 3 6 16,-2 1-12-16,-3-4 12 0,1 0-17 0,-7-2 19 15,-1-2 14-15,-2 1-10 0,3-1 6 0,-3-10-2 16,0 0-15-16,0 16 9 0,-30 16-8 15,16-18 0-15,-1 0 14 0,2-4-15 0,3 0-4 16,-1-5 1-16,4 2 8 0,-2-1 1 16,4-6 7-16,1 6-7 0,-4-5 9 0,7-1 2 15,1 0-15-15,0 0-2 0,0-7 16 0,1 3-1 16,2-2-7-16,2 1-17 0,13-13 29 0,-5-1 8 16,2-2-15-16,-2 3-9 0,5-3 32 15,-3 1 2-15,-1 2 13 0,5 1 3 16,-4-1 11-16,0 1 14 0,-5 7 6 0,-4-1 2 15,2 0-4-15,-2 4 37 0,-3 1-14 0,1 1 7 16,-2 3-8-16,1-6-8 0,-2 5-12 16,2-1 12-16,0 3-21 0,0 0 0 0,-3-2 2 15,5 3-34-15,-5 3 8 0,0-1 8 16,0 2-26-16,0-2 3 0,0 3-17 0,0-1 14 16,0 2-15-16,1-1 12 0,1-2-16 0,1 3-15 15,0-2 11-15,0-1 23 0,3 1-23 16,-5 2 12-16,2-5 1 0,1 3-22 0,2-2 5 15,2-2 21-15,-4 1-14 0,1 2-1 0,4-3-8 16,-3 0 13-16,-2 0 9 0,5 0-12 16,0 0 5-16,-3 0 13 0,3 0-17 15,-2 0 13-15,2 0 8 0,-1 1-22 0,-1 1 4 16,1-1-1-16,2 3 1 0,-1 0 11 0,-3-2 2 16,14 12-7-16,-6-3-3 0,-2-1-10 15,0-3 13-15,-3 3-3 0,-4-3 15 0,1 2-19 16,1-6 3-16,8 14-5 0,-15-10 20 0,6-1 11 15,0-1-12-15,-5 1 5 0,1-3-7 16,-2-3 4-16,0 0 21 0,0 0-20 16,0 0 27-16,0 0 0 0,-6 7-29 15,6-10-6-15,0 1 18 0,-1-1 7 0,2-5-33 16,-1 3-5-16,3-2-2 0,-2 1-4 0,4-2 30 16,-4 1-28-16,4 2-2 0,-2-4 22 15,3 3-13-15,0 1-2 0,0 3 20 0,0-4-32 16,-2 2 14-16,2-1-7 0,2 5-3 0,1-2 21 15,-2 2-13-15,1-3 8 0,-8 3 15 16,0 0-23-16,13 0-3 0,-4 0-3 0,9 0 27 16,13 20-18-16,-11-10 3 0,-10-6 16 0,0 4-26 15,-2-5 20-15,-2 4-19 0,-3-2 29 16,3-2-11-16,-2 1-10 0,-2 0-6 0,2-1 39 16,-2 1-16-16,-1-3 21 0,2-1-26 15,-1 0 26-15,-2 0-29 0,0 0 25 0,0 0-27 16,0 0 30-16,0 0-24 0,1-14-18 0,4 6 5 15,-4 1-2-15,4 2-6 0,-2-4 1 16,13-4 2-16,-7-2 17 0,-3 4-26 0,3 1 36 16,-3 6-33-16,0-2 6 0,-2 3 12 0,2-4-17 15,-3 4 5-15,3 2 29 0,-1-2-16 0,-1 2 1 16,1 1-17-16,1-2 24 0,1 2-30 16,-7 0 38-16,0 0-25 0,10 0 15 0,-1 0 2 15,-9 0-13-15,14 0-4 0,8 17-9 0,-13-16 6 16,0 1-5-16,-1 4 14 0,-1-2 7 0,2-3 6 15,-2 6-15-15,1-4 10 0,-1 5-10 16,-1-6-7-16,2 3 24 0,-4 1-18 0,11 4 27 16,-3-2-16-16,-4 0-12 0,3-3-24 15,-3 2-23-15,-1-3-7 0,1 0-30 0,-1-1-24 16,1 0-36-16,2-3 14 0,-10 0-156 0,21 0-114 16,-2 0 12-16,28-16 30 0,-20 8 23 15,-1-3 10-15,1 0 33 0,-1 0-37 16</inkml:trace>
  <inkml:trace contextRef="#ctx0" brushRef="#br0" timeOffset="60047.306">5662 276 374 0,'-6'0'328'0,"-1"-2"-53"0,1 2-34 16,0 0-10-16,0-1-37 0,4 1-23 15,-2 1 4-15,1-1-43 0,-2 0-11 16,1-1 4-16,1 1-31 0,-2 0-20 0,4 0-18 16,-1-3-39-16,-1 3-46 0,2 3-21 0,1-2 6 15,0-1-237-15,4 0-120 0,-2-1 73 0,2-2 12 16,1-1-1-16,-1 1 35 0</inkml:trace>
  <inkml:trace contextRef="#ctx0" brushRef="#br0" timeOffset="58920.894">6678 706 530 0,'-2'-3'404'0,"-2"2"-67"0,1-3-39 0,-2 2-8 0,4 2-49 15,-2-1-7-15,1 1-12 0,1 0-24 16,-1-4-30-16,-1 4-32 0,2 0-15 0,1 0-12 16,-2 1 10-16,2 2-25 0,0 0-10 15,0 2-9-15,2-1-23 0,-2 4 20 0,1-3-25 16,2 8 10-16,0 15-9 0,3-3-22 0,-1-1 19 15,-2 3-6-15,-2-1-4 0,5 5-9 16,0-2-7-16,0-3-2 0,-1 6-1 0,2 0-2 16,-5-8-1-16,4 7-1 0,1 0-1 0,-6-6 0 15,10-3-2-15,-5 2-7 0,0 0 14 16,-3-10 4-16,0-3-2 0,-2-1 23 0,-1-2-19 16,0 2-4-16,0-9 6 0,0 1 0 15,0-2-4-15,-4 0-15 0,2 0 10 0,1-2 14 16,-8 1-4-16,6-9-38 0,-12-6 2 0,2-6-1 15,-1-6-15-15,-2-1 26 0,2-3 1 16,1-3 0-16,4-4-9 0,1-1-10 0,3 4-9 16,0-5 17-16,5 5-27 0,0 16 2 15,0-6 28-15,21-32-22 0,-11 30-12 0,1 3 1 16,5 1-13-16,-1 3 6 0,0 1 6 0,3 6-1 16,1 3 8-16,-1 0 9 0,-1 1-4 15,-2 6-7-15,1 3 7 0,-7 1-4 0,-9 0-6 16,12 0 12-16,0 0 6 0,16 17 19 0,-13-2 6 15,3-4-8-15,-12-3 1 0,3 4-1 0,-3-1-20 16,0-3 11-16,-6 2 5 0,0-3 3 16,1 2 6-16,-1-9-7 0,0 0 24 0,0 11-5 15,-15 16-22-15,6-17 25 0,-3 11-24 0,-1-15 1 16,6 1-24-16,-4-1-17 0,4-1-35 16,-2-1-30-16,0-2-17 0,7-1 13 0,2-1-178 15,0 0-143-15,-13 0 54 0,13 0 53 0,-8 0-9 16,1-19 23-16,8 12 12 0,10-16 12 0</inkml:trace>
  <inkml:trace contextRef="#ctx0" brushRef="#br0" timeOffset="59176.933">7116 393 314 0,'-1'-4'424'15,"-1"0"-107"-15,4 3-33 0,-2-2-39 0,-2 0-24 16,4 6-34-16,-1-3-28 0,-1 3 27 0,3 6-6 15,0-4-42-15,-3 5 15 0,8 15-40 0,-2 2-2 16,0-1-17-16,4 5 17 0,-3-6-24 16,-4 5-2-16,3-3-26 0,0 0 3 15,-6 1 17-15,0-1-25 0,0-13-52 0,0 0-16 16,0 6-35-16,0-5-21 0,0-3-40 0,0 0-38 16,0-3-18-16,0-9 15 0,0 11-211 0,0-11 26 15,-1 12 26-15,4-15 23 0,3-1-87 16,0-1 21-16,7-7 20 0,5-2-7 15</inkml:trace>
  <inkml:trace contextRef="#ctx0" brushRef="#br0" timeOffset="59590.25">7332 649 424 0,'2'-2'269'0,"-2"2"-64"0,0 0-47 0,0 0-25 16,4 0-3-16,-1 0 5 0,-3 0-9 0,5 0-33 15,-4 0 7-15,4 0-1 0,1 2-27 16,-3-1 11-16,4 3-11 0,-1-1-8 15,2-2-4-15,-2 1-1 0,0-2-6 0,1 0-4 16,0 1 0-16,-7-1-10 0,0 0-2 0,12 0-6 16,-1 0 0-16,-11 0-3 0,22-14-4 15,-1 5 4-15,-4-2-1 0,-7-1-9 0,-4-2 15 16,0 7-11-16,0 0 9 0,-5-3-3 16,-1 3 1-16,0 7-7 0,0 0 3 0,0-11-13 15,0 11 16-15,-16-21-19 0,0 10 2 16,2 3 7-16,1 3-9 0,-2 2 16 0,-11-1-4 15,7 4-12-15,3 0 17 0,16 0-10 0,-20 0-12 16,-14 16 5-16,21-9-12 0,-5 4 2 16,6 1 4-16,6 1 1 0,3-2-2 0,0 2 18 15,3-3-10-15,0 1-4 0,16 17 11 16,-5-9-15-16,1-3 11 0,4 1-10 0,0-2 11 16,2-5 5-16,2 1-11 0,1-3 3 0,1 1 7 15,0-2-9-15,2-2 23 0,-4-4-24 0,9 0 14 16,-12-1-21-16,8 0-9 15,8 0-21-15,33-14-47 0,-32 5-86 0,-1 0 15 16,-5-1-253-16,2 0 5 0,-6-1 22 0,0-4 45 16,-7 2 8-16,0-1 16 0,-4-3 28 0</inkml:trace>
  <inkml:trace contextRef="#ctx0" brushRef="#br0" timeOffset="60955.242">8961 695 577 0,'2'0'239'0,"-1"-3"-25"0,-1 2-8 0,0-1-18 16,0-3-6-16,0 2-5 0,-1-2-20 15,-1 0-7-15,-4 1 1 0,2-3-16 0,1 0-23 16,-11-8 3-16,-2 7 6 0,-1-3-38 16,-2 3-7-16,1 4 2 0,3-3 14 0,-1 5-37 15,7-1-9-15,-5 2-8 0,2 1 21 0,1 0-29 16,11 0 4-16,-9 0-15 0,-6 0 18 0,-23 17-28 15,25-7-12-15,1-1-11 0,5-1 18 16,-1 1-32-16,7-2 11 0,-1 6-11 0,2-7 11 16,0-6 5-16,0 0-12 0,15 36-7 15,-3-18 16-15,4-1-1 0,4-3-4 0,-5-4 10 16,-3-2-5-16,0-5 6 0,-1 5-4 0,0-7 12 16,-2-1-5-16,1 0 0 15,-10 0 11-15,0 0 5 0,14 0 9 0,4 0-1 16,13-20 27-16,-21 14 1 0,-4 1-5 0,0-1-7 15,0 0 33-15,-4 1-9 0,1-1-9 0,0 1 7 16,-2-1-14-16,5 2 19 0,-3 0 15 16,-3-2-10-16,2 4-4 0,-1 1-30 0,1-3 17 15,-2 0-2-15,3 1-28 0,-2 3-3 0,1-4 36 16,1 4-6-16,-3 0-13 0,0 0-4 16,0 0-2-16,0 0-21 0,13 16 4 0,-13-7-3 15,3 1 36-15,7 13-10 0,-7 4-6 0,5 0-1 16,-4 5-21-16,1-2 0 0,-2 6 0 0,1 6-2 15,-1-7 21-15,-3-3 4 0,0-15 10 16,0 8 0-16,0 2-7 0,0 4 31 0,-21 31-9 16,12-37-2-16,-2 0-9 0,-3-4 1 0,1-1-14 15,-2-2 8-15,1-1 6 0,-1-8-16 16,1 6 18-16,-1-3-19 0,0 2 1 0,-5-4-14 16,-2-6-9-16,3-3-21 0,19-1-35 0,-14 0 5 15,5 0-70-15,9 0-40 0,-12 0-39 16,-4-19-26-16,16 12 21 0,0-3-184 0,6-15-112 15,7 1 71-15,2 0-4 0,5-1 28 16,0-1 27-16,3-1 41 0,7 1 19 0,-4 7 9 16</inkml:trace>
  <inkml:trace contextRef="#ctx0" brushRef="#br0" timeOffset="61370.059">9235 841 623 0,'2'-4'322'0,"-2"-5"-27"0,0 5-28 0,3-2-50 16,-2 3 8-16,1-2-53 0,1-1-27 0,0 5 19 16,1-5-18-16,-1 2-36 0,3 3-6 15,0-2-10-15,2 3-7 0,4 0 12 0,-3 0-6 16,0 3-29-16,4-3-10 0,3 0 13 16,28 14-7-16,-22-3-28 0,-1 0 2 0,-2 7-18 15,-1-5 1-15,0 1 20 0,0 0-41 16,-2 0 4-16,-1 3 5 0,-3-1-30 0,-3-3-2 15,2-4-18-15,-8 0 18 0,0 0 6 16,0 0-13-16,-2-1 2 0,2-4 9 0,-3-4-10 16,0 0 8-16,0 0 21 0,0 10-3 15,-19 5 9-15,14-10 2 0,-1-3-3 0,-1 2 7 16,-2-4 48-16,1 0-27 0,2-4 37 16,-1 3-10-16,1-5-13 0,0 1 8 0,4-5 13 15,-6-4-33-15,3-10-4 0,5 0-2 0,0 8 10 16,0-4 8-16,0-4-34 0,21-31 19 0,-12 31-14 15,-2 0-44-15,4 5-7 0,-5 3 6 16,0 1-24-16,-5 4-39 0,5 1-34 0,0 3-26 16,2 0 14-16,-2 3-129 0,-3-3-129 0,4 3-5 15,-1 0 28-15,1 1 23 0,2 1 29 16,-1 0-14-16,2 2 21 0</inkml:trace>
  <inkml:trace contextRef="#ctx0" brushRef="#br0" timeOffset="62417.074">9981 769 363 0,'0'0'325'0,"-3"-1"-45"0,0-1-24 0,3 2-51 16,-4-4-10-16,-2-1-7 0,0 4-23 15,1-4-15-15,-4 3-12 0,2-2-11 0,-2 3 10 16,1-3-21-16,-2 2-21 0,-11-6-19 15,2 7-6-15,4-2-5 0,1 3 19 0,1 0-39 16,13 0 17-16,-12 0-12 0,2 0-6 0,10 0-18 16,-38 14-7-16,20-3 19 0,7-1-23 15,3 1 25-15,1-3-16 0,2 1-8 0,2 2-5 16,3-3-5-16,0-1 11 0,0-7-25 0,0 0 9 16,17 34 16-16,-1-19-7 15,0-4-14-15,2 0-12 0,0-6 9 0,-4-1-3 16,-1-2 1-16,-3 2-1 0,-10-4 10 0,11 0 6 15,1 0-24-15,-5 0 11 0,23-15 22 0,-13 5 1 16,-6 4-34-16,-3-1 7 0,5-7 22 16,1 4-14-16,-7-1 4 0,-1 1 23 0,-3 3 10 15,0 0-6-15,-1 6-15 0,-1-5 2 0,4 1 14 16,-5 1-17-16,0 2-13 0,1-5 17 16,1 5 13-16,-2 2-23 0,0 0-8 0,0 0 7 15,0 0 11-15,3-2-2 0,-2 3 5 16,1 0 4-16,2 2 0 0,-4 4-33 0,3-5 34 15,1 2-31-15,2 3 14 0,0-3-11 0,9 9-3 16,0-2-9-16,9 0-6 0,-5-1 1 0,4-2 13 16,-10-1 0-16,1-6-15 0,-1 4 12 15,-13-5 12-15,12 0 8 0,0 0 6 0,0 0-36 16,3 0 4-16,13-18 17 0,-17 8 5 0,-2 5-11 16,-5-4-6-16,3 2 31 0,-2 0-28 15,-4-3 17-15,2 3-7 0,-3-3 28 0,3 0-28 16,-3-1 11-16,8-10-8 0,-8 5 23 15,0 2 9-15,3 5-2 0,-3-2 39 0,3 3-43 16,-3 1 17-16,1 1-15 0,-1 3 11 16,0-1-18-16,2-2-29 0,-2 5 19 0,0 1 11 15,0 0 6-15,0 0-25 0,0 0 1 0,4 18 9 16,-4-9-1-16,0 17-23 0,0 1 15 16,2 2 14-16,-1 2-17 0,-1 6 22 0,3-1-10 15,0 3 1-15,0 3-2 0,2-2-3 0,-5-3-1 16,4 1-1-16,1 0-2 0,-2-3 20 0,1-1 7 15,2-3-16-15,2-5 20 0,-6 2-4 16,1-4-3-16,0-2-5 0,0-8-12 0,-1-4-7 16,-2 0 0-16,0-2 11 0,0-2 7 15,1 1 22-15,-1-4-8 0,0-1 4 0,0-2 5 16,0 0-11-16,-6 0-6 0,5-2-11 0,-4-5 17 16,3 1-9-16,-6-13 1 0,-2-7-6 15,1-3-27-15,3-2 18 0,1-8-15 0,5 2 16 16,0 16-9-16,0-8-12 0,0-6-36 0,17-38 19 15,-10 34-10-15,7-1 1 0,-1 7 5 16,2 2-58-16,3-4 14 0,1 4-15 0,-2 4 20 16,0 1 5-16,-2 5-7 0,3 0 16 0,0 7-5 15,-7 3-19-15,1 3 13 0,7 1-7 0,-7-1 24 16,1 7 10-16,2-1-15 0,-15 2 4 16,9 0-4-16,3 0 20 0,6 0-6 0,12 20 15 15,-20-14-13-15,-1 1 14 0,-3 0-11 16,-1 1 4-16,1-1-2 0,-5-1 8 0,-1 4 18 15,0-10-4-15,0 9 22 0,0-9 1 16,0 13 27-16,0 2-35 0,-31 19 11 0,22-20-14 16,-9 0 19-16,3 4-1 0,-4-7 18 0,1 2-34 15,1-8 1-15,-2 6-3 0,0-9-21 0,-2 7-21 16,7-5-31-16,1-4-33 0,1 0-33 16,4 0-24-16,2 0 13 0,6 0-210 0,0 0 29 15,0 0 24-15,-11-14-72 0,11 10 23 16,0-4 25-16,1 3 21 0,3-2-13 0</inkml:trace>
  <inkml:trace contextRef="#ctx0" brushRef="#br0" timeOffset="62977.225">10751 534 635 0,'-2'-10'356'16,"4"3"-46"-16,-4-2-39 0,2 4-9 15,0-1-62-15,2 0-21 0,-2 1-5 0,-2-1-47 16,4 5-5-16,-2 1-13 0,1 0 6 0,1 1-27 16,1 0-6-16,0 4-14 0,-3 5 2 15,3-2-7-15,1 22-4 0,-1-3 15 16,-3 2-40-16,2 3 12 0,4-5 28 0,-6 0-6 16,0 3-55-16,1-6 14 0,3 7-17 0,-1-4 11 15,-3-7 11-15,5-2-16 0,-5-3-1 16,1-3 10-16,2 0-22 0,-3-2 6 0,2-1 26 15,-2-5-45-15,0 4 39 0,0-3-30 16,0 2 1-16,0-3 15 0,0-4-31 0,0 0 26 16,0 0-13-16,-2 5 27 0,-1-10-40 15,3 4 2-15,0-4-3 0,0-4 13 16,0-1-20-16,5 0 7 0,-2-13-3 0,6 3 4 16,-2-4-24-16,2 3 5 0,3-2 1 0,2 8 15 15,-5 2-14-15,1 4-9 0,3-4 15 0,1 4 9 16,-7 4-13-16,4 1-1 0,-4 1 9 15,1 3 13-15,-1-3-18 0,-1 3 19 0,-6 0-7 16,0 0-6-16,0 0 0 0,12 0 19 16,-5 0 5-16,10 17-9 0,-4-6 12 0,-2 3 18 15,-2-3 11-15,0 0-21 0,0 8 11 16,-3-7 28-16,1 1-12 0,-6-2-10 0,4 2 21 16,-5-2 13-16,3 0-29 0,-3-4-8 0,4 4 14 15,-4-5-5-15,2 4-5 0,1-3-10 0,-3 2 12 16,0 0-25-16,0-3 7 0,1-3-40 15,-1 5-8-15,0-7-39 0,0-1-63 0,0 0-40 16,-1-4 14-16,2 2-295 0,5-4 61 16,8-9 3-16,-1-6 31 0,10 3 11 0,-1-5 29 15,5-1 32-15,0 2 3 0</inkml:trace>
  <inkml:trace contextRef="#ctx0" brushRef="#br0" timeOffset="68412.199">13277 1097 283 0,'0'-22'302'0,"0"22"-27"0,0 0-37 0,0-20-23 15,37-4-9-15,-34 16 0 0,0 1-28 0,-1 0-7 16,-2 1-7-16,1-2-18 0,-1 0 29 16,0 0-56-16,0 8 28 0,0 0-38 0,0-14-5 15,0 3-24-15,0-6 9 0,-27-14 2 0,22 13 12 16,0 5-21-16,-7-3-12 0,-1 3 9 15,-4 1-33-15,4 1-11 0,4 3 5 0,-3 3-25 16,0-1 24-16,2 2-18 0,-1 3 13 0,2-1-10 16,-1-2-10-16,1 4 30 15,1 0-42-15,-4 0 36 0,1 0-39 0,-4 0-9 16,0 0 18-16,-12 15 2 0,7-6-11 0,9 0 0 16,0-1 33-16,-2 6-15 0,4-3-27 0,3 0 12 15,0 2 13-15,6-13-17 0,0 11-17 16,0 7 14-16,0 2 12 0,0-2-13 0,12 24 10 15,-8-24-30-15,7 3-8 0,2-6 39 16,0 1-26-16,5 1 1 0,-9-7 6 0,14 0 4 16,1-5-1-16,-5-2 13 0,-6 0-4 0,1-2-20 15,-14-1 28-15,13 0-19 0,1 0 15 0,-2 0-3 16,-5 0-20-16,24-24 29 0,-16 12 0 16,-3 1-14-16,-3 2-1 0,-4-4-1 0,-4 7 34 15,4-4-13-15,-5 10-23 0,0-10 36 16,0 10 11-16,0-11-30 0,0 1-2 0,0-1 1 0,0 11-1 15,0-12 41-15,0 1-39 0,0 11 27 16,0-11 1-16,0 4 0 0,0 7-31 16,0-11 5-16,0 11-34 0,0-10 19 0,0 10-5 15,0 0 26-15,0 0-19 0,-20-16 29 0,19 16-55 16,1 1 15-16,1 3 11 0,-1-1 8 16,2 6 2-16,1 0 10 0,1-5-44 0,1 5 6 15,7 10 20-15,1 0 5 0,3-7 4 16,4 3-16-16,-1 0-8 0,5-7 4 0,3 3 12 15,-5-3-5-15,5-5 0 0,-2 4-1 0,-25-7-9 16,21 0 44-16,5 0-30 0,21-20-2 0,-24 14-9 16,-5-5 15-16,0 0 37 0,-4-1-29 15,3-6-2-15,-7 2-1 0,-1-3 11 0,-3 4 0 16,-4-5-16-16,-1 7 30 0,-1 13-29 16,0-14-4-16,0 0-15 0,0-2 48 0,0-4-31 15,-21-14-10-15,15 23 12 0,-1-2 23 16,-4 6-34-16,7 1-14 0,-5-2 5 0,6 6 7 15,-1 1-22-15,-4-3 26 0,2 4-33 16,-1 0 5-16,7 0-23 0,0 0 19 0,-9 0-15 16,9 0 19-16,-20 15-6 0,16-6-5 0,2-5-6 15,2 5 1-15,-1-2 5 0,2 1 10 16,1 0-2-16,10 7 6 0,1 1 1 0,1-1-1 16,4-2 12-16,-4 0-10 0,3 0 15 15,-4-3-1-15,4 2 8 0,-4-5-17 0,2 7 19 16,4 1-3-16,-5-2-3 0,-2-4 20 0,1 6 6 15,5-4-11-15,-9-3 23 0,0 2-33 16,-3 1 3-16,-2-5 13 0,-1 1 6 0,2 2 13 16,-1 0-19-16,-4-2 0 0,0 3-5 15,0-10 0-15,0 0 0 0,0 20 1 0,-18 12-26 16,4-13-40-16,-9 1-18 0,5-3-53 0,-6-1 12 16,-1-4-169-16,1 3-103 0,-4-2 26 0,7-2 26 15,2-4 22-15,4-1 23 0,6-2 3 16,9-4-12-16</inkml:trace>
  <inkml:trace contextRef="#ctx0" brushRef="#br0" timeOffset="70280.211">16211 539 455 0,'-2'-11'363'16,"2"0"-12"-16,0 1-56 0,0 0-4 15,0 2-36-15,0-1-1 0,0-1-28 0,0 10-21 16,0 0-27-16,0-9-19 0,0 9-5 0,0-10-17 16,0 10-21-16,0 0-20 0,0-9-10 15,0 9-8-15,0-9-4 0,-1 14-12 0,1 1-5 16,1 1-8-16,-2 0-6 0,1 3-5 15,1 1-4-15,2 13-3 0,-3-10 18 0,0 7-9 16,11 20-4-16,-10-15 4 0,4 0-10 0,-4-7-9 16,1 5 10-16,-2-2 5 0,4 2 0 15,3 1-15-15,-5-2-1 0,2 1-3 0,1-6-1 16,-4 0-4-16,5 3 4 0,-4-5 20 16,2 7-22-16,1-4 9 0,-1-4-12 0,1-5 9 15,4 8-13-15,-3-1-5 0,0-5 23 0,0 1-22 16,0-3 13-16,-2-3 0 0,2-2 15 15,12 7-14-15,-9-5-6 0,3 1-28 0,-5-5-2 16,5 0 2-16,-3 1-30 0,2-3-10 0,-11-1-18 16,11 0-25-16,-2 0-5 0,11 0 1 15,2 0-4-15,35-21-16 0,-32 10-49 16,-1-4-12-16,9 13 16 0,-11-17-144 0,1 6-124 16,-4-1 41-16,-1 0 17 0,-9 5 24 0,-2-2 24 15,1 0 22-15,-4 4 14 0,1-3 4 16</inkml:trace>
  <inkml:trace contextRef="#ctx0" brushRef="#br0" timeOffset="69014.364">14959 653 507 0,'0'-10'274'0,"0"3"-18"0,-1-4-5 0,1-2-40 16,1 8 8-16,-1-8-5 0,0-2 0 15,0 1 22-15,0 2-47 0,0 4-23 0,0 8-24 16,0-10 17-16,0 10-29 0,0 0 2 0,0-11-32 16,0 11-17-16,3-10-8 0,0 13-26 15,-3-3 12-15,5 7-7 0,-5-1 8 0,6 20-26 16,-5-2 11-16,1 6-3 0,2 2-2 0,-1-1-5 16,2 3 13-16,1 3-1 0,0-1-6 15,-6 1-16-15,6-2-5 0,-3-4 19 0,1-2 2 16,-1 2-10-16,1-3 6 0,-1-4-1 15,0 1-22-15,0-4 0 0,0-9-1 0,-3 3-22 16,0-7-10-16,2-1-1 0,-1 1-16 0,1-2-31 16,-2-4-8-16,3-1-30 0,-3-1-25 0,0 0-30 15,0 0-61-15,0 0 20 0,9-20-189 0,4 5-68 16,-2 5 32-16,4-8 27 0,0 1 25 16,1 2 24-16,3 1 12 0,2 1 1 0</inkml:trace>
  <inkml:trace contextRef="#ctx0" brushRef="#br0" timeOffset="69799.904">15487 887 334 0,'3'-3'306'0,"0"-4"-63"0,-3 5-6 16,0-3-15-16,0-1-36 0,0 1-16 0,-3-1-3 15,0 2-15-15,-1-4-8 0,-2 2-14 0,-11-5-27 16,4 2 10-16,-6-2-31 0,-2 4-8 0,1 2 3 15,7 2-11-15,-5 2-19 0,5 1 5 16,-2 0-14-16,4 0 19 0,11 0-37 0,-9 0 4 16,9 0 11-16,-13 0-6 0,-20 27-15 15,20-14 20-15,5 4-18 0,2-5 6 0,2 1-4 16,4 0-6-16,0-13-5 0,0 11 7 16,0 3-21-16,24 21 11 0,-11-22 6 0,6 2-2 15,1-3-19-15,-4-8 19 0,8 4-27 0,-2 0 6 16,-4-6 13-16,-3-2-9 0,-15 0 5 15,14 0-6-15,-2 0 2 0,-3 0 3 0,7 0 1 16,11-22 8-16,-12 11-4 0,-8 0 11 16,5-3 16-16,-6 1 2 0,-6 2-11 0,0 0 5 15,0 4 24-15,0 7-27 0,0 0 12 16,0-11 0-16,0 11 24 0,0-11 6 0,0 11-13 16,0-10-23-16,0 10-26 0,0 0 5 0,0-10 13 15,0 10-10-15,0 0 3 0,-7-10 4 16,7 14-3-16,0 2 9 0,0-4-12 0,3 6 3 15,0-4-25-15,-2 6 5 0,11 10 13 0,-7-8 0 16,6 5-18-16,-3-4 14 0,1-2-14 16,-2-4-2-16,1-2 23 0,1 2-2 0,1-3-21 15,1-4 5-15,-1 0 19 0,-1 0-29 16,-9 0 12-16,16 0 0 0,1 0 5 0,19-19 20 16,-21 9 4-16,-4-7-2 0,3 5-23 15,-7-6-1-15,1 5 43 0,1-8-3 0,-6 5 0 16,-2 0-29-16,-1 3 12 0,0 13-22 0,0-10 33 15,0 2-51-15,0 8 1 0,-18-23 1 0,3 12-1 16,3 1 0-16,4 6-2 0,-3-1-14 16,2 4 4-16,2 1 6 0,2 0-21 0,5 0 4 15,0 0-1-15,0 0-9 0,0 0 7 16,0 0 10-16,-19 13-6 0,22-6-2 0,-2-4-9 16,1 5 27-16,2-3-8 0,4 0 10 0,-7 1 12 15,4 1-10-15,11 7-3 0,-4-4 9 0,-5-2 4 16,4 2 3-16,-4-2 2 0,8 2 0 0,-1 6 10 15,4-5-4-15,-9 0 8 0,1-1-2 16,3-5 8-16,-1 9-3 0,-1-4 6 0,-2-1 8 16,-5 0-25-16,2-3 10 0,-1 2 15 15,-5 0-10-15,0 0-2 0,0 2 11 0,0-10 13 16,0 0-33-16,0 18-5 0,-15 16-14 16,6-23-15-16,1 0-55 0,-1-4 10 0,-3 7-63 15,3-3 15-15,-2-8-129 0,5-3-118 16,-5 0 9-16,11 0 21 0,0 0 47 0,0 0-1 15,0 0 36-15</inkml:trace>
  <inkml:trace contextRef="#ctx0" brushRef="#br0" timeOffset="70513.739">16111 733 288 0,'-9'0'305'0,"4"0"-58"15,1 1-8-15,1-2-13 0,4-2-30 16,5 3-17-16,-4-1-25 0,4-2-21 0,4 0-5 16,17-4-16-16,1-2-12 0,5 4 7 0,0-2-39 15,7-3-37-15,-1 1-72 0,3 2-52 0,-2-4 7 16,0 0-291-16,2 0 2 0,0 0 25 0,3-3 17 16,2-2 40-16</inkml:trace>
  <inkml:trace contextRef="#ctx0" brushRef="#br0" timeOffset="72838.514">17972 561 526 0,'-19'0'244'0,"19"0"-24"0,0 0-40 16,-42 9-13-16,31-6-11 0,-5 8-15 0,0-5-15 16,2 3-18-16,5-1-23 0,-9 6 19 0,5-3-14 15,4 4-19-15,1-4 16 0,3 2-21 0,0-3-6 16,4 1-3-16,-4 3 8 0,5-14-27 16,0 10 7-16,0 7-2 0,24 25 11 0,-9-24-14 15,3 3-11-15,1-7-8 0,-2-1 14 0,6-2-11 16,4 0 3-16,-4-6-25 0,8 0 4 15,-3-3 1-15,-14-2 4 0,5 0-5 16,2 0-6-16,3 0 13 0,21-23-4 0,-23 12-12 16,-4-2 8-16,-2 2-3 0,-2-3 2 0,-1-1 1 15,3 2-10-15,-2-5 18 0,-4 1 1 0,-1-3 4 16,-4 9 1-16,-5 4 4 0,3-3 20 16,-2 2 0-16,-1 8-24 0,0 0 1 0,0 0 4 15,0-13 0-15,0 13 2 0,0 0-9 16,0-10-6-16,0 10 16 0,-18-7-10 0,15 10-22 15,2 0 30-15,-2 1-4 0,1 3-34 16,2 0 11-16,0 0-13 0,-1 3 5 0,2-2-5 16,1-2 1-16,1 4 10 0,-3-10-9 0,10 32-15 15,4-17 2-15,-7-2 1 0,4-4 3 16,-2 0-5-16,-3-3 5 0,1-1-6 0,-1 1 12 16,1-5-1-16,-1-1 0 0,5 0 12 0,-2 0-16 15,-9 0 10-15,0 0 0 0,10 0 5 16,-10 0 2-16,21-16-18 0,-18 10 11 0,0 1 6 15,0-1-17-15,-4 1 18 0,-4-4 7 16,4 3-5-16,-13-5 8 0,2 0-10 0,-1 1 3 16,-4-1-11-16,4 5 15 0,-5-4-7 0,3 5-5 15,-1-1 5-15,7 3-12 0,0-2 17 16,0 2-5-16,4 2-3 0,1-1 3 0,2 2 6 16,-1-2-2-16,1 0-4 0,2 2 1 15,0 0-5-15,5 0-16 0,3 0 17 0,-1-1-13 16,5 1 0-16,-1 0-13 0,19-4-10 0,-15 4-1 15,8 0 6-15,4 0 8 0,27-11 7 0,-27 3 15 16,0 1-20-16,-5 0-7 0,-6 1 5 16,4-5 18-16,-4-1 16 0,4-7 5 0,-13 8-2 15,3-1 26-15,-1-3 0 0,-4-5 4 16,-2 7-8-16,0-3 23 0,-3 1 1 0,1 4 6 16,-1-3-6-16,0-3 39 0,0-1-27 0,-18-19 23 15,11 22-6-15,1-3-14 0,3 7 5 0,-3 2 24 16,2 3-43-16,2 1 2 0,1-1-2 15,-2 1-12-15,3 2-18 0,0 0 15 0,-2 2 20 16,1-3-53-16,-1 2 17 0,-1 4 6 0,3 2-10 16,-1 0 9-16,-1-1-24 0,-1 5 9 15,2 0 1-15,-2 15-6 0,0-3 1 0,3 5-1 16,0 3 9-16,0-1 2 0,0-12-19 0,0 6 37 16,0 4-53-16,0 0 18 0,0 2 23 15,0 2-29-15,18 23 4 0,-12-30 6 0,-3 4 4 16,1-5-16-16,2-4 14 0,3 1-16 0,-3-3-1 15,6 5-6-15,-3-7-21 0,4-1 43 16,10 3-26-16,-5-6 3 0,5 2-6 0,0-9-1 16,1 3-15-16,2-4 16 0,0 8-27 0,2-9 33 15,-17 0-4-15,2 0-11 0,0 0-6 16,11-17 10-16,-13 12 8 0,-5 1 0 0,0-5-13 16,-2 4 7-16,1-3 22 0,-4-1 0 15,5 2-18-15,2-13 25 0,-3 6-1 0,-2 0 17 16,-1 3-8-16,-1 1 2 0,1 0 10 0,-2 6-11 15,0-3 14-15,3 4 10 0,-3-1-28 16,1-3 8-16,-1 3 22 0,0 0-39 0,0 4 41 16,0 0-38-16,0 0-1 0,0 0-3 15,0 0-6-15,0 0 21 0,0 0 11 0,-4-9-35 16,4 9 9-16,0 3-2 0,0 0 14 0,0 0-22 16,0 1 12-16,0 0 12 0,0-3-7 0,3 6-28 15,-2-3 11-15,1 2 14 0,1-1 12 0,-2-3-28 16,2 5-17-16,2-4 14 0,-1 2 4 15,-1 0-18-15,2-1 45 0,-2-3-9 16,4 0-23-16,-1 2 9 0,0-3 23 0,0-3-22 16,0 3-18-16,0-1 10 0,-3-4 22 0,-3 5 3 15,13-7-10-15,-7 3-18 0,3-2 7 0,-6 1-14 16,3 0 27-16,-1-1 5 0,-4-2-14 16,2 4 4-16,2-2 17 0,-1-2-13 15,-2 3 10-15,1 0 20 0,-3 1-18 0,3-3 14 16,-2 4-17-16,1-4 0 0,1 4 5 0,-3-1-6 15,0 4-4-15,0 0-15 0,0 0 45 0,0 0-23 16,0 0-12-16,-11-1-12 0,10 6 7 16,-1-5 13-16,-2 3-12 0,-1 4-15 15,5-4 19-15,-1 4-17 0,1-3 0 0,0 3 13 16,1-1-12-16,4 1 14 0,1-2 4 0,-3 2-10 16,3-3-11-16,10 8 9 0,-3-2 9 0,1-5-11 15,5 6-17-15,1-5 16 0,-5-6-14 16,11 4 18-16,-3-3-2 0,-23-1 4 15,22 0-19-15,1 0 1 0,0 0 6 0,18-16-5 16,-28 10 2-16,8-2 24 0,-3-3-14 0,0 2-5 16,-6-2 19-16,-2 0-16 0,-5 3 17 15,4 1-15-15,-3-2-1 0,-3 6 3 0,1-5 6 16,2 6 19-16,-2-3-6 0,2 1-17 0,0 2-11 16,0-2 9-16,0 3 1 0,2 0 3 15,-2 1 13-15,1-3-2 0,-7 3 5 16,0 0-17-16,11 0 11 0,-1 0-16 0,-10 0 18 15,24 16-9-15,-17-12-4 0,-2 3 11 0,-1-1-3 16,10 12-5-16,-5-7 14 0,-5 2-18 16,5-6-3-16,-7 2 3 0,2-1-8 0,-1-4 21 15,-1 1-9-15,2 0-5 0,-4-1 19 0,2-3 11 16,0 0-4-16,-2-1-13 0,0 0 24 16,0 0-18-16,-2 5-22 0,2-10 25 15,-3 3 4-15,4-2-24 0,-1-2-9 0,0 2 14 16,4-6 26-16,-4 6-24 0,9-16-6 0,-1 8 1 15,-1-1-4-15,10 0 1 0,-4 2 8 0,-4 0-2 16,3 5-8-16,0 1 12 0,-3 1 0 16,1-2-8-16,-2 3-5 0,-2 2 11 0,1 1-4 15,-7 0-2-15,0 0 12 0,9 0-4 16,-9 0-2-16,11 0-7 0,-11 0-3 0,26 20 19 16,-20-15-16-16,2 1-3 0,-2-1 6 0,7 8 3 15,-4-2-5-15,-3-2 5 0,-1-4 16 0,2 2-21 16,-5-3 3-16,-1 2 12 0,2-2 8 15,-3-3 1-15,0 1-23 0,0-2 23 0,0 0-21 16,0 0 9-16,-10 6 22 0,7-12-7 16,-2 6-11-16,4-3 19 0,-5-1-10 0,1-2-7 15,4 1-4-15,1-2-14 0,0-1 9 16,0 1-19-16,3-2 20 0,-3-1-2 0,0 10-15 16,18-28 3-16,-11 17 16 0,4 1-15 15,-5 7 14-15,1-5-22 0,-4 6 20 0,3-2-13 16,1 0-6-16,-1 3 16 0,0-1-14 15,0 2 14-15,-6 0-15 0,0 0-1 0,12 0 15 16,-12 0 22-16,14 0-19 0,5 13-2 0,-13-5 5 16,1-6 22-16,7 13-13 0,-5-3 7 15,1-1 23-15,1 5-5 0,-2-3-25 16,0-2 1-16,-3 0 6 0,0-4 16 0,-1 4-30 16,0-3 3-16,-1-4 23 0,1 4-2 0,1-2-32 15,-3 1-16-15,1-2 3 0,-1 1-28 0,0-1-16 16,-3 0-14-16,3-1 4 0,2-3-35 0,-4-1-48 15,4 3 13-15,-5-3-107 0,0 0-74 16,0 0-56-16,21 0 12 0,17-14 21 0,-17-1 26 16,5 8-46-16,-6-6 2 0</inkml:trace>
  <inkml:trace contextRef="#ctx0" brushRef="#br0" timeOffset="73356.277">20333 619 483 0,'-5'-3'281'0,"1"2"-68"15,2-2-8-15,-1 3-40 0,2 3-6 16,-1-2-17-16,1 2-4 0,1 0-8 0,-3 0-14 16,3 3-7-16,0-1 2 0,0 1 1 0,0-1-26 15,3 2-10-15,-3 0-3 0,0 3-7 0,0-3-2 16,0-7-7-16,0 9 17 0,0 0-19 16,0 1-9-16,0-1 10 0,0-9-32 0,0 12 5 15,0-1 7-15,0-11 1 0,0 8 12 0,0-8-17 16,0 11 0-16,0-11-4 0,0 0-2 15,-16 18-6-15,13-18 18 0,0-6 18 0,0 5-19 16,1-1 17-16,-2-3-17 0,2 0 5 16,-1-5-29-16,3 4 0 0,-1-4 19 0,2-1-16 15,-1 1-8-15,0 10-4 0,0-14-9 0,17-20 32 16,-9 20-21-16,0-3-5 0,4-1 9 16,3 6 17-16,1 2-15 0,-7 0-17 0,11 0 1 15,-9 3 26-15,3 3-9 0,-1 1 6 16,-1-1-10-16,-3 4-11 0,2-2-22 0,-11 2 16 15,0 0-13-15,10 0 35 0,1 0-13 0,-11 0 2 16,13 0-6-16,17 23 40 0,-18-12-36 16,0-1 21-16,-5-4-8 0,1 5 32 0,-3-1-20 15,0-1 24-15,-4-1-6 0,4 1-3 0,-4 1 34 16,1 0-25-16,-1-3-5 0,2 4-5 0,-3 0-2 16,0 0 1-16,2 0 0 0,-1-3-4 15,-1 0-4-15,0 3-2 0,5-1-43 0,-5-10 3 16,0 0-46-16,0 11-43 0,0-1-38 0,0-10-66 15,0 0 19-15,0 11-282 0,0-11 12 16,15 8 34-16,-8-11 29 0,13-12 1 0,3 3 89 16,0-9-30-16,7-4 14 0,4 4 2 15</inkml:trace>
  <inkml:trace contextRef="#ctx0" brushRef="#br0" timeOffset="75725.445">2327 2259 323 0,'0'0'317'16,"0"0"-59"-16,0 0-31 0,0 0-39 16,0 0-6-16,0 0-7 0,0 0-30 0,0 0-8 15,0 0-19-15,0 0-15 0,0 0 8 0,0 0-3 16,0 0-22-16,0 0-12 0,0 0-10 0,0 0 26 16,0 0-30-16,0 0-4 0,-9 19 3 0,3-17-1 15,-1 0-23-15,0 3-2 0,-4-5 2 16,-8 13-13-16,1-1 16 0,0 0-7 15,-1 0-2-15,7-2-21 0,-3 4 1 0,7-1 10 16,-2 2-5-16,2 6-18 0,5-6 7 0,0 1-8 16,3-16 13-16,0 18-3 0,20 23-12 15,-10-23 7-15,7 3-14 0,2-4 1 0,5 4-10 16,0-7 14-16,1-3-5 0,0 2 6 16,4-6-8-16,1-3-9 0,-2-4 10 0,5 0 3 15,-20 0-2-15,8 0 6 0,6 0-3 0,27-14 11 16,-29 7-12-16,0-5-2 0,-5 3-1 15,2-4 11-15,-3 5-2 0,7-6 0 0,-11-6-5 16,4 8 13-16,0 0-8 0,-7 1 3 0,-3 0 11 16,-3 2-9-16,8-7 1 0,-7 6 4 15,-2 3 9-15,-1 0-8 0,-1 2 15 0,-1 1 2 16,1 2-10-16,-2 2 21 0,-1-2-16 16,2 2 8-16,-2 0 4 0,-2 0-2 0,1 0-27 15,-2 2 5-15,1 0 10 0,-4 4 3 0,5-3-19 16,1-1-1-16,-5 6 19 0,5-4-9 0,-3 6-10 15,3-6-6-15,0 4 0 0,0 2-3 16,3-1 11-16,-3-9-14 0,0 0 8 16,17 33-10-16,-4-20 9 0,3-2 5 0,-2-2 6 15,11 0-8-15,-4-6-2 0,1-3-1 16,-7 3-7-16,-1-3 7 0,1 0 3 0,3 0 0 16,-1 0 1-16,1 0-14 0,2 0 7 0,13-22 3 15,-23 17-15-15,0-1 3 0,-4-2 11 0,-1 4-8 16,-5-3 15-16,4 3-6 0,-4-4 2 15,0 3-10-15,0 5 8 0,0 0 9 0,0 0-4 16,-29-31-14-16,12 20 21 0,-1 0-10 16,-6-1 0-16,3 3 5 0,-4 5-14 0,4-3 13 15,0 1-2-15,3 2 3 0,4 0-5 16,0 0 16-16,7 3-4 0,-4 0-8 0,2-3 6 16,5 4-25-16,-1-3 15 0,-1 1-14 0,2 2 10 15,-2 0 10-15,6-1-21 0,0 1 9 16,0 0 10-16,0 0-9 0,18-9 10 0,-2-1-12 15,2 7 9-15,-3 0-1 0,9-3-11 16,-2-1 6-16,-2 6 6 0,11-7 6 0,2 5-15 16,-6-3 13-16,1 2 0 0,2 3 2 0,-2-5 1 15,5 6-5-15,-20 0 10 0,8 0-9 16,5 0-10-16,0 0 13 0,30 17 3 0,-31-13-4 16,0 7-11-16,-1-1 12 0,-6 3-3 0,1-2 0 15,-7-4 9-15,0 0-2 0,0 2-5 16,-7-4 3-16,4 2-1 0,-6-4 7 0,1 3-1 15,-1-1 5-15,0-3-7 0,-1 0 6 0,-2 5 7 16,0-5-10-16,0 3 1 0,0-5-2 16,0 0 3-16,0 0-2 0,0 0 4 0,0 0-10 15,-15 11 4-15,9-12 2 0,3-2 4 0,0 2-1 16,1-5-3-16,2 1-8 0,-3-4-3 16,3 2-7-16,3-1 5 0,-3-2 3 15,5 3-9-15,4-12 8 0,-2 6-10 0,1 0 12 16,4-4-1-16,-3 3 2 0,1 7-5 0,-3-1-1 15,1 5 8-15,-1-4-5 0,1 4-7 16,-2 2 1-16,1-1 1 0,-1 2 1 0,-6 0 3 16,0 0-7-16,12 0-5 0,0 0 14 0,-12 0-9 15,9 0 0-15,10 16 0 0,-14-12-9 0,2 3 25 16,8 11-10-16,3-1 0 0,-4-1-5 16,-1-1 3-16,0 3 6 0,7-5 2 0,-4 0-3 15,4-2-2-15,-1-2 1 0,5-2 7 16,-9 0-6-16,10 1-8 0,3-6-8 0,-10-2 3 15,-18 0 10-15,15 0-1 0,0 0-5 0,5 0 5 16,11-21-9-16,-19 17-3 0,-3-6 15 16,-3 1-3-16,-3-4 7 0,0 4-6 0,-2-2 5 15,1 0 2-15,-2-2 6 0,0-5-9 16,0-6 11-16,0-1 5 0,-15-28 7 0,6 25 21 16,4 2 12-16,-1 3-9 0,-3-1 1 0,2-1 28 15,-4 4-5-15,3-1 29 0,3 6-8 16,1 7-19-16,-1-2-7 0,-1 6 37 0,2-3-12 15,2 3-3-15,1-1-14 0,-2 1-17 16,0 1-10-16,3 1-4 0,0 0-5 0,-3 1 2 16,1 2-2-16,2-3-6 0,0 3-19 0,0 5 10 15,-1 1 6-15,-1-1-2 0,5 21-26 16,-1-6-14-16,-2-11 1 0,0 9 1 0,0 6 15 16,10 29-9-16,-2-29-1 0,-4 7 1 15,5-2-7-15,-1-1-38 0,2-4-28 0,-1 0 2 16,-5-4-14-16,5 1-39 0,-3-9-2 0,0 1-47 15,0-5-16-15,0 0 19 0,2-1-72 0,1-1 17 16,1-3-8-16,3-3-53 0,17 0 22 16,6 2-127-16,-17-2 27 0,10 0 45 0,36-16 14 15,-26 16 5-15</inkml:trace>
  <inkml:trace contextRef="#ctx0" brushRef="#br0" timeOffset="77160.25">4457 2365 282 0,'2'-5'250'0,"-2"-1"-15"16,1 5-35-16,-1-3-17 0,3 1-25 0,-6-4 15 15,2 6-25-15,-1-2-11 0,-1-3-27 0,2 4-4 16,-2-1-19-16,-3-3 5 0,3 4-21 16,-5 0 4-16,2 0-10 0,-4 2-1 0,2 2-16 15,-2-2 8-15,1 2 0 0,9-2-8 16,0 0-18-16,-22 0-1 0,-16 22 1 0,19-11-12 16,5-5-6-16,6-1 1 0,0 4-8 0,1-1 3 15,4-1-3-15,0 0-9 0,3 0-5 0,0 2 8 16,0-9-2-16,0 0-5 0,0 8 3 15,0-8-14-15,16 22 3 0,-9-16-18 0,14 5 39 16,-9-7-31-16,-3 0 8 0,-1 0 10 16,2-2-11-16,-2-2 3 0,-8 0-14 15,0 0 27-15,12 0-9 0,-12 0 10 16,8 0 7-16,10-14-13 0,-15 7 16 0,2 3 1 16,1-4 4-16,-3 1 16 0,0-1-2 0,0 0-11 15,1 3 1-15,-1-4 25 0,0 2 7 16,0 1-12-16,0-1-8 0,-1 2 14 0,-1 1-2 15,-1-2 4-15,5 3 18 0,-5-3-16 16,0 2-24-16,0 1 0 0,0 3-9 0,0 0 21 0,0 0-12 16,0 0-10-16,0 3-11 0,0 0 6 15,0-1-6-15,0 3-1 0,0 1 2 0,3 2-1 16,0-1-25-16,4-2 14 0,-5 4-15 16,3-6 10-16,1 6 6 0,-3-4-3 0,17 5 2 15,4 1 4-15,-8-9-9 0,6 3 5 16,-1-2-7-16,-7-3 9 0,1 0 0 0,0 0-1 15,7 0 9-15,21-21-4 0,-19 8-8 0,-3 5 5 16,0-2 0-16,-3-3 7 0,-2 4 7 16,1-5-13-16,-6 5 9 0,-3 1 4 0,-1 1 1 15,-1 0-1-15,-4-1-1 0,-1 3 23 0,-1-2-16 16,3 3 5-16,-3 4 18 0,0 0-26 16,0 0 1-16,0 0 1 0,0-13 11 0,0 13-17 15,0 0-1-15,0 0 5 0,0-9-5 0,0 9-6 16,-19-11 17-16,16 13-11 0,0 1-3 0,1 1 2 15,-2-2 3-15,3 3-21 0,-2-1 4 16,3 2 4-16,0 1-11 0,0-2 1 0,0 2-3 16,3-1-6-16,-2 1 12 0,5 0-15 15,-6-1 13-15,0-6 6 0,6 9-9 0,1-6 0 16,-1 2 8-16,0-2-8 0,-1-1 9 0,1 1-5 16,0-3-11-16,1 0 14 0,-1-3-11 15,2 3 13-15,-8 0 6 0,0 0-6 0,10 0-1 16,9-14 5-16,1 3-10 0,-1 1 11 0,-2 3-5 15,-4 1 2-15,6-5-11 0,-5 6 5 16,-1-1 13-16,1 5-10 0,-4-1 7 0,1 2 0 16,-1 0-5-16,-10 0 5 0,0 0-5 0,13 0 13 15,-4 0-1-15,2 0-8 0,16 18-1 0,-14-9 10 16,1 1-21-16,-1 4 11 0,-1-3 4 16,-2-2-2-16,-1-2-9 0,-4 1 9 0,-1-4 10 15,2 3-3-15,-1-5 7 0,-4 0 0 16,1 5 14-16,-1-6 26 0,4 0-24 0,-5 0 4 15,1-1 19-15,-1 0-23 0,0 0 8 0,0 0-21 16,0 0 5-16,0 0-17 0,0-17 25 16,0 10-17-16,0-2-3 0,3 4 1 0,-3-6-13 15,5-11 9-15,-5 13-10 0,11-20 2 0,-5 16 2 16,0-4-16-16,3-1 7 0,-3 11 15 16,-1 0-26-16,2-1 2 0,-5 2-11 0,4 1 6 15,-2 1 3-15,4 4-3 0,-8-1-6 0,6 1 5 16,-3 0 11-16,-3 0 2 0,0 0 6 15,0 0-4-15,10 0-13 0,-10 0 21 0,21 17-15 16,-15-13 18-16,9 11-16 0,-3-7 0 0,-3 1-2 16,0 1 24-16,-5 0-16 0,7 7-2 15,-3 1 13-15,3 0 0 0,-4-5-6 0,2-2 0 16,0-1-3-16,5 5 15 0,-4-2-7 16,8-3-6-16,-5-3 3 0,1 0 15 0,-2-3-6 15,0-1-12-15,-3-3 3 0,4 2 11 0,-13-2 1 16,8 0-11-16,2 0 5 0,5 0 8 0,19-17-7 15,-13 6 4-15,-3-1-6 0,4-2 7 0,-2 2-13 16,-2-3 3-16,-9-1-6 0,8 0 18 16,-3-1-7-16,-2 0-6 0,-3-4 5 0,-2 1-2 15,-1 7 7-15,-3-4-7 0,-1 4 8 16,-2 1-4-16,0 12 12 0,0-11 0 0,0 0 15 16,0 11-19-16,0-11-8 0,-15-5 4 0,-3 5-5 15,9 2 6-15,-2 8-3 0,3-2-8 16,-4 3-1-16,12 0-22 0,0 0 8 0,-11 0-11 15,11 0 11-15,-10 0-5 0,-4 13-6 16,10-8 0-16,-1 1-2 0,4-1 20 0,-1 1-11 16,5-1 3-16,0 4 3 0,-3-4 0 15,14 10-2-15,-7 0 4 0,2-8-8 0,0 3 7 16,-4 0 16-16,5-5-14 0,-1 1-4 0,7 5 18 16,5 0 0-16,-6 2-6 0,-1-9 3 15,-2 4-11-15,1-2 20 0,2 4 4 0,3-5-12 16,-6 1 29-16,-5 1-14 0,10 6 4 15,0-1 12-15,-11-1-7 0,6 0 11 0,-6 0-4 16,2-3-10-16,-1 12 23 0,1-8-27 0,-4-1 3 16,1-1 1-16,-1-1 1 0,-4-1-1 15,0-8 19-15,0 0-21 0,0 14-7 0,0-4-4 16,-21 19-36-16,6-14-13 0,-3 1-39 0,-2-5-23 16,0 1 10-16,1-11-174 0,-10 7-128 0,-2-2-3 15,3-5 25-15,11-1 26 0,-21-15 16 16,15 3 9-16</inkml:trace>
  <inkml:trace contextRef="#ctx0" brushRef="#br0" timeOffset="77620.168">4739 2038 334 0,'-3'2'355'0,"-3"-2"-47"0,1 0-28 0,3 2-43 15,0-1-33-15,-4-1-9 0,3 3-16 16,2-1-18-16,-1-1-20 0,2-1 11 0,0 2-34 16,-1 0-24-16,2-1 21 0,-1 1-30 15,0 1-2-15,0-2 3 0,2 1 0 0,-2-2 26 16,0 2-21-16,1 0-13 0,-1-2-8 16,0 3-7-16,0-3-7 0,3 0 35 15,-6 0-9-15,3 0-10 0,0 0-2 0,3 2-20 16,-3-4 7-16,-3 0-7 0,6 1-41 0,-3-3-34 15,0 2-18-15,0-2-15 0,2-1-23 0,-2 2-49 16,0-2-46-16,1 0 18 0,-1 2-213 16,0-3 30-16,5 5 26 0,-5-2-79 15,0 2 27-15,1-1 25 0,3 0 21 0,2 2 15 16,-1-2 7-16</inkml:trace>
  <inkml:trace contextRef="#ctx0" brushRef="#br0" timeOffset="78250.144">3734 2181 282 0,'-5'1'199'0,"4"-1"-30"0,1 0-42 0,-3 0 30 15,6 0-13-15,-3-1-22 0,6-1 13 0,-2 0-27 16,5 0 0-16,14-5 3 0,0-2-17 15,6 1-21-15,2 0 10 0,-1-2 0 0,0 3-21 16,1 2-4-16,-1-1-20 0,0 0 25 0,1 5-21 16,-3-6-19-16,8 1-35 0,-8 2-35 15,4 1 6-15,4-5-199 0,1 2-118 0,-1-8 20 16,1 2 14-16,6-1 16 0,6-8 13 16</inkml:trace>
  <inkml:trace contextRef="#ctx0" brushRef="#br0" timeOffset="79681.305">8314 2324 471 0,'-5'1'269'16,"5"1"-41"-16,0 0 3 0,0-2-35 0,0 2-4 16,0-4-13-16,-1 2 13 0,-1 0-54 15,1 0 4-15,-4-2-6 0,1-1-27 0,-1 1 2 16,1-4-20-16,-4 4-7 0,2-3 21 15,-4 0-3-15,-8-3-27 0,0-1-24 0,0 0 18 16,5 3 6-16,0 1-11 0,-7-6-19 0,5 10-11 16,2-3 5-16,1 0-8 0,1 4-23 0,1 0 3 15,10 0 18-15,0 0-19 0,-12 0 2 16,-16 19 0-16,16-7-15 0,3-3 8 16,-3 8-23-16,4-3 20 0,2 6-11 0,2-3-8 15,3-3 19-15,-1-2-28 0,2 2 14 0,0-8-4 16,0 6-4-16,30 19 0 0,-15-18 19 15,7-4 0-15,1-2-20 0,2 2 12 0,-4-9 12 16,1 0-19-16,-22 0 10 0,24 0 5 16,0 0-10-16,25-18-4 0,-25 5 21 0,-6 2-20 15,-3-1 14-15,3-7-14 0,-5 6 25 0,0-7-15 16,-2 7-3-16,-1-1 7 0,-4 3 35 16,0-2-13-16,-3 4 13 0,-1 4-2 0,-2-2-7 15,3 3-7-15,-2 0 11 0,1 1 14 0,-2 0-44 16,3 2-3-16,-3-1-3 0,0 2 19 0,0 0-3 15,1 2-24-15,-1 2 4 0,0-1 7 16,2 2-14-16,2-1-3 0,2 2 23 16,5 12 2-16,2-4-27 0,-1-3 10 0,-2-2 14 15,7 2 4-15,-5 0-14 0,0-5-8 0,-2 0 1 16,-1-5 2-16,-2 3 11 0,1 1-17 0,-1-4 27 16,-1-1 3-16,-6 0 6 0,0 0-22 15,9 0 31-15,-9 0-10 0,12 0 18 0,6-17-25 16,-12 10 6-16,-4-1 5 0,1 1 15 15,3-15-13-15,2-1 0 0,-8 3 7 0,0 20-1 16,0-21 38-16,0-3-28 0,-14-27 2 0,5 25 13 16,0 1-6-16,-2 1 36 0,-1 2-16 0,5 2 3 15,-1 3 0-15,2 5-1 0,3 3 4 16,-3 4-22-16,2-3 3 0,3 3-7 16,-1-1-22-16,-2 5-21 0,2 1 21 0,2 0 3 15,0 0-25-15,0 0 30 0,-7 18-32 0,7-11 10 16,3 20-3-16,-3-12 6 0,0 2-4 15,13 32-9-15,-6-17 4 0,1-5 0 0,7-2 0 16,-2-1-1-16,2 0-30 0,-1-3-34 0,3-3 6 16,0 0-6-16,2-3 1 0,1-2 13 15,7-5-2-15,1 1 2 0,3-7 4 0,2-1 4 16,3-1-10-16,-18 0 22 0,6 0-6 16,29-17 13-16,-23 9-10 0,-8-5-3 0,2 3 24 15,-7-5-6-15,-1-6 10 0,0 3-4 0,-11-2-33 16,4-5 19-16,-5 1 1 0,-4-4 22 15,3 8 3-15,-3 9 9 0,0-9 10 16,0 3-2-16,0-3 18 0,0-2-4 0,-16-11-4 16,13 23 7-16,-1-1-5 0,-4 1 20 0,5 5 2 15,0-1-13-15,0 4-13 0,-1-6 4 16,1 5 5-16,0-1 4 0,1-2-14 0,1 6-9 16,-2-4 1-16,1 4-10 0,-2 0-4 0,4 3 32 15,-2-2-24-15,1 5-1 0,1-1-4 16,-2 2-13-16,2 1 13 0,0 3-7 0,0 15 14 15,-4 8-2-15,4-21-7 0,0 8-5 0,0 8-2 16,0-1 4-16,0 1 3 0,18 32 8 16,-15-30-4-16,0-6-8 0,4 0 5 15,-1-1 1-15,3-2-14 0,-5-3 16 0,4-4-8 16,-2-5-16-16,7 5 0 0,1-1-51 0,-8-6-37 16,4-3-21-16,2-5-42 0,6 0-84 15,-5 0 21-15,11 0-253 0,45-18 36 0,-27 9 32 16,2-9 29-16,6 1 26 0,6-7 1 15,4-2 52-15,1 2 14 0,6-6 8 0</inkml:trace>
  <inkml:trace contextRef="#ctx0" brushRef="#br0" timeOffset="80618.116">10584 2111 560 0,'-5'0'345'15,"4"1"-57"-15,-4-1-48 0,4 0-6 16,2 0-15-16,1-1-22 0,4 1-35 0,0-2-9 16,4-2-13-16,11-1-14 0,1 0 3 0,2 0 4 15,-3 3-39-15,4-1-11 0,-4 2 14 16,-1-3-36-16,-7 4 5 0,-13 0-23 0,14 0 2 16,-1 0-6-16,-1 0 0 0,-3 0 11 0,1 0-24 15,23 22-3-15,-19-13 9 0,-6 1-23 16,-3 0 7-16,-2-4-6 0,-2 4-16 0,-1 0 29 15,0-10-7-15,0 0-17 0,-16 36 10 16,3-16-21-16,-1-3 8 0,-4-2 2 0,3-1-14 16,-3-1 27-16,5-5 4 0,4 1-23 0,-1-4 16 15,4 1-24-15,1-5 0 0,-1 3 3 0,2 0-9 16,1-1 26-16,0-1-24 0,3 0 5 16,0-2-4-16,0 0 20 0,0 0-14 15,0 0-3-15,18 8 32 0,-11-8-30 0,-1 0 16 16,3 1-9-16,0-1 3 0,0 0 7 0,0 0-6 15,1 2-5-15,13 6-9 0,-5-4 9 16,-5 3 11-16,2 1-4 0,-3 3 3 0,1 5-15 16,-1 1 8-16,-3 5 23 0,-1-2-30 15,-4-3 9-15,-2-1 12 0,-2 0 3 0,0-16-27 16,0 16 13-16,0 3 17 0,-15 11 8 0,7-10-17 16,-4-4-11-16,0-3 2 0,-1 2-5 15,-3-4-2-15,-4 0 7 0,-1-2-9 0,-3-5 13 16,5-1-26-16,3-3 21 0,-1 0-11 15,17 0-4-15,-19 0 11 0,-1 0-11 0,-9-21-11 16,23 17-5-16,0-4 11 0,1-1-3 16,8-2 7-16,-3 5-10 0,6-1 2 0,9-6 20 15,-2-1-1-15,1 3-9 0,-5 4 18 16,0 0-7-16,-2 1-10 0,-1 2 24 0,0 3-11 16,-1 0 19-16,1 1-15 0,-6 0-2 0,0 0-1 15,10 0 25-15,20 17-18 0,-12-5 5 16,1 6 11-16,4-1-3 0,-1-3 16 15,-3 1-9-15,-1 5-13 0,5-3 0 0,-4-2-9 16,3 5-1-16,-4-7-22 0,-1-2-41 0,1 0-33 16,-2-3-51-16,-6-2 11 0,4-2-242 15,-7-4-42-15,4 0 27 0,-11 0 25 0,0 0 53 16,33-21 1-16,-13 7 51 0</inkml:trace>
  <inkml:trace contextRef="#ctx0" brushRef="#br0" timeOffset="82028.103">11182 2495 265 0,'-6'0'242'0,"1"0"-88"0,2-3-23 16,-1 3 7-16,4 0-21 0,-2 0-38 0,4 0 40 16,-2 0-24-16,3-3-20 0,-2 2-7 0,5-2-14 15,-3 2-7-15,0 1 5 0,3-2 6 16,-3 1 1-16,-1-1-27 0,2 0 5 0,1-4-29 15,-4 3 26-15,-1-4-12 0,3 1 17 16,-3-2-13-16,0 1-50 0,-1 0 35 0,-1-2-8 16,2 9-12-16,0 0 17 0,0-12 3 15,0 2-7-15,-21-15-3 0,9 13 3 0,5 2-29 16,-5 4 26-16,4-1 8 0,1 3-4 0,0 2-8 16,-2 1-16-16,1-2 14 0,1 2 11 15,7 1-32-15,0 0-3 0,-9 0 46 0,9 0-7 16,-24 19 6-16,18-11-27 0,-2 8 6 15,1-2 6-15,5-1 21 0,-1-2-41 0,3 1-11 16,-1-1 23-16,1-11 3 0,0 11-16 0,0 4 27 16,24 17 5-16,-15-20 3 0,9 0 0 0,-3 2-4 15,10-7-2-15,2 2-3 0,-2-4-22 16,4-3 40-16,2-1-11 0,-15-1-36 0,8 0 23 16,3 0 11-16,1 0-1 0,32-17-20 15,-33 13-1-15,-2-2 23 0,0-5-33 0,-5 5-3 16,-5-5 55-16,6 0-20 0,-11 1-16 0,-5 0 8 15,4 2-6-15,-6-2 26 0,2-1-20 16,-5 1 7-16,0-1 14 0,0 1-45 0,0-1 35 16,0 4 3-16,0 7-1 0,0-10 10 0,0 10-20 15,0-11 20-15,0 1 2 0,-13-4 14 16,9 7-14-16,2 4-25 0,-4-1 10 0,3 1 7 16,-1 1-12-16,1 2 3 0,-2 0-15 15,-1 0 18-15,5 0 11 0,-5 4-23 0,1 0 21 16,4-1-43-16,-4 2 30 0,4 2-5 0,1 3-17 15,0-5 17-15,0 3-4 0,4 0-2 16,-2-3 20-16,4 4-19 0,9 4-7 0,-2-8-7 16,8 6-21-16,1-2 7 0,2-2 7 0,0-1 3 15,-3-6-7-15,-8 0 24 0,5 0-28 16,2 0-11-16,-5 0 25 0,-2 0 5 0,0-9-5 16,20-9-25-16,-19 4 35 0,-1 0-17 15,-5-1-9-15,-1 2 17 0,-1 3 27 0,0-1-28 16,-6 1 47-16,1 0-4 0,2 2 10 0,-1-1-3 15,-2 5 22-15,0-4 5 0,1 4-22 0,2-2-6 16,-3 3 9-16,0 0-10 0,2 2-6 16,-2-3-2-16,0 4-5 0,-2 0-12 0,-2 4-4 15,4-4 22-15,0 2-18 0,-2 3 3 16,2 1-1-16,-3 1-7 0,2 1 19 0,1 2-12 16,4 3 1-16,-4-2-18 0,0 1 7 0,15 29 21 15,-7-23-4-15,2 3-11 0,-1-8 8 16,-3-2-16-16,12 1 8 0,-9-5 3 0,1 1-16 15,-1-4 19-15,-1 0-6 0,-2-1 0 16,0-2-9-16,0-1-4 0,-6 0 22 0,0 0-8 16,9 0-6-16,-9 0 6 0,19-19 1 0,-13 14 5 15,-4 0-21-15,2-2 13 0,-3-4 1 0,-1 2 3 16,0 0 2-16,0 9-15 0,0-15 8 16,-19-20 2-16,7 20 0 0,-4-1 4 0,-4 4-17 15,1-1 10-15,0 3 10 0,-2-1-13 16,7 10 4-16,2-6-12 0,-1 4 13 0,5 0-2 15,3 3-4-15,-1-4-10 0,4 4-1 0,-2 0-19 16,2 0 10-16,2 0 14 0,2 4-8 0,1-4 0 16,0 2 17-16,3-1-21 0,-2 2 12 15,5 2-1-15,10 2 6 0,-1 0-25 0,3 3 5 16,4-1 8-16,4-2 9 0,-7 1-28 16,4-1 15-16,-6-5 28 0,10 3 3 0,-15-5-17 15,5 0 1-15,8 0-10 0,3 0-5 0,33-22 31 16,-35 11-14-16,2 6 0 0,-1-6-2 15,-5 1 8-15,2 2 6 0,-3-2 16 0,-2-1 7 16,-7-2-8-16,-3 5-2 0,0-4 12 16,-6 3-20-16,0-2 18 0,-3 5-9 0,0-1-5 15,-2 0 9-15,-1 7-1 0,0 0-4 0,0 0-17 16,0-9 12-16,0 9 4 0,0-9-8 0,-20-2-12 16,14 9-6-16,0 2-1 0,1-4 14 15,2 4-16-15,-1 4-1 0,1-4 13 0,0 0-1 16,1 2-3-16,1 3-12 0,1-3 21 15,0 3-9-15,0 1 2 0,6-1-2 0,-3 1-2 16,9 12-2-16,-3-8-2 0,1-1-7 0,-1 0 15 16,9 5-5-16,-5-1 3 0,8 2 10 15,-6-4-14-15,3 2 0 0,-3 1-4 0,1-1 6 16,-7-2 8-16,-1 0-3 0,-1-2 2 0,-1-2 3 16,0 3 13-16,-4 0 16 0,2-1 5 15,-3 1-12-15,-1-1 32 0,0-9-5 0,0 19-23 16,0-1 3-16,-19 24 11 0,12-24 2 0,-2-5-16 15,-2-4 23-15,-2 6 4 0,-2 0-7 16,6-7-21-16,-3 1-16 0,-6 1 20 0,2-3-25 16,2 0 3-16,2-2-10 0,0-1-23 15,6-2-15-15,-7-2-24 0,7 0-4 0,6 0-57 16,0 0-19-16,-10 0 13 0,10 0-155 0,-12 0-141 16,12 0 53-16,-18-17 24 0,16 10 0 15,2 2 7-15,2-1 12 0,2-1 3 0</inkml:trace>
  <inkml:trace contextRef="#ctx0" brushRef="#br0" timeOffset="86518.767">14281 2301 413 0,'0'0'182'0,"0"0"12"15,0 0-1-15,-21-19 5 0,21 19-18 16,0 0 2-16,-19-30 20 0,19 28-35 0,-3-3-1 15,1 1-3-15,1-1-1 0,-2-1 7 0,1 6-24 16,1-3 2-16,-1-5 14 0,2 6-34 16,-3 1-16-16,2-2 2 0,1-1-9 0,-5 3-16 15,5-1-19-15,0 2 11 0,0-2-22 0,-1 1-9 16,1 2 10-16,0-1-20 0,0 4 11 16,-3-2-28-16,3 5 6 0,0 0-10 0,-3-1 19 15,3 5-21-15,3-1 8 0,-3 1 0 16,0 4-21-16,0 2 16 0,0 5-13 0,0 0 13 15,18 24-21-15,-18-32 0 0,4 3 0 0,1-2 15 16,-5-5-23-16,1-3-10 0,2 3 10 16,-3-3-53-16,3-2-18 0,-3 0-42 0,0 2-12 15,0-6-5-15,1 1 13 0,4-2-129 0,-5-2-112 16,1-1-50-16,4-7 29 0,4-8-14 16,-2-11 26-16,4 2 34 0,-1-8 14 0,2-1-22 15</inkml:trace>
  <inkml:trace contextRef="#ctx0" brushRef="#br0" timeOffset="86681.162">14300 1976 500 0,'-9'-4'310'0,"8"1"-49"0,-2-1-33 0,-2-1-30 16,1 0-37-16,2 4-8 0,1-3-42 16,-5-1-26-16,4 5-37 0,-1-2 2 0,2 2-26 15,-1 0-35-15,1 0-53 0,4 2 5 0,-3 1-52 16,0-1-59-16,0 2-138 0,4 0 24 15,-2 3-57-15,2-2 6 0</inkml:trace>
  <inkml:trace contextRef="#ctx0" brushRef="#br0" timeOffset="87443.58">14598 2396 295 0,'0'5'245'16,"0"2"-55"-16,2-3 0 0,-2 3-1 0,1-2-12 16,-2 4-15-16,2-2-5 0,-1-1-30 0,0 3 2 15,0-2-29-15,0-7 0 0,0 0-3 16,0 12-14-16,0 2-2 0,0-6-12 0,0 2-17 16,0 1 5-16,0 0-3 0,0 4-10 0,-16 19 7 15,10-11-22-15,-1-9 5 0,1-3-2 16,1-1 1-16,2-2 7 0,-1-1-15 0,-1-4 0 15,2 0 19-15,2 3-12 0,-2-6-15 16,1 1 13-16,1-2-13 0,1 0-4 0,0-4-2 16,-3 0-1-16,1 0-9 0,7-2-11 0,-5-3 13 15,0 0-2-15,7-9-4 0,1-4-6 16,-2 9 13-16,3-7-5 0,-2 6-6 0,-1 5-6 16,0 4 0-16,0 0 2 0,0 1 4 15,0 1-17-15,0 1 0 0,0 2 12 0,1 1 1 16,-1 0 3-16,2 0 2 0,-8 0-1 0,0 0-18 15,12 0 19-15,6 0-4 0,17 13 17 16,-14-3-4-16,-1-1-20 0,-4-2 11 0,0 4-5 16,-1-1 12-16,-3-4-3 0,-3-1 9 15,2 1-9-15,-4 1 2 0,-1-4-21 0,3 5 12 0,-3-6-4 16,1-1 10-16,4 1 11 0,-2-2-8 16,3 0-5-16,-12 0-5 0,15 0 11 0,31-15-10 15,-25 7 7-15,3-2-10 0,-5-2 15 16,0-4-1-16,-5 0-4 0,-1-3-10 0,4 2 20 15,-7-4-17-15,-4 6 11 0,-3 0 16 16,-3 2-7-16,2 0 7 0,-2 13-14 0,0 0 2 16,0-11-1-16,0 11 10 0,0-7-12 0,-18-7 0 15,12 13-5-15,0-2 2 0,0 6 2 16,0-3 1-16,0 0-14 0,3 5-10 0,-3-3-7 16,0 3 1-16,1 0-4 0,2 0 3 15,3 2-26-15,-3 2 24 0,3-4 8 0,3 2-13 16,-3 2 11-16,3-2 3 0,-3-7-8 0,17 23 24 15,-7-7-5-15,1-2 6 0,-2-2 8 16,4 3-28-16,-2-9 18 0,-3 4 0 0,9 6 10 16,-8-8-16-16,0 3 16 0,0-1-15 15,-2-3 4-15,-4 0 22 0,2 4-12 0,1-5-14 16,-5 1 4-16,4 0 21 0,-4 1-28 0,1-1 41 16,-2 2-13-16,0-1 15 0,0-8-39 0,0 0 6 15,0 18 1-15,-23 20-16 0,11-24-28 16,0-3 24-16,-1 8 2 0,-1-8-115 0,3-5-28 15,0-1-49-15,4-5-131 0,-2 0 26 16,9 0 36-16,0 0-16 0</inkml:trace>
  <inkml:trace contextRef="#ctx0" brushRef="#br0" timeOffset="89082.209">15003 2396 504 0,'0'0'175'0,"1"-1"6"0,5-3 1 0,0-2-29 16,13-5-19-16,5 0-9 0,2-2 2 0,0 2-24 15,4-3-14-15,-1 3-4 0,-1 1 1 16,2 2-43-16,-3 1-1 0,0-4-2 0,-1 5-36 15,0 0-66-15,1 6 8 0,2-4-76 0,1-3-130 16,0 2-73-16,3-4 24 0,0-2 2 0,4 1 3 16</inkml:trace>
  <inkml:trace contextRef="#ctx0" brushRef="#br0" timeOffset="88799.386">15290 2219 885 0,'0'-2'318'16,"0"-2"-55"-16,-1 1-36 0,-1 3-38 15,2-2-1-15,0 0-26 0,0 2-32 0,0 0-6 16,0-2-27-16,2 4-12 0,-1 0 15 16,4 3-14-16,-4 1-9 0,-1-1-2 0,2 1-30 15,1 5-3-15,4 14 17 0,-4-1-24 16,2 4-15-16,1 1-3 0,-5-3 23 15,10-1-6-15,-4-1-18 0,1 1 19 0,1-6-29 16,1 3 15-16,-4-6-7 0,0-4-13 0,4 4-14 16,-1-1 5-16,-1-8-11 0,-1 2 2 15,2-3-5-15,2-1 13 0,-2-3-15 16,1-1-9-16,-3-1 4 0,-7 0-20 0,0 0 5 16,15 0-17-16,-3 0 25 0,8 0-6 0,-4 0 9 15,14-14-14-15,-18 6 20 0,-5 5 3 16,1-2 6-16,-5 0-8 0,3-3 5 0,0 2-11 15,-5 4 21-15,2-7-19 0,-1 3 32 16,-1 0 2-16,-1 0 5 0,0 0 9 0,0-3-9 16,0 9-6-16,0 0 13 0,0 0-1 15,0 0-14-15,0-11 17 0,-15 2-4 0,14 9 5 16,-5-3-5-16,-2 3-8 0,4 3-6 0,-2-1 5 16,6 1-5-16,-3 1 7 0,0 2-1 15,1-1-4-15,1 0 3 0,4 1-5 0,0 2-16 16,0-6-23-16,10 14 15 0,-2-5-5 15,4-5-1-15,10 4 16 0,2-4-28 0,4 2 21 16,-1-5-31-16,9 1 1 0,-2-4-34 0,-19 0-2 16,12 0 7-16,4 0 15 0,0 0 14 15,1 0-5-15,33-17-11 0,-39 7 6 0,-3 4 6 16,-5-4 8-16,0 0 13 0,-7-1 15 16,2 1-6-16,-7-1 59 0,-5 1-13 0,-1 4 17 15,-3 6 10-15,0 0-2 0,0-11-14 16,0 11 21-16,0-11-4 0,-16-2-12 0,10 8 9 15,-1 1-3-15,-1 0-4 0,-16-3-7 0,9 7 7 16,15 0-16-16,-13 0 4 0,1 0-3 0,-21 24 3 16,15-11-10-16,9-2 6 0,-4 5-13 15,6-4-13-15,2 2-3 0,4-4-8 16,1-2-19-16,0-8-3 0,0 0 28 0,0 11-4 16,0-11-13-16,19 20 7 0,-12-18 13 0,-1-1 5 15,3 2-32-15,0-3 8 0,0-3 4 16,-3 2 21-16,2-1-20 0,-8 2 22 0,0 0 5 15,19-10 16-15,-12 6-4 0,-5-2 16 0,2 2 7 16,1 3 6-16,-1-5-11 0,1 1-5 16,-4 4-6-16,2-3 4 0,2 3-4 0,-2-4-6 15,0 5-11-15,0-1 1 0,-2 0-11 0,2 1 4 16,-3 0 2-16,0 0-7 0,0 0 0 16,0 0-5-16,11 0 4 0,-11 0-14 0,22 13 1 15,-17-12-6-15,0 3 3 0,16 6 4 16,3-5-19-16,0 1-24 0,3-5 24 0,4 3-11 15,-2-4-22-15,6 0 20 0,-18 0 10 0,10 0 5 16,4 0-47-16,33-19 39 0,-33 12-5 16,1-1-7-16,-7-1-3 0,2-2 20 0,-6 0 7 15,-6-2-12-15,-5 2 0 0,-1 4 19 16,-4 0 33-16,-4-2 13 0,2 4-18 0,-3 5 43 16,0 0-45-16,0-11 0 0,-18-3 15 0,12 7 3 15,-12-3 16-15,-4 3 4 0,4 2-11 0,-1 3 20 16,19 2-23-16,-15 0 0 0,-3 0-7 15,-18 17-10-15,18-11 16 0,8 2-14 0,1-1-28 16,4 3 37-16,1-2-26 0,4-3-2 0,0 4-10 16,0-9 22-16,15 24-15 0,-3-13-5 15,-2-2 7-15,6-1 7 0,-2-1-7 0,-2-5-12 16,0-1 13-16,-2-1-19 0,2 0 35 16,-12 0-25-16,12 0 28 0,-12 0 18 0,14 0-19 15,6-11 2-15,-5-3 33 0,-6-1 1 0,2-4-4 16,-7 5 8-16,2 3-4 0,-3-2-5 0,-3 1-3 15,0 0 10-15,0 1 16 0,0-5-7 16,0-4-6-16,-15-29 14 0,9 22-26 0,5-5 6 16,-5 6 8-16,0-3 9 0,-2 2-5 0,-4 1 4 15,3 2 28-15,4 3 3 0,-3 3 5 16,1 2-9-16,-2 5-10 0,7 1-8 0,-1 2-3 16,0 1 21-16,2 2-10 0,1 3-9 0,-2-4-27 15,2 5-12-15,0 1 3 0,0 0-10 0,0 0-4 16,-6 16-3-16,6-7-1 0,2 19-3 15,-2-15-1-15,0 8-2 0,15 36-7 0,-11-26-1 16,5 0 0-16,2 0-4 0,0 4 0 16,-3-2 8-16,-1-4 15 0,2 2 5 0,0-4-23 15,0-3-1-15,-3-11-44 0,3 8-9 0,-4-9-13 16,-4 1-26-16,2-8-14 0,-3 3-13 0,2-5-32 16,-2 1-37-16,0-3 17 0,-2-2-158 15,-1-3 25-15,2 2 25 0,-5-3-126 0,4-3 27 16,-11-7 23-16,-4-6 45 0,-1 0 17 0,-1 0 12 15</inkml:trace>
  <inkml:trace contextRef="#ctx0" brushRef="#br0" timeOffset="90251.665">17237 2234 334 0,'-6'0'246'0,"0"2"-7"0,-2-2-37 16,2 3-53-16,-1-1 10 0,1-2-34 0,-2 4-3 16,3 1-12-16,-9 10-24 0,1-4-9 15,5 0 1-15,2-5-21 0,0 5 15 0,3-1-28 16,0 1 10-16,3-4 4 0,0-7-20 0,0 10 2 15,0 3-13-15,26 17 1 0,-8-18-7 16,-2 0 14-16,2-6-1 0,-3-1-17 0,-3-5-1 16,1 2 4-16,1-2-6 0,-4 0-7 0,20-14 17 15,-15 11-3-15,0-4-11 0,-6 0 2 16,-2 0 1-16,-2-1 10 0,-4-2-8 0,5 4-8 16,-5-4 18-16,-1-1-20 0,0 3 9 15,0 8 10-15,0 0 1 0,0-19-11 0,-19-17 18 16,10 19-9-16,2 8 3 0,1 0-9 0,0-2 12 15,0 8-5-15,0-5-19 0,3 6 22 16,-2-5-16-16,1 5-12 0,2 0-20 0,-1-1 19 16,0-1-25-16,2 2 15 0,-1 2-8 15,2 0 9-15,0 0-2 0,0 0 6 0,15-1-13 16,-7-2-4-16,2 3-1 0,-1 0-3 0,2 0 4 16,2 0-17-16,3 0 23 0,8 0-14 15,-1 0 9-15,33-18 8 0,-33 13 2 0,1-1 11 16,-8 1-27-16,-3-3 12 0,-2 5-12 0,-4-2 24 15,-1-1-16-15,-3 0 35 0,2-3 2 0,-4 7 22 16,-1-6-5-16,0 8 33 0,0 0 19 16,0-11-19-16,0 11 30 0,0-12 4 0,-13-3-15 15,10 8 23-15,0 2-9 0,0-1-14 16,-2 1-11-16,1 0 2 0,2 1 22 0,2 0-35 16,-3 2-15-16,0-2 21 0,2 1-8 0,-1 3-5 15,-2 2-30-15,4 2-10 0,-1-1 6 16,-1 7-2-16,2 1-2 0,0 15-17 15,0-11 15-15,0 11 13 0,0 5-15 0,0 4-9 16,0 3 21-16,0 4-6 0,15 49-1 0,-9-49 12 16,1 4-9-16,1-2-2 0,4 3-2 15,3 1-18-15,-2-2 21 0,4 2-2 16,-4-3-2-16,3 5-18 0,2-12-1 0,-3 0 34 16,3 2-3-16,-2-9-2 0,4 0-3 0,-1 0-31 15,-1-10-24-15,2 3 11 0,-4-7-7 16,3-3-13-16,-5-9-12 0,-1-5-11 0,-13 0 12 15,14 0 22-15,15-14 0 0,-15-3-29 0,-4 1 5 16,-4-8 16-16,0 0 1 0,-1-1-1 16,-2-3-14-16,-3-5 3 0,0 17 1 0,0-11 3 15,-15-36-2-15,6 32 14 0,-3 0 18 0,-5-4-18 16,0 10 16-16,-6-4-9 0,-4 1 20 16,-2 6 16-16,-1 0-9 0,1 4 6 0,-3-2-10 15,3 2 10-15,5 3 5 0,2-2 16 16,3 8-33-16,2-6 8 0,8 8 0 0,3 0-22 15,5 4 3-15,1 3-2 0,0 0-2 16,0 0 9-16,22-17-32 0,2 12-20 0,4 2-21 16,2-6-57-16,0-2-17 0,3 0 15 0,1 2-195 15,2 2 24-15,4-2 25 0,0-1 20 16,-4-2 21-16,2 1-91 0,2 0 49 0,2 2 6 16</inkml:trace>
  <inkml:trace contextRef="#ctx0" brushRef="#br0" timeOffset="90777.491">18765 1930 353 0,'-4'-9'363'0,"1"1"-67"15,0 1-27-15,3 4-32 0,-3-2-31 16,0 1-23-16,3 3-16 0,-2-4-21 0,1 3-4 16,1-1-18-16,-3 3-28 0,3 2 5 0,0 3-12 15,-1-1-31-15,1 5 3 0,1 0-6 0,-1 17 10 16,0-16-3-16,0 7-23 0,0 8 2 16,0-2-17-16,19 33 1 0,-16-30 0 0,3 1-3 15,-1 1-2-15,-1-3-2 0,4-4 0 0,-7-4-4 16,4 0-3-16,-4-6 3 0,-1-1-3 15,0-5 17-15,5 1-25 0,-5-2 8 0,1-1-2 16,2 4 22-16,-3-5-41 0,0-2-14 16,0-1-9-16,3 0 7 0,-3-3 1 15,2 1-15-15,2-1 8 0,1-5-9 0,-4 4 5 16,2-5 0-16,9-3 4 0,-5 1 10 16,4 0-4-16,-4 4-4 0,1 0 15 0,2 2-8 15,-5 3 7-15,-1-1-13 0,2 1 8 0,-3 1 12 16,3 2 2-16,2-2-2 0,-8 2-10 15,0 0 6-15,0 0 13 0,10 0-5 0,9 14-1 16,-16-6 7-16,6-2-1 0,-4 1 0 0,8 9 0 16,2 0-2-16,-6-4-2 0,3 3-4 15,-2-5-15-15,-4-2-63 0,5 1 9 0,-4-4-12 16,2 1-15-16,2-2 8 0,-2 1-34 16,-2-3-33-16,8-2 10 0,12 1-54 0,-14-1-72 15,7 0-34-15,2 0 24 0,33-18-34 0</inkml:trace>
  <inkml:trace contextRef="#ctx0" brushRef="#br0" timeOffset="91444.081">19381 2216 510 0,'2'-10'218'0,"2"7"-22"0,-4-4-18 16,0 3-6-16,0-3-13 0,0 3-12 15,-4-2 17-15,2 1-25 0,-5 3-15 0,1-2-14 16,-5 1 7-16,3 1-5 0,-3 2-10 16,1-2-15-16,-4 2-3 0,-5 0-23 0,-23 20-12 15,24-7 4-15,5-6-11 0,-4 6 9 0,5 1-16 16,8-4-15-16,-5-3 10 0,6 3 1 15,2-2-26-15,1-8-2 0,0 0-10 0,0 10 1 16,0-1-2-16,14 6 4 0,-11-10-8 0,8-2-14 16,-4 0 14-16,4-2 10 0,-2-1-3 15,-2 0-5-15,4-1 4 0,-11 1-13 0,0 0 26 16,37-14-14-16,-25 4-8 0,6-3 6 0,-6 1 12 16,-9 3 3-16,4-1 13 0,-2 2-3 15,-5-1 21-15,1 3-20 0,1-1 12 0,-2 0 12 16,0 7 13-16,0 0-23 0,0 0 4 15,0-9 9-15,0 9-30 0,0 0 4 0,-3-13-1 16,1 15 0-16,2 0-3 0,0-1-9 0,-4 5 2 16,4-1 10-16,4 1-27 0,-4 3-5 15,2 0-5-15,9 8-13 0,-6-4-10 0,10 5 1 16,-2-7-29-16,-4-4 15 0,0-1-6 16,14 3 1-16,-10-3-3 0,0-5-8 0,1-1-4 15,-4 2 8-15,-10-2-51 0,12 0 11 0,-1 0 21 16,-2 0 8-16,17-20 10 0,-9 5 60 15,-4-2 17-15,1 3 28 0,-5 3-18 0,1 0-2 16,-2 5 37-16,-3-1 0 0,-2 0-19 16,3 4 17-16,-1-1-20 0,-2 0 2 0,3 2-21 15,-2 1 14-15,1-2-1 0,4 3-2 0,-9 0 1 16,0 0-6-16,0 0-3 0,13 0-2 0,14 24-19 16,-17-13 13-16,5 2 4 0,-1-4-3 15,2 7-14-15,-2-2 15 0,2 4 7 0,-3-7-5 16,5 3-2-16,0-1 3 0,0-2 9 15,-4-1 1-15,-1-6 10 0,-1 0-4 0,-3-4 18 16,0 0 34-16,-3 0-36 0,-6 0 15 0,0 0 34 16,10 0-42-16,7-15 4 0,-13 11 0 15,1-4-11-15,4-18-6 0,-4 7-13 0,1-4 7 16,-3 0 0-16,2-3 13 0,-4 2-33 16,1 6 19-16,-2-2-13 0,0 20-38 0,0-15-37 15,0 2-40-15,0 2 5 0,0 0-77 0,0 11 15 16,0-10-82-16,0-1-121 0,0 11-38 0,0-13 28 15,16-15 12-15,-4 12 39 0,3 5 13 16,5 2 2-16</inkml:trace>
  <inkml:trace contextRef="#ctx0" brushRef="#br0" timeOffset="91634.965">20158 1986 339 0,'5'1'256'0,"-5"3"-30"0,1-2-24 15,4 5 7-15,-4-3-16 0,2 5 2 16,0 0 7-16,-3 0-18 0,6 16-30 0,2-1-5 15,-5-2-33-15,3 2-4 0,0 1-13 16,-5-4-17-16,5 3 6 0,-2-7-22 0,-1-3 7 16,0-2-44-16,0-4-14 0,0 0-51 0,-3-1-37 15,2-3-58-15,-2-1 11 0,0-3-235 16,0-3-19-16,1-1 5 0,1-2 58 16,1 1 5-16,-3-1 8 0</inkml:trace>
  <inkml:trace contextRef="#ctx0" brushRef="#br0" timeOffset="91743.897">20206 1945 565 0,'-3'-13'241'16,"-3"1"-40"-16,5 4-20 0,-2 1-32 0,0 1-62 16,3 1-16-16,0 4-32 0,0-4-46 15,0 3 0-15,6 2-110 0,-6-1-86 0,4 1-115 16,1 0 20-16,-1 1-3 0</inkml:trace>
  <inkml:trace contextRef="#ctx0" brushRef="#br0" timeOffset="92658.31">20404 2115 339 0,'5'7'160'16,"-4"2"13"-16,4-3 7 0,-5 1-21 16,3 0-40-16,0 1 21 0,-2 1-5 0,-1-7-18 15,0 5 2-15,0 1 6 0,0-3-21 0,0 1-14 16,0-6 15-16,0 0-17 0,0 0 2 15,0 0-7-15,0 0-7 0,0 8-26 0,-12-2 10 16,12-8-10-16,-1 0-1 0,1-1-19 16,0-4 7-16,0-1-5 0,1 1-19 0,13-10 9 15,-2 0-5-15,0 1-10 0,1 1 15 0,1 0-13 16,-1 5 3-16,-4 3-11 0,-3 0 10 16,0 3-14-16,1-2 4 0,-2 3-8 0,2-1 8 15,-1 3-3-15,2 1 0 0,-1 0 0 0,-7 0-3 16,0 0-11-16,12 0 19 0,-12 0-9 15,9 0 17-15,9 15-15 0,-12-9 10 0,-3 2 3 16,3-1-5-16,-2-2 4 0,7 16-9 0,1-2 3 16,0 0 0-16,-1 3-2 0,0-11-15 15,5 3 4-15,1-1-11 0,1-2-11 0,-3-6-22 16,1 1-23-16,-1-6 4 0,3 0 5 16,-5 0 6-16,2 0-56 0,10 0 7 0,32-13-8 15,-20 4 4-15,-2-1 43 0,-4 0-11 0,2-1 6 16,0-2 30-16,-5-1 3 0,-7 1 61 0,-3-2-16 15,-5 4 43-15,-7 4 10 0,2 0 34 16,-7-3-5-16,2 2-15 0,-3 8 8 0,0 0-20 16,0 0 22-16,-18-17-15 0,11 15-11 15,-4-2 12-15,2 4-22 0,-3 0-7 16,-1 0-1-16,-5 0 15 0,-22 18-15 0,19-8-5 16,8-5-16-16,4 4 25 0,-8 3-24 0,10-2-2 15,1-1 8-15,6 2-19 0,-3-3 5 0,3-8-7 16,0 0 14-16,0 11-16 0,0-2-6 0,0-9 6 15,21 18 22-15,-15-12-5 0,-3-3-12 16,3-1-23-16,1-1 31 0,-1 0 1 0,0-1 0 16,1 0 5-16,-7-2 8 0,6 0 9 15,2-1-1-15,8-10 2 0,-8 4 19 0,-5-2 4 16,6 5 30-16,-8-1 33 0,2-2-14 16,0 4-10-16,0-1-9 0,2 1 33 0,-4 1 0 15,3-2-13-15,-4 4-10 0,0-1-33 16,3 1 7-16,-3-2 11 0,5 4-36 15,-5-2-4-15,4 1-6 0,-2 1-3 0,-2 0-2 16,0 0-3-16,0 0-5 0,0 0 6 0,13 18-11 16,-4 3 0-16,2 2 19 0,-4 3-15 15,1-2-1-15,4 6-4 0,-3-2 12 0,1 3-25 16,-1-1 30-16,-2 4-4 0,2 1 9 0,0 0 4 16,-7 1-8-16,5-4 0 0,-1-1-2 15,5 1 13-15,-5 1-13 0,-5-5-3 0,1-2-7 16,1-2-1-16,-3-1 30 0,0-23 11 0,0 18-7 15,-24 21 15-15,10-23 8 0,-7-1-20 16,2-5 12-16,-8 3-9 0,-3-2-7 0,0-3-16 16,-2-4 12-16,-1 2-34 0,0-2-29 15,12-4-55-15,-3 0 8 0,-4 0-176 16,-3 0 22-16,-35-17-355 0,36 10 48 0,3-2 9 16,1 0 60-16,0-1 32 0,5-9-16 0,2 2 26 15,19-10 83-15,0 6-8 0,0 9 45 0,27-25 16 16</inkml:trace>
  <inkml:trace contextRef="#ctx0" brushRef="#br0" timeOffset="94320.003">2608 4055 247 0,'0'0'330'0,"-20"0"-67"16,20 0-24-16,0 0-30 0,0 0-23 0,0 0-13 15,0 20-19-15,0-20-28 0,-19 0-11 16,19 0 1-16,0 0-30 0,0 0 5 16,0 0-18-16,0 0 3 0,-16 38-18 0,16-36-6 15,6 4-4-15,-1-3-5 0,0-1-4 0,2 4 3 16,-1-3-3-16,0 1 8 0,2-3-16 0,-1 3 1 15,1-2 3-15,-1-2 7 0,1 0-28 16,-2 0 8-16,-6 0-5 0,0 0-4 0,12 0 13 16,-12 0-9-16,11 0-2 0,6-17-3 0,-14 12 17 15,0 0-25-15,-3-2 5 0,4-3-9 16,-4 1-2-16,-1 0 19 0,1 9-19 0,0-14 4 16,-20-19 20-16,8 14-8 0,2 12-15 0,-3-10 14 15,-4 9-16-15,7 4 0 0,1 0-2 16,-2 0-1-16,2 4 9 0,-2 0-4 0,11 0-6 15,0 0 7-15,-33 15 0 0,19-3-13 16,-1 4 7-16,3 3 1 0,2-2-4 0,-2 7 10 16,9 3-6-16,2 1 15 0,-1-4-9 0,2 3-3 15,0-1-13-15,0-14 24 0,0 7-5 16,22 22-12-16,-8-20 2 0,2-5 9 0,7 2 6 16,-2-5-7-16,4-3-2 0,-4-7-2 0,3 1 8 15,-3-4-19-15,-1 0 12 0,-6 0 3 0,4 0 7 16,20-21-1-16,-12 11-17 0,-5-7 17 15,1 2-14-15,-5-2 15 0,0-4-16 0,1 3-1 16,-3 1 13-16,-1-1-2 0,-1 4-8 16,0-1 17-16,-2 3-26 0,-2 2 6 0,1 5-3 15,-4-1 10-15,2 2 3 0,-1-1-7 0,2 3 7 16,-3-1 0-16,2 3-10 0,2 0-7 0,-10 0 6 16,0 0 8-16,12 0-15 0,-2 0 10 15,19 25 1-15,-13-8 5 0,-1 3-9 0,-2-1 3 16,-4 5 6-16,2 0 2 0,-5 0 5 0,0 0-16 15,-5-1 11-15,-1 0 15 0,5-9-3 16,-5-2-7-16,4 1-6 0,-4-3-4 0,0-6 15 16,0 4-11-16,0-2 4 0,2-6 1 0,-1 5 8 15,-1-5-4-15,0 0-3 0,-1-9-11 16,1 3 16-16,1-1-3 0,-1-4-24 0,6-13 6 16,-6 10-2-16,9-28 9 0,6 14-11 15,-6-2 4-15,-5 4-8 0,5-3 12 0,-4 6 10 16,-1-2-7-16,1 9-2 0,-4 1 11 0,7 8 14 15,-5 0-19-15,-3 7 19 0,0 0-7 16,0 0-18-16,0-11-7 0,0 11 26 0,0 0-3 16,0 0-12-16,9-11 4 0,-6 12 1 0,-3 6 2 15,3-1-12-15,-2 3 7 0,4 2 8 16,-4-2-13-16,10 19-8 0,-4-4 13 0,-4 1-2 16,7 5 2-16,4-10-18 0,4 1-11 15,-3 0-10-15,3-3-32 0,2-2-49 0,3-3-8 16,-2-3 10-16,6-3-132 0,4-3-81 0,-3-3 23 15,-10-1 22-15,6 0 22 0,6 0 18 0,35-26-58 16,-30 10 6-16</inkml:trace>
  <inkml:trace contextRef="#ctx0" brushRef="#br0" timeOffset="94734.461">3907 4150 448 0,'-8'-6'210'0,"2"1"14"16,-10-8-42-16,2 9-14 0,1-3-15 0,-12 1-20 15,11 1 3-15,-1 5-11 0,15 0-8 16,-18 0-26-16,5 0-5 0,-5 0-18 16,-24 15 7-16,24-5-2 0,1 2-19 0,2 2-5 15,1-1-18-15,5 1 22 0,5-2-20 0,-1-1-2 16,4 0-16-16,1 0 8 0,0-11-23 16,0 7 14-16,0 4-9 0,0-11-13 0,33 31 9 15,-17-24-7-15,3 3 3 0,5-3 0 16,-4-5 4-16,-4-1-18 0,-16-1 7 0,14 0 2 15,5 0 11-15,21-17-21 0,-22 7 4 0,1-1 9 16,-10 4 10-16,-1-3 3 0,-1 3 10 16,2-2 16-16,-3 0 5 0,-3 6 4 0,2-3 14 15,-5 1 12-15,3 1-17 0,0 0 31 0,-2 1-7 16,1-1-33-16,-2 2 19 0,4-4-19 0,-4 5-13 16,2 1-2-16,-2 0-7 0,0 0 7 15,0 0-7-15,0 0-9 0,7 16-5 0,-7-11 16 16,5 3 3-16,-2-1-22 0,0 0-17 15,1-1-10-15,11 14-13 0,-2-5-16 0,1-2-25 16,1 5 7-16,0-11-24 0,5 0-48 0,3 1 12 16,1-5-73-16,-14-3-100 0,10 0-53 0,-1 0-5 15,8 0 33-15,19-22 10 0,-19 13-1 16</inkml:trace>
  <inkml:trace contextRef="#ctx0" brushRef="#br0" timeOffset="95955.313">4417 4115 551 0,'-5'0'159'16,"-1"6"4"-16,0-3-20 0,0-1-69 0,2 4 33 15,-7 12-41-15,3-7 13 0,2 2-28 16,1-1-9-16,2 0 8 0,-3 11 35 0,3-7-31 16,3 1-5-16,0-6-10 0,-1 0 6 0,1-11-2 15,0 10-41-15,0-10 31 0,18 25-23 16,-15-23 29-16,16 9-15 0,-3-4 17 0,-1-5-13 15,3 1-3-15,-18-3-14 0,11 0-4 0,5 0 31 16,24-14 2-16,-20 5-5 0,1-3-15 16,-8 2-15-16,6-5 14 0,-5 2 25 0,-11-3 1 15,6 3 11-15,1-7-6 0,-4 4 23 0,-4 0 17 16,1-2-5-16,3-5 2 0,-6-5 20 16,0 1 3-16,0 16-25 0,0-9 2 0,0 1 20 15,0-4-12-15,0 3 19 0,0 3-9 16,-20-15-9-16,20 22-11 0,-4 1-9 0,4 2 24 15,-2 1-29-15,2 3-2 0,0 0-7 16,-4-4-2-16,2 6-12 0,1 2-5 0,-2 2-2 16,1 1-7-16,1-1-2 0,1 6 11 0,0 0-32 15,0 20-1-15,0-16 7 0,0 8 11 16,0 5-3-16,0 0-40 0,21 33 1 0,-14-28 1 16,1-6-41-16,-1 1 11 0,3-3-4 0,2 3 12 15,2-6-20-15,-1-2 4 16,10-5-10-16,-3 5 2 0,4-8 0 0,2-7 2 15,2 0 2-15,0-2-11 0,-11-1-7 0,2 0 0 16,32-11-6-16,-23-3 1 0,1 2 10 0,-7-4 0 16,2-1 1-16,-3-3-10 0,0 1 10 15,-4-5 21-15,-3-5 6 0,-2-1-1 0,1 2 10 16,-5-4 8-16,-2 2 9 0,-5-2 3 16,1-7 24-16,-2 21 7 0,0-6 3 0,0-2 31 15,-20-27-7-15,13 28 15 0,1 1-2 0,-2 6 3 16,1 0-13-16,1 7 8 0,3 3 6 0,-6-1-18 15,6 3 23-15,3 1-35 0,-4 3-9 16,1-2 1-16,0 1-15 0,0 3 9 0,-2-1 8 16,5 1-2-16,0 0-15 0,0 0-1 15,0 0 1-15,-25 32-15 0,17-15 9 0,-1 1 0 16,5 9 27-16,-2 2-30 0,3 4 9 0,3-1-20 16,0-16 27-16,0 10-4 0,0 1-4 15,0 0-3-15,22 34 3 0,-11-30-18 0,2-4 2 16,-1-1-16-16,3 2 5 0,-2-9 11 15,5 1-13-15,3-5 4 0,-7-2-12 0,-1-4 6 16,0-4 21-16,1-1-27 0,-5-4 5 16,-9 0-11-16,0 0 13 0,12 0-3 0,-3 0-19 15,24-24 7-15,-20 10-5 0,-1 3 13 16,-2 1 2-16,1-9-6 0,-2 6 21 0,-2 3-12 0,-1 3 16 16,-3-1 3-16,2 4-5 0,-2-3 4 15,0 4 16-15,-2 0-13 0,1-1-1 0,1 2 9 16,-3 2-2-16,1 0-18 0,-1 0 6 15,0 0 1-15,0 0 1 0,0 0 6 0,12 13 10 16,-9-4-20-16,1-4-8 0,-1 1 21 0,11 9-15 16,-7-4 14-16,4 0-8 0,-7-1-10 15,4-4 16-15,-1 4-21 0,1-7 4 0,12 8-2 16,-3-4 20-16,-2-5-9 0,1 0-3 16,-2 1 8-16,1-3 10 0,-1 0-23 15,6 0 10-15,14-20 6 0,-25 13-4 0,1 0-2 16,8-10 12-16,-9 6 13 0,0 3 21 15,-4-4-17-15,1 3 24 0,1 2-1 0,-5 0 4 16,2-1-2-16,-2 3 27 0,2-1-8 0,-2 1-23 16,-1-1 5-16,2 5-4 0,-1-5 9 0,-1 2 4 15,2 0-31-15,-1 1-5 0,-2 3 2 16,3-2-22-16,-3 2 11 0,0 0-16 0,0 0 13 16,0 0-1-16,0 0 2 0,16 19 6 15,-16-12-6-15,1 0 13 0,5 19-21 0,-3-10-2 16,3 9 1-16,2-4 14 0,-2 4 11 0,3 1-22 15,-9 1 8-15,1-1 0 0,7 0-7 0,-2 3 14 16,1-2-3-16,-1-1-1 0,-3 1-3 16,0-1 19-16,-3-16 26 0,0 9-12 0,0 0-22 15,0-1 34-15,0-2-14 0,0-5 15 0,0 4-18 16,-16 14-9-16,7-14 19 16,-3 0 1-16,-3-1-14 0,1 0-8 0,1-7-12 0,0 0-15 15,-11 1 2-15,9-6-97 0,-3 2-30 0,18-4-54 16,-23 0-77-16,4 0 22 0,-27-24-215 15,19 10-28-15,-1-1 53 0,2-3 29 0,2-2 27 16,2-1-25-16,7-6 24 0,-7-5 44 16,7 4 51-16</inkml:trace>
  <inkml:trace contextRef="#ctx0" brushRef="#br0" timeOffset="96693.333">4473 3994 529 0,'3'0'178'0,"-6"0"-18"0,2 0-2 0,-1 0-2 15,2 0 8-15,0 0-16 0,0 0 5 0,0 0-33 16,0 0-1-16,0 0 5 0,0 0-6 15,0 0-11-15,0 0-22 0,0 0-6 0,0 0-2 16,0 0-12-16,0 0 0 0,0 0-23 0,0 0 12 16,0 0-6-16,54-4-10 0,-39 4-1 15,9 0-9-15,37-14 17 0,-19 7-14 0,-3 5-11 16,4-3 12-16,-3-5-6 0,-4 5-15 0,-2 3 13 16,-4-3-20-16,-3-1 15 0,-2 6-3 15,-4-4-32-15,-7 3-17 0,-8-1-28 0,-1 0-72 16,-5 2 10-16,0 0-83 0,0 0-191 15,0 0 44-15,11 0 5 0,-1 4 30 0,-10-4 14 16,0-2-48-16</inkml:trace>
  <inkml:trace contextRef="#ctx0" brushRef="#br0" timeOffset="97383.545">7632 3897 309 0,'0'-19'230'0,"0"19"-30"15,0 0 4-15,-9-41 12 0,6 37-23 16,6-1-27-16,-6-4 15 0,3 4-23 0,-1-1-25 15,2-1-13-15,-1 7-3 0,0 0-7 0,0-11-25 16,0 11-1-16,0-11-8 0,0 11-31 0,0-9-31 16,0 9-6-16,0 0-32 0,0-10-62 0,0 10 7 15,0 0 6-15,0 0-112 0,0 0-159 16,0 0-10-16,0 0 22 0,0-8 17 0,0 8 49 16</inkml:trace>
  <inkml:trace contextRef="#ctx0" brushRef="#br0" timeOffset="98551.939">7386 3923 560 0,'0'0'183'0,"0"0"-28"0,0 0-23 0,0 0 8 16,0 0-20-16,0 0 8 0,0 0-15 15,0 0 3-15,0 0-37 0,-34-24 10 0,35 22-12 16,1-3-14-16,1-1 21 0,0 1-31 16,4 0-22-16,-1 3 22 0,5-1-20 0,8-7 13 15,5-1-3-15,-5 4-6 0,8 0-10 16,0 3-9-16,-2-2 10 0,-5 5 7 0,5-5-21 15,-10 4 11-15,-2 0-4 0,1 2-6 0,-14 0 7 16,10 0-7-16,-1 0-7 0,-9 0-19 0,21 14 14 16,-2 1 15-16,-11-4-21 0,1 8 4 15,-6-1 11-15,1-3-6 0,2 5-2 0,-4-2 16 16,-2 0-25-16,1-2 21 0,-1-1-26 0,0-15 25 16,0 17 1-16,0 3 2 0,-21 22-9 15,9-24-2-15,-1 4 6 0,0-3 0 0,-2 0-6 16,-5-2 10-16,2 1-2 0,-2-1-4 0,0-6-6 15,1-1 19-15,2 6-4 0,4-11-4 0,1 4 14 16,0-4-15-16,3 1 7 0,2-1 2 16,1-1 28-16,0-2-21 0,1 3-1 15,2-5-4-15,-1 2-2 0,1 1 3 0,0 0-10 16,1-1 22-16,2 0 0 0,0-2-23 16,0 0 6-16,20 8 18 0,-11-7-4 0,28 4-12 15,-1-5-7-15,-18 0 2 0,10 0 23 16,9 0-31-16,4 0 1 0,0 0 24 0,0 0-20 15,-3 0-7-15,3 0 5 0,-4 0 12 16,-3 0-13-16,-1 0 0 0,-5 0 19 0,-1 0-10 16,-1 0-19-16,-6 0 4 0,-2 0 12 0,-4 0-6 15,-1 0-27-15,-13 0-4 0,11 0-14 16,-11 0-6-16,9 0-11 0,-9 0-16 0,0 0 7 16,9 0-35-16,-9 0-14 0,0 0-20 15,0 0 13-15,0 0-113 0,16-11-72 0,-18 9-93 16,2 2 24-16,0-1 25 0,2 1 26 0,-1-3-1 15,5-5 22-15</inkml:trace>
  <inkml:trace contextRef="#ctx0" brushRef="#br0" timeOffset="99855.878">9091 3881 354 0,'19'0'297'0,"-19"0"-24"16,0 0-38-16,0 0-28 0,0 0-30 0,0 0-2 15,0 0-29-15,0 0 6 0,0 0-23 0,0 0-19 16,-13 21 1-16,-4-14-20 0,-1 1-18 16,1 0-2-16,-1 4 6 0,1 3-17 0,2 0-7 15,2 1 10-15,1 5-12 0,5 2-22 16,-4-6 3-16,8 2 4 0,2-5-15 0,1 0 7 16,0-14-12-16,0 13-8 0,0 5 6 0,28 21 3 15,-19-18 0-15,3-4-3 0,1 0 4 16,5-3-16-16,-1 1 21 0,2-5-10 0,-3-2-10 15,4-2 7-15,-5-5 5 0,-15-1 10 0,18 0-12 16,-5 0 12-16,0 0-13 0,1 0-6 16,16-19 6-16,-14 8 8 0,5-1 5 0,-9 1 5 15,-5-1 26-15,-4 1 12 0,0-1-19 0,-1-2-23 16,-2 3 17-16,0 11 16 0,0-18-40 0,0-6 32 16,-18-21-27-16,6 23-24 0,1-1 12 15,-2 3 8-15,-5 4-3 0,5-4 12 0,-7 3-39 16,4 2-27-16,-3 5 5 0,5 3-15 15,-5-3-18-15,2 7-29 0,7 2-4 0,-1 1-39 16,11 0-13-16,0 0 12 0,-13 0-97 0,13 0-95 16,-21 14-65-16,20-11 4 0,1 3 68 0,0-5 5 15,0 3 12-15,3-1 11 0</inkml:trace>
  <inkml:trace contextRef="#ctx0" brushRef="#br0" timeOffset="101067.658">9471 3989 517 0,'6'0'309'0,"-4"-3"-38"15,-1 3-43-15,3 0-33 0,-4 0-21 0,2 3-17 16,-1-2-17-16,2 2-29 0,-3-2-7 16,3 5-21-16,2-1 15 0,-2 1-23 0,0 0-11 15,-2 4-8-15,7 11-9 0,-2 1 6 16,0-6-13-16,-5-4 5 0,-1 2-5 0,5-5-8 15,-2-4-7-15,-3 4-7 0,3-4 0 0,-2 1 20 16,-1-1-11-16,2 0 13 0,-2 0 0 16,0-5-10-16,0 2-7 0,0-2 23 0,0 0-13 15,-6 0-21-15,6-2 8 0,-2 2 5 0,1-5 12 16,1 0-24-16,0-2 1 0,3-1 2 16,0-2-10-16,4-8-5 0,-1-6-4 15,-1 6-10-15,1 5 8 0,5-3-2 0,-3 6 14 16,2 0 5-16,-1 0-23 0,-1 4 2 0,-1 0 11 15,-1 4-6-15,2-1-17 0,-2-1 12 0,3 3 4 16,-5-1-9-16,2 2 3 0,0 0 4 16,-6 0-3-16,0 0 1 0,10 0 4 15,-10 0-3-15,35 22 14 0,-26-14-18 0,1-3 11 16,-1 4 5-16,-1 0-2 0,-3-3-14 16,1 0-1-16,8 9 11 0,-2-5 4 0,-5-3-4 15,1-1-2-15,2-1-2 0,-2 1 4 0,-1-1 0 16,2-3-7-16,0 6 19 0,12 1-6 15,-8-5-15-15,1 3 7 0,1-4-14 16,-3-2 0-16,2-1-12 0,-2 0-4 0,8 0 1 16,1 0-9-16,25-15 10 0,-21 7-11 0,-8 4 7 15,7-8 0-15,-5 1 14 0,-6 2 0 16,1-4-8-16,-1-3 31 0,-5 4-10 0,-1-2-13 16,-1 5 22-16,-1 0 13 0,-3-1-21 0,-2-1 24 15,0 11-5-15,0 0-1 0,0-9-5 16,0 9 12-16,0-12-7 0,-16-3-23 0,10 13 23 15,0 1-4-15,-1-2-1 0,1 3-9 0,-5 3 1 16,4-3-5-16,-1 3 12 0,-1 2 2 16,3-1-14-16,-10 9-1 0,6-3 13 0,-1 1-6 15,2 0-9-15,5 1 13 0,1-3-1 0,0 0 5 16,1 2-9-16,1-5 6 0,1-6-1 16,0 0-20-16,0 11 17 0,0-3 6 0,19 11-4 15,-5-4 8-15,-1-7-7 0,6 2 8 0,1-3-21 16,-5 2 12-16,7-5-4 0,-4-3 6 0,0 0-9 15,-3-1 12-15,-3 0-2 0,9 0 4 16,-2 0-7-16,15-15 9 0,-13 11 3 0,-1-5-7 16,0 0 22-16,-6 3 6 0,8-6-17 15,-7-1 4-15,-1-1-4 0,-5 3 5 0,4-4-5 16,-3 0 10-16,-2 3 2 0,-2 1-11 0,-5 1 15 16,11-8-3-16,-6 3 11 0,-3 3-9 0,0-1 22 15,-1 3 3-15,-2 0-11 0,0 10-21 16,0-10-2-16,0 10 16 0,0-11-1 0,0 0-7 15,0 11-28-15,0-9 3 0,-18-7-15 0,16 12-2 16,1 1-14-16,-2-1-5 0,0 2-8 16,3 2 12-16,-5 0-13 0,4-1 11 0,-1 2-13 15,-2-1-5-15,2 2 10 0,1 2-2 16,-2-1 7-16,1 1-5 0,-2 0 8 0,4 1 6 16,-3-3 0-16,3 4-5 0,0 1 6 0,0-3 1 15,0-1-2-15,0 3-4 0,0 3 10 16,1-7 8-16,-1 3-6 0,0-5-6 0,0 0 13 15,0 0-5-15,0 7 5 0,0-7-20 16,0 13 23-16,0-13-2 0,0 7 3 0,0-7-6 16,0 0 10-16,0 10-2 0,0-10-1 15,12 8-4-15,2 3 9 0,-8-7-3 0,-3 0 4 16,1-2-11-16,4 3 11 0,-1-1 3 0,-1 0 2 16,5-3 4-16,-2 5-15 0,-4-2-3 0,3-3 9 15,1 5 12-15,0-2-12 0,-2-3-3 16,1 5 16-16,-1-3-2 0,13 8-5 0,-8-3 2 15,1 1 10-15,3 1-27 0,-2-3 18 16,-4 0-5-16,-1 0 9 0,0-2-12 0,-1 4 17 16,6 6 0-16,-6-4-19 0,4 0 11 0,-11-2 22 15,4-1-21-15,-4 1-6 0,1-3 14 0,-2 1 6 16,0-7 7-16,0 0 3 0,0 12-9 16,0-2 8-16,0-10-14 0,-17 25-20 0,11-18-2 15,-4 10-18-15,-3-6-11 0,4-2-45 16,1 0-27-16,1-2 10 0,1-6-178 0,0 4-135 15,0-5 18-15,0 0 26 0,6 0 24 0,0 0 24 16,-3-11 10-16</inkml:trace>
  <inkml:trace contextRef="#ctx0" brushRef="#br0" timeOffset="101452.795">11162 4046 696 0,'0'3'244'15,"2"0"-21"-15,-2 0-38 0,0 1 1 16,3 0-23-16,-3-1-11 0,1 1-14 0,-1-1 4 15,0 1-6-15,0-3 4 0,0 3-1 0,2 0 6 16,-2 0-3-16,1-3 9 0,-1 3-17 16,0-2 34-16,0-1-2 0,0 3-2 0,0-4 20 15,0 2-8-15,0 2 0 0,0-4-18 0,0 4-15 16,0-4-7-16,0 0-8 0,0 1-24 16,-1 1-8-16,2-2-17 0,-4 0-38 0,3 0-55 15,0 0 2-15,0-2-184 0,0-3 20 16,0 1-350-16,2 1 43 0,-1-8 39 0,11-13-2 15,5-11 36-15,5-1 30 0,11-5-16 0,9-6 26 16,13-10 68-16,13-5 25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8T14:07:53.297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14244-3092 419 0,'0'0'288'0,"0"0"-37"0,0 0-10 0,0 0-13 0,0 0-19 15,0 0-23-15,0-18 8 0,0 18-27 16,0 0-27-16,0 0-10 0,0 0 6 0,0 0-18 15,0 0-8-15,0 0-30 0,0 0 19 16,0 0-30-16,0 0 21 0,0 0-19 0,0 0 5 16,0 0 2-16,32 12-19 0,-32-2 36 15,0 1-30-15,0 2-2 0,0 7-20 0,0 3 0 16,0 3-11-16,0-3 10 0,0 3-2 0,0 0-4 16,0 2-4-16,0-3 14 0,0 4-1 15,0-3-5-15,0-5-4 0,0 0-2 0,20 12-3 16,-19-21-1-16,2-1 5 0,-3-4-3 0,2 3-20 15,-2-3 0-15,0-3 6 0,0 5 1 0,1-5-8 16,-1 1 0-16,2 1-2 0,-2-4 0 16,0-2 2-16,0 0 0 0,0 0-39 15,0 0-58-15,-2 11-38 0,1-11-44 0,-1-1 15 16,-1-4-207-16,2-1-109 0,1 1 30 0,1-5 61 16,2 3 6-16,2-18 35 0,10 3 18 15,1 0 15-15,11 4 12 0</inkml:trace>
  <inkml:trace contextRef="#ctx0" brushRef="#br0" timeOffset="664.358">15483-3076 675 0,'-3'4'254'0,"0"-4"-33"16,0 1-24-16,-2-1-5 0,2 1-28 0,-3 2 2 16,2-1-24-16,-2-1-20 0,-1 2 3 15,1 1-10-15,-2-4-22 0,-1 2-4 0,3 3-15 16,-4-1-3-16,-7 3-14 0,-1 0-4 0,4 4 16 16,-7 2-32-16,4-2-3 0,1 3 22 15,4-3-6-15,-3 6-22 0,5 0 8 0,-4-3-18 16,8 1 18-16,0-1-16 0,3-2-1 0,3-4 14 15,0 3-13-15,0-11-13 0,0 10 17 16,0 3-16-16,23 21 8 0,-4-21 0 16,-1 0-4-16,-2-1 3 0,4-6-3 0,-4 0-8 15,-1-1 12-15,0-2 0 0,-3-2 5 0,0-1-13 16,1 2 13-16,-13-2 2 0,15 0-25 0,3 0 16 16,28-13-19-16,-25 4 11 0,-1 2 2 15,0-2-6-15,-2 8 24 0,-7-8-7 16,-1 5 17-16,-2 1-35 0,-2-3 22 0,-3 4-20 15,1-5 9-15,-2 5 30 0,1-2-13 0,-2-3 4 16,-1 3 0-16,0-3 33 0,0 7-48 0,0 0 37 16,0-10-9-16,0 10-25 0,0-11-11 0,-15-6 9 15,9 8-13-15,-7-7 3 0,-4 2-6 16,4 4-4-16,4 0 6 0,-9-1 13 0,2 2-7 16,-1 4-25-16,8 1-14 0,-4-2-28 15,-1 5-17-15,4-1-22 0,3 1-33 0,-2-2-28 16,4-1 14-16,-1 3-126 0,0-1-169 0,5 1 51 15,-1-3 0-15,2 4 24 0,0 0 1 16,0 0 18-16,0-11 44 0</inkml:trace>
  <inkml:trace contextRef="#ctx0" brushRef="#br0" timeOffset="1473.85">16898-3022 419 0,'-6'-3'194'0,"5"-1"6"0,1 1-5 16,-5 2-20-16,4 0 7 0,-1 0-10 16,-2-3 0-16,2 4-8 0,2 0-23 0,0 0-12 15,0 0-8-15,0 0-3 0,0 0-3 16,0 0-43-16,-12-11 22 0,11 11-35 0,1 0 9 15,0 0-4-15,0 4-1 0,0-4-11 0,-3 2-22 16,3 3-12-16,0 0 32 0,-2 0-29 16,2 3 31-16,2 0-30 0,-4 3 16 0,2-2-17 15,0 5 6-15,0 6 15 0,0 1 11 16,0 2-26-16,0 0 6 0,0 1-19 0,0 1 8 16,0 0 14-16,0-2-2 0,0-3-20 0,0-4 0 15,0-3-10-15,0 0 43 0,0-2-35 0,14 4-9 16,-13-7 16-16,2-2-13 0,-3 1 1 15,0 2 22-15,0-5-30 0,0-2 23 0,2 3-22 16,-2-1 4-16,0-4-13 0,0 0-29 16,-2 0-35-16,-2-4-50 0,5-1 11 0,4-1-161 15,-5-3-141-15,4 4 6 0,-1-3 29 0,2 0-33 16,-4 0 25-16,8-10 53 0,5 2 2 16</inkml:trace>
  <inkml:trace contextRef="#ctx0" brushRef="#br0" timeOffset="2268.772">18236-3029 314 0,'-2'-4'218'0,"-1"4"-23"0,2-1-25 0,-1 1-16 16,-1 0 18-16,3 0-15 0,0 0-12 15,-5-1-39-15,3 1 11 0,-1 0-13 0,0-4-10 16,2 4 3-16,-4 0-13 0,4 0 0 16,-2-3 8-16,0 3-12 0,-3-2-13 0,1 2 18 15,1 0-8-15,-1-1-23 0,2 1-2 16,-3 0 11-16,2 0-17 0,-2 0-6 0,6 0-3 15,0 0 13-15,0 0-13 0,0 0-12 0,-11 0 11 16,11 0-9-16,-10 0-7 0,-3 17-7 16,10-11-3-16,-2-2 17 0,-1 3-30 0,5-2 2 15,-1 3 2-15,-1-1 17 0,3 1-2 16,-1 2-9-16,-1 1 13 0,-1-4-20 0,3-7-6 16,0 9 13-16,0 1-1 0,0 6-11 15,18 26 7-15,-10-31 10 0,2 6 14 0,-1-5-18 16,3 4-9-16,-6-6 11 0,3-4-8 15,1 2 20-15,1-5-20 0,-1 1 16 0,-1 2-8 16,2-5 8-16,-4-1-9 0,2 0-6 0,4 0 13 16,1 0-10-16,2 0-14 0,-1 0 24 15,-3 0-21-15,10-14 2 0,-5 1 14 0,-7 6-8 16,2-4-9-16,-4 6 20 0,-1-2-2 16,-1-1 10-16,1 1-25 0,-2-1 6 0,-4 0 4 15,2 2-3-15,-1-5 3 0,-2 2 3 0,0 9-10 16,0-8 46-16,0-1-39 0,0-7 46 15,-18-17 5-15,2 11-55 0,4 8 31 16,-2 0 23-16,-1-4-36 0,5 11 2 0,-2 0-18 16,-1-4 39-16,-1 3-33 0,5 3-16 0,-1 4 23 15,1 1 7-15,9 0-25 0,-12 0-13 0,12 0-24 16,-11 0-8-16,2 0-30 0,-7 16-43 16,10-11-4-16,2 0-56 0,1-2 16 0,0 4-153 15,3-6-125-15,0 0 60 0,0 0 24 16,3 2 24-16,0-2 46 0,4-2-15 0,-1-2 6 15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8T14:07:57.139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43 60 454 0,'-5'-1'310'16,"-1"1"-51"-16,1-2-31 0,1 2-32 0,-1-1-14 16,1-2-30-16,-2 2-19 0,4 1-5 0,-1-2-17 15,3 0 2-15,-3 2-9 0,6-3-22 16,-1 0 7-16,1 1-16 0,1-1-9 0,1 1 5 16,1-1-7-16,-2 3 11 0,2-6-3 15,4 2 4-15,-2 3-20 0,-1 1-22 0,2-4-5 16,0 2 11-16,2 1-6 0,1-2-17 0,0 3 19 15,-3 0-15-15,20-1-11 0,0 1 2 0,-4-1 15 16,-25 1-12-16,16 0-12 0,-2 0 23 16,-2 0-2-16,-2 0-15 0,-10 0 7 0,11 0 6 15,-11 0-3-15,13 0-14 0,-13 0 15 0,11 0 0 16,6 13 0-16,-12-10-11 0,-1 0 2 16,2 1-15-16,-3-1 12 0,2-1 3 0,-1 1 14 15,-2 3 11-15,1-2-4 0,1 2-16 16,-2-3-11-16,1 4 9 0,1 1 28 0,-1 0-21 15,-1 1-6-15,4 16 25 0,3-7-17 0,0 6 4 16,-9-4 15-16,7 2-31 0,-4-2 15 16,1 3 8-16,2 3 17 0,2-5-10 0,-2 2-8 15,0 0 4-15,0 4-12 0,-2 1-3 0,5 0-2 16,-4-6 10-16,-1 4-3 0,2-1-3 0,-3 0-14 16,2-3 0-16,-4-2 43 0,5 3 9 15,0 0-19-15,-5-6-13 0,4 1-11 0,2 6 11 16,-5 2-8-16,7-6 8 0,-5 3-11 15,1-2 12-15,1 3-1 0,-3-3 3 0,6 0 5 0,-3-3-16 16,-5-1 5-16,7 4 2 0,-2 3 9 16,-3-2-4-16,6 0 1 0,-5-7-20 15,0 8 17-15,2 3-4 0,0-1 5 0,0 3 0 16,0-5-11-16,-3 3-3 0,3-5 4 0,0 4-13 16,-4-8 5-16,4 10 0 0,-2-9-16 0,-4-1 18 15,3-2 4-15,-1-1-14 0,7 10-2 16,-5-1 21-16,-4-6-33 0,5-1 19 15,-1 9 3-15,2-4 3 0,-5-1 1 0,2 4-7 16,6-8-7-16,-6 7-8 0,-1-2 10 0,4-3 11 16,-6-18-13-16,0 20 9 0,0 1-8 0,0-5 10 15,16 13-9-15,-13-14 8 0,0-4-23 16,0 0 25-16,3 9-11 0,0-6 6 0,-4 3 13 16,2-4-20-16,-2 2 8 0,2-5-2 15,-2 1-8-15,-1-3 15 0,1 2-14 0,6 11-4 16,1 3 13-16,-4-8-11 0,-4-1 0 0,4-2 2 15,-4-3 1-15,2 0 6 0,0 0 1 16,-1 0-5-16,-1 0 8 0,2-3-28 0,-1 3 12 16,1-3 0-16,-3 3 0 0,0-2 7 15,4 2 5-15,2 14-6 0,-3-12-2 0,0 0 10 16,-1-1-11-16,2-1 16 0,-2-1-7 0,-2-2-3 16,1 3-2-16,1-3-11 0,-2 3 11 15,3-3 3-15,-2 2-2 0,4-1 4 0,-5-1-2 16,0 1-13-16,1 2 11 0,1-3-4 0,1 0 7 15,-3 3-17-15,0-3 13 0,1 4-7 16,-1-4 0-16,0 3 14 0,2-2-9 0,-2 2-6 16,0-1-2-16,0 2-2 0,0-2 13 0,0 1-2 15,1 2-9-15,-1-12 6 0,0 8 6 16,0 3 1-16,0-1-9 0,0 3 0 0,0-5 8 16,0 2-9-16,0 8 4 0,0-1 13 15,0 1-19-15,0-1-2 0,0-5 8 0,0 0-8 16,0-2 14-16,0 1-14 0,-15 10 10 0,11-16 10 15,4 6-11-15,0-2 12 0,-2-2-23 16,1 0 13-16,1 3 0 0,-2-1 3 0,2-4-13 16,-3 2 10-16,2-1-1 0,1 2 0 15,-2-1 7-15,-1 0-6 0,3-1-4 0,0-2-22 16,0 4 14-16,-1-2 11 0,-1-2 0 0,2 4 4 16,-1-2-6-16,-4 0-9 0,4 3 12 15,-2-6 1-15,3 3-2 0,0 1-9 0,-2-5 9 16,2 3-2-16,-1 1 12 0,-1-1-11 15,2-1 2-15,-3-1 8 0,2 5-12 0,1-5-7 16,-2 3 9-16,-1-2-9 0,2 3-3 0,-2 0 7 16,0-3-5-16,0 3 8 0,-2-1 12 15,1-1-25-15,4-3 18 0,-3 5-14 0,-2-3 9 16,3 3 4-16,-3-1 9 0,2 0 0 0,-1-1-11 16,-1 2-5-16,1-1 6 0,-1-2 11 15,-2 1-7-15,1-2-5 0,0 5 7 0,-12 7-1 16,4-7-1-16,7 3-17 0,0-5 15 0,-5 1 8 15,3-3-8-15,-2 2-9 0,4-2 3 16,-10 6 8-16,1-5 14 0,1 5-10 0,-3-4 11 16,8-1-2-16,-4 1 0 0,1-2 7 0,-10 0-5 15,0 2-3-15,-3-2-15 0,-4-1 1 16,2 4 22-16,-3-3-4 0,4 0 9 0,-1 2-11 16,1-1 9-16,-5-5-1 0,9 3 0 15,9-3 2-15,-10 0 9 0,3 0-19 0,4 0-3 16,2 0 5-16,1 0 4 0,4 0-14 15,10 0-17-15,-14 0-36 0,14 0-31 0,-13 0 8 16,13 0-164-16,-9 0-67 0,-1-12 27 0,5 6-318 16,2-1 43-16,3-2 46 0,5 1 38 0,2-17 34 15,2-1 33-15,9-7 29 0,1 1 7 16,7 6 71-16,0 0 29 0,3-2-35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1T06:07:57.907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302-340 389 0,'0'0'165'0,"0"0"45"0,0 0-60 0,0 0-8 16,0 0-13-16,0 0-15 0,0 0-26 0,0-17-3 15,0 17-9-15,0 0-27 0,0 0-7 16,0 0 28-16,0 0-5 0,0 0-27 0,0 0 22 16,0 0-7-16,0 0-32 0,0 0 20 0,-27 14 4 15,28-7-35-15,1 1 29 0,1 3-4 16,-3 0 16-16,3-3-29 0,-3 3 1 0,8 17 14 16,-3-4-31-16,-3-4 20 0,1-4-14 0,-2-1-11 15,1-7-10-15,-2 3 32 0,3-2-8 16,-1-4-19-16,-2 2 25 0,0 0-18 0,0-7 26 15,0 0 2-15,0 0-8 0,0 11 1 16,0-11 9-16,0 0 1 0,0 12 9 0,0-12 8 16,0 0-2-16,0 0-15 0,0 10-6 0,1-3 18 15,-2-9-19-15,1-2-2 0,-5 1 0 16,-1-4-5-16,6 2 4 0,-4-3-6 16,1-3 10-16,0-10-20 0,-5 0 6 0,5 1 9 15,-8-2-14-15,11 1-12 0,0-1 10 0,-3 7 1 16,1 2 7-16,2 0-3 0,0-3-6 15,0 5 11-15,-1-18-12 0,1 17 1 0,0 0-12 16,0-2-3-16,0-1 20 0,0-2-5 16,0 1 4-16,0 0 0 0,0 7-13 0,0-2 1 15,0 11 1-15,0-12 14 0,0 12-11 0,0-9-3 16,9 9-9-16,-9 0 10 0,0-12-7 16,0 12 3-16,0 0 4 0,0-10 4 0,0 10-17 15,0 0 10-15,11 0 12 0,7-18-8 16,-14 18-11-16,3-2 6 0,-1 2 10 0,2 0-11 15,-2 0 8-15,0 2 0 0,2-2-6 0,-1 4-7 16,2 1 17-16,-9-5-4 0,27 14-6 16,-11-9-6-16,3 7 2 0,-5-3 19 0,2 5-26 0,-2-2 23 15,0-3-16-15,-3 0 17 0,-1 1-5 16,4 3-10-16,-1 5 4 0,-4-7 4 0,2-3 1 16,-3 0-20-16,6 7 7 0,-4-2 23 15,-4-1-14-15,2-5-8 0,9 8 10 0,-7-4 8 16,1 1 1-16,-3-5-19 0,-2 2 4 15,1-4-3-15,-4 3-3 0,3-4 5 0,-1 3-1 16,-2-3 13-16,2-1 4 0,1 1-8 16,-3 1-5-16,2-3 2 0,-2 2 1 0,0 0 13 15,-3-3 14-15,3 1-15 0,1-1 1 16,-3 2 0-16,1-2-1 0,-1 4 6 0,2-3-13 16,-3 0 23-16,0-2-21 0,4 1 14 15,-4-1-22-15,-2 0-3 0,0 0-33 0,2-1-19 16,-3-1-15-16,2 0-65 0,-1-4 13 15,2 3-99-15,-6 0-109 0,1-6 25 0,5 7 21 16,-2-3-51-16,1 0 18 0,-4 2 16 16,4-1 4-16</inkml:trace>
  <inkml:trace contextRef="#ctx0" brushRef="#br0" timeOffset="1444.265">330-173 226 0,'-3'3'86'0,"1"-3"-12"0,2 1 74 16,-1-2-21-16,1 2-29 0,0-5-19 0,0 4 12 16,-5-3-20-16,5 3 22 0,-2 0-56 0,4 0 57 15,-4-1-22-15,2 2 4 0,0-1-20 16,-1-1 29-16,1-1-14 0,0 0-1 0,0 2 20 16,0-3-20-16,0 3-41 0,-3-5 21 0,3 5 3 15,-2-2-30-15,2-2 48 0,-1 0-33 16,1 4 23-16,0-3-1 0,-5 2-2 0,2-3-30 15,3 3-14-15,1-1 22 0,-2-2 3 0,1 4-11 16,0-1-16-16,0-3 10 0,0 2 1 16,0-2 0-16,0 1 3 0,0 2-1 0,0-5-30 15,0 1 24-15,3 3-7 0,2 1 2 16,-4-7 9-16,-1 8-15 0,8-8-3 0,-3 3-3 16,1 4 18-16,2 0-19 0,-5-2-6 15,3-1 5-15,1 2-9 0,-1 0 11 0,-1 0-13 16,3-1 22-16,-2-2-23 0,2 1 18 0,13-3 6 15,-1 0-9-15,-3-1-17 0,-5 4-3 16,2-1 9-16,-5-1 14 0,2 2-13 0,-3-2 16 16,-1 4-1-16,0-1-1 0,0-5-6 0,1 5 7 15,-2 3-5-15,-3-1 1 0,3-1 4 0,-1-2-2 16,2 3-2-16,-4-3-2 0,1 3 1 16,0-1-3-16,0-2-16 0,-2 1 27 0,3 1-14 15,-4 2 14-15,-1 0-2 0,0 0-10 16,0 0 5-16,0 0-16 0,0 0 15 0,0 0-2 15,0 0 3-15,11 0-31 0,-11 0 14 0,0 0 12 16,0 0-6-16,8 0 1 0,2-7 5 16,-10 7-6-16,0 0 21 0,0 2-9 0,-2 0-3 15,1-1-10-15,-3 1-1 0,1 0 16 16,-2 0 8-16,4 3-22 0,-5-4 5 0,1 0 2 16,0 4 3-16,-1-1 2 0,-1-1-10 0,-4 1-8 15,-6 7 3-15,-4 0 16 0,6 1-8 16,2-1-8-16,-1-8 17 0,3 5 3 0,3-7-26 15,1 2 28-15,1 4 10 0,3-5-18 0,-3-2 9 16,4 3-4-16,-1-1-15 0,0-2 29 16,-2 0-12-16,3 2-8 0,-4 0 12 0,1-2-8 15,2 2-2-15,-2 0 1 0,2 1 11 0,-1-2-8 16,2-1-3-16,0 0-20 0,-1 0 13 16,3 1 14-16,0-1-11 0,0 0 9 0,0 0-24 15,0 0 15-15,0 0-6 0,-3 2 8 16,3-2-6-16,0 3-1 0,2-6 7 0,-1 3-3 15,-1 0-1-15,3 0 11 0,-1 0-10 0,0-2 2 16,2 1-4-16,-4 1-23 0,3-4 10 0,2 2 15 16,-2-2 11-16,2 2-30 0,1 2 12 15,1-2-8-15,-4-1 1 0,3 1 4 0,-1-1 6 16,1-1-16-16,2 3 2 0,-1-1 15 16,-4 1-2-16,3-2-13 0,-1-2 14 0,3 5-6 15,-7 0 17-15,4 0-11 0,-2-2-1 0,2 1 0 16,1-3-1-16,-6 1 14 0,2 1-4 0,3 2 1 15,-4-2-19-15,1 1-3 0,1 1 11 16,-3-3-4-16,1 3-6 0,-1 0 17 0,2-1 5 16,-2 1-7-16,2-3-16 0,1 1 16 0,-2 1 3 15,-1 1 1-15,0 0 9 0,0 0-13 16,-1 1-4-16,-2 4 14 0,-1-4-6 0,0 3-1 16,1-2 14-16,-4 0-33 0,2 0 21 15,-1 3-10-15,3-4 5 0,-3 1 11 0,-1-2-27 16,3 4 10-16,-1-3 1 0,-1 2 10 15,1-3 1-15,2 0 3 0,3 0-29 0,0 0 18 16,0 0 11-16,0 0-5 0,-13 0-22 0,13 0 29 16,0 0-1-16,0 0-8 0,-13 0 17 0,13 0-18 15,0 0 8-15,0 0-12 0,-8 0 4 16,-6 15 5-16,9-15-4 0,4 0-3 0,-1 1 10 16,-2 1 3-16,2 0-9 0,-3-2 9 0,4 2-18 15,-1 0 12-15,-1 0-20 0,0-2 16 16,1 0 6-16,2 0 0 0,0 0 5 0,0 0-9 15,0 0 5-15,0 0-24 0,0 0 10 16,-11 3 5-16,11-3 16 0,0 0-12 0,-1 0-7 16,1 1-7-16,0-2 1 0,-4-2-34 0,3 3-33 15,1 3 36-15,-2-3-25 0,2-3 3 16,2 3 5-16,3 3-52 0,-5-6-10 0,1 1-15 16,1 2-41-16,1-6-85 0,0 4-68 0,0-1 16 15,0-2-11-15</inkml:trace>
  <inkml:trace contextRef="#ctx0" brushRef="#br0" timeOffset="-2178.149">63 159 304 0,'0'0'198'0,"0"0"-27"16,0 0-31-16,0 0-33 0,0 0-17 15,0 0 17-15,0 0-16 0,0 0 35 0,0 0-38 16,0 0-9-16,0-18 17 0,0 18-9 0,0 0-1 15,0 0-34-15,0 0 22 0,0 0-19 16,0 0 0-16,0 0-1 0,0 0-1 0,0-19-25 16,0 19 8-16,17-25 12 0,-20 24-14 0,3-5 18 15,-4 6-25-15,0-1 17 0,-2-2-16 16,3 2 5-16,0 1-14 0,-2 0 12 0,2 0-18 16,-4 0 14-16,3 1-8 0,1-1-7 0,-4 3 6 15,4-3 1-15,0 0 4 0,-2 1-18 16,2-1 11-16,3 0-10 0,0 0 6 0,0 0 0 15,-11 12 6-15,9-10-9 0,1 3-17 0,1-1 3 16,0-1 1-16,3 4 12 0,2-3 6 16,-4-1-13-16,4 2 3 0,1-3 2 0,2 3 9 15,-5-2-6-15,5 0-22 0,2-3 13 16,-1 0 14-16,6 0-2 0,3 0-5 0,-3 0-13 16,-1 0-8-16,10-19 3 0,-16 17 24 0,3-2-6 15,-5-3-17-15,-3 4 18 0,0-2 1 0,5-1-1 16,-5 0-12-16,2 0-5 0,0 1 22 15,-4-2 2-15,-1 0 8 0,0-1-12 0,0 8 8 16,0 0-16-16,0-10-3 0,0 10 21 0,0-12-12 16,0 12 4-16,-22-19-7 0,16 13 2 15,0 5-6-15,-2-6 17 0,0 4-20 0,-3 3 16 16,3-4 10-16,0 4-17 0,0-1 7 0,8 1-12 16,0 0 4-16,-13 0-7 0,13 0 11 15,-14 0-15-15,6 0 3 0,-11 16 12 0,13-13-22 16,0 1 2-16,2 0 8 0,-2 2 9 15,5 0-13-15,-6 0 13 0,7-1-16 0,-6 1 4 16,6 1 3-16,0 3-6 0,-5-4 9 0,5-6-2 16,0 0 8-16,0 11-6 0,0-11 2 0,0 12 6 15,0-12-3-15,21 23 7 0,-15-19-11 16,0-3 3-16,2 4-16 0,-3-3 7 0,3-3-3 16,1 1 15-16,-1-1-16 0,2 0-8 15,-10 1 25-15,25-15-5 0,-14 5-1 0,2 4-14 16,-5-1 11-16,0 1-9 0,-8 1 10 15,1-1-6-15,1 0 6 0,1 0-4 0,-3 1 15 16,0-4-16-16,0 9 1 0,0 0 26 0,0 0-12 16,0 0-3-16,-19-20-4 0,13 16-3 15,-2 2-9-15,1 1 1 0,1-2 24 0,-2 3-9 16,-1 0-10-16,2 0 3 0,-1 0-7 16,8 0 2-16,0 0 7 0,-12 0-10 0,12 0 27 15,-33 25-16-15,25-17-3 0,-2-1-5 16,6 1-4-16,-4 0 2 0,6-1 7 0,2-3-1 15,0 2 8-15,0 0-19 0,0-6 12 0,0 0 3 16,0 0-7-16,0 0 10 0,0 0-17 16,17 14-4-16,-13-11 10 0,0 0 2 0,1-2-28 15,-3-1-2-15,1-1-12 0,2-5-22 16,-1 5-38-16,-2-5 9 0,4-1-68 0,-1-3-95 16,-2 4-100-16,0-2 10 0,0-3 52 0,1 3-14 15,-3-3 15-15,1 2 4 0</inkml:trace>
  <inkml:trace contextRef="#ctx0" brushRef="#br0" timeOffset="49737.36">1326-967 452 0,'0'0'119'0,"0"0"12"0,0 0 41 16,0 0-44-16,0 0 8 0,0 0-60 0,0 0 34 16,0 0-17-16,0 0-6 0,0 0 7 0,0 0-34 15,0 0-18-15,0 0 16 0,0 0-12 16,0 0 1-16,0 0 5 0,0 0-32 0,0 0 21 16,-21 0-32-16,21 0 39 0,0 0-15 15,0 0 4-15,0 0-11 0,-39-5 2 0,32 9-6 16,6-3 8-16,-6 1 2 0,3-2-12 0,1 2 0 15,-4 1-13-15,-1 0 21 0,4 1-14 16,-4-2 14-16,1 0-9 0,1 0-11 0,-3 1-5 16,2 1 5-16,-1-3 2 0,2 4-10 0,-2-2 20 15,2 0 5-15,-2 1 10 0,2-3-34 0,-1 2 13 16,1 0 8-16,3-2-3 0,-4 2 11 16,1-3-7-16,1 4 0 0,2-4 0 0,-3 4-4 15,4-1-2-15,-2-2-15 0,4-1 11 16,-5 1-7-16,2-1 6 0,1 0-19 0,-3 0 6 15,5 2-5-15,-1-2 7 0,-2 0 17 0,3 1-9 16,0-1-2-16,0 0-18 0,0 0 12 16,0 0 3-16,-7 7-16 0,7-3 12 0,0-2 0 15,3 3 6-15,-1-2-11 0,-2 4-10 0,2-2 21 16,1 1 4-16,-2-1-6 0,1 2 7 16,3 2-7-16,-4-2-8 0,6 2-3 0,-7-1 11 15,4 3-5-15,6 8-4 0,-4-4 10 16,2-2-9-16,-3-1-6 0,-2-4 1 0,3-1 10 15,-4 1-4-15,3-3 19 0,-4 0-20 0,-1-1 12 16,5 3 3-16,-5-6-2 0,3 3-12 0,0 3 2 16,-1-6 16-16,-1 3-10 0,-1-2 1 15,4 2-11-15,-4-1 19 0,1-2-1 0,-1 1 4 16,0 0-7-16,2 1 4 0,-1-3 7 16,-1 3-10-16,3-2 12 0,-1-1-14 0,-2 0-11 15,0 0 15-15,0 0 3 0,0 0-6 0,0 0-12 16,0 0 18-16,0 0 2 0,16-15-24 15,-11 9 5-15,-2 2 6 0,2-1 6 0,-1-2-17 16,-1 4-1-16,2-6 17 0,3 7-11 16,-3-3 1-16,-4-2-4 0,6 3 4 0,-4-2-7 15,3 1 9-15,0-1 5 0,-1 5-5 0,-3-3-10 16,4 0 7-16,-4 3-4 0,4-2 6 0,-1 3-7 16,-4-3 8-16,3 3-12 0,-4 0 5 15,0 0-5-15,0 0 14 0,11 0-9 0,-11 0 9 16,9 0 2-16,10 18-1 0,-14-13-17 0,-2 1 9 15,3 1 7-15,-1-2-2 0,0 3-8 16,-1-2 2-16,1-1 10 0,-3 2-4 0,1-4-12 16,2 2 11-16,-1-1-3 0,-2 5 3 15,-2-6-5-15,3-1 16 0,0 5-11 0,-1 0 1 16,0-5-7-16,2 4 20 0,-4-3-13 0,0 2 0 16,2-2 15-16,-2 2-21 0,0-5-4 0,0 0 16 15,0 0-8-15,0 0 9 0,0 11-10 16,0-11 9-16,0 12 3 0,-16 4-3 0,11-11 13 15,-1-2-12-15,1 6 3 0,0-7-8 16,-2 5 2-16,0-1 8 0,3-1 14 0,-4 2-6 16,4-4 10-16,-2 2-18 0,0-1-3 0,1-1 5 15,-1-3 4-15,3 6-9 0,1-1 12 0,-3-4-13 16,1 2 0-16,0-2-7 0,0 4-7 16,2-4 19-16,0 0-24 0,-1 2-19 0,2-3 6 15,1 2-38-15,0-2-21 0,0 0-49 16,0 0 11-16,0 0-92 0,0 0-44 0,-8-16-125 15,8 10 26-15,-2 0 24 0,-1 3 17 0,1-5 21 16,1 5-32-16</inkml:trace>
  <inkml:trace contextRef="#ctx0" brushRef="#br0" timeOffset="50449.319">817-853 247 0,'0'0'147'16,"-2"-1"-52"-16,2 1-13 0,0-3 22 16,0 3-15-16,-1 0-9 0,-2 0 19 0,1 4-37 15,-3 1-7-15,5-3-6 0,-3 5 33 0,3-5-35 16,-5 5 29-16,4-2-25 0,1 0 12 16,0 2-10-16,-2-2-16 0,-1 5-21 0,3-2 37 15,-2-1-11-15,2 2-15 0,-1-1 16 0,1 0-31 16,0-8 48-16,0 12-20 0,0-4 13 15,0 2-24-15,0-2 18 0,0 2-24 0,17 24 1 16,-10-20 0-16,-1 1-16 0,-1-4 26 0,1-3-17 16,-1 3-15-16,6 8-2 0,-5-4 19 15,2-5-5-15,0 2-4 0,-2-5-16 0,8 12 2 16,-4-5 21-16,-1-4-22 0,-2-3-5 0,4 13 10 16,1-7 17-16,-2-5 2 0,-1 0-10 15,-1 0 13-15,7 8-13 0,-1-9-6 0,-5 0-14 16,12 4 15-16,-7-2-22 0,-1-3 34 0,-4 0-14 15,2-2-3-15,-3 1 15 0,3-5 4 16,-3 3-5-16,-2 2-4 0,4-4-1 16,-4 0-28-16,2 4 40 0,0-2 7 0,0-3-27 15,1 1-32-15,-4 1 30 0,1-1-15 0,2-1-27 16,-1 0 16-16,1 3 1 0,-2-2-42 0,-1 2-45 16,3-1 4-16,-2-2-44 0,-6 0-85 15,0 0-83-15,0 0 13 0,0 0 9 16</inkml:trace>
  <inkml:trace contextRef="#ctx0" brushRef="#br0" timeOffset="51291.947">1517-1152 293 0,'0'0'162'0,"-2"-1"-52"0,2 1 14 16,0 0-16-16,-3 0-13 0,2-3-15 0,1 3-29 15,0 0-5-15,0-1-6 0,0-2 1 16,0 3 1-16,0-4 29 0,-5 4-22 16,5 0-29-16,0 0 0 0,3 0-4 0,-1 0 26 15,-4 0-6-15,-1 0-4 0,3 0-31 16,3 0 18-16,-1 0-3 0,-4 0 0 0,2 0-9 16,2 0-3-16,-2 0-1 0,0 0 1 0,0 2-7 15,0 0-6-15,4 1 18 0,0-2-2 16,-3 2 0-16,4 4-1 0,-5-3-1 0,5-1 2 15,-2 2-4-15,3 0 0 0,-4 2-21 16,1-2 1-16,0 2 13 0,3-3 10 0,1 1 13 16,7 10-15-16,-6 1 0 0,-2-7-19 0,7 7 1 15,-5-2 0-15,0-2 30 0,-2 2-4 0,0-5 11 16,-4 1-36-16,4-3 16 0,-1 0 17 16,4 16-3-16,-1-9-1 0,-3 1-32 0,-5-15 1 15,0 11 1-15,0 0 24 0,16 23 21 0,-11-16-43 16,-5-2 16-16,1-2 1 0,1-4-4 15,1-1-15-15,-3 3 18 0,0-1 17 0,0-11-33 16,0 10 30-16,0-1-35 0,0-9 31 16,0 13 20-16,0-3-14 0,0-10 8 0,0 14-5 15,0-14 15-15,0 12-18 0,0-12 10 0,0 12-10 16,0-12-18-16,0 10 47 0,0-10-21 0,0 11-10 16,0-11 0-16,0 0-3 0,0 8 20 15,0-8-9-15,0 0 8 0,0 11 25 0,0-11-20 16,0 0 10-16,0 0-12 0,-11 0 6 15,11 8-24-15,0-8 32 0,0 0-20 0,0 0 10 16,0 0-23-16,0 0 5 0,0 0-9 0,-13 0-9 16,13 0-22-16,0 0-25 0,0 0-23 0,0 0 7 15,-6 16-142-15,4-17-101 0,2-6-42 0,2-1 21 16,3 5 24-16,-4-7 36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1T06:08:01.937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4 487 283 0,'0'0'64'0,"0"0"-19"16,0 0 50-16,0 0-22 0,0 0-8 0,0 0 46 15,0 0-24-15,0 0-7 0,0 0-5 0,0 0-8 16,0 0-8-16,0 0 19 0,0 0-31 16,0 0-8-16,0 0 56 0,0 0-18 0,0 0-9 15,0 0-9-15,0 0 11 0,0 0 11 16,0 0-13-16,0 0-19 0,0 0-3 0,0 0 11 15,0 0-14-15,0 0-9 0,0 0 7 0,0 0-6 16,0 0-37-16,0 0 13 0,0 0 36 16,0 0-24-16,0 0-27 0,0 21-8 0,0-21 16 15,0 0 15-15,0 0-10 0,-12 37-7 16,18-34-16-16,0 5 23 0,1-4 3 0,-4 3-3 16,3-1 8-16,7 10 13 0,1-4-26 0,-8-2-17 15,2 2 19-15,-1-5 7 0,1 0-5 16,-2 4 0-16,0-3-32 0,12 7 37 0,-7-1-3 15,-5-6 10-15,0-2-7 0,-4 2-7 0,4-3 9 16,-4 1-14-16,3-1 8 0,1-5-34 16,-5 7 22-16,3-6-3 0,0 2 16 0,-4 0-11 15,5-2 8-15,-3 0-6 0,-2 2 6 16,3 0-1-16,2 0-4 0,-5-3 6 0,1 1-2 16,-1 1 0-16,3-2-7 0,-1 0-8 15,-1 1-11-15,1-1 16 0,-2 0-1 0,0 0 28 16,0 0-26-16,11 0 8 0,18-22-14 0,-9 3-5 15,4-4 27-15,4 2-3 0,4-1-30 16,-4-4 33-16,10-3-3 0,-5-1-4 0,8 2 15 16,4-5-5-16,2 4-1 0,2-1 1 0,-1-3-10 15,2-2 4-15,1 5 0 0,2 0-2 16,-4-1 14-16,4 3-19 0,-4 2 8 0,-4 0-18 16,0 3 7-16,-7 0 5 0,0 6 3 15,-4-1-17-15,1 4 15 0,-5 0-8 0,-3 1 8 16,-3 3 1-16,-4 2-14 0,1-1-8 0,-9 2 0 15,-2 2 9-15,3 3-12 0,-6 1 13 16,1-1-7-16,-1 2-18 0,-3-5-20 0,3 5-37 16,-3-1 8-16,1 1-216 0,2-1 21 0,-6-4 20 15,-1-1-54-15,0-1 14 0,0-3 8 16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1T06:08:08.483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825 17 288 0,'0'0'52'0,"0"0"5"0,21 0-9 16,-21 0-20-16,0 0-10 0,0 0 8 0,0 0-3 15,0 0-9-15,0 0-27 0,0 0 40 16,0 0 1-16,0 0-32 0,0 0 4 0,0 0 10 16,0 0-19-16,0 0 55 0,0 0 7 0,0 0-52 15,0 0 14-15,0 0 29 0,0 0-40 16,0 0 23-16,0 0-38 0,0 0 35 0,0 0-31 15,0 0 3-15,0 0 0 0,0 0 23 0,0 0 16 16,0 0-21-16,0 0-6 0,0 0-3 16,0 0 2-16,0 0 47 0,0 0-6 0,0 0 4 15,0 0-6-15,0 0-5 0,0 0 10 16,0 0-3-16,0 0-31 0,0 0-2 0,0 0 28 16,0 0 10-16,0 0-16 0,0 0-11 0,0 0-1 15,0 0-4-15,0 0-12 0,0 0-10 16,0 0 11-16,0 0 17 0,0 0-3 15,0-18-51-15,0 18 1 0,0 0 54 0,0 0-32 0,0 0 8 16,0 0-3-16,0 0 1 0,0 0-5 16,0 0 9-16,0 0 17 0,0 0-20 0,0 0 1 15,0 0-2-15,0 0 0 0,0 0-1 16,0 0 3-16,0 0 15 0,0 0-22 0,0 0 29 16,0 0-2-16,0 0 14 0,0 0-10 0,0 0-1 15,0 0-29-15,0 0 0 0,8 22 20 16,-18-8 22-16,-3 12 5 0,4-4-59 15,-2 0 38-15,1-1 14 0,-4 0-11 0,3-2-11 16,5-3 10-16,-4 7 15 0,2-4-8 0,-6 4 6 16,2-2 17-16,-1-1-30 0,-1 1 4 15,4 2 15-15,-4 3-7 0,0-1-5 0,0 3-11 16,-1-5 0-16,1 3 12 0,3-6-5 0,-3 3-5 16,4 1-11-16,-7-1 17 0,6 2 1 0,-2 1-9 15,-1 0 6-15,0 0 1 0,1-3-5 16,-1 3 0-16,-2-1 1 0,4-2-7 0,-4-1-11 15,3 1-2-15,-1-2 20 0,0 4-14 16,1-5 22-16,-1 0-13 0,1 3 4 0,-1-3-20 16,4-2 22-16,-2 1-4 0,-1 2 5 0,2-3-11 15,0-5 6-15,2 4-15 0,-3 2 9 16,0 1 13-16,1-2 8 0,-7 4 6 16,7 1-20-16,-3 1 16 0,-5 2-14 0,0 0-4 15,-1 3 3-15,2-5 8 0,-2 0-19 0,4 0 17 16,2-2-24-16,-1-4 5 0,1-3 25 15,8-4-27-15,-5 3 9 0,8-7-14 0,-4-3-3 16,3 1 6-16,0-2-6 0,4 1 28 0,-4-2-33 16,2 3 20-16,2-4 0 0,-5 1-7 15,4 0-37-15,1 0-6 0,0-2-20 0,-2 1-22 16,2 1-25-16,0-2-31 0,0 0 14 0,0-3-111 16,0-3-145-16,8-2 28 0,0-10 17 0,6-5 24 15,2-6 17-15,-3-1 15 0,6-1 5 16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1T06:08:09.605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4-3 298 0,'-3'3'170'0,"3"-2"-11"16,-2-1 6-16,1 2-6 0,1-1 17 0,0-1-26 15,0 0-16-15,0 0 3 0,0 0-14 0,0 0-3 16,0 0-1-16,0 0-22 0,0 0-4 16,0 0-18-16,0 0-11 0,0 0 2 0,0 0-17 15,0 0-10-15,0 0 1 0,0 0 2 0,0 0-8 16,0 0-12-16,0 0-10 0,0 0 9 15,0 0 11-15,0 0-5 0,0 0-16 0,0 0 0 16,0 0-8-16,0 0 5 0,0 0-11 0,0 0 5 16,0 40 4-16,1-32 2 0,1 3-13 15,1-4 18-15,8 17-6 0,-1-1-7 0,-2 0 8 16,0-1-5-16,1 2-5 0,2-1 19 16,-1 0-18-16,1 1 11 0,-2-1 0 0,4 3-1 15,-4-3 6-15,6 5-13 0,-3-3-4 0,1 2 7 16,-4-2-9-16,2 1 4 0,4-1 10 15,-6-1-4-15,-1 4-17 0,5 2 10 0,-6-4 11 16,5 4-16-16,2-3 15 0,-5 5 8 0,2-7-8 16,0 1-9-16,-1 0-8 0,-2 4 14 15,0-3 1-15,-2-2-4 0,0 0-9 0,2-1 6 16,-1 2 5-16,2 0-5 0,-1-5-8 0,-2 4 4 16,2-8 8-16,2 6 1 0,-2-1 11 15,1 2-14-15,-4-8 5 0,3-3 0 0,-2 3-6 16,2 3 2-16,-2-4-2 0,1-4-4 0,-4 2-2 15,1-3 1-15,0-3 13 0,0 2-12 0,-2-2 18 16,3-1-13-16,-4 4-12 0,1-6 6 16,1 5 8-16,3-2 1 0,-4 2 5 0,1-2-10 15,0-2 3-15,0 6-10 0,8 8 17 16,-3-4-7-16,-8-2-3 0,5-5 1 0,-3 7-7 16,4-8 9-16,-3 3 5 0,0-3-21 0,-1 2 18 15,-1-4-9-15,1 2-1 0,1 0-6 0,-1-2 20 16,3-2-6-16,-4 4 0 0,-1-3 8 15,2 3-11-15,-2-4-1 0,1 1 0 0,2 1-15 16,-3 1 19-16,4-5-1 0,-1 3-5 0,-2-1-4 16,-1 1 14-16,2-2-2 0,1 3 6 15,-1-2-13-15,-2-1-2 0,0-2-11 0,0 2 8 16,0-2-29-16,-5 0-54 0,5-2 6 16,-6-2-158-16,2-4-154 0,0 3 39 0,-6-13 23 15,-1-1 54-15,2-7-17 0,-6 0 32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1T06:08:11.733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2454 3 212 0,'-3'0'105'0,"1"0"-18"0,1 0 36 0,-4-1-21 16,3 1-12-16,-2 1-12 0,0-1-9 0,3 0-6 15,-6-1 28-15,3 1-47 0,-1-3 60 0,2 3-56 16,-5-1 32-16,3 1-23 0,2 0-7 15,-8 0 37-15,5 0-19 0,-2 0 5 0,8 0-10 16,0 0-30-16,-15 0 23 0,3 0-8 0,-23 15-5 16,10-11-2-16,0 5 0 0,1 1 11 15,-1 1-37-15,1 1 9 0,-1-3 22 0,1 7-9 16,-5-1 1-16,6-3-7 0,-3 1 0 0,-2 1-4 16,1 2 9-16,-1-1-26 0,-1 1-4 15,-2 1 29-15,7 1-7 0,-9-6-13 16,4 3 23-16,-4-2-2 0,0-1-13 0,-2 3-9 15,0 0 17-15,1 0 13 0,0-2-10 0,-2-1-12 16,0 0 21-16,1 2-12 0,0-2 3 0,-4 1-9 16,4 0 7-16,-6 1-19 0,6-1 18 15,2-1-1-15,-7 0-4 0,12 3-17 16,-9-5-3-16,1-2 1 0,1 14 6 0,2-7-5 16,3 3 5-16,-3 1 19 0,-2-7-11 0,5 4 11 15,-1 3-25-15,-1-2 19 0,3 2-10 0,-1-1-8 16,2-6 5-16,0 2 8 0,-1 2-2 15,2 1-17-15,-1-4 0 0,3 6 2 0,-1-3 1 16,-1-1-3-16,2-2 2 0,-2 0-11 0,-1 4 20 16,6-4-9-16,-8 0 7 0,6 1 10 15,0-2-16-15,-3 0-3 0,5-4 17 0,-2-1 12 16,1 4 11-16,2 3-26 0,-4-6 7 0,1-2-25 16,2 4 2-16,-3 3 4 0,1-3 10 15,2-1 21-15,5-2-24 0,1-5-11 0,-5 8 27 16,-1-3-15-16,8-1-4 0,0 0-4 0,3-2 8 15,1-1 16-15,-1 4-11 0,3-5-26 16,5 2 25-16,-3-3 9 0,-1-1-31 0,3 4 3 16,0-2-11-16,0-1-10 0,1 3 2 0,-1-4-20 15,3 1 0-15,-4-1-27 0,4 0-10 16,-1 0-2-16,2 0-61 0,2-1 9 0,2-4 14 16,17-6-93-16,1-6-51 0,6-6-116 15,2 2 21-15,5-3 27 0,8-1 11 0,0-3 49 16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1T06:08:10.713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57 9 277 0,'-3'0'108'0,"3"-1"-37"0,-3-3-28 15,0 4 44-15,3 0-12 0,0 0-47 0,-5-1 5 16,2 1 34-16,3 0-29 0,-5 0-4 16,3-1-3-16,1 0-4 0,-4 1 36 0,3 0 31 15,-1 0-4-15,2 0-28 0,-2 0 10 16,3 0 21-16,-4 0-16 0,4 0 40 0,-3 0-28 15,0 1 18-15,3-1-15 0,-2 0 4 16,1 0 1-16,1 0-10 0,0 0-6 0,0 1 1 16,0-1-14-16,0 0-7 0,-3 0-8 15,6 0-9-15,-6 0-3 0,1 1-4 0,2-1 13 16,0 0-15-16,0 0-1 0,5 4 2 16,-5-4-18-16,0 0-12 0,0 1-1 0,0-1 12 15,0 0-1-15,0 2-12 0,1 0-1 16,-1 0 15-16,5-2-8 0,-3 1-1 0,4 5 6 15,-4-3-2-15,4-1 0 0,2 1-5 0,0 3-12 16,12 4 1-16,3 2 19 0,-3-4-10 0,1 4-13 16,5-2 16-16,-10-5 7 0,10 6-14 0,2 0 16 15,0-4-5-15,-1-3 15 0,3 0 2 16,-3 7-25-16,2-3 16 0,5-2-11 0,1 2-20 16,0 3 21-16,3-4-5 0,-2-2-10 15,4 3 6-15,-1 2-5 0,-2 0 12 0,1-5-13 16,-2 6 23-16,3-3-10 0,-4 1-7 0,0 0-7 15,0 5 7-15,-1-7 2 0,3 1-3 0,-7 4-12 16,-2-4 26-16,6 1-9 0,-8 3-5 16,3-4 14-16,-2-1-3 0,1 4-17 0,-1-2 8 15,-3-1 9-15,1 1-29 0,0-2 14 16,2 1 1-16,0-1 6 0,1-3 3 0,1 1-9 16,1-1 14-16,3-1 3 0,0-1-30 0,-1 0 14 15,1 3 2-15,0-1 1 0,-1 0-11 16,3-4-2-16,-7 4 6 0,1 3 3 0,-1-2 17 15,-1 1-19-15,0-1-3 0,0 2 16 0,-4 0 3 16,-2 0-10-16,-2 0 7 0,-3-3-15 16,-7-1-9-16,4 1 20 0,-2-3 0 0,-3 4 7 15,0-4-10-15,0 0 1 0,-2 3 4 16,2-3-13-16,-2-1 4 0,-1 0-4 0,-2 2 16 16,3 0-12-16,-1 1 10 0,1-3-12 0,-2 3 11 15,0 0 7-15,-2-3-22 0,4 0 22 16,-4 1-26-16,2 1 3 0,-2-1-1 0,0-1 11 15,1 0 3-15,0 1-21 0,-1 2 10 0,-2-3 22 16,0 0-9-16,0 0-13 0,0 0-3 16,0 0-18-16,0 0 6 0,0 0-30 0,11-3-36 15,-13 3 7-15,-3-1-145 0,-1-3-164 16,-18-7 30-16,2 2 21 0,-3-8 9 0,3 0 22 16,-5-10 12-16,-2 6-40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1T06:08:13.051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3068-1 427 0,'-4'0'86'0,"0"0"-11"0,2 3-9 15,-4-6 24-15,1 3 45 0,3 3-2 0,-2 0-30 16,1-3 0-16,-2-3-61 0,-1 6 25 15,2-6 12-15,0 6-11 0,0-2-39 0,-2-1 37 16,1 0-23-16,4 0 11 0,-7 0 0 16,2 0-33-16,6 0 31 0,0 0-14 0,0 0 9 15,-13 0-12-15,3 0 7 0,10 0-12 0,-12 0 1 16,-2 0 18-16,14 0-9 0,-15 0-14 16,1 0 24-16,-5 0-5 0,-5 0-13 0,1 11 29 15,-29 3-12-15,31-10-7 0,1-3-19 16,4 1 22-16,1 1-4 0,1-2 11 0,0 0-17 15,-11 6-5-15,4-7-18 0,5 7 24 0,1-7-2 16,-14 4-29-16,10-3 28 0,3 2-17 16,-1 0 7-16,3-2-1 0,-2 1 1 0,3 0 1 15,-15 1-3-15,-1-3 3 0,-1 7-3 16,4-2-2-16,0-1-6 0,3-2-6 0,-4 2 25 16,-2-3-12-16,6 4 0 0,-6 0-16 15,9-5 16-15,-9 4-15 0,-6-4 12 0,4 1-2 16,13-1 1-16,-4 0-11 0,-8 0 21 0,-1 0-9 15,2 0 7-15,-37 21-2 0,28-18-17 16,3 2 12-16,-1-2 5 0,-1 1-14 16,4 0 7-16,3-3-10 0,-3 2-6 0,1 1 28 15,4-2-34-15,3-2 4 0,-1 3 19 0,-1 1-5 16,4-4-13-16,2 1-2 0,-7 1 0 0,-1 0 3 16,2 1 16-16,15-3 15 0,-2 0-12 15,-4 0-17-15,-6 0 1 0,-4 0 11 0,0 0 17 16,-1 0-13-16,-1 0-13 0,0 0-9 15,-2 0 35-15,2 0-27 0,-1 0 13 0,-1 0-9 16,1 0-2-16,2 0 7 0,-2 0-25 16,4-8 35-16,0 8-27 0,0 0 7 0,-2 0 25 0,9 0-12 15,-23-17 6-15,29 17-6 0,0-3-23 16,0 2 6-16,-15 1-6 0,-1-4 19 0,2 4-12 16,7-3 5-16,-7-1 3 0,7 4-20 15,2 0 14-15,2 0 2 0,3 0 4 0,1 0-16 16,-1-1 9-16,3 1 15 0,0 0 14 0,11 0-29 15,-13 0 13-15,0 0-24 0,5 0 32 16,-4 0-23-16,2 0 11 0,-1 0 13 0,0 0-12 16,0 0-16-16,-2 0 2 0,4 0 26 0,-4 0-20 15,4 0-4-15,-2 0-7 0,1 0 21 16,-1 0 2-16,0 0-14 0,0 0-6 0,2 0 4 16,-2 0 12-16,-1 0-7 0,3 0 18 0,-2 0-24 15,0 0 5-15,-3 0-1 0,4 0-14 16,-1 0 15-16,0 0-12 0,11 0 16 0,-17 0 2 15,7 0 30-15,-2 0-37 0,-1 0 4 16,5 0 1-16,8 0 3 0,-14 0 25 16,1 0-30-16,4 0-7 0,-4 0-2 0,13 0-1 0,-9 0 16 15,9 0 5-15,-15 0 5 0,15 0-26 16,-11 0-15-16,11 0 38 0,-14 0-24 0,14 0 11 16,-9 0-6-16,9 0 0 0,0 0-23 15,-13 0 5-15,13 0 4 0,0 0-23 0,-13 0 16 16,13 0-41-16,0 0 3 0,0 0-21 0,0 0-6 15,0 0-26-15,-14 1-17 0,14-1-7 0,5 0-11 16,3 0 11-16,-2 0-123 0,3 0 20 16,-1 0-177-16,5-1 26 0,9-9 25 0,2 3 15 15,-7-5 1-15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1T06:08:23.667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-1114 1014 543 0,'0'-3'172'0,"-5"2"4"0,4 0-30 0,-1-4-19 16,-3 5-31-16,4 0 4 0,-4-1-20 0,2 1-24 15,-2 1-6-15,3-1 18 0,-4 5 6 16,-2-3-15-16,2 3 6 0,-2-4-7 16,2 7-34-16,-2-4 19 0,-8 11 3 0,3-2 5 15,1 6-16-15,4-7-32 0,-3 0 23 16,6 0-17-16,0-3 3 0,4 0-9 15,-3 3 18-15,1-3 0 0,3-2-4 0,0-7 9 16,0 0-15-16,0 12-16 0,0-2 5 0,18 17 35 16,-12-13-26-16,7-2 5 0,-7-5 8 0,3 0 6 15,2 0-25-15,-1-5 8 0,3-2-16 16,-4 2 12-16,-9-2 5 0,11 0 17 0,8 0-5 16,-3 0-19-16,1 0 6 0,-2 0-14 0,10-18 1 15,-16 16 27-15,2 0-15 0,-3-1-18 16,0-1-1-16,3 3-14 0,-3-3 9 0,2 1-8 15,9-9-44-15,-5 6-3 0,0-2 7 0,-4 6-71 16,-4 0-40-16,-1-1-127 0,-4-1 22 16,-1 4 22-16,0 0-31 0,-3 8-5 0</inkml:trace>
  <inkml:trace contextRef="#ctx0" brushRef="#br0" timeOffset="-710.076">0 356 412 0,'21'0'187'0,"-21"0"18"16,0 0-7-16,0 0-18 0,0-19-11 16,0 19 2-16,0 0-1 0,0 0-25 0,0 0-7 15,0 0 16-15,0 0-17 0,0 0-39 0,0 0 4 16,0 0 3-16,0 0-29 0,0 0 6 0,0 0-28 16,0 0 6-16,0 0-1 0,0 0-20 15,0 0-2-15,19 0 12 0,-19 0-33 0,0 0 4 16,33-9 23-16,-29 16-26 0,11 10-11 15,-1-2 14-15,2-1 13 0,-2 1-4 0,-6-1-10 16,9-2-9-16,-7 9-5 0,-6-13-8 16,0 0 24-16,2 0-14 0,-6-4-2 0,5 2-3 15,-2 0 30-15,-3-5-26 0,3 4 2 0,0-2 22 16,-3-1-8-16,2-2-6 0,-2 0 7 0,0 0-18 16,-2-2 39-16,-1-1-33 0,0-3 15 15,-5-3-36-15,0-9 16 0,-3-7-1 0,0 2 8 16,3-3 18-16,-1 0-37 0,1 1 14 0,0-1-9 15,3 10-9-15,0-11 11 0,5 0-4 16,-6 3 11-16,3 3 2 0,3 3 7 0,0 18-29 16,0-20 24-16,0-5-29 0,20-13 5 0,-10 15-3 15,4 6 3-15,-5 2 6 0,1 5 2 16,1 0-24-16,-3 4 16 0,0 1-24 0,-2 3 19 16,2 2-8-16,-8 0-3 0,0 0-5 15,13 0 4-15,1 14-7 0,-8-5 23 0,-4-2 9 16,3 4-15-16,-4-1 17 0,-1 1-21 0,-1-3 5 15,1 5 4-15,0 3 12 0,0 0 5 0,0-3-9 16,-19 15-14-16,9-11 20 0,2-2-10 16,2-5 4-16,1-1 9 0,-3-2-2 0,2-3 4 15,6 4-11-15,-2-6 5 0,-1 1 3 16,2 0-6-16,-3 3-9 0,1-5 7 0,2 1-5 16,1-2-9-16,0 4-12 0,0-8 11 0,0 4 4 15,4-2-5-15,0 2-9 0,2-5 12 0,-1 2 6 16,1-2-9-16,3 3 6 0,12-9 7 15,-5 4-19-15,-2 2 13 0,0 0 2 0,-1 3 2 16,0-2-9-16,-4 3-10 0,2-1 21 16,-1 2 3-16,-10 0 4 0,0 0-19 0,14 0 28 15,-2 0-10-15,23 14-11 0,-19-6-7 0,-3-1 8 16,-5-3 17-16,-1 5 18 0,-2 0-30 0,-3-2 37 16,-2 0-3-16,0 0-5 0,0-7 20 15,0 0 10-15,0 13-4 0,0 5 0 0,-22 12 11 16,14-20-11-16,-3 1-6 0,3-3 16 0,-6 7-7 15,-2-4-20-15,-2-3 13 0,7-1-13 16,-9 1-11-16,1 5-2 0,1-6-5 0,-2 5 7 16,1-1-13-16,3-4-49 0,-1-2-35 0,6-2-62 15,0 1 14-15,1-3-296 0,10-1 22 16,0 0 26-16,-14 0 23 0,14 0 40 0,-11 0 8 16,-5-19-15-16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1T06:08:24.610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0 164 309 0,'0'0'242'0,"0"0"-22"16,0 0-32-16,0 0-6 0,0 0-5 0,0 0-23 16,0-19-21-16,0 19 4 0,0 0 4 0,0 0-10 15,0 0-16-15,0 0-12 0,0 0-20 16,0 0-2-16,0 0 5 0,0 0-17 0,0 0-24 16,0 0 4-16,0 0-8 0,0 0 0 15,0 0-6-15,0 0-10 0,0 0 4 0,0 0-3 16,0 0-1-16,0 0-3 0,37 19 1 0,-31-1-9 15,0-4 8-15,1-2-2 0,-2 0 7 0,-1-5-8 16,1 1-5-16,0-4 3 0,-4 2 3 16,1 0-19-16,0-2 6 0,1 1-5 0,3-1 24 15,-6 0 1-15,0 0 1 0,0-4-17 16,0 0 18-16,-5 2-14 0,1-4 6 0,2-2 0 16,-4-4 7-16,-1 1-15 0,-4-12-7 0,-1 5 6 15,-1-5-19-15,5 0 0 0,3 1 0 16,2 3-6-16,2 2 18 0,1 1-18 0,-5 1-2 15,0 4 11-15,5-3-18 0,-2 0 0 16,2 10 5-16,0 0-7 0,0-11-17 0,0 2 15 16,0 9-5-16,19-24 8 0,-7 5 10 15,-1 8-19-15,1 4 12 0,-4 5-2 0,2 0 2 16,-2 2-5-16,1 0 17 0,-9 0-3 0,0 0-3 16,14 0 1-16,2 0-2 0,17 22-6 15,-19-14 8-15,-4-2-14 0,1 1 8 0,-3-1 13 16,3 12-15-16,3 0 29 0,-4-4-30 0,-4 3 32 15,2 4-9-15,-8-6 0 0,1 1 9 16,-1-5-11-16,0-11 19 0,0 13 4 0,0 3 5 16,-15 19-15-16,5-24-2 0,5 1-10 0,-9 5 22 15,0-3-9-15,8 0-4 0,-5-7-25 16,1-1-11-16,2-1-30 0,-3-4-50 16,3 2 10-16,-1-3-111 0,9 0-109 0,0 0-64 15,-14 0 25-15,1 0 22 0,13 0 41 0,-41-23 4 16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1T06:08:25.527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294 2 403 0,'-5'-1'222'0,"2"-1"-26"0,-2 2-56 0,-1 2-8 16,-2-1-10-16,2 2-12 0,-12 10-7 0,-1-2 21 15,-1 3-52-15,-1 0 27 0,1-3-17 0,-3 1 9 16,6-1 3-16,0 0-4 0,-1 1-22 16,1 2-26-16,3-8 19 0,4 4-3 0,4-7-3 15,-2 4 2-15,3-3-28 0,4-4 13 16,-4 6-16-16,2-3 4 0,3-2 2 0,-5 3-22 16,2-4 18-16,0 0-12 0,3 2 6 0,-3-2-6 15,-2 3-3-15,5-1-2 0,0-1-2 0,0 2-3 16,0-3 4-16,0 0-18 0,0 0 24 15,0 0-26-15,0 8 3 0,19 10-7 16,-10 0 21-16,5-3-2 0,-1-4 4 0,-7 3-21 16,9 2 24-16,-6-1-9 0,-3-3-11 0,9 2 7 15,-1 7 12-15,-8-11-6 0,2 1 6 0,-2-2-21 16,2 1 7-16,-1-5 7 0,-1 1 8 16,-1 3-10-16,1-5-5 0,-1 3-7 0,1-3 5 15,-1 3-6-15,1-2 19 0,-3 1-6 16,4 2 5-16,-1-4-22 0,-1-2 18 0,-2 5-9 15,3-6 13-15,-1 4-13 0,-2-1 16 16,2-1-15-16,1-3 22 0,-3 3-18 0,-3-3 15 16,0 0-16-16,15 0 11 0,-8 0-4 0,-7 0 5 15,42-18-5-15,-28 9-15 0,0 3 15 16,0 0 3-16,-4 2-15 0,-2-3 2 0,-1 6-11 16,0-5-17-16,1 1 16 0,-2 1-41 15,0 0 7-15,1-3 6 0,-3 4-4 0,3-5-30 16,-3 4 40-16,4 0 4 0,-3-2-54 0,-2 1-64 15,2-1 3-15,-2 0-98 0,-3 5-62 16,3-4-9-16,-3 1 15 0,0 1 7 0</inkml:trace>
  <inkml:trace contextRef="#ctx0" brushRef="#br0" timeOffset="206.873">265 375 317 0,'-6'3'241'0,"0"-2"-18"16,2-1-3-16,1 0-39 0,0 0-9 16,0-1-33-16,-2-2-11 0,2 1-8 0,0-2-34 15,3 1 1-15,0-2-39 0,0-1-11 16,3-3-4-16,2-15-23 0,4 1-18 0,6 6 2 16,2-6-100-16,-3-1-46 0,0-2-77 0,1 8 17 15,2-1 19-15,2 4 10 0,-3 4-163 16</inkml:trace>
  <inkml:trace contextRef="#ctx0" brushRef="#br0" timeOffset="1105.311">-357-960 357 0,'3'-3'113'0,"-3"-2"3"0,3-2-15 0,-3 5-13 16,0-2 28-16,0 0-20 0,1 1-11 0,-1 2-9 15,4-3 33-15,-4 2-1 0,0 0-33 16,-4 2-17-16,3 0 13 0,-1 4-35 0,-2 0 0 16,0 0 15-16,-2 0 7 0,1 2 7 15,-9 9-10-15,0 0-1 0,0-4-14 0,1-2-35 16,5 1 35-16,-1-4-26 0,2 1 11 16,-1-2-19-16,4 0 5 0,-4 1 36 0,3-5-35 15,3 5-3-15,-4-5 33 0,5 4-15 0,-4-3 29 16,3 0-25-16,-1 3 10 0,0-3 4 0,0 1-4 15,-2-1 12-15,0 2-19 0,4-3 12 16,-1 1-21-16,-3-1-11 0,4 2 10 0,-1-3 2 16,-1 5-6-16,3-5 4 0,-2 2-1 15,1-2-8-15,-1 0 3 0,2 0-16 0,0 1 15 16,0 3-19-16,-3-3 7 0,3-1-1 0,-1 6 12 16,1-6-16-16,0 0 6 0,0 0-16 15,0 0 14-15,0 11-22 0,19 6 31 0,-16-11-10 16,11 12-13-16,-3-3 15 0,5 2-1 15,-4 2-10-15,0-2 1 0,3-3 6 0,0 6 5 16,-4-3-17-16,6 5 25 0,0-5-15 0,-4 2-1 16,0 1 3-16,2-6 14 0,0 1-15 15,-7-7-7-15,-1 3-7 0,3-4 26 0,-7 0-15 16,5-5-7-16,-3 7 23 0,-2-8-21 0,2 5-8 16,-4-5-22-16,2 1-17 0,-3 3 5 15,0-5-23-15,2 0 8 0,-2 5-119 16,0-5-98-16,-6 0-74 0,4-5 6 0,-3 5 33 15,4-7 20-15,-4 0 35 0</inkml:trace>
  <inkml:trace contextRef="#ctx0" brushRef="#br0" timeOffset="1329.168">-372-630 331 0,'0'-4'212'0,"-3"0"-39"0,3 0-25 15,0 4 9-15,2-7-23 0,-2 4-9 16,1-5-20-16,3 0 8 0,-1 2-14 0,-2-4-14 16,6 3-19-16,-3-2 3 0,-1 2 0 15,12-10-6-15,-3 4-7 0,-5 1-1 0,1 4-13 16,-2-3-31-16,2 3 6 0,-2 6-81 0,8-14 4 16,-1 11 6-16,-5-2-112 0,-3 3-123 15,-2-1-16-15,-3 4 18 0,0 1 10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1T06:13:35.511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-1 82 309 0,'0'0'56'16,"0"0"47"-16,0 0-58 0,0 0 24 15,0 0-26-15,0 0 36 0,0 0-37 0,0 0 14 16,0 0-5-16,0 0 34 0,0 0-5 0,0 0-11 16,0 0-18-16,0 0 15 0,0 0-16 15,0 0-11-15,0 0-10 0,0 0 16 0,0 0 16 16,0 0 1-16,0 0-6 0,0 0-12 0,0 0 15 15,0 0-50-15,0 0 29 0,0 0-45 0,0 0 61 16,0 0-27-16,0 0-6 0,0 0-13 0,0 0-9 16,0 22 24-16,0-22-9 0,0 0-10 15,0 0-4-15,0 22-4 0,6 3 17 16,-4-17-37-16,0 1 39 0,1-2 7 0,-2 1-1 16,1 2-50-16,-2-2 3 0,5-1 38 0,-4 0-2 15,-1 0-9-15,2-2-14 0,3 1 34 16,-4-1-14-16,-1 0 0 0,0-2 8 0,0 3-3 15,0-6-8-15,0 0-6 0,0 0-7 16,-1 3 16-16,-4-6-4 0,3-3-35 0,1 1 9 16,-1-3 0-16,-1-3 28 0,0-14-27 15,0 3 18-15,1 4-5 0,-3-11-5 0,4 8 35 16,1 7-12-16,0 14-44 0,0-14 51 0,0 2-2 16,0 1-1-16,0 11-9 0,0-12-30 15,0 2-4-15,0 10 33 0,0-10-33 0,19-2 17 16,-13 8 1-16,-3 1 9 0,3 2 2 15,2-1 0-15,-1 0 0 0,1 2 2 0,-2 2-7 16,5 0 23-16,-11-2-26 0,28 15-11 0,-10 0 17 16,-4-5 14-16,0 6-16 0,-1 1-12 15,-5-1 7-15,3-5 6 0,-3-3 4 16,-2 3-7-16,0-3 1 0,-2 3-35 0,-1-3 4 16,1-2 44-16,0 1-3 0,-3-2-57 0,1 2 7 15,3 0-25-15,-4 1 12 0,4-2 1 0,-4-1 22 16,1 1-39-16,1-3-1 0,-3 2-55 15,0-5-104-15,0 0-31 0,0 0-2 0</inkml:trace>
  <inkml:trace contextRef="#ctx0" brushRef="#br0" timeOffset="190.881">83 222 337 0,'-2'0'141'0,"-1"-2"-20"0,2-3-69 16,1 3-4-16,1-3-7 0,4 4-2 0,-4-2-5 15,6 0 10-15,-2-1-46 0,2 3-23 0,1-5-24 16,0 2-22-16,0 0-34 0,3 0-177 16</inkml:trace>
  <inkml:trace contextRef="#ctx0" brushRef="#br0" timeOffset="1165.283">1017 8 337 0,'-2'6'85'0,"-1"-4"23"0,2 6-26 16,1-1-10-16,0 0 11 0,-2 0-7 15,-1 4-12-15,6 0-4 0,-3 1-36 0,0 2-4 0,0 5-4 16,0 0 49-16,0 6-11 0,16 22-19 16,-11-23 16-16,-2-5-7 0,-2-1-48 0,4-6 15 15,0-2 1-15,-5 0 18 0,1-2-4 16,1-1-3-16,1 0 30 0,-3-2 10 16,0 1-1-16,0-5 15 0,2 3-36 0,-2-4 7 15,-5-5-14-15,2 3-35 0,0-3 3 0,-1-6 27 16,1 3-26-16,3-2-4 0,-4-17 19 15,-6 2 0-15,10 15 4 0,0-6-1 0,0-2-10 16,0 4-9-16,0 1-33 0,0 2 24 16,0-3 12-16,0 6-7 0,0 8 3 0,0-14-18 15,0 3-6-15,0 11 14 0,0-11-9 0,0 11 3 16,0-12-44-16,0 12 5 0,17-21 50 0,-13 20-1 16,5-2 0-16,-4 0 1 0,1-2-1 0,2 5-38 15,-2 0-1-15,2-2 5 0,-1 2 39 16,-3 0 7-16,4 0-2 0,-8 0-1 0,0 0 1 15,0 0-24-15,13 0 1 0,-13 0-26 16,13 0 5-16,-13 0 4 0,17 14 25 0,-12-7 3 16,-2-3-1-16,6 1-12 0,-9 0 17 0,2 0-35 15,1 1-8-15,-3-2 34 0,10-1-20 16,-9 2-2-16,2-5 5 0,2 5-22 0,0-2 35 16,-4 0-20-16,2 1 19 0,4-3 0 15,-2 2-17-15,-4-3 17 0,1 0 5 0,4 7-10 16,-1-3 12-16,0-2 2 0,-4-1 2 0,2 1 38 15,2-2-46-15,0 4 2 0,-1-3 12 16,0 4-3-16,-1-3 15 0,0-2-5 0,-1 4 16 16,1-3-30-16,0 3 1 0,-2-2 1 15,-1 3 58-15,2 0-7 0,-2-2-5 0,0-3 15 16,0 0-1-16,0 0-26 0,0 14-4 0,0-4-7 16,0-10-3-16,0 8 35 0,-16 11-5 0,11-12-6 15,4-2-13-15,-1 2-2 0,1-4-3 16,1 1-1-16,0 2 6 0,0-5-7 0,0 3-3 15,0-2-32-15,-3 3 0 0,1-1 31 16,2-3-14-16,0 1 7 0,0 2 7 0,0-4 6 16,0 0-27-16,0 0 21 0,0 0 3 0,0 0 5 15,0 0-36-15,0 0 7 0,0 0 22 16,0 0-3-16,0 8 0 0,0-8-6 0,0 0 1 16,0 11-3-16,0-11-10 0,0 10-10 15,0-10 30-15,-8 23 11 0,2-18-15 0,-7 9-4 16,-3 1-4-16,1 1-2 0,0-8-15 15,-1 5-3-15,7-2 2 0,0-1-57 0,-3-1-69 16,0-6-37-16,5 1-134 0,4-2-4 16,-5 1 16-16</inkml:trace>
  <inkml:trace contextRef="#ctx0" brushRef="#br0" timeOffset="1659.502">1826-25 301 0,'-6'6'141'15,"-2"-1"-20"-15,-8 9-18 0,8-2-11 0,-6 3-38 16,0-1 0-16,1-2-8 0,7 0-1 0,-1-3-36 16,4 1 30-16,-1 0-29 0,-1-3-2 15,3 0 1-15,1 4-1 0,-1-3-2 0,-1-1-1 16,3 3 0-16,0-10 24 0,0 0-5 16,0 12-2-16,0-4 1 0,0-8-2 0,0 11 7 15,0-11-3-15,0 11-3 0,0-11-12 0,22 22-1 16,-13-17 16-16,-4-3-5 0,5 2-15 15,1-4-2-15,-2 1 17 0,2-2-1 0,7 1-33 16,-3 0 6-16,4 0-59 0,0 0-17 16,-4 0-96-16,0 0-112 0,0 0 4 15</inkml:trace>
  <inkml:trace contextRef="#ctx0" brushRef="#br0" timeOffset="2630.816">2717 19 272 0,'0'0'140'15,"0"0"-23"-15,0 0 1 0,0 0-15 16,0 0-13-16,0 0-21 0,18 35-8 0,-17-28-19 16,-1 4-4-16,4 13-4 0,-4-13-7 0,0 5-2 15,0 1-3-15,0-1-14 0,0-2 12 16,0-1-18-16,0 0-3 0,0-2 14 0,0-11 1 15,0 12 35-15,0-4-18 0,0-8-1 0,0 13 5 16,0-13 11-16,0 0-24 0,0 0 29 16,0 0-36-16,-18 13 15 0,18-14-25 0,-6-6 0 15,4 2-1-15,-1-2 19 0,2 1-8 16,-1 1 19-16,2-2-38 0,0 0 11 0,0 2-5 16,0-1-11-16,0 0 17 0,0-2-14 15,0 8 1-15,17-20 1 0,-10 7 1 0,1 5-2 16,-2 4 3-16,0-4-2 0,2 4 2 0,-2-2 0 15,2 5 2-15,-1-1-11 0,-1 1 1 16,2 1-42-16,-2 0 42 0,2 0-17 0,-8 0 7 16,0 0 3-16,0 0 2 0,11 0-13 15,-11 0 29-15,24 14-14 0,-24-6 11 0,0-1 2 16,0 0 22-16,-2 0-2 0,-14 14-27 16,12-4 9-16,-3-6-1 0,-2 8 46 0,-5-1-7 15,1 0-71-15,0-2 1 0,-1 0 2 16,5-5 41-16,1-1-7 0,-2-3-2 0,-7 6-102 15,11-8-82-15,4 0-120 0,-1-5 11 0,3 0 1 16</inkml:trace>
  <inkml:trace contextRef="#ctx0" brushRef="#br0" timeOffset="3221.938">3577 44 298 0,'-5'9'82'15,"5"-2"3"-15,-4 0-33 0,4 1 2 0,0-1 25 16,3 4-38-16,-2-3-33 0,4 3 11 0,9 7 25 16,-4 2-51-16,6-6 14 0,-2 4 23 15,10-4-23-15,-9-2 26 0,6 2 23 16,-7-5-68-16,2-6 12 0,-2 4-11 0,0-3 12 16,-1-4-12-16,0 1-4 0,-2-1-50 0,20 0 22 15,-16 0-47-15,-15 0-72 0</inkml:trace>
  <inkml:trace contextRef="#ctx0" brushRef="#br0" timeOffset="3469.785">3740 130 264 0,'-6'0'136'0,"-1"1"-10"0,1-1-17 16,3 0-56-16,-2 0 9 0,0 0-6 0,2 0-4 16,2 0-5-16,1 0-7 0,0 0 11 0,1-1-6 15,2-1-5-15,2 1-12 0,0 0-31 16,0-5-15-16,1 5-2 0,0-1 2 0,2 1 0 16,3-3-31-16,11-4 19 0,-6 1-32 15,5-3-78-15,-2 4 12 0,7-3 5 16</inkml:trace>
  <inkml:trace contextRef="#ctx0" brushRef="#br0" timeOffset="4055.647">4620-89 351 0,'-8'1'143'15,"5"2"-19"-15,-8-2-74 0,3 1-7 0,0 2-4 16,-3 1 15-16,3-4-6 0,-15 10 19 16,2-8 0-16,1 7-16 0,-1-5 0 0,7-4 8 15,3 3-6-15,0-2-38 0,3 2-16 16,-3-4-1-16,4 0 56 0,-1 0-34 0,4 0 19 15,1 0 4-15,-4 0-3 0,1 0-3 0,6 0-23 16,0 0 22-16,0 0-11 0,-10 0 0 0,10 0-52 16,0 0 2-16,0 0 2 0,-11 0 3 15,11 0 29-15,0 0 10 0,0 0-14 16,0 0 1-16,-11 22-25 0,11-19 8 0,0 6 1 16,2-3 28-16,-1 2-13 0,1 1 4 0,3 0-9 15,3 13 25-15,-2 1-2 0,2 3-41 16,-2 0 3-16,4 0 19 0,-1 0 21 15,-1-1-28-15,0 7 1 0,-2-6 3 0,1 1 8 16,-4-2 0-16,3-2-48 0,-1-5 20 16,3 5 5-16,-5-7-41 0,2-7-5 0,-5 3-12 15,1-1-15-15,-1-11-110 0,0 0 11 0,0 0 11 16,0 0-135-16</inkml:trace>
  <inkml:trace contextRef="#ctx0" brushRef="#br0" timeOffset="4242.532">4451 289 219 0,'0'-3'87'0,"2"2"1"0,1-1-15 16,-2-2-6-16,4 3-24 0,0-4 23 0,4 3 7 15,12-9-19-15,-2 3-56 0,6-3 14 0,-9 4 9 16,-2 4-63-16,-3-2-33 0,0-1-36 15,-1 5-108-15</inkml:trace>
  <inkml:trace contextRef="#ctx0" brushRef="#br0" timeOffset="4845.896">5192-89 262 0,'-4'1'162'0,"-3"2"-23"16,-1-2-37-16,4 3-3 0,-1 3-6 16,-1-5-8-16,-1 8-11 0,-7 4-9 0,1 8-13 15,7-6-3-15,0-2 3 0,3 0 0 0,-1 4-6 16,3-6-51-16,1 3 3 0,0-15 31 16,0 11-16-16,0-2 12 0,0 11-2 0,0-4-3 15,25 23-12-15,-14-20-1 0,0-14-9 16,-4 9-3-16,-1-4 2 0,-1-2-24 0,4-1-6 15,-6-2 17-15,5-1 18 0,3-1-20 0,-8 3-27 16,7-3 4-16,-7 0 6 0,3-1 42 16,-1 3-31-16,-2-5 23 0,4 2-26 0,-3-2 26 15,-4 0-2-15,0 0-12 0,0 0 21 16,0 0-4-16,0 0-13 0,18-17 5 0,-14 12 7 16,-2-1-6-16,-2 1 1 0,5-2-1 0,-2 2 25 15,2-1-9-15,-4 2-13 0,4-5 3 0,-3 1 0 16,2 3 1-16,0-2-1 0,3 3 1 15,8-13-1-15,-4 7 13 0,-2 1-26 0,-1 4 14 16,-2-1-7-16,1 3-2 0,1 2-3 16,-4-3 3-16,-2-1 31 0,4 5-15 0,-1 0-1 15,-5 0-1-15,0 0-2 0,0 0 0 16,0 0 8-16,24 19-26 0,-16-15 12 0,6 11-1 16,-3-3-1-16,-3 1 1 0,-2-1-41 0,0-1 10 15,-4 0-127-15,0 0-153 0,1-4 1 16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1T06:10:12.703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1919-19 557 0,'14'-18'253'15,"-6"5"-40"-15,0 0-30 0,0 1-9 0,0 4-41 16,6-6-3-16,-1 4-37 0,1 0 2 0,-5 4-7 16,2 3-8-16,2-2-16 0,-5 5-2 0,5 0-20 15,-13 0 10-15,0 0 2 0,11 0-8 16,20 24-10-16,-16-10-13 0,-4 4 9 0,-2-4-4 15,-4-2-5-15,4 10 0 0,-9-5 6 16,0-17-14-16,0 16 11 0,0 3-18 0,0 0 20 16,-28 19-24-16,22-18 18 0,-9 0-7 0,6-7-5 15,4 1-7-15,-4-5 4 0,4-1-13 16,0-2 10-16,-1 2-11 0,3-3-8 0,0-1 6 16,1-2-40-16,0 3 20 0,-1-3-13 0,2-2 4 15,1 3-35-15,0-3 38 0,0 0 8 16,0 0-27-16,11 0 20 0,-7 0 9 0,3 0 0 15,1-3-37-15,1 6 6 0,-4-3 31 16,4 0-22-16,1 0 9 0,-2 2 27 0,0 0 1 16,-8-2-36-16,0 0 25 0,26 12 18 15,-14-8 17-15,-6 0-10 0,10 11 12 0,-4-4-3 16,-2-1-11-16,-5-2 7 0,1 3 5 0,-3-3 17 16,2 3 26-16,-5-6-20 0,0-5 7 0,0 0-2 15,0 10 5-15,0-10-4 0,-26 41 18 16,9-22 0-16,-3-3-3 0,-1 0-1 0,-1-2-22 15,-3-2 9-15,2 2 0 0,5-2-4 0,0-5-5 16,4-2 2-16,4-3-10 0,-1-1-14 16,3 2-21-16,-1 0-23 0,9-3-45 0,0 0 6 15,-11 0-161-15,11 0-122 0,-11-21-19 0,12 12 54 16,-1 2-17-16,10-15 31 0,-2 5 5 16</inkml:trace>
  <inkml:trace contextRef="#ctx0" brushRef="#br0" timeOffset="2299.662">-466-209 371 0,'-22'13'206'16,"-3"-3"-16"-16,1 5-24 0,-1-3-26 0,1 0-12 15,-1 2-13-15,3 0-19 0,1 2-4 0,5-2-3 16,-1 2-24-16,1 1 1 0,2 1-14 16,8 4 17-16,-2 1-19 0,0 0-19 0,1 5 3 15,3-5 3-15,2-5-27 0,2-8 17 0,0 9 9 16,0 4-24-16,17 31 21 0,-9-23-19 0,2 1 1 15,3-1-22-15,-1-2 7 0,2 6 3 16,1 4 14-16,-1-1-8 0,-3-2-6 16,3 2 3-16,2 2 5 0,-5 0-23 0,2 2 26 15,-5-3 2-15,3-1 8 0,-8-5-2 16,3 0-5-16,-1-3 15 0,-2-4 16 0,-3-12-5 16,0 7-3-16,0-1-3 0,-22 26 9 0,9-25-20 15,2-2 18-15,2-5-14 0,1-3 13 16,-2-7-6-16,2 3 2 0,2-4-6 0,0-1-5 15,-1 0-13-15,6-2 0 0,-4 1-13 0,-1 3 0 16,6-4-25-16,0 0 12 0,0 0-20 16,0 0-2-16,0 0 4 0,0 0 14 0,-8-16-20 15,14 11 9-15,-1 3-25 0,-2 2 40 0,5-3-18 16,0 3 9-16,3 3 18 0,-3-3-23 16,19 8-2-16,-10 3-20 0,7 0 5 0,-7 4 35 15,4 4-12-15,-2 3 17 0,-3 2 16 0,4 0 1 16,-7 3-4-16,1 4-6 0,0 0 15 0,0-1 6 15,1 3 2-15,0-1 1 0,0 5 10 16,-1-3-14-16,3 0 11 0,-7 2-12 0,4 0 6 16,-1 2 6-16,1 2 4 0,-2-7-23 0,3-2 19 15,2-4-6-15,0 3 3 0,1-1-9 16,4-1-9-16,5-5 10 0,6-1 3 16,2-8-26-16,7 1-16 0,3-10-35 0,4-3-26 0,-18-2 6 15,15 0-152-15,73-22-116 0,-37 9-44 16,-3-7 54-16,0-2 7 0,1 1 14 15,1-2 11-15</inkml:trace>
  <inkml:trace contextRef="#ctx0" brushRef="#br0" timeOffset="-1620.413">32 69 310 0,'0'0'236'16,"0"0"-35"-16,0-22 8 0,0 22-17 0,0 0-12 16,0 0-24-16,0 0 2 0,0 0-15 15,0 0-5-15,0-17-11 0,-25-6 12 0,25 23-26 16,0-1 8-16,0-2-37 0,0 2-2 0,-2-1-18 15,1 2-12-15,1 0-3 0,-4 0 0 16,8 2-15-16,-9-2 11 0,5 4 1 0,1 2-15 16,-2 1 6-16,1 2-14 0,5 21-12 0,-5-18 0 15,0 6 2-15,0 8 2 0,0 0 2 16,14 32-8-16,-11-31 8 0,0 3 5 0,0 2-18 16,5-2-4-16,-5-1 6 0,-1-5 2 15,-1-3-7-15,11 7 7 0,-9-10 8 0,-3-6-12 16,0-1-6-16,0-1 7 0,6-1 3 0,-6-5 13 15,2 2-3-15,1-2-11 0,-3 1-5 16,0-5 28-16,0 0-30 0,0 0 1 0,0 0-41 16,0 5-3-16,-5-8-50 0,5 1-20 15,2-3 11-15,-2-4-77 0,0 5-36 0,4-4-46 16,-2 1-119-16,9-11 20 0,-5 1 25 0,2 6-28 16,-1-1 1-16</inkml:trace>
  <inkml:trace contextRef="#ctx0" brushRef="#br0" timeOffset="-1351.57">433 395 209 0,'2'7'236'0,"1"-3"-26"0,-1 3-49 15,-1-1-37-15,-1 1 17 0,0 0-24 0,0 3 22 16,-1 16-55-16,1-16 21 0,0 2-25 0,0 6-2 15,0-4-9-15,0 5 1 0,0 1 18 0,0 2-20 16,0-1-36-16,0-7 21 0,0 2-6 16,0-3-7-16,0-2 2 0,0-1 4 0,0 2-12 15,0-3-12-15,0-9 2 0,0 11-54 0,0-1-7 16,0-10 4-16,0 10-89 0,0-10-65 16,0 11-161-16,0-11 31 0,0 0-7 0,-5 14 10 15,5-16 0-15</inkml:trace>
  <inkml:trace contextRef="#ctx0" brushRef="#br0" timeOffset="-787.86">1015-31 477 0,'6'-7'237'0,"1"0"-69"15,-3 1-7-15,3 0-12 0,1 2-12 16,-2 1-13-16,2 0 3 0,3 0-49 0,-3 2 12 16,3 1-14-16,-11 0-4 0,17 0-18 15,-1 0 4-15,19 15-25 0,-24-8 3 0,6 8 14 16,1-1-20-16,-10 1-1 0,-2-3 6 0,-5 1-5 16,-1 0 0-16,0 1-7 0,0 1 10 0,0 4-12 15,-22 25-1-15,11-20 6 0,2-1-5 0,-5-4-13 16,-2 0-4-16,-2-4 4 0,4 1 0 15,0-6 3-15,4 0 11 0,4-5-11 0,-2 2 6 16,3-5 2-16,-1 3-2 0,5-2-10 16,1-3 2-16,-5 5-1 0,3-2-6 0,1-3-2 15,1 1-2-15,0-2-2 0,3 1 4 0,0-3-6 16,0 2 0-16,8-3-21 0,-4 4 27 16,16-10-32-16,3 6 24 0,-1-1-2 0,-5 0 10 15,7 1-42-15,-5 4 10 0,-14 0 28 0,6 0-21 16,2 0 15-16,-6 0 22 0,6 0-19 15,17 20-2-15,-14-8 23 0,-10 0 4 0,-1 0-35 16,-6 0 36-16,-2-4-19 0,0-8 21 0,0 8 21 16,0 3 5-16,-18 22 9 0,6-14 1 15,-4 4 30-15,-3-11-22 0,-2 9-11 0,-1-7 10 16,-1 3 10-16,-3-6-5 0,3 6-17 0,4-6-5 16,-4 4-2-16,-2-2 3 0,8-7-2 15,-1 0-11-15,9-2 8 0,-2-1-11 0,3 1-27 16,-2-4-22-16,3 1-13 0,7-1-27 0,0 0-40 15,-12 0-52-15,12 0 14 0,0 0-102 16,-11 0-132-16,-1-18 2 0,12 12 25 0,3 0-47 16,2 1 43-16,-1-1 10 0</inkml:trace>
  <inkml:trace contextRef="#ctx0" brushRef="#br0" timeOffset="-576.903">1533 500 283 0,'2'6'264'0,"-2"2"-20"0,2 0-52 0,-2-1-47 15,0 3 3-15,0-3-16 0,0 9-15 16,0 1-9-16,0 2-12 0,0 3-11 0,0 1-7 16,0 2-4-16,0-5-15 0,0 3-33 0,-18 19-19 15,13-26-60-15,1-1 6 0,4-4-125 0,-3-4-185 16,1 0 23-16,2-6 20 0,0-1 43 15</inkml:trace>
  <inkml:trace contextRef="#ctx0" brushRef="#br0" timeOffset="216.672">2714 302 310 0,'0'8'260'16,"0"-1"-26"-16,2 3-43 0,-4-1-15 15,2 2-45-15,-5 12-16 0,5-13-2 0,0 1-10 16,0 4-6-16,0 5-25 0,0 0 10 0,0-1-5 15,0-2-11-15,0-4-66 0,0 2-26 16,0-2-13-16,18 27 4 0,-15-23-101 0,-3-3-112 16,0-14-84-16,0 11 10 0,0-11 26 0</inkml:trace>
  <inkml:trace contextRef="#ctx0" brushRef="#br0" timeOffset="797.329">3093-20 768 0,'14'-18'255'0,"-1"-1"-18"0,5-2-40 16,4 3-29-16,-2-1-19 0,5 1-8 15,-4 5-24-15,3 0-5 0,-2 1-14 0,2 1-7 16,-4 7-3-16,2-3-26 0,-4 4-12 15,-18 3-4-15,14 0-4 0,3 0 4 0,20 27-12 16,-23-11-4-16,0 3 9 0,-1-2-8 0,-5 6 3 16,-2 1 5-16,-3 1-16 0,-3-11 6 0,0-14-7 15,0 21-1-15,0 1 3 0,-20 25-14 16,16-29 0-16,4-2 5 0,-8-6-8 0,8 2-3 16,-6-5 0-16,1 0-1 0,-1-1 5 0,3-1-21 15,-3 2 13-15,-2-5 2 0,1 3-12 16,-1-1 18-16,2-3-12 0,1-1 8 0,2 6-11 15,-3-6 1-15,1 0-23 0,2 1 14 0,3-1-6 16,0 0 1-16,0 0-15 0,0 0 11 16,-3-7 5-16,8 7 7 0,1 0-18 0,2-1 13 15,0 1 6-15,4-2-8 0,-2 2 5 16,1-1 2-16,2 1-24 0,-13 0 28 0,15 0-9 16,6 0 21-16,17 22-18 0,-21-8 11 15,-1 0-1-15,-7-2-17 0,3-1 4 16,-6 1 10-16,2-1 16 0,-5-3-13 0,0 2-1 15,0-3 19-15,2 4 3 0,-5-11 5 0,0 0-3 16,0 17 15-16,-22 18-6 0,11-19 19 0,-3 3-16 16,-2-2 21-16,-3-2-17 0,-3-7 14 15,0 4-17-15,-1-1-8 0,-2-1 8 0,1-4-15 16,4 2-19-16,-9-3-7 0,9-2-13 16,4-2-21-16,-1 1-22 0,4 2-29 0,4-4-25 15,1 0 11-15,8 0-195 0,0 0 21 0,-11 0 23 16,11 0-90-16,-18-18 54 0,18 7-14 0,0 1 15 15</inkml:trace>
  <inkml:trace contextRef="#ctx0" brushRef="#br0" timeOffset="1389.48">3705-485 480 0,'20'-28'252'0,"1"5"-55"16,6 4-39-16,-2 0-22 0,2 6-31 16,-5 1 7-16,-1 7-17 0,1-1-1 0,2 1-4 15,-9 5-34-15,-15 0 1 0,16 0 2 16,24 28-2-16,-20-11-18 0,-4 1 13 0,-3 4-26 16,-5 1 24-16,-2 7-26 0,-3 2-11 15,2-2 7-15,-5 4 9 0,0-16-9 0,0 7-2 16,0 2 9-16,0 5-33 0,-16 31 25 0,16-30-13 15,-3-3 4-15,3-13 3 0,0 6 5 16,0 1 11-16,0 4-25 0,25 21 12 0,-11-25-9 0,5-4-7 16,0-1-3-16,5 0 11 0,-2-5-1 15,0-3-7-15,3-3 9 0,-1-2 8 16,-5-5-7-16,-3-1-10 0,-2 4 3 0,-14-4 17 16,13 0-30-16,-4 0 7 0,-9 0-12 0,26-21 24 15,-20 16-22-15,-3 1 35 0,2-3 25 16,-4 2-2-16,4 2-6 0,-5-3 5 0,2 1 2 15,-4 0-2-15,4 3-8 0,-2-5 5 16,-2 7-24-16,-3 0 6 0,5 0 6 0,0 0-10 16,-1 3-21-16,-2 3 17 0,3 0-4 0,0 0 4 15,3 4 3-15,5 11-3 0,4 5-11 16,-2-8-12-16,4 7 2 0,0-1 18 0,-1-1-7 16,1 1-3-16,0-1 2 0,2 6-5 0,2 1-2 15,-9 2 16-15,1-2-5 0,-1 4 9 16,-1-1-9-16,-2 3-4 0,-4-3-1 0,-2-14-6 15,0 12 20-15,0 1-4 0,0 5 16 0,-25 39-3 16,15-37 1-16,-9-3-8 0,3-2-4 16,-4-1 21-16,-2 0-19 0,-4 2 13 0,-2-4-34 15,-4 0-40-15,-4 1-49 0,-4 1-34 0,-2-3 12 16,-1-6-206-16,2 1-72 0,-8-3 13 0,2-6 28 16,-2-2 25-16,-4-7 13 0,-3-3 15 15</inkml:trace>
  <inkml:trace contextRef="#ctx0" brushRef="#br0" timeOffset="3408.091">7838 690 574 0,'1'-2'266'0,"1"2"-45"16,1-1-11-16,-3-3-26 0,3 3-23 16,-1 0-19-16,1 1-30 0,-2 0-4 0,-1 1-19 15,2 4-17-15,1 2 10 0,0-2-13 0,-3 2-1 16,2 7-3-16,3 12-16 0,1-3 1 15,-3 2-8-15,7-10-11 0,-10 0 0 0,3-5 3 16,0-2-5-16,0-3 6 0,-3 1 22 16,2-1 18-16,1-2-5 0,-3 1 13 0,1 1 3 15,-2-8-7-15,-2 1-16 0,-2-2-14 16,-1 1 20-16,3-6-40 0,-1-19-18 0,-8 2-10 16,2-7-13-16,5 3 3 0,5-4-3 0,0 18 5 15,0-8-15-15,19-28-5 16,-7 26 4-16,-8 2 2 0,10 4-5 0,-4 6-5 0,7 1-7 15,-6 4-5-15,0 0 13 0,2 7 6 16,1-4 6-16,1 6-11 0,-15 0 3 0,9 0-2 16,10 0 2-16,22 23 6 0,-17-8-4 0,-2-1 0 15,2 7 15-15,-2-4-14 0,-5 4 13 16,2 0-2-16,3 0-2 0,-3 0 9 0,-3-3 14 16,3 1-23-16,-5-2 9 0,4-4 1 15,-6-2-2-15,1-2 0 0,0-7 1 0,-2-2-8 16,3 4 12-16,-14-4-2 0,19 0-7 0,28-23-28 15,-22 5 21-15,2 3-2 0,-5-4 6 16,2 1-27-16,-6-4 20 0,-1 0 4 16,-1 0 22-16,-7 0-23 0,2 0 17 0,-9 8-12 15,-1 2 27-15,3-3-4 0,-4 15 20 0,0-8-3 16,0 8-9-16,0-15 6 0,0 15 9 0,0-11-1 16,0 11-8-16,0-7-7 0,0 7-14 0,0 0 3 15,0 0-2-15,-13-14-4 0,11 16 6 16,-1 3 9-16,3-2-19 0,-1 2 7 15,-1 5-15-15,2-2 21 0,0 3-13 0,3 16 5 16,-3-14-20-16,13 25 9 0,0-12-2 0,-7-6 4 16,5 3-21-16,3-4 11 0,4 2-8 15,-3-5 12-15,0-5-16 0,-1-4 10 16,-2-3 4-16,1-3 4 0,-13-1-3 0,11 0 2 16,24-19 6-16,-16 9 1 0,1-4-8 0,1-5 13 15,-7 2 2-15,-4-5-1 0,-2 4-11 16,1-8 19-16,-7 7 11 0,-2 1 2 0,0 18 19 15,0-18-4-15,-19-20-9 0,4 21-10 0,-5 4-8 16,-4 3 19-16,-1 7-9 0,-4-4 13 0,6 7-30 16,5 0 6-16,-5 0 6 0,1 0 5 15,1 0-6-15,5 0-20 0,2 0-23 0,1 0-18 16,13 0-18-16,-14 0-12 0,14 10-36 0,-19 5 11 16,18-12-47-16,2 1-50 0,1-3-112 15,4 3-43-15,0-4 32 0,2 0 17 0,3 2 10 16</inkml:trace>
  <inkml:trace contextRef="#ctx0" brushRef="#br0" timeOffset="3551.006">9042 442 813 0,'3'1'248'0,"-3"2"-44"0,0-3-44 0,0 0-21 15,-3 1-65-15,0-1-42 0,3 2-5 0,0-4-165 16,-7 2-167-16,3-1-23 0,1 1 12 0,-1-4-1 15</inkml:trace>
  <inkml:trace contextRef="#ctx0" brushRef="#br0" timeOffset="4506.097">10240 248 380 0,'-6'0'204'0,"-4"3"-25"16,1-2-30-16,-10 8-19 0,1 1-34 15,2 6-13-15,2-1-1 0,3 7-2 0,2 1-7 16,2 2-33-16,0 1 26 0,0 1 11 0,7-6-27 15,0-8 2-15,0 7-18 0,19 18-25 16,-9-13 10-16,1-17-13 0,4 8-34 0,0-10 39 16,8 6 0-16,-23-12-2 0,24 0-1 15,25-18 2-15,-25 6 0 0,-2-6-17 0,-1 3-8 16,-4-3 41-16,-3-2 11 0,-4 2-46 16,-3 2 73-16,0 0-5 0,-7 3-7 0,0 13-6 15,0-11 13-15,0 11 0 0,-24-35-6 0,10 19-8 16,-3 4 6-16,-1 5-17 0,7-1 9 15,2 1-12-15,-4 4 5 0,8-3-16 0,-1 2-17 16,4 3-23-16,-6-2-3 0,8 2 1 16,0 1 2-16,0 0-25 0,0 0-24 0,21-12 16 15,7 1 10-15,1 1-21 0,-1-5 30 0,2-2 15 16,3 0-41-16,-4-1 2 0,6 1 18 16,-2 1 54-16,-11 2-23 0,-9 9 25 0,-2-9 7 15,-2 6 3-15,-1 1 36 0,-2-2 31 16,1 3-2-16,-4 3 20 0,2-2 19 0,-4-1-10 15,7 5-3-15,-8-2-43 0,5 3 12 16,-4-4-28-16,4 4 5 0,-2-2-20 0,-3 0-11 16,2 2 10-16,-2 0-2 0,0 0-17 0,11 15 13 15,2 11-8-15,2 3-11 0,0 1 4 16,-1 4-15-16,-1 9-5 0,1-5 10 0,-2 13-5 16,-4 1 7-16,3 4-7 0,5 2-8 15,-2 5 17-15,1 0-3 0,-1 1 18 0,6 2-24 16,-2-4-8-16,-4 1 23 0,2 1-23 0,1-8 6 15,5-1 15-15,0-5 5 0,-1-4-45 16,1-9-10-16,3 0-8 0,4-5 8 0,4-12 2 16,3-6-15-16,2-3-2 0,-20-11-3 15,7 0-15-15,35-25 22 0,-33 6 5 0,-10-3-20 16,-2-12 30-16,-8-4 3 0,0-2 8 0,-7 22 17 16,-29-41 7-16,12 21 12 0,-15 2 15 15,-2-1 5-15,-9 7 6 0,-8-3 16 0,2 0-10 16,2 0 1-16,-2 11 22 0,-2 3-17 15,7-2 19-15,-2 3-33 0,10 1-8 0,1 1-11 16,5-1 21-16,8 1-44 0,5 7-31 0,-1-2-21 16,7-1-18-16,11-2-21 0,0 6-43 15,35-29 14-15,0 12-117 0,7-8-204 0,15-3 50 16,3-4 34-16,7-3 19 0,-1 5 52 0,-6-6-41 16,-5 8 52-16</inkml:trace>
  <inkml:trace contextRef="#ctx0" brushRef="#br0" timeOffset="5491.494">12573 402 425 0,'-24'12'244'15,"-1"2"-61"-15,-1 5 13 0,-2-1-45 0,4 4-5 16,0 1-35-16,-2 0-6 0,13-2 4 0,-3 1-16 16,7 7-17-16,-1-2-13 0,9 2 4 15,1 4-8-15,0-21-20 0,0 9 23 0,20 23-15 16,-10-24-11-16,7-2-11 0,0-3 11 16,7-5-16-16,-5-5 4 0,5 2-5 0,-15-7 9 15,7 0-12-15,3 0-6 0,28-30 10 0,-20 16-10 16,-3-9-7-16,0-1 7 0,-5-4 15 0,-3 7-5 15,-2-10-20-15,-3-1-11 0,-6 7 28 16,-4-2 8-16,-1 12-5 0,0-4 12 0,-17-16 0 16,12 18-4-16,-9 1 9 0,1-1-10 0,-1 6 10 15,3 3-20-15,3 1 11 0,0 1 3 16,3-1-10-16,1 4-18 0,0 1-32 0,1 0-2 16,0 1 8-16,3 1-11 0,0 0-21 15,3 0 6-15,4 0 15 0,0 0 11 0,22 1-23 16,3-1 24-16,-14 0 4 0,13 0-23 0,52-20 11 15,-40 12 7-15,4-3-12 0,2 4 15 16,2-3 1-16,1 3-23 0,-1-5-3 0,-2 4-10 0,-2-4 5 16,-1 4-31-16,0-4 13 0,-10 5 8 15,-4 2 61-15,-7-3 25 0,-12 0-3 16,-4 6 9-16,-7-3-4 0,-2 5 16 0,0 0-19 16,-19-3 7-16,4 5-9 0,-19 4 15 0,16-6 8 15,-34 13-10-15,14 0 0 0,0 3-8 16,-1 0-5-16,7 2 1 0,4 2-11 0,-1-2 1 15,4 4-3-15,1 1-6 0,4-2 8 16,7 0-2-16,4 3-6 0,9-1 6 0,-4 5-5 16,4-17 5-16,0 0-5 0,19 28-3 0,-4-21-4 15,4-4-1-15,0-3-11 0,11-4 19 16,-2-6-2-16,-14-1-4 0,7 0 8 0,31-27-11 16,-25 14 15-16,-10-8-21 0,9-1 12 15,-6 2 15-15,2-4-5 0,-9-6 7 0,-5 2-3 16,-7-5 5-16,-1 14 5 0,0-11-9 0,0-7 3 15,-17-45-16-15,7 35 15 0,1 2 13 16,0 1 20-16,-3 7 35 0,3 3-22 0,-4 2 8 16,1 8-10-16,4 4 31 0,1 4-27 15,4 2-5-15,-1 6-22 0,2 2-3 0,-6-1 27 16,8 7-17-16,0 0-7 0,-5-5-22 0,4 11-7 16,-2 1 3-16,-4 17-13 0,4 8 28 0,2 6-13 15,1-19-19-15,0 10 18 0,0 7-9 16,20 47-40-16,-6-40-6 0,4-5 3 0,2-6-29 15,6 0-16-15,11 0-10 0,3-1-37 16,4-10 14-16,5-3-19 0,5-1 14 0,-7-10-48 16,9-5-8-16,-29-2-13 0,15 0-18 0,50-26 2 15,-43 10-20-15,-2-7 10 0,-4-5 40 16,-8 7 74-16,-5-9 40 0</inkml:trace>
  <inkml:trace contextRef="#ctx0" brushRef="#br0" timeOffset="5864.029">14012 283 1089 0,'13'-35'27'0,"-7"0"-2"0,-6 20 82 15,0-5-43-15,-15-26 35 0,-6 28 1 0,-1-1-24 16,1 10 4-16,-7 4-1 0,-1 0-1 15,18 5 1-15,-3 0-11 0,0 0-5 0,0 0-5 16,-16 27-2-16,9-14-35 0,2 6-10 16,10 0-8-16,4-1 23 0,3-2-9 0,2-16 13 15,0 18-20-15,18 23 0 0,-6-22-11 0,7-2-8 16,2-5-30-16,-1-1 37 0,3-3-34 16,-3-7 6-16,-20-1 36 0,16 0 17 0,27-21-32 15,-23 2 18-15,-4-5 7 0,1-7 23 0,-2 0-18 16,-9-7-2-16,-3-4 28 0,-3 17 16 15,0-12-1-15,-17-40-11 0,6 32 2 0,-5 0 7 16,-2 6 21-16,-1-3 1 0,0 8 43 16,4-3 3-16,-6 5-30 0,2 5 27 0,5 3-45 15,0 4-10-15,4-3 17 0,-1 9-33 0,5 4-8 16,3 2-20-16,-4 8 33 0,7 0-22 16,0 0-20-16,-1 20 17 0,2 15 7 0,-1-14-13 15,0 14-20-15,21 49-7 0,-12-31 10 16,6 3-12-16,2 0-21 0,-3 2-17 0,8 1-26 15,-1-3-35-15,3 0-34 0,1 3-33 0,5-8 17 16,0-3-158-16,2-2-116 0,5-7 18 16,3-11 64-16,-2-5 4 0,8-10 22 0,-2-9 15 15,5-2 6-15</inkml:trace>
  <inkml:trace contextRef="#ctx0" brushRef="#br0" timeOffset="7357.427">15553 154 368 0,'-6'-3'272'0,"-2"1"-65"16,-5 0-8-16,-1 2-12 0,-21 0-27 0,20 0-28 16,-12 0-7-16,-3 0-9 0,-38 22-20 15,35-11-8-15,4 5 4 0,-1-2-34 0,5 5 8 16,3 3-5-16,4 2-9 0,1 0-13 0,6 0-29 15,1-1 1-15,9-6 10 0,-1-1-22 16,2-16-23-16,0 12 35 0,21 22-11 0,-7-19-20 16,0-2-1-16,4-5-12 0,7 0 32 15,-6-7-33-15,-19-1 16 0,24 0-9 0,20-17 31 16,-19 4-8-16,-1-2-14 0,-4-4 12 0,-1-4 15 16,-4-3 11-16,-1-4-5 0,-8-3 9 0,-3 0 9 15,0-3 10-15,-3 16-1 0,0-8 7 16,-19-44-2-16,10 36 32 0,-4-7-18 0,-2 9 9 15,-3-1 1-15,2 3 23 0,-3 0-21 16,4 0-8-16,-4 8-1 0,3 4 6 0,2-6 7 16,4 13-37-16,4 1-3 0,-2 1-11 0,3 5-4 15,4 4-11-15,-3-4 14 0,4 6-2 16,0 0 0-16,0 0-9 0,-8 20 12 0,15 4-32 16,-7 8 28-16,0-15-7 0,0 10-14 15,20 41 9-15,-10-28-14 0,4 0-28 0,3 2-2 16,-1-9-10-16,5 0 1 0,-1-3-1 0,1-4-28 15,7 4 2-15,-4-8-3 0,1 0 12 16,-1-5 12-16,1-6-14 0,-3-3-17 0,-1-4 19 16,-21-4-37-16,22 0 32 0,24-26-32 0,-27 9 20 15,1-3 6-15,-1-3-35 0,0-5 10 16,-3 2 9-16,-2 1 7 0,-4-1 58 0,-1 6 15 16,-5 3 25-16,-4 2 13 0,0 15-28 0,0-11 17 15,0 11 1-15,0-8-5 0,0 8-5 16,-21-13-13-16,18 14 20 0,-2 5-33 15,0-2 39-15,2 5 8 0,-3 17-58 0,0-9 6 16,2 10 17-16,1-1-17 0,3-14 25 0,0 7-38 16,26 20 29-16,-6-19 14 0,1-7-21 0,2-1-1 15,7 0-1-15,10-6 0 0,3-6-56 16,-15 0-1-16,7 0 6 0,56-20 6 0,-37 8 0 16,5-5-8-16,-10-3 10 0,8 5 21 15,-2-7 10-15,-6 0-28 0,-7 5 35 0,-8 0 24 16,-3 0 1-16,-4 0 36 0,-9 3 10 0,-7-1 2 15,-11 5 7-15,0 10 11 0,0 0 5 0,-24-14-28 16,11 14 10-16,-14-5 7 0,12 5-16 16,-11 0 4-16,-24 16-12 0,26-9-11 0,2-1-24 15,6 2 11-15,7 1-13 0,2 0-15 16,-1-1 16-16,7 4 25 0,1-3-15 0,0-9-10 16,0 8 23-16,17 26-30 0,-3-8 8 0,7 0 9 15,-4-1-14-15,7 1 6 0,1-7 10 16,-3 9-18-16,2 3 2 0,-3-6 3 0,4 6-34 15,-4 2 12-15,1 7 5 0,-5 0 26 16,4 1-9-16,-4 1-9 0,-6 4-11 0,2-4 31 16,-5 2 0-16,-5 4-1 0,-3-25 33 0,0 6-7 15,0 7 13-15,-26 32 12 0,11-35-13 16,-4-7 8-16,-2-4-21 0,-3-2 0 0,-1 1 10 16,-3-9-10-16,-1-5-2 0,6 0-5 0,2-7-3 15,2 0-5-15,19 0-15 0,-28-16 8 0,15 6-16 16,5-16-26-16,8 0 2 0,0 7 5 15,0-5-10-15,27-38-14 0,-10 30 5 0,7-6 9 16,4-1-18-16,7 1-3 0,3-1 5 16,-2-3-5-16,9 5 10 0,-3-4 3 0,4 2 3 15,-5 1-16-15,2 5 42 0,-3-4-8 0,-6 6-13 16,-5-1-11-16,-2 5 21 0,-4-3 9 16,-1 2-1-16,-4-2 28 0,-2 4-5 0,-7 1 3 15,-3 5 8-15,-4 2 11 0,-2 18-14 16,0-14 7-16,0 6-4 0,0 8-2 0,-17-18 6 15,6 14-10-15,3 4-6 0,-2 2-11 0,-1 2 2 16,-6 8 5-16,-5 0-11 0,-2 4 11 0,3 3-12 16,10 5 6-16,0-4-11 0,3 0-14 15,8 0 15-15,0-20-22 0,0 21-31 0,29 20-4 16,-7-24 1-16,5-1 24 0,6 0 4 16,-3-5 2-16,6-5-16 0,5-6 3 0,-18 0-34 15,5 0-9-15,10 0 9 0,35-25 27 0,-32 13 7 16,-5-7-18-16,4 1 10 0,-9-5 12 0,-4 1 3 15,-6-3 4-15,-6-1 4 0,-4 1 45 16,-4-1 16-16,-7 14 29 0,0-6 9 0,-18-20-8 16,4 16-6-16,0 4-14 0,-3 3 32 15,-9 4 0-15,6-1-11 0,2 6-8 0,-2-1 10 16,6 7-35-16,14 0 16 0,-11 0-33 0,11 0 24 16,-24 14 2-16,19-8-4 0,3 0-40 0,4 0-10 15,0 2 19-15,17 10-16 0,3-6-4 16,-2-1-10-16,9-8-40 0,6 1 21 0,1 0 7 15,-17-4-25-15,8 0 6 0,1 0 7 16,34-20-16-16,-31 10-9 0,-2 2 18 0,-9 1 9 16,-1 2 4-16,-6-1 93 0,-2 2 19 0,-11-2-15 15,6 3-2-15,-6 0 12 0,-1 2-7 16,-1 1-14-16,-4 1 9 0,0 2-7 0,-1-1 1 16,-9 9-31-16,-1 5 19 0,6-5 1 15,2-2-9-15,5 3 2 0,0-3 5 0,4-9-40 16,0 10 29-16,26 16-4 0,-3-10-17 0,11-6 31 15,9-6-12-15,9 3-5 0,5-7-9 0,-5 0-34 16,-23 0-4-16,20 0 4 0,66-15-118 16,-49 7-127-16,-1-2-74 0,-2 2 23 0,-1-3-38 15,-11-4 14-15</inkml:trace>
  <inkml:trace contextRef="#ctx0" brushRef="#br0" timeOffset="8602.196">19013 149 406 0,'0'5'286'0,"0"-4"-48"15,3 0-40-15,-3 1-33 0,5-1-18 16,-4 2-19-16,1 1-6 0,1-1-41 0,0 1-1 16,4 7-7-16,4 8 2 0,4 2-21 15,0 2 16-15,0-2-17 0,3 3-2 0,-10 2-7 16,8 3-7-16,-1-4-3 0,3-2 2 0,-4-4-20 16,0 2 15-16,-7-5-4 0,0-6-7 0,0-1-14 15,1 0 17-15,-2-6-1 0,-3-1 22 16,0 1-4-16,-3-3 0 0,0 0 6 0,0 0-5 15,11-17-12-15,-8 7 0 0,7-17-7 16,-4 0-10-16,2-2-15 0,3 2 2 0,-3 1 17 16,3 4-10-16,-6 3-7 0,0 5 13 15,3 0-3-15,-7 7-6 0,4 2-6 0,-5-2-7 16,3 3-5-16,2 1 9 0,-2 2-27 16,3 1 19-16,1-3 0 0,4 3-8 0,-11 0-32 15,22 0 23-15,2 0 2 0,7 0 3 16,5 0-15-16,-1 0 1 0,2 0-21 0,40-22 28 15,-44 15-26-15,2-4 23 0,1 4 15 0,-7-3-7 16,-2 0-14-16,-5-1 15 0,-2-1-9 0,-13 2 52 16,1 0 2-16,-8 4-9 0,1-4-14 0,-1 10-2 15,0 0 22-15,0 0 12 0,-16-22-1 16,5 20-7-16,2-1 2 0,-4 3 0 0,-17 3-23 16,16-3-7-16,-7 0 31 0,-1 0-3 15,2 0-23-15,-20 21-9 0,24-7 9 0,5-2 15 16,3 11-18-16,5-9 22 0,-1 4-8 0,4-18 2 15,0 19-15-15,18 25 2 0,-3-25-27 16,5-2 12-16,1 6 12 0,-2-8-7 0,6-2 0 16,2-1 3-16,-3-8-19 0,4-1 3 15,1 1 11-15,-17-4-5 0,9 0-35 0,1 0 29 16,25-27 9-16,-25 11-12 0,-1 3-21 0,-1-5 22 16,-5-3 13-16,4 2 1 0,-8 0 2 0,-7 0 12 15,0 1 10-15,-4 10 12 0,0-5 6 16,0 3 11-16,0 10-7 0,0 0 2 0,0-14 13 15,0 14-13-15,-16-20-6 0,14 19-19 0,-3-3 1 16,2 8-3-16,-1-3 9 0,2 5-14 16,0-1-18-16,4 2 22 0,-2 5 5 0,2-2-8 15,2 15-22-15,7 3 24 0,2-7 13 0,1 1-52 16,5-4 22-16,2-4 0 0,7-5-5 16,2-2-12-16,3-4 33 0,-15-3-21 0,13 0-6 15,41-19 16-15,-31 9-42 0,-3-5 18 16,-5-3 11-16,2-9-19 0,-5 2 45 0,-4-9-5 15,1 1-1-15,-5-4-11 0,-6-3-1 0,-2 3 30 16,1-4-13-16,-6 0 27 0,1-1 16 16,-4-1 5-16,-4 0 23 0,-2 24 1 0,0-8-4 15,0-2-7-15,0 3-4 0,0 0-8 0,-21-14 2 16,15 32-16-16,1-3-9 0,0 6 1 0,-3 5-15 16,4 6 9-16,0 0-19 0,-8 13 11 15,5 2-1-15,6 7-5 0,1-12-20 0,0 10 19 16,0 7-7-16,0 3-4 0,25 41 4 15,-12-37 2-15,-1 2-14 0,4-3-24 0,-2-4 21 16,1-2-14-16,-1-1-5 0,-3-6-2 0,-2-2 5 16,-1-3 4-16,2-7 16 0,-5-2-27 0,1-3 24 15,-1-2-7-15,-1-5-10 0,1 0-3 16,-5-2 28-16,0 0-20 0,11 0-2 0,-11 0 20 16,41-21 17-16,-25 14-28 0,-6 0 30 15,1 2-15-15,-2 1 13 0,-4 1 13 0,3-3-9 16,-2 6-8-16,-6 0-28 0,0 0 18 0,0 0 14 15,13 0-2-15,4 18-10 0,-11-11 2 0,1-3 4 16,-1 0-35-16,10 14-13 0,-2-7 4 0,-1-3-118 16,-7-6-146-16,8-1-55 0,-14-1 29 15,0 0 39-15,27-24 26 0</inkml:trace>
  <inkml:trace contextRef="#ctx0" brushRef="#br0" timeOffset="8759.098">20688-145 643 0,'-8'0'170'0,"2"-1"-43"15,3 0-6-15,1-4-36 0,5 4-11 0,4-3-101 16,13-3-44-16,2-7-106 0,4 2 12 0,2-7 10 16,-3 6-120-16</inkml:trace>
  <inkml:trace contextRef="#ctx0" brushRef="#br0" timeOffset="9448.676">21169-186 265 0,'-19'20'231'0,"9"1"-87"0,1 4-3 0,5-6 7 0,3 7-59 16,1-26 24-16,0 19-43 0,28 25 32 15,-7-25-10-15,-2 0-11 0,11-1-22 16,-2 1 15-16,1-7-34 0,-4-3 16 0,-1 2-11 16,-2-4 12-16,6-7 5 0,-28 0-28 15,22 0 26-15,1 0-24 0,24-25 0 0,-25 11 6 16,-5-5-30-16,-2 1 32 0,-6-2-26 0,5-2-21 16,-9 5 25-16,-2 0-12 0,-3 0 14 15,0 17-19-15,0-15-7 0,0 4 32 0,-15-16-7 16,0 11-12-16,1 6-14 0,1 3 33 0,-7-3-13 15,-1 7-10-15,6 3 10 0,15 0-1 16,-12 0-7-16,3 0 9 0,-12 14-23 0,7 2 11 16,5 0-2-16,-1 4-4 0,9-3-1 15,1-17 10-15,0 19-4 0,0 2 10 0,25 28-17 16,-8-29 9-16,4 1-3 0,1-5-1 16,6-2-10-16,6-5 21 0,0-7 5 0,6-2-17 15,-23 0 23-15,39-18-18 0,-17 6-9 16,-1-4 15-16,-3-6 5 0,-2 2 6 0,5-4 10 15,-6-6-19-15,-1 1 3 0,-4 4 11 16,0-5-2-16,-3-1-14 0,-4 1-10 0,-1-5 16 16,-8 6 12-16,0 0 0 0,-9 7 4 0,-2 13 2 15,0-5-17-15,-22-11-5 0,12 13 2 0,-10 0-15 16,1 5 18-16,4 4-10 0,3-1 3 16,4 4 0-16,8 0-25 0,0 0 15 0,0 0-1 15,-21 14-7-15,21-3 10 0,5-3-5 16,-2-1 4-16,21 16-10 0,-7-1 13 0,4 1-11 15,1-3 9-15,-1 3-7 0,5-1-11 0,-3-4 17 16,2 1 7-16,-5 0 4 0,-4 0-13 0,0 0 0 16,-3 7-5-16,-4-2-9 0,-9-11-38 15,0 12-41-15,-28 34 9 0,-1-22-172 16,-5-4-140-16,-8 0 19 0,-2 1 23 0,-8-5 23 16,-6 1 23-16,-1-4 7 0</inkml:trace>
  <inkml:trace contextRef="#ctx0" brushRef="#br0" timeOffset="10403.314">16854 1883 448 0,'-13'-5'291'0,"5"1"-17"15,-1 3-13-15,1-2-50 0,2-1-34 16,-2 1-21-16,-3 2-14 0,1-1 3 0,-15-6-24 16,4 8-5-16,21 0-20 0,-22 0-10 0,-5 0-20 15,-25 22 7-15,24-10-28 0,1 4 17 16,-3 0-9-16,3 3-15 0,5 2-12 0,1-3-4 15,1 6-7-15,1 1-9 0,2 1 19 16,5 0-4-16,0 4-13 0,7-4 8 0,0 0-16 16,5-12-8-16,0 5 2 0,0 4-4 0,19 23-12 15,-3-22-4-15,0-2 1 0,3-4-2 0,3 3-12 16,3-9 8-16,4-1-8 0,1-7 3 16,-8-4 14-16,-6 0 2 0,7 0-14 0,30-20 20 15,-28 10 14-15,-1-3-14 0,-5-6 1 0,-4 1-8 16,-2-6 24-16,3 2-3 0,-5-5 15 15,-8 3-19-15,2-2 22 0,-5 4 23 16,1 7-14-16,-1 15 13 0,0-19-5 0,0 0 12 0,0 5-7 16,0 2 16-16,0-1-9 0,0 13-21 15,0-11-10-15,0 11 3 0,0-8-13 0,0 8-22 16,0 0 4-16,-6-15-2 0,6 18 3 16,6 0 2-16,2 1 6 0,-3 3-12 0,12 6-6 15,4 4-3-15,-4-4 1 0,1 0 5 16,2 0-16-16,-1-6 12 0,5-1 3 0,-5-1-14 15,-3-2 8-15,1-3 7 0,-17 0-5 0,22 0 13 16,27-19-18-16,-20 2 12 0,-6 1 16 0,-1-5-14 16,-4 2-9-16,2-6-4 0,-2 1 35 15,-7-1-16-15,-3-4 10 0,1 6 6 0,-2-2 2 16,-7 9 7-16,0 1 1 0,0 15-6 16,0-8-5-16,0 8 6 0,0-10 10 0,0 10-8 15,0-11-30-15,0 11-1 0,0 0-23 0,-12-15 26 16,9 19-6-16,6 3 18 0,-6 1-21 0,3 0 19 15,0 4-27-15,0 1 7 0,0 2 0 16,0 7 4-16,22 30 5 0,-9-22-31 0,1-3-6 16,1-8-18-16,5 1 30 0,-1-5 21 15,5-1-18-15,-2-14-3 0,5 0 4 0,-13 0 3 16,8 0-17-16,30-28 15 0,-26 12 5 0,-3-3 0 16,-1-6 5-16,-6 1-44 0,-2-4 8 0,-6 4 69 15,-1 0 16-15,-7 5 27 0,0 19-7 16,0-15 12-16,0 3-3 0,-21-20-23 15,7 24 3-15,0 3 0 0,4 0 1 0,-1 5 2 16,2 0-21-16,9 0-1 0,0 0 4 0,-35 22-23 16,21 0 4-16,12-5 20 0,-1 0 2 15,3-17-16-15,0 21-24 0,28 17 6 0,-9-16-4 16,8-5-6-16,3-4 8 0,2-3 0 16,12-3-84-16,3-6-51 0,-26-1-114 0,12 0-45 15,37-26-15-15,-28 14 14 0,-7-8 8 0</inkml:trace>
  <inkml:trace contextRef="#ctx0" brushRef="#br0" timeOffset="11382.003">18317 1735 310 0,'4'0'148'0,"7"0"-13"15,-7 0-20-15,9 0-52 0,-2 0-8 16,-6-2 54-16,4-1-9 0,12-5-36 0,-5-3-17 16,-2 5-5-16,-5-4-4 0,-4 1 39 0,0 0-4 15,-2 3-15-15,-1-4-22 0,-2 10 38 16,0 0 13-16,0-12-34 0,0 4-1 0,-18-10 15 16,12 14-10-16,0-1-36 0,-2 0 38 0,-3 1-17 15,3 1-20-15,-2 0 13 0,2 3 12 16,-1 0-27-16,9 0-3 0,0 0 12 0,-11 0-52 15,-11 27 26-15,12-9 2 0,7-2-15 16,1-4-2-16,2 4-21 0,0-16 25 0,0 23 24 16,0-4-21-16,26 21 1 0,-15-23-49 0,0-6 36 15,13 5-27-15,-9-8 36 0,4 4-30 16,-3-5 47-16,-3-7-57 0,-13 0 46 0,16 0 7 16,23-21 10-16,-20 11-35 0,6-9 13 0,-4 6-14 15,-4-1-11-15,7-3 8 0,-3 4 47 16,-4 1-12-16,-1 1-9 0,0 1-10 15,-2 4 9-15,-6 0-14 0,1 3 10 0,-3 1 4 16,2 0-9-16,0 1-20 0,-8 1 31 16,0 0-9-16,19 0-1 0,0 0 1 0,24 23 10 15,-27-16-13-15,6 4 1 0,3 0 0 16,-4-4-6-16,1-3 5 0,5-1-15 0,-2 2 1 16,-11-5 16-16,10 0 0 0,-2 0 0 15,-1 0-3-15,24-19 15 0,-21 10 0 0,-2-4 0 16,-12 3-14-16,9-3 13 0,-7-1 14 0,-2 3-2 15,-5 0-2-15,2-3-12 0,-5 2 5 16,3 1 8-16,-5 1-3 0,0 2 1 0,0 8-22 16,0-12 14-16,0 12-20 0,0-11 0 0,-19-7 0 15,12 15 4-15,0 2-18 0,-1 1-1 16,1 1 3-16,-2 4 4 0,-10 4 21 0,11 3 34 16,-3-5-20-16,3 5-19 0,2-1-10 0,6 1 1 15,-2-3-8-15,2-9 1 0,0 0 2 16,16 35 1-16,-5-21-28 0,6 0 20 0,-6-7 7 15,2-3 0-15,1 3 16 0,-14-7-21 16,10 0 5-16,2 0-1 0,-2 0 33 0,29-23 1 16,-15 9-40-16,3 1 14 0,0 1 11 15,-3 0 12-15,1-2-30 0,-5 6 19 0,4 0 10 16,-2-1-1-16,-4 8-1 0,-4-3-11 0,2 4-11 16,-16 0 12-16,15 0-2 0,23 21 3 15,-20-14 2-15,4 3 0 0,-5 1-2 0,-3-4 2 16,1 9 0-16,-6-4 1 0,-1 0-1 0,-2-6 38 15,1 3-1-15,-3-2 26 0,3-6 5 16,-6 2 35-16,1-1 1 0,-2-2-3 0,0 0-14 16,0 2-15-16,0-3-3 0,-2-5 0 15,1 2-4-15,-2-3-27 0,3 0 11 0,0-3-3 16,4-19-23-16,-4 15-19 0,22-29-6 16,-3 16 15-16,4-5-20 0,-1 8 10 0,6-1 14 15,1 6-21-15,-4 0 6 0,-1 0 17 0,2 8-43 16,1 5-7-16,2-2 5 0,-9 5 1 0,-2 1 49 15,-18 2-40-15,17 0-5 0,0 0-2 16,25 28 36-16,-23-16-20 0,-2 4 36 0,-3 4-14 16,0-2 10-16,1 4-15 0,-4 1 24 0,-5 4-37 15,-3-10-50-15,2-1 4 0,-2 1-140 16,0-6-177-16,-1-3 31 0,-1-1 14 0,4-4 15 16,1-2-7-16</inkml:trace>
  <inkml:trace contextRef="#ctx0" brushRef="#br0" timeOffset="11484.984">20601 1560 574 0,'6'0'335'0,"-2"0"-49"0,0 0-49 16,1-1-56-16,-5 0-76 0,2-1-11 0,-1-6-434 15,4-1 16-15,-2-21-11 0,2-3 16 16</inkml:trace>
  <inkml:trace contextRef="#ctx0" brushRef="#br0" timeOffset="103660.186">12773 5099 642 0,'2'8'432'0,"0"2"-66"0,-2-6-48 16,0 4-42-16,3-5-32 0,-3 4 12 0,1-3-25 16,-1-3-51-16,0 3-15 0,0-1-11 0,5 1-17 15,-5-2-120-15,3 1-9 0,2-1-44 16,1-4-38-16,2-1-37 0,3 3 9 0,-1-2-199 16,13 2-113-16,3-11 30 0,-9-1 23 15,2 5 27-15,-2-5 26 0,9-7 35 0,-3 6-7 16</inkml:trace>
  <inkml:trace contextRef="#ctx0" brushRef="#br0" timeOffset="103468.711">13112 4549 878 0,'0'0'413'0,"0"0"-64"15,0 0-45-15,0 0 28 0,0 0-22 16,0 0-29-16,0 0-20 0,0 0-29 0,0 0-33 16,-21 0-18-16,21 0-28 0,0 0-8 0,0 0-17 15,0 0-27-15,0 0-43 0,0 0-12 16,0 0-33-16,0 0-3 0,0 0-103 0,0 0-29 15,0 0-56-15,0 0 16 0,-43-16-311 16,20 27 16-16,-3 1 33 0,-1-3 31 0,-1-1 9 16,-4 3 23-16,1 1-13 0,-1 2 11 0,-1-3-8 15</inkml:trace>
  <inkml:trace contextRef="#ctx0" brushRef="#br0" timeOffset="103890.044">13861 4972 642 0,'9'5'414'0,"-1"-3"-55"0,-2 6-46 15,-1-4-9-15,-3 3-15 0,-2-2-21 0,1-5-29 16,-1 8-39-16,3-5-38 0,-3 0 7 15,0-1-23-15,4 3-31 0,-4-4 5 0,0 2-9 16,1-2-26-16,2 1-1 0,-3 1-24 0,0 3-7 16,2-5-101-16,0 1-37 0,-2-2-28 15,0 5-47-15,3-1 15 0,-3-4-206 0,0 0-98 16,0 0 32-16,-7 2 30 0,3-4 24 0,2-2 44 16,0-3 23-16,6 0 12 0,0-3 7 15</inkml:trace>
  <inkml:trace contextRef="#ctx0" brushRef="#br0" timeOffset="105137.354">14720 4582 314 0,'5'3'293'16,"-6"4"-51"-16,1-2-44 0,0 5-12 0,-4 1-19 15,4 0-31-15,-1 19-22 0,1-16-17 0,0 5-7 16,0 3 0-16,0 3-7 0,0-1-14 16,0 1-23-16,0-2 10 0,0-8-10 0,0 3 8 15,0-4-9-15,0-3 3 0,0-3 2 16,0-8 32-16,0 11 16 0,0-11 28 0,0 0-37 16,0 12-19-16,1-4 17 0,-2-13-34 15,-7 2 2-15,-6-16 12 0,3 0-18 0,1-3-9 16,-1-5 3-16,3 2-30 0,7-5-3 15,-1-1 1-15,2 15-9 0,0-3 10 0,0-5-12 16,0 1-12-16,22-25-6 0,-9 24 9 0,-5 9-10 16,8-3 16-16,-4 0-18 0,1 10 11 0,-2 1 7 15,0 3-24-15,3 1-1 0,-6 1 13 16,-8 2 0-16,0 0-5 0,40 17 14 0,-26-10 1 16,-5 2 11-16,12 4-9 0,-5 1 3 15,1 1-10-15,-1 4 4 0,4-1-9 0,-4-4-1 16,0 6 1-16,1-4 5 0,1 5 15 15,1-5 6-15,-3-3-29 0,-2 1 12 0,5-2 2 16,-5-8-7-16,2 4 9 0,-2-8-12 16,-14 0-21-16,19 0 17 0,30-21-2 0,-21 4 3 15,-1 3 10-15,-3-8-18 0,1-4 21 0,-3 7-9 16,-3-5 13-16,-4 3-12 0,-4 0 17 0,0 2-23 16,-3 0 26-16,-8 3-6 0,1 2 17 15,2 0 4-15,-3 3 0 0,2 3 12 0,-2 8-7 16,0 0-8-16,0-10 9 0,0 10-1 0,0-8 1 15,0 8 3-15,0 0-25 0,0 0 17 16,-6-16-27-16,6 18 3 0,-5 3 3 0,3 0-4 16,1 7 23-16,-1-5-22 0,-4 22 3 0,1 1 11 15,-3-3-11-15,3 5-12 0,4-4 20 16,-4 0-11-16,5-6 15 0,0-11-7 0,0 7-2 16,0-2-13-16,24 16 15 0,-8-16-14 0,-2-2-4 15,5-9 10-15,-3-2-29 0,4-3 1 16,-7 0 0-16,4 0-3 0,29-22 2 0,-22 6 7 15,-4 2 3-15,-1-4-12 0,-8 5 14 0,-6 0-18 16,-2-2 22-16,2 3 8 0,-5 12 15 16,0-13-7-16,0-8-4 0,-33-19 11 0,11 25 3 15,-7-10-13-15,-2 13-10 0,-9 0 12 16,5 1 6-16,-6 6-8 0,6-2-1 0,5 3 0 16,2 3 32-16,7-1-28 0,7 0 1 0,1-1-5 15,1-1-10-15,7 2 8 0,0 1-13 16,5 1 6-16,0 0 22 0,0 0-19 0,34-11-8 15,-9 1 8-15,10 1-3 0,4-5-4 0,-1 2 19 16,2-6-19-16,2 3 3 0,-1-3-8 16,0 0-2-16,-1-4 23 0,-1 1-3 0,-5 0-8 15,-4-2 7-15,-2 1-1 0,-6-5 21 0,0-2 13 16,-4 3 5-16,-10-6 1 0,-4 2 26 16,-4 15-11-16,0-7 1 0,-23-25 14 0,7 21-1 15,-3 3 12-15,-3 1 0 0,0 3-4 0,1 1 1 16,1 3 5-16,2 2-10 0,4 6 20 15,3-2 0-15,3 2-28 0,2 2-2 0,-2 2-5 16,6-1-6-16,-3 3-13 0,4-1-3 16,-2 2-3-16,3 0-3 0,0 0-8 0,0 0-2 15,-2 18-3-15,8 6-20 0,2 0 21 16,5 6-15-16,-5 2-3 0,6 4 6 0,-1 4-5 16,-5-4 1-16,6 5 0 0,-1-2-2 0,-1-1 3 15,-1-3 11-15,7 4-2 0,-4 1 8 16,0-1-3-16,2 0-4 0,-2-4-2 0,2 1 21 15,1 3-4-15,4-5-26 0,-4-1 4 0,4-6-23 16,4 1-21-16,-6-7-6 0,6-3-34 16,-1-8 6-16,0-6-46 0,-7-2-25 0,-17-2-73 15,25 0 20-15,20-32-140 0,-25 13-93 0,-1-9 20 16,-3 2 43-16,-7-4 34 0,-4 0 3 16,-5 13 23-16,0-6 13 0,0-5 15 0</inkml:trace>
  <inkml:trace contextRef="#ctx0" brushRef="#br0" timeOffset="105323.264">15585 4246 376 0,'-11'1'442'0,"3"-2"-107"16,-2 1-53-16,9-5-44 0,-1 4-30 16,2-3-16-16,2-3-38 0,17-8 14 0,3 2-10 15,11-6-37-15,-1 1-33 0,7 3-75 0,-4-4-36 16,1 3-66-16,7 4 6 0,-8-4-208 15,8 8 22-15,-4-3-130 0,-1-1 25 0,5-2 34 16,-7 1 8-16,-3-3-4 0</inkml:trace>
  <inkml:trace contextRef="#ctx0" brushRef="#br0" timeOffset="105774.985">16889 4011 348 0,'14'19'301'15,"0"6"-58"-15,-3 2-7 0,-1 3-19 0,2 2-19 16,-2 2 17-16,1 5-25 0,-2 7-31 0,-1-5-31 16,-1 5 21-16,4 1-19 0,-2 0-8 15,5-3-34-15,-1 1 21 0,0-5-46 0,-2 1-1 16,0-2 5-16,-2-5-14 0,-2-5 13 16,1-6-16-16,-2-4 22 0,-1-3 44 0,-2-2-13 15,-3-10 102-15,0 0-25 0,0-5-32 0,-3-4-22 16,-4-2-15-16,-5-14-6 0,2-9-25 15,-4-10-24-15,3-4-10 0,-3 1-14 0,6-4-4 16,0-8-4-16,3 4-31 0,5-2-7 0,0 2 19 16,0 25-10-16,0-11 5 0,0-7-1 15,19-36-26-15,-6 37-16 0,1 6 26 0,2 3-12 16,0 2 21-16,7 3-23 0,-7 7-10 0,0 3 5 16,4 6 6-16,-4 4-6 0,-3 5 10 0,-1 1-21 15,-12 3 17-15,10 0 9 0,22 18 0 16,-15 1-2-16,-9-5 3 0,1-3 4 0,-9 3 12 15,2-1 4-15,0 0-29 0,-2-1 34 16,0-12-24-16,0 19 24 0,-24 21-24 0,10-15 21 16,-4-5 30-16,-4-3-22 0,2-1-1 0,2-1-8 15,-2-3-22-15,2-5-60 0,7-2-52 0,-3-4-49 16,14-1 16-16,0 0-243 0,-24-17-25 16,23 5 7-16,7-14 28 0,-6 12 26 0,25-38 51 15,-3 21 14-15,-1 2-20 0</inkml:trace>
  <inkml:trace contextRef="#ctx0" brushRef="#br0" timeOffset="107767.761">17505 3948 391 0,'-13'23'252'16,"12"-2"-21"-16,-4 3-53 0,5-5-25 15,0-7-18-15,0 4 2 0,0-1-48 0,29 19 3 16,-15-16 7-16,10-6 1 0,-1 0-25 0,-1-2-11 15,1-10-2-15,5 6-35 0,-15-6 25 16,6 0-10-16,18-18-9 0,-16 4-1 0,-4-3-3 16,-1-2 1-16,-3 3-16 0,-5-7 7 15,-5-2-5-15,-3 10 10 0,0-1-5 0,-19-26-10 16,2 20 3-16,-6 2-12 0,0 6 19 0,-12 1 10 16,2-1-23-16,0 3 4 0,6 3 1 15,-2 2 4-15,7 2 4 0,10 3-20 16,-3-2 13-16,6 0-13 0,4 3-4 0,5 0 17 15,0 0-24-15,0 0 20 0,0 0-21 0,-5 10 15 16,10-9 5-16,6-1-6 0,-1 0 1 0,1 0 8 16,23 0 7-16,-19 0-19 0,7 0 14 0,27-19-10 15,-21 10 1-15,-4-3-8 0,-4 0-4 16,-1 0 20-16,-3-4 10 0,-2 2-13 0,-2 1 40 16,-6 5-4-16,-3-4-7 0,0 1 7 15,-1 4-18-15,-2 7 20 0,0 0-11 0,0-14 8 16,0 14-23-16,-22-18 6 0,15 13-10 0,-4 2 2 15,5-1-3-15,-2 4-15 0,2-1-19 16,-2 2-8-16,5-1-2 0,-1 4 1 0,4 3 7 16,5-2 8-16,9 9 4 0,2 2-5 15,8 1 7-15,1 1-10 0,7-1 18 0,-4 3-12 16,4-5-5-16,0 3 17 0,-4 1-8 0,-4 0 6 16,3 2-11-16,-2-2-2 0,-9 3 3 0,1 0 2 15,-4-4 7-15,-1-1 6 0,-2 2-9 16,-1-3 20-16,-4-4-26 0,-5-4 24 0,0 0-1 15,0 2 2-15,0-10-16 0,0 0 11 0,0 0 0 16,0 11 14-16,0-11-24 0,-14 22 5 16,9-18 10-16,0 1-1 0,1-3-15 0,0-1-17 15,0-1-6-15,-3 2 11 0,7-5-15 16,-3-1-13-16,0-3 18 0,3 0-17 0,3-1 9 16,5-18 8-16,0-3-7 0,8 0-16 0,-2-5 11 15,7 0 6-15,-2 1-7 0,3 0 2 16,-2 3 11-16,-4 4 10 0,-2 1 0 0,0 1 44 15,-4 10-9-15,-4 0 37 0,-3 3-9 0,-1 2 9 16,3 0-3-16,-1 2 9 0,-2 1-24 16,-2 0 21-16,0 5-29 0,2-5-8 15,-2 5-2-15,0-3 2 0,0 4 1 0,0 0-18 16,0 4 19-16,0-3-6 0,0 2 9 0,0 5-21 16,1-5-4-16,-1 3 15 0,3 3-19 0,1-2 21 15,-1 1-30-15,-2 6 10 0,6 9 4 16,-4-5 9-16,0-1-16 0,2 6 6 15,6-4 16-15,-3 3-32 0,-8-3 9 0,4-1 5 16,-2-7 16-16,0 3 1 0,1-4-27 0,-2 4-1 16,-1-5-1-16,2 3 4 0,-1-7-1 15,-1 6-8-15,0-3 6 0,0 2 31 0,0-10-22 16,0 0 12-16,0 13-3 0,0-3-15 16,0-10 0-16,0 11 3 0,-25 22-11 0,16-19 10 15,-2-6 3-15,4-1 4 0,1 1-6 0,0-3-4 16,2-2 16-16,-2 1-27 0,1-4 19 15,2 3-11-15,-1-3-7 0,4 0-11 0,0 0 2 16,0 0 4-16,0 0-8 0,0 0-13 0,-16-19 10 16,19 15-1-16,-2-4 7 0,17-11-18 15,-6-2 9-15,4 2-16 0,6-2 9 0,-1-2 14 16,-2 4-17-16,3-2-5 0,-5-2 17 0,7 4 0 16,-5-4 13-16,2 2-18 0,4 3 16 0,-8 1 1 15,-1-2 1-15,-2 3 3 0,1 1 14 16,-6 3-2-16,-4 3 20 0,1-2 12 0,-4 3 9 15,-2-3 7-15,0 11 0 0,0 0-1 16,0 0 2-16,0-9 22 0,0 9-12 0,0-10-5 16,0 10-18-16,0-11-6 0,0 11-4 0,0 0 1 15,0 0 11-15,0-8-23 0,0 8 12 16,0 0-8-16,0 0 0 0,0 0-12 0,-13-13-8 16,13 15 13-16,0 3-1 0,2 1 8 15,-2-5-12-15,3 3-13 0,-6 4 29 0,6-4-20 16,0 3-4-16,0-2 3 0,5 2 1 0,-2-5-20 15,-1 5 6-15,5-3 0 0,-6 0 11 16,7 0-11-16,-3-1-3 0,3 0-15 0,-1-3 19 16,-1 0-15-16,-9 0-3 0,19 0-5 15,24-18 2-15,-21 9-1 0,-3-4-3 0,0-3 1 16,-5-2-2-16,0 2 14 0,-3-6-1 16,-1 1-11-16,-2-4 23 0,0 2 8 0,0-3 4 0,-7 0 0 15,2 2 3-15,1-3 30 0,-4 6 10 16,0 1 0-16,1 6 43 0,-1 14-20 0,0-14 14 15,0 3-15-15,0 11 54 0,0-13-25 16,0 2-24-16,0 11-2 0,0-12 4 0,0 12-42 16,0-10 10-16,0 10-8 0,-16-17 34 0,15 17-28 15,1 2-18-15,0 3-19 0,0 2 38 0,1 4-11 16,4 14-16-16,-5-12-18 0,16 33 51 16,-5-15-30-16,3 2-8 0,0 0 10 0,-3 0 0 15,7 3 4-15,-9-5-40 0,6-2-14 16,5-3-18-16,-6 0 2 0,5-8 3 0,-9 4 4 15,4-9 6-15,-3 0-12 0,-1-3 2 0,-4-8 7 16,2 1 10-16,-2 1-7 0,-6-4 11 0,0 0-4 16,0 0-2-16,21-23 14 0,-9 2-2 15,-4 2 11-15,-1 3 3 0,-6 0-16 16,4 4 9-16,-5 4 16 0,1-1-10 0,1 0-1 16,0 7-10-16,1-4 19 0,-3 2-9 0,1-2 3 15,-1 3-7-15,2-2-10 0,1 1-2 16,-3 3 7-16,3-2 2 0,2 0 6 0,1-1-10 15,2 1-1-15,16-5-2 0,1-4-8 0,2-1-1 16,1 0 4-16,1-4 10 0,1-3 1 16,3 0-11-16,-3-2 14 0,-1-1 15 0,-4-3-10 15,-1 3 8-15,-5-6 12 0,-2 4 0 16,-4-2 18-16,-5 1-7 0,-2 0 5 0,-5-2 16 16,-1 12-5-16,0 1 2 0,0-6 14 0,-22-21-5 15,13 20 17-15,-5 4-34 0,3 0 6 0,3 5-19 16,1 6 23-16,1 0-25 0,3 3 14 15,-3-3-15-15,1 3 9 0,5 4 8 0,0 0-25 16,0 0-6-16,-8 16 15 0,8-9-23 0,1 7 22 16,9 16-2-16,1-5-13 0,6 8-1 15,-2-3-3-15,0 8 4 0,4-4 0 0,2 2-4 16,-4-8 2-16,9 7 4 0,-3-8 0 0,-2-1-19 16,3 1-4-16,-1-3-3 0,3 1 8 15,-3-6-3-15,1-1-15 0,1-4 4 0,-3-8 0 16,5 0 1-16,-1-5-12 0,-26-1 2 15,17 0-3-15,18-19 5 0,-18 8-1 0,2-4 9 16,-5-1 4-16,-4 2-4 0,-4 0-4 0,-1 3-2 16,-4 3-6-16,-1 8-9 0,0-8-16 15,0 8 15-15,0-11-5 0,-15-7 7 0,8 15 11 16,-1-2-7-16,4 2 21 0,0 0-17 0,-2 3 16 16,6 4-22-16,0-4 13 0,3 3 8 0,2-3-13 15,1 7-16-15,10 6 35 0,6-1 8 16,4 0-8-16,2 3 41 0,0-5-7 0,-1 0-6 15,8 0 22-15,-3 0-3 0,1-6-11 16,0 5 6-16,-3-3-4 0,-1-1 13 0,-6-2 0 16,-2 0-12-16,-2 0 15 0,-7-3-15 0,-12 0-12 15,11 0-6-15,1 0-3 0,-12 0-23 16,28-17-41-16,-12 4 6 0,-5-5-123 0,-8 3-160 16,0-2 21-16,-3 17 25 0,0-16-17 15,-33-28 8-15</inkml:trace>
  <inkml:trace contextRef="#ctx0" brushRef="#br0" timeOffset="107970.638">18624 3324 858 0,'-32'7'250'15,"13"-1"-39"-15,2-5-40 0,6 4-24 0,6-5-46 16,5 0-43-16,3 0-44 0,10-5-2 15,4-3-226-15,12-8-113 0,3 4 17 0,-9 0-19 16,6-5 24-16</inkml:trace>
  <inkml:trace contextRef="#ctx0" brushRef="#br0" timeOffset="108839.104">20917 3399 543 0,'-6'0'286'0,"0"2"-36"15,-1-2-39-15,7 0-5 0,3-2-42 0,4-4-14 16,18-11-23-16,13-6-1 0,6 5-16 15,18-8-49-15,1-3-54 0,2 0 0 0,-2 1-222 16,0-4-148-16,-6 5 17 0,-9 1 12 16,-12 8 28-16,-12 6 7 0</inkml:trace>
  <inkml:trace contextRef="#ctx0" brushRef="#br0" timeOffset="108677.201">21029 2840 510 0,'5'-1'281'0,"-3"-3"-24"0,-1 2-45 0,6 4-16 16,-7-5-13-16,1-1-31 0,4 4-3 0,-5-1-29 15,2 1 1-15,-1 1-7 0,2 6-11 16,-1 2-6-16,3 24-18 0,-4-4-4 0,1 8 7 15,3 2-7-15,-4 1-19 0,-1 6 10 16,2-5-12-16,2 1-17 0,0 2 18 0,2 0-26 16,3-4-1-16,1-5 15 0,-2 4-10 0,3-6-27 15,-2-2 12-15,6-3-9 0,-4-9 19 0,-2 2-29 16,-1-5 2-16,-2-5 10 0,1-7-5 16,1 0-13-16,-8-4-1 0,0 0 2 15,0 0-1-15,15-16-1 0,-8 9 5 0,-1 0 13 16,0 0-17-16,-6 0 13 0,8 4-11 15,-6-2-6-15,3 1 2 0,-1-3 8 0,-2 7 6 16,1-5-12-16,2 5-6 0,-5 0 1 16,0 0 2-16,0 0 2 0,0 0 1 0,28 31 0 15,-14-12 1-15,2-1 10 0,0 0-13 16,3-3 7-16,0-1-10 0,2-2 5 0,1 6 3 16,-3-7-12-16,1-3 11 0,4-1-7 0,-4-3-3 15,-1-4 9-15,-19 0-6 0,16 0 5 0,5 0 2 16,21-19 5-16,-18 4 7 0,-5 0-25 15,2 1 24-15,-2-1-16 0,-5-3 21 0,-5 3 15 16,-4 7-1-16,-3-3 14 0,-2 11-11 16,0-8-6-16,0 8-1 0,0-14-8 0,-35-9 1 15,13 12 2-15,-4 3 6 0,1 2-19 0,-6 1 3 16,8 2 6-16,4 3-19 0,4-2-2 16,0-2-32-16,1 3-38 0,5 1-13 0,-2-2-46 15,3-2 11-15,-3 3-238 0,3-3-32 16,0 1 26-16,-13-8 23 0,6 1 34 0,-6 2 10 15,7 0 3-15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1T06:10:25.784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203 2425 272 0,'-21'0'214'0,"21"0"3"0,0 0-62 16,0 0 22-16,0-19-35 0,0 19-3 0,0 0-7 16,0 0-11-16,0 0-13 0,0 0-14 0,0 0-32 15,0 0-4-15,0 0-32 0,0 0 24 16,0 0-13-16,0 0 0 0,0 0 15 0,0 0-18 15,0 0-13-15,0 0-7 0,-24 5 15 16,31 21-11-16,-4 3 10 0,2 0-13 0,1 0 11 16,-3 1-5-16,0 0 13 0,0-1-11 0,2-4-11 15,-2-1-12-15,-3-5 5 0,4-3 12 16,-1-3-6-16,-3-5 21 0,4 3-22 0,-4-8 12 16,4 4 5-16,-4-3 3 0,0-4 14 0,0 0-9 15,0 0 2-15,0 0 1 0,-7 8-5 16,-1-15-7-16,7 2-8 0,-12-14 6 0,5-6-8 15,0-1-5-15,-4-3 4 0,9-6 1 0,-4 3-12 16,1-5-1-16,1 1-20 0,5 20 18 16,0-12 12-16,0 0-6 0,0-1-21 0,0 3 23 15,0 1-9-15,0 1 2 0,0 1 1 0,8-18-5 16,-2 25-1-16,-1 1-17 0,-3 6 11 0,-1 0 3 16,6 5 2-16,-4-4-7 0,0 6 3 15,2 2 0-15,1-1 1 0,-3 2 10 0,3 1-3 16,2 6-13-16,14 7-3 0,-3 1 14 15,0 5 12-15,-1-6-15 0,7 3 3 0,-3 1 1 16,0 4-21-16,0-1 26 0,-1-1-12 0,0 1 6 16,-1-1-3-16,-6-2 9 0,8-2-10 15,-7 0 4-15,-3-2 2 0,1-1-14 0,-4-4 23 16,-2-1-9-16,1-2-7 0,-2 0 14 0,0-6-2 16,-4 5-14-16,3-1 16 0,-4-1 7 15,4-3-17-15,-2 1 1 0,0-1-17 0,-1 3 1 16,-1-1-32-16,-1-3 3 0,4 2-12 0,-4-1-17 15,1 0 7-15,1-1-82 0,-2 0-51 0,0 0-143 16,0 0 23-16,-10 4 24 0,7-8 18 16,0 3 8-16</inkml:trace>
  <inkml:trace contextRef="#ctx0" brushRef="#br0" timeOffset="578.217">225 2594 351 0,'-3'5'71'15,"-1"-1"-28"-15,3-2 24 0,-2 3 8 16,0-2-7-16,-1-1 31 0,0 0-2 0,2 2-23 16,-3-1-8-16,5-2-8 0,-1 1 30 15,-1-1 11-15,2-1-52 0,0 4 45 0,-3-4-15 16,6 4-4-16,-8-2-14 0,5-2-4 16,-1 2-20-16,1-2 41 0,0 3-41 0,0-3 5 15,-2 0 6-15,2 0-13 0,0 0-9 0,0 0 22 16,3 0-17-16,2-3-2 0,-2 1-4 0,5-4-10 15,-1 1 16-15,18-5-15 0,-1-4 19 16,1 3-19-16,-3-1-2 0,5-3-38 0,-5 1 1 16,0 3 31-16,0 0 6 0,-1 3-10 0,-4 2-14 15,-7 3 16-15,2-1-29 0,-2-2 33 16,1 3-17-16,-3 0 8 0,0-2-49 0,7-7 8 16,4 6 5-16,-4-1-75 0,-3 1-53 15,6-5-51-15,-4 2 19 0,6-3 16 0,-5 5-128 16,-1 0 12-16</inkml:trace>
  <inkml:trace contextRef="#ctx0" brushRef="#br0" timeOffset="1454.484">1187 1982 750 0,'0'-4'211'0,"-1"2"-6"0,-1 0-10 16,4-2-31-16,-4 3-23 0,2-3 4 15,-1 4-29-15,1-2-23 0,-4-2-10 0,9 3 7 16,-5 1-24-16,0 0-7 0,-1 0-24 0,2 0 4 16,-1 4 1-16,3 1-3 0,-3-2-22 15,5 8 15-15,6 12-15 0,0 1 24 0,-3 3-18 16,2-5 8-16,-6 3 1 0,7-5-20 16,-1 3 10-16,1-2-13 0,-10-3 15 0,1-4-16 15,4-2 3-15,-1-2 2 0,-5-5 0 0,2-1-2 16,-1 3 6-16,-1-6-3 0,0 3 22 0,0-1 5 15,0-3-20-15,-3-3 22 0,2 0-11 16,-9 1-16-16,5-5-2 0,-14-11 9 0,0-2 3 16,-1-6-22-16,-1 1 9 0,4-5 16 15,-2 1-31-15,8-4 10 0,1-1 14 0,2 8-21 16,2-7-5-16,6 3-22 0,0 13 20 0,0-5-3 16,24-30-6-16,-13 25-22 0,8 2 16 15,-2 1 7-15,-1 3-26 0,-2 3 18 0,5 3-20 16,0-1 20-16,-3 10 6 0,-3-4-31 0,2 10 12 15,-3-1 20-15,-3 1 5 0,-9 0-23 16,0 0 17-16,14 0-22 0,-3 0-21 0,19 25 39 16,-15-10-6-16,-8 7-11 0,3-8 29 0,-8 3-10 15,-2-6 27-15,0 7-22 0,0 3 12 0,0 3-9 16,-21 27 9-16,16-34 17 0,-6 2-1 16,2-7-22-16,-6 10 4 0,11-7 10 0,-6-4 3 15,6-4-1-15,-6 0 6 0,8-2-1 16,-1 0-1-16,-1 0 0 0,2-1-2 0,-1-1-12 15,3-2-14-15,-2-1-37 0,2 0-10 0,2 3-3 16,4-7 47-16,0 1-40 0,-1-3-2 0,16-6 35 16,2 4 5-16,-7 1-2 0,2-4-32 15,-3 2 20-15,0 2 42 0,-4 4-5 0,3 0-17 16,11-5 21-16,-4 8-26 0,-21 0 1 0,17 0 3 16,-3 0 16-16,21 18-24 0,-16-11 15 15,-5 2-2-15,5 2-25 0,-8 0 55 0,4 7-5 16,-7-6-1-16,-2-2 7 0,-3 5-4 15,-1-1 40-15,2-2 7 0,-4-12 25 0,0 10-4 16,0 6-9-16,-22 24-3 0,10-21 9 0,-1 6-27 16,-3-9 5-16,-3-1-14 0,5 4 16 0,-7-5-10 15,6-8-6-15,5 2 2 0,-3-4-36 16,-7 6-11-16,6-8-10 0,14-2-50 0,-15 0-25 16,6 0 7-16,9 0-136 0,-25-18-98 15,20 10-28-15,3-3 8 0,1 1 21 0,-1 1 43 16,4-3 1-16</inkml:trace>
  <inkml:trace contextRef="#ctx0" brushRef="#br0" timeOffset="1998.149">2605 1231 422 0,'-5'1'239'16,"-1"4"-38"-16,0-1-32 0,-2-1-28 0,-10 9 16 16,2-1-27-16,4-1-20 0,-9 1-23 15,5 5-10-15,4-4-15 0,-6 2 21 0,4 3-32 16,5-1-5-16,-6 1-11 0,4 3 3 16,0-1 0-16,-1-4-1 0,7 4-21 0,0-5 9 15,0 1-9-15,4-4 14 0,1-11 10 0,0 13-17 16,0-1-9-16,0-3 3 0,0 0-31 0,20 26 17 15,-8-9 14-15,2-9 10 0,3 1 1 16,1-9-22-16,4 2-7 0,3-2 9 16,2 1 5-16,-2-7 1 0,-1 0 12 0,-2-3-32 15,-8 0 20-15,10 0-17 0,-2 0 1 0,29-21 1 16,-31 14 18-16,-1 3-14 0,-9 0 24 0,2 4-10 16,-5-3 8-16,-1 2-20 0,2-2 3 15,-2 3 12-15,-3-2-1 0,2 1-8 0,-2 1 12 16,3-1-43-16,-1 1-24 0,-3-4-12 15,2 1-38-15,-2 3 8 0,0-2-219 0,1 0 21 16,-6-2-109-16,7 3 23 0,-2-4 78 0,0 1 7 16</inkml:trace>
  <inkml:trace contextRef="#ctx0" brushRef="#br0" timeOffset="2787.827">3872 1347 301 0,'-4'-5'306'0,"1"0"-71"0,-2-2-31 0,2 4-17 0,-2-5-44 16,5 5-5-16,0-6-3 0,0 2-24 15,1 0-12-15,4-2-2 0,9-8-6 0,-1 6-28 16,-2 1-8-16,13 1 2 0,0-3-10 16,1 1-15-16,0 1 4 0,7 4-17 0,-2 0-3 15,-10 6-13-15,-7 0 12 0,3 0-28 16,6 0 20-16,27 22 1 0,-27-15-6 0,2 4 12 16,-9 3-38-16,6 5 0 0,-5-2 15 0,-4 5 18 15,1 1-2-15,-3 2 6 0,-2-6-14 16,-2 7 1-16,-5-4-7 0,3 2 7 0,-4-12 10 15,0 0 6-15,0 3-2 0,0 4 24 0,0-1 2 16,-19 27-16-16,4-24 15 0,3 1-5 16,1-6-4-16,-13-1-46 0,-1 3 0 0,-15-9-205 15,-2 5-149-15,-1-5 24 0,-6-1 25 16,-6-4 4-16,-4-3 13 0,26-1 4 0</inkml:trace>
  <inkml:trace contextRef="#ctx0" brushRef="#br0" timeOffset="2451.874">3929 1178 296 0,'0'-4'299'0,"-1"2"-33"0,-2-2-29 16,1 4-34-16,0-4-30 0,2 2-18 0,-1 0-24 16,1 0-4-16,0 1-31 0,0-3-15 0,-3 8-14 15,6-8 0-15,-3 9-13 0,1-1-5 0,-1-1-15 16,4 6 7-16,-1-4 0 0,-2 6 1 15,7 11 1-15,-1 1-12 0,-1 2-2 16,-3-3-2-16,8 3-19 0,-6-1 0 0,-4-3 12 16,3 5-4-16,2-1-3 0,-1 3 13 0,-2-7-13 15,0-6 1-15,-1 0-8 0,-2-2 10 0,1-2-23 16,2 1-34-16,-1-3-8 0,-2-1-36 16,3-1 8-16,-3 2-118 0,0-4-91 0,5-2-87 15,-5-3 25-15,0 0 20 0,-7 1 12 16,6-2-34-16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1T06:10:39.914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3689 3967 312 0,'0'0'119'0,"0"0"-33"0,0 0-12 0,0-19 27 16,0 19-12-16,0 0-10 0,0 0 33 16,0 0-1-16,0 0-13 0,0 0 29 0,0 0-29 15,0 0 9-15,0 0-18 0,0 0 23 16,0 0-16-16,0 0 15 0,0 0-18 0,22-40 9 16,-22 35-14-16,0 3 33 0,-1-2-19 15,1 3 14-15,-4-1-6 0,3-2-12 0,-1 3 29 16,2-2-49-16,0 2 31 0,0 1-40 0,0-3 11 15,0 1-15-15,0 2-22 0,0-2 21 16,0 2-2-16,-3 0-27 0,3 0-8 0,0-3 1 16,0 3 5-16,-1 3-16 0,-1-3 21 15,4 4-33-15,-2 0 2 0,1 0-1 0,2 2 28 16,-1 0-32-16,4 1 2 0,-6 4 12 0,7 11 10 16,0 1-41-16,0 0 16 0,1 0 13 15,1 0 5-15,-3 3-7 0,1-5-2 0,-2 6 14 16,-2-9-19-16,0-3-21 0,-2-4 22 0,-1 3-11 15,2-5-4-15,0 0 15 0,1 1-15 16,-2-4 7-16,-1 0-8 0,2 2 22 16,1-3-13-16,-1 0 5 0,-1 0 11 0,2-1-1 15,-1 1 24-15,-2-5-20 0,0 0-10 0,0 0 37 16,0 0-27-16,0 0-8 0,0 0 15 16,0 0-1-16,0 0-4 0,0 0 3 0,0 0-43 15,0 0-15-15,0 14-19 0,0-18-17 16,-2 1-32-16,-2-2-24 0,-1-2-16 0,2 1-31 15,0 1 15-15,-1-2-186 0,-3-1-66 16,3 2 31-16,1-1 25 0,-2-2 22 0,-1 6 24 16,3-6 10-16,-2 2 9 0</inkml:trace>
  <inkml:trace contextRef="#ctx0" brushRef="#br0" timeOffset="820.048">3727 3934 239 0,'0'-4'281'0,"-2"-1"-25"16,2 3-36-16,0-2-16 0,2-2-21 16,-2 2-30-16,0 3-9 0,3-5-15 0,-1 0-12 15,-1 2-17-15,4-2-15 0,-3 0-20 16,2-1 5-16,1 1-8 0,1-1-6 15,-1 0-7-15,3 3-7 0,-2-4-23 0,4 6 14 16,9-10-7-16,-5 2 2 0,7 0-15 0,-7 2 15 16,0 3-16-16,-1 1 8 0,12 0 5 0,-4 0-14 15,-4 4 2-15,-6-5 10 0,5 5-20 16,-16 0 3-16,11 0 1 0,8 0-5 0,3 0 6 16,19 17-13-16,-19-10 9 0,-1-1-8 0,-7-1 10 15,0 0 0-15,7 5-1 0,-7-4-4 16,0 1 7-16,-7-1 3 0,5 0-11 0,-4-1 1 15,-2 1-21-15,1 0 17 0,-3-2 6 16,1 2 1-16,1 0 0 0,-2 1 0 0,0-2-16 16,1 6 22-16,-3-4 10 0,1 1-8 0,0 1 11 15,-3 0-12-15,0-1 20 0,0-8 3 16,0 10-15-16,0 2-4 0,0 3 5 0,-22 22 2 16,9-15-4-16,7-12 4 0,0 5 19 0,-9 1-21 15,8-4 12-15,0 0 7 0,1-4-14 16,-2 0 3-16,3-3 31 0,2 2-29 0,-2-3-8 0,-1-1 29 15,0 3-16-15,-2-1 12 0,1 0 4 16,3 0 16-16,-15 11-35 0,9-9 32 16,-1 0-36-16,2-2 12 0,-1 0-13 0,1 0 8 15,2-2 2-15,0 0 3 0,2 2-16 16,-3 0-14-16,5-3 0 0,-7-1-1 0,5 3-1 16,-1 0-1-16,-2-4 20 0,-1 0 22 0,-1 2-5 15,2-1-4-15,1 4-3 0,0-3-18 16,-1 2-10-16,-1-1 21 0,-1-1-32 0,4 1 18 15,-2 4-3-15,2-4-1 0,-1 1-3 0,4 0 1 16,-3-4-3-16,0 0 0 0,-1 4 16 16,3 0 4-16,-1-3 24 0,0 2 2 0,-1-3-10 15,3 2 8-15,-2-2-15 0,0 1 7 16,2 2-11-16,3-3 4 0,0 0-25 0,0 0 24 16,0 0-11-16,0 0 9 0,-11 0 1 0,11 0-9 15,0 0-6-15,0 0 13 0,-10 0-24 16,10 0 0-16,0 0 3 0,0 0-14 0,0 0-3 15,0 0 32-15,-11 0-2 0,11 0-18 0,0 0 1 16,0 0-28-16,0 0 17 0,0 0-31 16,0 0 3-16,0 0 2 0,-14 19-55 0,14-19-4 15,0-5-21-15,-1 6-10 0,2-1-27 0,-4-2-38 16,3 1-54-16,0 1 21 0,0-4-174 16,-2 3-62-16,2-3 33 0,0-2 29 0,-3 3 27 15,3 0 22-15,0-2 20 0,3 1 15 0,-3-5 48 16</inkml:trace>
  <inkml:trace contextRef="#ctx0" brushRef="#br0" timeOffset="1694.149">4547 3616 244 0,'0'0'226'0,"0"0"-84"0,0 0-12 0,0 0-25 15,0 0-7-15,0 0-1 0,0 0-46 16,0 0 33-16,0 0 11 0,0 0 0 16,-20 0-12-16,-9 11-14 0,29-4 9 0,-8 15-18 15,0 2 16-15,4-6-32 0,-4 0 13 0,3 8-18 16,2-9-8-16,3-17 12 0,0 12-7 16,0 3-32-16,0-2 28 0,0-2-5 0,0 1 1 15,0-1-31-15,0 1 21 0,0-1-13 0,0 6 20 16,0 6-9-16,14 15-20 0,-12-20 26 15,-1-5 3-15,4 0-8 0,1-5 2 0,-2 3-17 16,0-1 2-16,1-5 15 0,1 2-7 0,-3 2-2 16,4-2 13-16,-1-1-6 0,0 2-5 15,1-2-19-15,-2 2 9 0,1-4 1 0,0 0 1 16,0 0-48-16,1 0-9 0,-1 3 9 0,-3-4 5 16,4 2-57-16,-1-1-41 0,-1-1 0 15,-4-2-98-15,-1-1-75 0,0 0 16 0,0 0 13 16</inkml:trace>
  <inkml:trace contextRef="#ctx0" brushRef="#br0" timeOffset="2507.414">4746 3839 574 0,'0'-6'210'0,"4"2"-3"15,-3-3-52-15,-1 2-47 0,2 0 19 16,2-1-15-16,-2-1-10 0,4 1-32 0,-1-1 0 16,1 0 0-16,-1-1-20 0,0 5 13 0,3-2-29 15,-3 1 16-15,2-1-41 0,0 1 11 0,-1 3 16 16,0-4-21-16,-1 4 26 0,5 1-19 15,-6-1 9-15,3 1-13 0,-1 0 15 0,-6 0-40 16,0 0 10-16,0 0 11 0,13 0 1 16,-13 0 6-16,9 0-3 0,9 14-36 0,-17-7 28 15,5-2 18-15,-4-2-44 0,-2 8 23 0,0-6-19 16,0 5 17-16,-2-1 11 0,1-2-25 16,1-7 19-16,0 10 0 0,-14 23-13 0,1-14-1 15,5-4 31-15,-1-3-21 0,-1-1 13 0,9-1-3 16,-3-6-27-16,1 3 22 0,-3-4-1 0,4 3-13 15,-1-1 9-15,2-4-2 0,-1 2-4 16,0 0 2-16,-2 1-5 0,4-3-1 0,0 3 7 16,0-4 10-16,0 1-17 0,0-1 13 15,0 0-29-15,1 0 11 0,4 0 10 0,-3-1-1 16,2-3-24-16,3 3 17 0,-4 1 3 16,3-3 5-16,0 3-8 0,1-3 21 0,-1 2-15 15,2-2-21-15,0 2 17 0,0 1 23 0,-2 0-25 16,2 0 11-16,-2 0 3 0,2-3-27 15,0 3 0-15,2 0 16 0,-10 0-20 0,0 0 26 16,9 0 3-16,-9 0-4 0,13 0-23 0,-13 0 15 16,14 0 10-16,-5 0-7 0,6 15-7 15,-9-10-14-15,-1-3 32 0,1 3 0 0,-3-2-23 16,2-2 39-16,1 5-28 0,-3-2 8 0,-3-2-22 16,5 2 17-16,-3 1-18 0,-1-3 20 15,3 6 20-15,-4-4 8 0,-4 1-28 0,3 2 22 16,1-7 1-16,0 0-4 0,0 0 13 15,0 8 8-15,0-8-19 0,-14 20-12 0,7-16 24 16,4 4-4-16,-2-4-3 0,-15 7 9 0,10-3 3 16,-1-1 4-16,3-4-1 0,0 2-3 0,1-2-10 15,-1 1-17-15,1 0 17 0,1-2-6 16,1-1-2-16,-3 3 7 0,7-2-10 16,-4 0-17-16,2 1 2 0,-2-3-9 0,0 0-12 15,2 4 6-15,-2-4-14 0,2 0-22 0,0 0-24 16,3 0-8-16,0 0 8 0,0 0-81 15,0 0-91-15,0 0-100 0,0 0 23 16,0 0 26-16,-20-18-5 0,20 13 21 0</inkml:trace>
  <inkml:trace contextRef="#ctx0" brushRef="#br0" timeOffset="3162.665">5074 3546 506 0,'-2'-1'238'16,"-3"1"-24"-16,5-3-57 0,0 0-1 0,-1 3-12 15,1-1-7-15,-2-1-14 0,-1 2-9 16,3-1-10-16,0 0-12 0,0-2-23 0,-2 3-14 16,4 0 3-16,-2 0-16 0,0 0-16 0,0 3 9 15,0-3-14-15,3 2 12 0,0 0-8 16,2-1 13-16,1 2-11 0,-3 1-22 0,4-1 16 15,2 1 3-15,1 1-6 0,-4-3-2 0,2 3 0 16,0-1 1-16,0 3-6 0,0-5-13 0,-2 3 4 16,2-2 8-16,0 2-6 0,12 5 16 15,-7-2-11-15,1-1-3 0,-6 1 7 0,3-2-12 16,-3 2 3-16,0-4-10 0,-3 5 8 16,-1-6-1-16,3 4-4 0,10 11 7 0,-7-10-7 15,-4 2 4-15,-1 1-3 0,-4 0-25 0,1 0 33 16,3-3-8-16,-4 1 7 0,1 0-19 15,-2 1 24-15,3 0-15 0,-1 1 9 0,-2 1-4 16,3 12 21-16,0-6-11 0,-3-2-11 16,1-2 7-16,-1-3 2 0,0-11-8 0,0 12 7 15,0-12 25-15,0 14-10 0,0-3 14 0,0-11 9 16,0 11 2-16,0 0-8 0,0-11 18 0,0 11 1 16,0-11-6-16,0 12 23 0,0-12-12 15,0 11 26-15,0-11 5 0,0 11-7 0,0-11-40 16,0 0 32-16,0 9-38 0,0-9-1 15,0 0-12-15,0 10 8 0,0-10-12 0,0 0-24 16,0 0-15-16,0 0-4 0,0 10-47 0,0-10-26 16,0 0-79-16,0 0 17 0,-12 8-262 15,10-13 29-15,4-1 1 0,-2 1 58 0,3-3 21 16,2-15 24-16,-2 7-69 0,3 9 1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1T06:10:44.792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1005 75 307 0,'0'0'123'0,"0"-17"-30"16,0 17-24-16,0 0-8 0,0 0 53 15,0 0-39-15,0 0 12 0,0 0-20 0,0 0-8 16,0 0-8-16,0 0 28 0,0 0-10 0,0 0 40 15,0-21-15-15,0 21 1 0,0 0-16 0,0 0 36 16,0 0-8-16,0 0-12 0,33-30-9 16,-32 30-10-16,1 0 18 0,-2 0-12 15,3-1 9-15,-3 1-13 0,0-2 3 0,0 2 12 16,0 0-7-16,0 0-25 0,0 0-11 0,0-2-1 16,0 2 11-16,0 0-26 0,0-2 5 15,0 1-14-15,0 1 4 0,0 1 1 0,2-1 1 16,-4-1 3-16,2 1-12 0,0 1-7 0,0-1 7 15,0 0-8-15,-3 2-1 0,1 0-1 16,1 1 16-16,-1 2-12 0,-4 2 14 0,3-3-32 16,-2 3 9-16,-8 15-2 0,2 1 22 0,2 0-29 15,-2 0 8-15,0 4 2 0,-2 2-8 16,4 1 17-16,-6 3-21 0,0-2 8 16,-1 5 7-16,0 0 14 0,0 0-14 0,0-2 6 15,5 4 21-15,-6-5-16 0,0 7-15 0,-4-6 0 16,5 4-1-16,-1-2 14 0,-4 1 30 0,4 0-5 15,-5 3-1-15,-2 0 10 0,0 2-5 16,-3 2-9-16,1 0 11 0,0 1 1 0,-4-3-9 16,-1 5-6-16,2-2-3 0,1 1 3 15,1 0-8-15,-2-1-5 0,4-4-1 0,1-1 21 16,2 0-5-16,-3-2-29 0,5-4-1 0,-3 0-1 16,8 2 7-16,-6-3-1 0,1 1-3 15,4-5 0-15,-5-4-1 0,7 8-1 0,0-7-1 16,3-1 3-16,-2-2 0 0,4-3 3 15,-4 1-2-15,3-2-16 0,-2-1 1 0,2-4 33 16,4-3-2-16,3-4-40 0,0 3 0 0,-5-1 38 16,3-6 0-16,3-1-13 0,-2 5 20 0,0-5-30 15,1 3 21-15,3-3 9 0,-3 1-34 16,3 0 36-16,-5-3-14 0,2 3 1 0,3-2 1 16,-3 1-1-16,2-1 2 0,-1-1-16 0,2 3 10 15,0-2-3-15,0-1-54 0,0 0 6 16,0 0-54-16,0-4-61 0,0 0-20 0,3-7-44 15,10-14 20-15,-1-5-136 0,6-4-89 16,2-1-24-16,6-7 12 0,-4-2 43 0,6-1 36 0,9-3 16 16,2-2 17-16,5-2 14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1T06:10:55.777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19 1374 540 0,'0'0'231'0,"0"0"-29"16,0 0-5-16,-21 0-22 0,21 0-2 16,0 0-27-16,0 0-15 0,0 0-2 0,0 0-27 15,0 0-13-15,0 0-15 0,0 0 1 16,0 0-14-16,0 0-22 0,0 0 8 0,0 0-8 15,0 0 3-15,0 0-11 0,0 0-4 0,0 0-3 16,0 0-9-16,0 0 1 0,0 0 1 16,0 0 10-16,0 0-13 0,0 0 1 0,0 0-11 15,0 0 19-15,0 0-13 0,0 0 4 0,7 25-17 16,1-20 10-16,-7-1-9 0,7 3 13 16,-2-2-16-16,12 13 15 0,-2-6-7 0,-2-2 7 15,-8-3-8-15,2 2 13 0,0-7-17 0,0 7 5 16,-3-6 3-16,1 1-6 0,0-3-17 15,-4 4 14-15,4-4 5 0,-3 0 0 0,4 3-4 16,-3-1 9-16,4-1-15 0,-3 1 16 0,-3 0-26 16,1-2 16-16,1 2 1 0,-2-1 7 15,-2-1-12-15,0-1-3 0,5 3 18 0,-1-2 6 16,-2-1-12-16,1 0 4 0,-3 2 1 16,3-2-7-16,-3 0 11 0,0 0-4 0,2 2-6 15,-2-2-2-15,0 0 1 0,0 0-15 0,0 0 20 16,0 0-16-16,0 0 20 0,0 0-14 0,0 0 18 15,9 0-18-15,9-18 7 0,-12 11 4 0,-3 1-1 16,10-17 6-16,1-7-6 0,5 2-4 16,-3-7 5-16,4-3-8 0,1-10-5 15,7-2 11-15,-4-4-8 0,8-7 10 0,-2-8-4 16,12-5 0-16,-2-3 8 0,6-4-11 0,1 4 9 16,1-3-14-16,2 5 14 0,-6 2-9 0,2 9-9 15,-3 2 9-15,-5 9 5 0,0 4-4 16,-8 8-3-16,-8 5 5 0,3 6-7 0,-4 0-3 15,-2 5 6-15,0-3 12 0,-5 8-14 16,0 4 7-16,-1 5 14 0,-5 0 4 0,-2 1 9 16,-4 6 25-16,2 0-5 0,0 0 10 0,0 0 9 15,-2 2 11-15,-2-3-16 0,3 1 3 0,-1 4 1 16,-1-1-29-16,-1-1-10 0,0 1 2 16,5-2-18-16,-5 3 14 0,0 0-49 0,0 0 22 15,0 0-38-15,0 0-28 0,0 0-36 0,0 0-18 16,0 0 12-16,6-7-155 0,-9 10-158 15,2 4 30-15,-14 8 25 0,3-7 25 0,-15 7 22 16,-3 0 16-16,-5-8-37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1T06:10:50.672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2651 6971 428 0,'0'0'268'16,"0"0"-24"-16,0 0-21 0,0 0-26 0,0 0-20 15,0 0-21-15,0 0-37 0,0 0 9 0,0 0-24 16,0 0-7-16,0 0-27 0,0 0-2 15,-22 0 8-15,1 14-19 0,21 8-12 0,-5 4 9 16,5-11 2-16,0 10-16 0,0 2-14 0,0 2 6 16,0 1 8-16,0-3-13 0,0 0-6 15,0-4 19-15,0-4-1 0,0-2-10 0,0-5-1 16,0 0 7-16,0-5-9 0,0-7 1 16,0 12 17-16,0-12-7 0,0 13 33 0,0-13 18 15,0 0-23-15,0 8-17 0,11 3 16 0,-11-14-18 16,-3-2 2-16,0-5 0 0,3-2-24 15,0-17 2-15,0 10 7 0,-8-32-18 0,5 19-1 16,0-6 0-16,3 12 4 0,-3-2-16 16,3 5 9-16,0 4 0 0,0 5-15 0,0-2 9 15,0 16 0-15,0-11 22 0,0-3-35 16,17-19 38-16,-6 14-19 0,-1-2-23 0,-1 5 28 0,4 8-7 16,-7 1-2-16,2-2-12 0,-2 2 19 15,1 2-27-15,1 3 26 0,-2 1-10 16,2-1-25-16,-2 2 16 0,-6 0-6 0,0 0 1 15,11 0 22-15,21 26-11 0,-18-11-12 0,7 3 2 16,-1 1 16-16,-3 4 9 0,1-2-18 16,-2 0-6-16,4 3 18 0,-6 1-11 0,4-3-22 15,-1 1 39-15,-3 2-29 0,4-3 1 16,-4 3 7-16,3-2 13 0,-2-1-8 0,-3-4-5 16,-4 5 1-16,3-4 2 0,-4-7 20 0,-1 2-27 15,-1-6 14-15,1 0-22 0,-4-3-10 16,-1 2 19-16,4-3-31 0,-5 1-3 0,1-2-24 15,-1-3-21-15,0 0-52 0,-3 0-33 0,-3-2 16 16,3-4-136-16,0 0-103 0,-12-12 25 16,1-2 27-16,0 6-10 0,0-4 47 0,3 6 11 15</inkml:trace>
  <inkml:trace contextRef="#ctx0" brushRef="#br0" timeOffset="200.876">2625 7272 574 0,'-3'0'219'0,"3"4"-42"0,-4-3-26 0,4-1-9 15,0 4-5-15,1-4-12 0,2-4-27 0,0 3-3 16,4-1-1-16,1-2-31 0,12-6-8 0,2-1 14 16,-1-2-34-16,3 2-48 0,-2-7-39 15,13 8 5-15,-7-1-105 0,-4-5-105 0,7-3 21 16,-1 0-113-16,3-3 9 0,2-5-6 0</inkml:trace>
  <inkml:trace contextRef="#ctx0" brushRef="#br0" timeOffset="1150.01">4595 6614 317 0,'1'1'321'0,"-1"-1"-58"0,2 4-31 15,1-4-33-15,-3 1-28 0,0-1-33 0,0 4-6 16,0-2-19-16,2-2-20 0,-1 1-12 0,-1 3-5 16,2-2 1-16,1 5-11 0,-3-4 0 15,1 6-11-15,-1-5-1 0,5 7-24 0,-3 0 9 16,6 15 14-16,-4-7-22 0,-2 14 3 16,4-3-8-16,-4 2 12 0,-2-5-5 0,6 5-6 15,-1-4-8-15,-2-4 14 0,-1 3-15 0,1-8-3 16,-2-2 19-16,-1-5-7 0,2-2-11 0,1 2 15 15,-1-5-14-15,-1-2 27 0,-1 1-2 16,0-3 18-16,2 0 19 0,-2 2 27 0,0 0-11 16,0-4-9-16,0-1-33 0,0 0-5 0,-10-2 4 15,6-5 7-15,-7-12 12 0,-2 1-39 16,-3-5-3-16,-3-6 8 0,3-1-6 0,2 4-8 16,0 0 17-16,0 1-23 0,3-2-7 0,1 2-10 15,-2-1 11-15,5-6-18 0,7 23-5 16,0-10-15-16,0-3 6 0,21-26 1 0,-9 27 31 15,3 1-22-15,0 4-29 0,0 0 17 16,1 4 13-16,2-2-26 0,1 5 3 0,-3 3-4 16,-2 0 28-16,1 4-17 0,-1 2-6 0,-14 0 7 15,13 0 9-15,-4 0-7 0,4 0-15 16,-4 0 6-16,2 0 2 0,-11 0 7 0,27 15-1 16,-11 0 13-16,-8-3 8 0,-3 2-22 15,-5 0 14-15,0-14 11 0,0 12 12 0,0 10-32 16,-23 22 17-16,12-24 7 0,2 2 9 0,-5-8-4 15,4-3-9-15,1 4 12 0,2-8-32 16,6-1 8-16,-6 3 15 0,6-6-1 0,-4-3-13 16,4 4 15-16,-1 0 2 0,-1-3-1 0,1 1-25 15,1-1 7-15,1-1-20 0,0 0 22 16,1-1-8-16,4 1-1 0,-2-2 7 0,3-2-6 16,2-1 6-16,0 2-2 0,14-6-6 15,-3 6 6-15,2-7-4 0,-5 4-1 16,3 2-2-16,3-1 11 0,-3 1-11 0,-3 0 2 0,-2 1 14 15,-14 3-13-15,14 0-13 0,-3 0 20 16,-1 0-2-16,1 0-3 0,-11 0 17 16,38 20-11-16,-24-11 5 0,-2 1-8 0,-4 2 9 15,0 7 7-15,3-5-4 0,-8 4-2 0,-3-2 25 16,0-1-3-16,0-15 23 0,0 11-11 16,0 3 19-16,0 3-8 0,-20 23 17 0,12-26 2 15,0 8-19-15,-6-3-3 0,0-1-2 16,-7-5-14-16,-4 3-1 0,1-2 9 0,-4-8 14 15,-2 1 7-15,1 4-30 0,-1-2-5 0,5-3 15 16,-7 0-24-16,10-5-45 0,22-1-24 0,-14 0-38 16,-16-22-67-16,19 7 17 0,3-8-220 15,8-6-42-15,0 11 4 0,0-4 32 0,25-30 59 16,-15 21 31-16,4 5 13 0</inkml:trace>
  <inkml:trace contextRef="#ctx0" brushRef="#br0" timeOffset="20196.332">7746 5239 209 0,'0'0'122'0,"0"0"-10"0,0 0-16 0,0 0 37 16,0 0-6-16,0 0-10 0,0 0-15 15,0 0 2-15,0 0 6 0,0 0-17 0,0 0-17 16,0 0 15-16,0 0-8 0,0 0-17 0,0 0-16 16,0 0 14-16,0 0-16 0,0 0-9 0,0 0-9 15,0 0 5-15,0 0 13 0,0 0-26 16,0 0 6-16,0 0 8 0,0 0-25 0,-39-9 0 15,34 12 10-15,2 4 13 0,1-1 0 16,-3-1-35-16,1 2 8 0,0 0 16 0,3-2-8 16,-4 5 9-16,5-4-14 0,-5 3-5 0,5 1 13 15,-1-1 12-15,-2 1-8 0,3 16-34 0,-4-7 27 16,3-1 7-16,-1 8-10 0,2-7-6 16,0-1-6-16,0-4 25 0,0-2 6 0,0 6-14 15,0-1-8-15,0-4-5 0,0 1 15 16,0 5-5-16,0 1-15 0,22 23 1 0,-15-22 2 15,-6-4 8-15,4-2 1 0,6 5 0 0,-5-3 1 16,-1-4-2-16,5 7-18 0,-2-2-2 16,1-3 23-16,2 3-1 0,-6-4-8 15,0-2-3-15,2 0 12 0,-3-2-11 0,2-2 4 16,0 3-21-16,-1-3 18 0,9 11 12 0,-9-6-11 16,11 6-15-16,1-7 22 0,-3 2-6 15,-3 0-5-15,-1-3 0 0,-2-3 11 0,-2-2-15 16,0 3 8-16,1-6-18 0,-1 4 9 15,-3-3 4-15,4 2 4 0,1 0 3 0,9 5 0 16,-3-4-3-16,-4 1-17 0,1-6 14 0,0 4 8 16,-3-2 8-16,-4-2-15 0,7-1 7 0,-3 3-4 15,-1-2 3-15,1 1-17 0,-2-3 10 0,2 2 9 16,1 0 2-16,-1 1-5 0,2-1-7 16,-2 0-10-16,-1-1 19 0,0-1 10 0,-1 4-14 15,2-3 1-15,-5-1-5 0,2 1 5 16,0 1 13-16,-2-2-8 0,-2 3 10 0,3-2 1 15,-1-1-2-15,0 0 29 0,-2 0 4 0,3 3-12 16,-1-3 12-16,-3 1-2 0,0-1 35 0,0 0-25 16,0 2-5-16,3-1-6 0,-3-1 0 15,3 3-2-15,0-3 3 0,-1 0-40 16,1 0 4-16,-3 0-7 0,0 0-30 0,0 0-31 16,2-4-41-16,-2 4-36 0,1-2 11 0,-2 2-209 15,1-1-80-15,0 1 32 0,-2 0 17 0,-6 3 10 16,2-3 50-16,-5 0 13 0</inkml:trace>
  <inkml:trace contextRef="#ctx0" brushRef="#br0" timeOffset="26673.718">8301 5413 226 0,'0'0'201'0,"0"0"-29"16,0 0-19-16,0 0-45 0,0 0 9 0,0 0-41 15,0 0 45-15,0 0-62 0,0 0 5 16,0 0 25-16,0 0 3 0,0 0 5 0,0 0-14 15,0 0 11-15,0 0-9 0,0 0-5 0,0 0 5 16,0 0-9-16,0 0-5 0,0 0-16 16,0 0 10-16,0 0 2 0,0 0-12 0,-21 0-19 15,21 0 9-15,0 0 2 0,0 0-10 0,0 0-1 16,0 0-14-16,0 0 14 0,0 0-14 0,0 0-15 16,0 0 9-16,0 0-10 0,0 0 8 15,-27-5 0-15,29-2 5 0,1 0-4 0,-1 0-10 16,-1 4 14-16,4-5-9 0,-5 1-6 15,2 3-10-15,2-3 21 0,-2 3-13 0,-1 0 5 16,4-1 9-16,-2 2-18 0,1-6-9 0,-1 5 13 16,1 1-3-16,3-2 3 0,-4-2 0 15,5-1-10-15,-2 5 9 0,0-2 9 0,1 0-8 16,1 0-17-16,-2 0 19 0,2 2-17 0,0-1 11 16,1 2 10-16,-1 0-8 0,0 2-2 0,-8 0-17 15,0 0 14-15,13 0 4 0,-4 0-11 16,-9 0 21-16,13 0-15 0,0 0-11 0,-13 0 9 15,11 0 5-15,9 19-6 0,-15-17 0 16,1 0-5-16,-3 1 12 0,4 4 6 0,-3-6-2 16,0 7-2-16,0-1-2 0,-1 0 1 0,1 0 9 15,-3 1 2-15,1-1-10 0,-2 4 4 0,3-3-20 16,-1 2 20-16,-2 0-9 0,0-1 2 0,1 3 13 16,-1-3-9-16,0-9-10 0,0 12 6 15,0-4-1-15,0-8 6 0,0 13-13 0,0-1 17 16,0-3 3-16,0 0-10 0,0-9 2 15,0 13 2-15,0 1 3 0,0-3-11 0,0-11-11 16,0 12 5-16,0 0 14 0,0-5-14 0,-16 13 2 16,16-13 9-16,-4 0 21 0,2 2-16 0,0-1-6 15,-1-1 12-15,0 1 2 0,3-1-20 16,-5-1 9-16,2 1 6 0,0-2-1 0,0 2-15 16,3 1 8-16,-5-4 12 0,2 3-6 15,3-2 5-15,-3 2 3 0,0 0 9 0,-1-3-12 16,1 3-7-16,-1-2 6 0,4-3 5 0,-4 3-11 15,4-2 23-15,-3 1-22 0,2 2 12 0,-1-1 2 16,1-2-8-16,-3 2-2 0,1 1-10 16,0-3 25-16,0 2-11 0,3-1-4 0,-5 3-14 15,2-5 12-15,0 3-9 0,1-1 8 0,2-1 10 16,-1-2-1-16,-4 3 4 0,5-1-14 16,-3-3 4-16,0 3 0 0,3 2 18 0,0-5-16 15,-2 0 18-15,2 3-1 0,-2-1-20 16,2 0 1-16,0-1 7 0,0 1-14 0,-3 2 25 15,2-4-8-15,1 0 12 0,0 0-35 0,0 0 6 16,0 0 6-16,0 0 6 0,0 0-12 0,-2 0 16 16,2 0 9-16,2 0-3 0,-1-6 4 15,2 5-33-15,4-3 4 0,1 1-9 0,-5-2 27 16,14-12-21-16,1 2 1 0,-1 3 0 16,-3 0 5-16,4-2 10 0,4 3-1 0,1-5-17 15,-5 3-1-15,4-2 4 0,-5 3 5 16,4-2 23-16,-5 3-10 0,-1 3-21 0,3-7-1 15,-4 5 20-15,-3 3-22 0,2 0 3 0,-2 2 18 16,6-6 7-16,-6 1-5 0,-3 5-26 16,-2 4 31-16,2-5-5 0,-4 2-31 0,2 1 3 15,0-2 6-15,-1 2-6 0,-2 1 20 16,2 1 0-16,1 0-12 0,0-4-7 0,2 4 5 16,-1 1 1-16,1-3 7 0,-2 1 3 0,2-1-20 15,-2-1 25-15,0 1-9 0,-2 2 22 16,0-2-11-16,3 2-19 0,1 1 3 0,-5 0 25 15,0-4-19-15,3 2-5 0,-3 2 25 16,-1-1-34-16,1-3-2 0,3 4 15 0,-4-1-5 16,0 1 10-16,2 0-29 0,-4-1-3 0,0 0-6 15,0 1-48-15,0 0-33 0,0 0-34 16,0 0 13-16,0 0-194 0,0 0-45 0,0 0 29 16,-17-28 20-16,14 19 4 0,3 1 16 15,-2-3-38-15</inkml:trace>
  <inkml:trace contextRef="#ctx0" brushRef="#br0" timeOffset="27252.363">8814 4989 443 0,'-6'-2'276'16,"0"0"-18"-16,-1-3-34 0,4 4-20 0,-3 0-29 15,3 0-21-15,0 1-1 0,1 0-13 16,-3-4-30-16,1 4-20 0,2-2-6 0,0 3-1 16,1-2-11-16,-2-2-15 0,-1 3 7 0,1 0-4 15,2 0-19-15,-1-2 15 0,2 2-29 0,0-1 15 16,0 1 1-16,0 0-10 0,2 0-2 15,2 0-6-15,0 0-7 0,2 1 5 0,2-1-15 16,0 2-4-16,1 2 13 0,2-3-5 0,16 5-4 16,6 4-1-16,-9-1-4 0,1-4 2 15,-1 9 3-15,5-6-7 0,-4 3-5 0,-5 4 18 16,2 0-13-16,1 2-2 0,2 4 5 0,-8-4-2 16,2 1-8-16,2 3 0 0,1 3 10 15,-2-2 5-15,-2 2-5 0,-2 0-14 0,-2 5 1 16,2-3 11-16,-7 4 7 0,10-3-3 15,-11-1-6-15,0 2 9 0,-3 0-13 0,-2 0 3 16,-3-5 7-16,3 10 27 0,-3-20-26 0,0 9 27 16,0 6-25-16,-22 26 31 0,12-23-22 15,1-6 6-15,3 0 10 0,-2-3 15 0,0 1-11 16,1-7-15-16,3-6 15 0,2 1 18 0,-3-6-42 16,4 4 13-16,-1-3 15 0,2-2-15 15,-5-2-10-15,5-1-12 0,0 2 22 0,0 1-20 16,-1-1 6-16,1-2-3 0,-2 2 9 0,2 0-61 15,-3-3-26-15,0 0-32 0,3 0 8 16,0 0-275-16,0 0-37 0,-3-17 31 0,3 10 25 16,3 0 7-16,-6-3-20 0,1 3 19 15,1 4 10-15</inkml:trace>
  <inkml:trace contextRef="#ctx0" brushRef="#br0" timeOffset="1938.168">7119 5646 744 0,'0'-5'234'0,"0"5"-30"0,-4 0-19 0,3-1-17 15,1-2-33-15,-6 3 7 0,2 3-18 16,-2-3-8-16,3 0-24 0,-3 2 13 0,-1 2-21 15,-1-1 7-15,0 1-15 0,-12 8-14 0,1-7 3 16,-2 4-1-16,2 9 7 0,-1-3-23 16,1 3-4-16,0 1 14 0,2-2-24 15,-2 2-7-15,-5 1 0 0,0 1 5 0,10 1 10 16,0-1-23-16,0 2-8 0,7-3 19 16,-1 2-24-16,7-4 6 0,-4 6 16 0,-5-3-5 15,10-2-12-15,0-19-12 0,0 12 2 0,16 24 17 16,-8-19-29-16,2 0 15 0,-1-3-4 0,5 4-4 15,2-4 7-15,3-2 1 0,0-1-3 16,3-3 21-16,-3 0-2 0,-3-7-18 0,0 2-9 16,0-3 2-16,-1 0-3 0,9 0 14 15,35-16 5-15,-25 5 2 0,4 1-10 0,-3-5-2 16,-2 3-1-16,-3-2 17 0,2 2-22 0,-5 1-1 16,-4 0 7-16,1 1 32 0,-10 1-3 15,-3 6-3-15,2-2 10 0,-7 3 34 0,1-2-13 16,-1 3 14-16,0-3-11 0,-2 2-6 0,0 1 7 15,-1-2-5-15,2 3 0 0,0-3-6 16,-5 3-4-16,3-1-6 0,-1-1-4 0,2 1-9 16,1 1-7-16,-5-1-2 0,2-2-2 0,-1 3 21 15,1 0-4-15,-2 0-77 0,3-2-48 16,-3 2-68-16,0 0 15 0,-6 0-317 0,-1 2 34 16,-2-2 32-16,-26 3 23 0,15-3 13 15,-9 0 53-15,-4 0 21 0,0 0 18 0,1 0-31 16</inkml:trace>
  <inkml:trace contextRef="#ctx0" brushRef="#br0" timeOffset="23188.2">6276 5448 323 0,'0'0'125'0,"0"0"-20"15,0 0-15-15,0 20-41 0,21-20-11 16,-21 0 23-16,0 0-18 0,0 0-15 0,0 0 17 15,0 0-3-15,0 0-32 0,0 0 1 0,0 0-3 16,0 19 9-16,0-19-2 0,35 27 51 16,-35-21-6-16,7-4-60 0,-7 3 1 0,5 0 0 15,0-2 13-15,0 1-14 0,-1 2 23 0,1-1-23 16,0-4 0-16,1-1-11 0,-6 4 38 16,7-1-15-16,-3 0 3 0,-1-2-1 0,2 2-1 15,0 3-6-15,-2-6-1 0,-1 3-1 0,2-3 0 16,-2 0 52-16,-2 0-19 0,0 0 7 15,0 0 2-15,0 0-3 0,0 0-8 16,0 0-5-16,17-17 41 0,-15 11-4 0,-2 5-16 16,0-3 1-16,0 2-5 0,0-3 16 0,0 1-21 15,-5 3 10-15,5-2-21 0,-1-4 6 16,-1 4 7-16,-1-3-16 0,0 2 10 0,-2 2-33 16,2-1 11-16,0-4 9 0,0 6 12 15,-2-3-18-15,2 0 26 0,-2 2-13 0,-1-3 10 16,6 4-12-16,-7 0 2 0,4-4 1 0,-3 5-7 15,1-1-10-15,-1-1 1 0,1 2-2 0,-1 0-5 16,-1-2 14-16,1 2-13 0,6 0-8 16,0 0 20-16,0 0-6 0,-13 0-12 0,13 0-2 15,-14 0 0-15,14 0 7 0,-9 0-4 0,9 0-7 16,-23 17 1-16,19-15 2 0,-1 2-5 16,-3 1 11-16,2 2-11 0,3-2 4 0,-2-2-22 15,-1 3 18-15,2-2 5 0,0 4-14 16,-3-5-10-16,6 6 10 0,-4-3 7 0,5 2 6 15,-3 1 0-15,3-2 1 0,0-7-16 0,0 0 15 16,0 11 0-16,0-1 3 0,0-10-4 16,0 12-11-16,0-2 9 0,17 5-18 0,-14-10 12 15,5 0 2-15,-1 0 14 0,1-3-22 0,-1 2 20 16,1-3-16-16,3-2-4 0,-3 1 21 16,-8 0-21-16,16 0 9 0,-2 0-10 0,26-23 7 15,-29 17-2-15,-5-1 23 0,5-1-25 16,-3 1 1-16,-3 2 16 0,0-2-25 0,-1 2 16 15,-2-2 6-15,3 3-1 0,-2-1-4 16,0-3 21-16,-1 2-15 0,-2-3 20 0,1 6 5 16,-1-6 3-16,0 9-6 0,0 0-6 0,0-12 7 15,0 12-11-15,0-8 9 0,0 8-14 16,-17-26 16-16,14 21-12 0,-2-2 0 0,0 4 24 16,0-1-10-16,-2-1-16 0,5 0 4 15,-3 3 6-15,2-5-1 0,-3 5 5 0,-1 1 0 16,3-4-1-16,-4 4-30 0,5-1 30 0,-4-1-7 15,-1 3-20-15,4 0 5 0,-3-1 7 16,7 1-18-16,0 0 2 0,0 0-4 0,-12 0-5 16,-6 15 5-16,14-7 17 0,2-2-7 15,-3 1-8-15,2-2 3 0,-2 2-1 0,4 2-6 16,-4-2 21-16,5 3-16 0,0 1 7 16,0-4-10-16,0 1 5 0,0 1 7 0,0-2-16 15,0-7 12-15,0 0-18 0,0 10 2 0,0-10 21 16,0 13-10-16,19 4 6 0,-13-11-22 15,1-5 14-15,-1 3 16 0,2 0-13 0,0-1-21 16,1-3 28-16,1-2-12 0,-10 2 10 0,0 0 3 16,14 0-1-16,22-16 0 0,-18 8-16 15,-4-1 8-15,-3 0-7 0,-3 5 19 0,0-2-3 16,0-3-2-16,-2 6-1 0,-3-5 11 16,2 5-8-16,-5-2 14 0,0 0 14 0,0-2 13 15,0 1-20-15,0 6 6 0,0 0-8 0,0 0 11 16,0-11-4-16,0 11 7 0,0-11-6 15,0 11-8-15,0-12 11 0,-14-2-1 0,6 11-19 16,1 2 15-16,4-4-34 0,-3 3 3 0,0 0 22 16,-1 2-10-16,-2-1-12 0,3 1 14 15,-2 1-19-15,8-1 29 0,0 0-29 0,0 0 10 16,-13 0-11-16,13 0 14 0,-14 0 3 0,-5 13-1 16,12-10-14-16,4 2 9 0,-3-1-15 15,1-1 5-15,2 4-5 0,-2 0 21 0,5 1-11 16,-1 0-29-16,1 1 1 0,0-2 16 15,0 5-9-15,0-12-8 0,0 0 6 0,0 12 9 16,0-1 3-16,0-11-10 0,16 22 2 16,-12-17 4-16,3-2 3 0,-1 1-6 0,2 0-4 15,0-4 7-15,1 2 3 0,2-2 0 0,-3-2-4 16,-8 2 4-16,0 0-13 0,13 0 16 0,-2 0 3 16,6-17 3-16,-14 13 9 0,4 1-9 15,-1-6 5-15,0 4 14 0,1-2-7 0,-4 1 5 16,0-3 10-16,0 5 13 0,2-3-7 0,-5 3 13 15,0-5-12-15,0 9 22 0,0 0-28 16,0-12-3-16,0 12 5 0,0-9 5 0,0 9-14 16,0-9 20-16,-19-4-30 0,17 6 35 15,-2 4-10-15,-1-1-16 0,2 0 9 0,-4 1-18 16,6 3-8-16,-4-5 3 0,0 5 9 16,1 0 16-16,-3 0-31 0,1 5 12 0,0-2-16 15,1 4-3-15,0-5 16 0,0 7-23 16,2-4 9-16,-1 4-16 0,2-3-4 0,2 4 8 15,-2-2 2-15,-1 1 0 0,3-2-7 16,0-7 1-16,0 0-18 0,0 13 28 0,0-3-17 16,0-10 8-16,0 12-19 0,21 5 18 0,-16-12 7 15,1 0-5-15,2-4-1 0,-2-1 2 0,0 0 5 16,2-2-11-16,-1-3 22 0,1 1 1 16,-2 1-1-16,2-3 13 0,0 2 12 15,-4-4-12-15,1 1 26 0,0 0-6 0,-4 2-3 16,4-2 10-16,-2 1-7 0,-3-4 5 0,3 1-8 15,-3 1 16-15,0 1 2 0,0-4-6 16,0 11 3-16,0 0-2 0,0 0 27 0,0-12 0 16,0 12-41-16,0-12 20 0,0 12-25 0,0-10 16 15,0 10-9-15,0 0-45 0,0 0-21 16,-17-22-42-16,16 21-23 0,-1 0 11 16,-3 0-185-16,4 1-161 0,-1 1 58 0,-1-2 19 15,0-4 35-15,3 3 22 0,-2-2 14 0,4-1 9 16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1T06:13:49.711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2268 0 287 0,'-49'25'129'0,"-8"-1"-19"0,1 0-16 16,-7 4-11-16,-2 2 13 0,-3 1-11 0,4-1 36 15,-14 7-17-15,1 1-2 0,-2 4 6 16,-10 3-22-16,2 3 9 0,-9-3-34 0,0 3 16 16,2 0 9-16,1 0-8 0,-2 0-10 15,2 0-3-15,4 2-22 0,4 0 0 0,5-6 1 16,4-2-7-16,1-2-2 0,9-5-10 0,3-5 15 15,7 1-3-15,9-6-10 0,8-6-18 0,5 0 9 16,0-1-2-16,0-4-1 0,6 2-32 16,7-5-8-16,7-5 2 0,5-1 1 0,-2-1-1 15,3-1-43-15,8-3 5 0,0 0-67 16,0-12-21-16,12-11 1 0,3 2-106 0,7-4-69 16,3-4 23-16,0 5 1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1T06:13:47.770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1565 0 425 0,'-16'23'152'16,"-3"5"14"-16,-3 2-35 0,0 4-3 16,3 5 13-16,-11 5-26 0,-4 9 24 0,-3 3-29 15,-9 7 12-15,0 2-21 0,-8 10 20 0,-1 3-11 16,-2 7-3-16,-2-2-17 0,-1 8-4 15,-3 1 14-15,-3 0-3 0,-2 4-16 0,3 0 2 16,-3 1-1-16,3-4-3 0,-3-2-19 16,8-2 0-16,2-7-1 0,4-4-6 0,0-6-5 15,10-7-8-15,1-4 9 0,9-8-20 16,0-8 3-16,6 0 5 0,1-10-14 0,7-1-20 16,-4-7 7-16,6-2-37 0,3 0-8 0,5-6-23 15,7-7 0-15,3-12-24 0,13-8-64 16,9-14 14-16,5-6-113 0,3-7-126 15,8-6 6-15,6-8-7 0,-3-2 41 0,10-7 32 16,4-2 13-16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1T06:13:48.185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38 96 398 0,'-5'-11'209'0,"-7"-7"-20"16,10 6-19-16,-3 1-5 0,-1 0-42 0,3 2-9 16,1 4-10-16,-1-2-22 0,3 2-20 15,0 2 4-15,0-1 2 0,0 4-30 0,0 0 32 16,0 0-5-16,6 0-40 0,-1 4 14 15,6 13-4-15,2 6-3 0,1 8 10 16,0 5 13-16,-3 8-1 0,-1 3 2 0,4 10 2 16,0 6-3-16,7 9-15 0,-2 0-1 15,-2 6-4-15,4 6 7 0,4 2-20 0,-1 5 8 16,3 3-9-16,-1-6 20 0,3 6-20 0,-2 1 18 16,1-7-12-16,-4 3 16 0,4-5-18 15,-1-4-2-15,-5-4 7 0,4-4-19 0,-6-4 17 16,2-7 1-16,-4-4-10 0,2-8 4 0,-2-5-15 15,-7-3-21-15,3-2 3 0,-3-7-4 16,-2-6-4-16,-2-5-21 0,-2-10-41 0,-4-7 8 16,-1-5-129-16,-3-8-97 0,0-5-69 0,0-16 13 15,3 11 25-15,-13-45 15 0,5 19 24 16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1T06:13:48.651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49 71 496 0,'-7'-16'228'16,"-3"5"-23"-16,5 3-14 0,-1 1-24 15,3 0-13-15,-2 3-8 0,2 0-12 0,0 0-25 16,1 1-12-16,-3-1-22 0,4 3-20 0,1-1-3 16,0 4 14-16,1-1-32 0,6 3 18 15,-4 4-5-15,13 8-6 0,0 8 2 0,4 2 4 16,5 0-23-16,-1 7 3 0,12 5 20 16,2 2 2-16,7 5-3 0,5 4-8 0,5 2-6 15,1 7 7-15,2-2-2 0,10 3-9 0,2 4 3 16,1 2 7-16,2-2 2 0,9 1-18 15,-3 6-3-15,5-4 7 0,2 1 7 16,-6-3-26-16,-3 2 14 0,-4 1-18 0,-1-5-1 16,-7-3 8-16,0 1-1 0,-10-4-10 0,2 0 17 15,-3-5-6-15,-5-6-15 0,-6-5 3 0,-2-3 20 16,-7-5-15-16,-2-5 1 0,-5-2-6 16,1 3-7-16,-4-7 4 0,-8-2-6 0,1-6 4 15,-6-3-17-15,-3-3-24 0,-8-4-43 0,0 0-47 16,0-3 12-16,0 0 14 0,-8-3-137 15,2-2 19-15,-16-5 21 0,1-8-142 0,-7 2 35 16,3-2 41-16,-5-4 19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1T06:13:49.131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84 56 631 0,'-21'-14'235'0,"5"3"-34"15,4 1-26-15,2 4-17 0,4 0-40 0,1 2-6 16,-3 0-18-16,5 4-8 0,0-2-1 0,3 2 1 16,6 0-12-16,2 5-9 0,-1-1-31 0,24 7-5 15,1-3 8-15,9 0 2 0,-2 5-6 16,7-1-3-16,8-4 12 0,3 3-14 0,1 3 22 16,12-6-20-16,3 7 8 0,9-1 5 15,6 1-22-15,13-2 13 0,7 3-1 0,-1 3-2 16,10 2-10-16,-1 3 1 0,1 0 1 15,1 0 0-15,-2 8-18 0,-4 2 11 16,-2 2 11-16,-8 2-2 0,0 3-17 0,-8 3 8 16,0-3-7-16,-8-1-1 0,-3 8-15 15,-2-4 13-15,-7-3 4 0,-4 0-8 0,-10-1-10 16,-5-2-19-16,-6-6-1 0,-8-1 13 0,-3-6-21 16,-3 2-34-16,-3-4 20 0,-4-6-6 15,-7 2-15-15,-7-2 7 0,-8-7-112 0,-6-10-135 16,0 0 23-16,-25 14 21 0,11-14-54 0,-16-2 16 15,12 2 11-15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1T06:13:50.281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3760 22 236 0,'-4'-5'258'0,"0"1"-76"16,-2-1-15-16,-5 3-48 0,2 2-14 0,-25-5 25 15,4 1-20-15,11 4-6 0,-8 0 7 0,-9 0-7 16,-48 20-38-16,42-13 11 0,-7 2 14 16,0 3-11-16,-10-5 8 0,-2 4-19 0,-4 2 0 15,-6 0-1-15,-8 1 9 0,-4 3-10 0,-5-1-9 16,-8 3 1-16,-2-4 7 0,-2 4-11 16,-1-2-13-16,-3-1 8 0,-1-1-5 0,-1 1-16 15,0 1 14-15,-6-1-4 0,0 5-15 16,-2-7 15-16,-3 2-14 0,10-5 24 0,-2 0-13 15,1-2-3-15,6 3 11 0,7-3-1 0,3-1-23 16,4 2 10-16,2-4-19 0,7 5 7 0,2-4 10 16,3-1-15-16,7 2 12 0,2-1-7 15,5-4 11-15,10 6-8 0,1-4-21 16,1 2 1-16,2-2 17 0,7 1-23 0,4-1-3 16,8-4 19-16,5 0 2 0,5 2-35 0,17-3-29 15,-11 0-22-15,11 0 13 0,-13 0-28 16,13 0 2-16,0 0-56 0,-13 17 14 0,15-9-55 15,11 9-57-15,4-1-143 0,2-2 24 0,5-4 26 16,6-1 24-16,-2 3 1 0,5-9-18 16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1T06:10:47.167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3907 4636 310 0,'2'0'148'0,"-1"0"-14"15,-1 1-19-15,5-1-42 0,-5 0-8 16,0 3 14-16,0-3-5 0,2 1 5 0,2 2-20 16,-4-3 15-16,4 0-21 0,-4 1 11 0,4-1-19 15,-4 2 15-15,0-2 4 0,0 0-1 16,5 1 9-16,-5-1-43 0,2 0 37 0,-2 4-28 16,-2-3 19-16,2 1-27 0,2 0-1 15,-1 0-17-15,1-2 30 0,-2 1-10 0,0 1 19 16,0-2-17-16,6 6 8 0,-3-1-16 0,-1-4-8 15,4 2 20-15,-3 1-7 0,2-1 4 0,0-2-3 16,0 6-2-16,-1-3 1 0,3 0-18 16,-1 3 23-16,0-3-9 0,-1 3-17 0,1-3 23 15,1 1 5-15,1 4-10 0,9 3-8 16,-3 0 15-16,-4-2-2 0,-2-6 1 0,4 5 1 16,-4-4-6-16,14 9 28 0,-3-5-18 0,6-2 8 15,-1 0-9-15,1 4 2 0,-1-3 12 0,6 0-15 16,-1-1 3-16,-2-1 4 0,-1 4 10 15,8-1-29-15,-4-4 3 0,3 9-15 16,-2-3 9-16,4 0 4 0,0-4 5 0,0 1-21 16,4 3 18-16,-1 0-15 0,2 0-11 0,-2 1 6 15,-4-5 3-15,3 4-5 0,1 0 9 16,-7 0-11-16,4-1 4 0,-2-2 17 16,-3 3 4-16,-1 1-30 0,2-3 3 0,-5-1 9 15,8 6-6-15,-7-4 17 0,2 0-24 0,-1 2 0 16,-3-2 29-16,5 1-29 0,-1-1 10 15,-1-3-4-15,1 5 24 0,-2-3-24 0,1-2 8 16,1 1 6-16,-1 0 11 0,0 0-22 16,1 1-2-16,-1-5 11 0,-1 4 8 0,5-2-25 15,-9 1 31-15,4-2-18 0,0 3 8 0,-3-4-13 16,1-2-10-16,-3 6-8 0,-1-5 3 0,-4 0 45 16,1 2-41-16,-4-3 8 0,10 3 27 0,-2 2-29 15,3-2 5-15,-4-1-20 0,-4 3 10 16,7-4-3-16,-7 5-3 0,2-5 18 15,2 7-23-15,-4-9 16 0,-3 7-4 0,-1-4-6 16,-1 0-7-16,12 6 16 0,-6-4-10 16,-4 0 13-16,-3-1-14 0,0 2 36 0,9 3-15 15,-4-4 12-15,-8 1-8 0,13 3 1 0,-1 2 6 16,-7-10-12-16,-4 3-9 0,-2 1-4 16,1-1-9-16,-2-5-9 0,2 5 8 0,-2-1 20 15,0-3-13-15,-4 1-14 0,4 2 10 0,2-3 20 16,-3 4-6-16,0-4-25 0,-1 0 28 15,3-1 13-15,-2 5-25 0,1 1 18 0,-3-5 3 16,3 2 8-16,-1-3-33 0,-2 0 17 0,2 0 9 16,1 4-26-16,-4-4 7 0,3 2 25 15,-4 0 3-15,1-2-31 0,3 0 34 0,-4 0-27 16,1 3-2-16,2-3-2 0,-2 0 26 16,1 0-8-16,-1 2-5 0,-1-2 1 0,1 0-12 15,1 0-2-15,-3 3 20 0,0-3-16 16,0 0-29-16,0 0-18 0,2-5-25 0,-7 2-55 15,2-4-86-15,-4 3 18 0,-2-1-268 0,-15-3 26 16,-4-3 30-16,-7-1-2 0,0-4 27 0,-1 8 18 16,-2-8 8-16,-3 2 96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1T06:12:02.206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14415 6109 486 0,'-4'-9'305'0,"2"3"-41"0,-3-1-31 16,2 2-38-16,3 2-32 0,-3 3 2 0,3-2-32 16,-2 7-21-16,2 3-19 0,2 2-14 0,4 23 10 15,2 5-16-15,-1 3-8 0,4 2-10 16,-2-2 2-16,4-2-17 0,-1 1 9 0,-1 0-2 16,2 0-16-16,0 5 8 0,1-7-8 15,0-6-9-15,-1 2 10 0,-12 0-9 0,6-9-5 16,-1-5-7-16,-3-9 10 0,2 3 15 0,-5-4 22 15,3-1-27-15,-3-9 8 0,-1 2 4 16,-1-5-15-16,-3-5-16 0,2 1-7 0,-3-15-2 16,-2-3-12-16,8 9-7 0,0-6 9 0,20-33 6 15,-12 28-16-15,2-2 11 0,12 3-6 16,-2 4 0-16,-1 8-7 0,2-2 8 0,1 2-6 16,5 3-4-16,-11 7 4 0,3-2 9 0,-19 6-1 15,22 0-13-15,22 21-4 0,-19-14 23 16,-1 5-9-16,-3 1 10 0,5 2-4 0,-5 1 8 15,0-1-6-15,1-1 10 0,-2 11 1 16,-1-9-12-16,-1 2 2 0,-3-3 0 0,-2-1-39 16,0-3-6-16,-7-1-8 0,2-4-53 0,-2 2 9 15,2-5-33-15,-2 4-46 0,2-2-14 0,-1-4-78 16,1 1-70-16,-8-2 41 0,20 0 18 0,24-16 12 16</inkml:trace>
  <inkml:trace contextRef="#ctx0" brushRef="#br0" timeOffset="711.54">15482 6426 475 0,'-9'-3'228'0,"4"-4"-7"0,-6 5-43 15,3-1-12-15,-1-3-23 0,-3 3-5 0,5 1-24 16,-8 2 0-16,4 0-23 0,2 0-29 16,9 0 0-16,-19 0 2 0,-19 23-15 0,19-11 11 15,3 2-15-15,2 4-10 0,6 4-5 16,-3-3 18-16,0 3-36 0,6-1 23 0,5-21-28 15,0 13-2-15,0-2 9 0,0 3 9 16,0-14-25-16,0 12-10 0,21 2 3 0,-18-9 9 16,3-1-9-16,2-8-36 0,2 3 40 15,-1-4-32-15,12-6 30 0,-7-2-22 0,5-6 6 16,1 0-16-16,-5-2 43 0,-4 5-15 0,-5 1-8 16,2 1 18-16,-3 2 31 0,-1 1 9 15,-1 3 6-15,-1 1 1 0,3 3-2 0,-5-2-28 16,5 3 16-16,-4-2-18 0,-1 0 15 0,2 3-24 15,-1 2-5-15,4 0 20 0,-5 0-7 0,0 0 14 16,0 0-11-16,9 0 0 0,-9 0-9 16,31 15-22-16,-13-4 14 0,6 2-11 15,-6-10 33-15,-4 6-19 0,-2-6-2 0,3 2-11 16,-9 1 6-16,8-5 16 0,-6 3 6 0,-2-3-5 16,2 0 11-16,-8-1-15 0,0 0-1 15,0 0-6-15,11 0 4 0,19-20 3 0,-20 5-5 16,7 0-10-16,-9 2-13 0,2 4 27 0,-6-3-3 15,4 1-1-15,-6 3 2 0,3 2-9 16,-4 1-12-16,4-1 21 0,-3 5-9 0,2-4-5 16,-2 3-20-16,3-3 27 0,-2 3 0 0,3 1-28 15,-1 1 36-15,0 0-10 0,-5 0-8 16,0 0 6-16,11 0-13 0,-2 0 5 0,-9 0-18 16,14 0 11-16,-1 0 10 0,0 0-49 15,7 15 42-15,-12-15-18 0,6 0 3 0,-14 0 3 16,0 0-27-16,13 0 57 0,-13 0-36 0,11 0 11 15,0 0 45-15,-11 0-55 0,19-22 34 0,-14 19 15 16,-5-5 21-16,5 2-18 0,-5 0-5 16,-2 0 10-16,-1-1-6 0,1 2 2 0,1 3-12 15,-4-3 14-15,3 2 2 0,-2 3-27 16,0-2 8-16,-2 4 9 0,1 3 1 0,2 0-22 16,-2 3 5-16,2 0 8 0,3-1-14 0,0 0-13 15,2 3 7-15,4-2 5 0,7 11-5 16,6-6 25-16,6-2-10 0,2 1 7 0,-2-3-20 15,8-2-14-15,-7 0-25 0,8-6 6 16,-2 5-77-16,3-6-30 0,-21 0-89 0,8 0 17 16,34-18 19-16,-30 15-109 0,1-4 22 0</inkml:trace>
  <inkml:trace contextRef="#ctx0" brushRef="#br0" timeOffset="1089.687">16585 6398 602 0,'7'-6'291'15,"13"-3"-41"-15,-2-5-15 0,-7 1-16 0,-2 6-26 16,5-12-17-16,5 0-5 0,-6-5 12 0,-5 3-26 16,1-2-46-16,-1-1 23 0,-1-4-34 15,-3 1-3-15,-1 0 8 0,1 0-8 16,-1-1-33-16,-3 16-3 0,0-5 17 0,0-2-25 0,0 1 5 16,0 4-8-16,0 3-27 0,0-1 1 15,-16-3-33-15,14 11-3 0,-1-1-14 0,3 1-2 16,-3-2-8-16,3 6 12 0,-3 1-1 15,3 4 2-15,-2-1-2 0,7 1-6 0,1 3 7 16,10 8 4-16,5 4-13 0,2-1 28 0,4-1-20 16,2-1 20-16,2 4-4 0,3-3-8 15,-3 1 3-15,-2-2-4 0,-1 0 21 0,-4 4-18 16,1-5 7-16,-6 0-2 0,-3 0 1 0,0-1 0 16,-5-2-5-16,-3-1 22 0,-5 0-2 15,6 6-15-15,-9-18 14 0,0 13-11 0,0 1 8 16,0-3-6-16,-23 18-3 0,8-13-20 0,-2-5-26 15,3-2-43-15,-4-1-4 0,7-4 8 16,-3-4-102-16,14 0-168 0,0 0-12 16,-11 0 57-16,-5-18 25 0,13 10 16 0,3-1-19 15</inkml:trace>
  <inkml:trace contextRef="#ctx0" brushRef="#br0" timeOffset="1535.418">17183 5813 650 0,'-10'-8'255'0,"4"1"-36"0,3 2-38 0,-4-1-2 16,6 2-34-16,-2-3-60 0,3 6 3 0,0-2-30 16,0 0-65-16,3 2-1 0,-2-1-101 0,6 2-128 15,-1-5-81-15,2 5 19 0,-2 0 6 16</inkml:trace>
  <inkml:trace contextRef="#ctx0" brushRef="#br0" timeOffset="1454.465">17238 5985 710 0,'0'-7'260'0,"0"-3"-14"0,-5 4-7 0,5-1 3 15,0-3-38-15,0 4 12 0,-1-1-38 16,1 2-24-16,-2 0-18 0,2-1 3 0,-3 2-52 15,3 4 16-15,0 0 9 0,0 0-31 0,0 8 6 16,0 3-39-16,0-3-3 0,3 21-4 16,-3-14-10-16,0 6 4 0,16 29 21 0,-8-22-23 15,0-1-35-15,4-6-25 0,-4-1-39 0,7-2-29 16,-8-2-49-16,0-3 12 0,-3-2-50 16,0-11-120-16,-4 0-102 0,0 0 61 0,-2-3-5 15,0-5 26-15,2-3 16 0,-4-18 9 0</inkml:trace>
  <inkml:trace contextRef="#ctx0" brushRef="#br0" timeOffset="2895.436">17603 5895 513 0,'3'7'193'0,"2"3"-25"0,5 10-24 0,-1-6-35 15,-4 0 17-15,-1 2-19 0,-2 6 12 16,6-2-32-16,-2 0 0 0,-1-2-17 0,-3-4-17 15,2-2 31-15,-1-1-22 0,-3-6 5 0,0 2-16 16,0 0 32-16,4-2-13 0,-4-1-20 0,0-2 10 16,1 2-1-16,-1-4-5 0,-1-3-23 15,1 0-19-15,0 2 17 0,0-7-14 0,1-3-9 16,7-9-23-16,0-8 7 0,0 10 16 0,3-3-12 16,-5 8 14-16,2 2 5 0,-8 0-28 15,7 6 13-15,-4-1 6 0,1 2-10 0,1 0-9 16,0 4 6-16,1-3 9 0,-6 3 19 15,0 0-14-15,0 0-11 0,14 0 10 0,-14 0-21 16,12 0 16-16,8 15 2 0,-17-9 10 16,5-1-37-16,-2-4 29 0,2 5-7 0,-1-2 17 15,-4-3-9-15,3 2-17 0,-1 0 22 16,-5 0-1-16,5-3 2 0,-1 3 2 0,1-2-1 16,0-1-30-16,-5 0 29 0,0 0-10 0,9 0 1 15,-9 0 7-15,13 0-3 0,-13 0-7 16,13 0-2-16,-4 0 7 0,4 0-3 0,-13 0-6 15,12 0 7-15,9-14 1 0,-13 11-12 16,1 3 8-16,1 0-36 0,-1-1 27 0,4 1-20 16,-4-4 17-16,-9 4-24 0,8 0 3 0,7 0-40 15,-4 0-4-15,-2 0 41 0,2 0-4 16,2 0-8-16,-4 0 5 0,1 0 4 0,1 0-1 16,-11 0 2-16,22 0 6 0,17-22 26 0,-20 13 20 15,-1-5-45-15,-1 1 43 0,-3-4 15 16,-2 5 4-16,-5 1 16 0,0 1 2 0,-1 3 23 15,-3 4 7-15,2-1-16 0,0-3 22 16,-5 3-16-16,3 1-10 0,-2 2-11 0,-1-2 4 16,5 3-11-16,0-1-2 0,-5 1-17 0,0 0-6 15,0 0 13-15,14 16-3 0,4 5-11 16,-11 2 7-16,11 0-4 0,-2 4-14 0,-4 3 12 0,1 3 3 16,-4-2-4-16,6 2-9 0,0 6-2 15,-2-3 9-15,1-2 8 0,2 1-9 0,-2-1-5 16,2 2 10-16,0-5-4 0,-2 1-11 15,5-8 4-15,-5 4 3 0,-4-7 4 0,2-4-6 16,-4-3 10-16,-4-2 17 0,0-6 40 0,3 1 48 16,-7-6-56-16,0-1 36 0,0 0-7 15,-15 4-2-15,4-9-29 0,7 3-23 0,-22-10 9 16,7-9-6-16,2-6-31 0,1-1 33 0,-1-6-30 16,4-7-29-16,8 1-1 0,1-9 2 15,4 23-7-15,0-9-10 0,15-45-3 0,-7 34 7 16,8 6 6-16,0 1 1 0,-2 2 25 0,2 1-13 15,1 5-7-15,-2 5-5 0,2 3 2 16,0 6 1-16,2-1-4 0,0 6 29 0,2 0-25 16,-5 10 1-16,-2 0 19 0,-14 2-2 0,12 0 5 15,-2 0-5-15,1 0-19 0,8 17 28 16,-16-11-28-16,2 2 9 0,-2 2 9 0,0 2 13 16,-8 12-17-16,5-14-2 0,-20 29-1 0,10-15-2 15,-7 5-4-15,-5-8-32 0,-2-2-22 16,-1 1-76-16,-4 1 14 0,9-6-101 0,-12-1-135 15,13-13-15-15,19-1-8 0,-12 0 44 16,-6-17 31-16,12 6 12 0</inkml:trace>
  <inkml:trace contextRef="#ctx0" brushRef="#br0" timeOffset="2950.403">18831 5454 541 0,'0'-4'233'0,"0"2"-26"15,2 1-33-15,2 2 0 0,-2 3-34 0,1 3-25 16,10 15 6-16,-2-4-2 0,0 10-10 16,-2-2-21-16,9 6 11 0,-4 0-22 0,3 0-16 15,-2 2 16-15,2-4-19 0,0 2-1 0,-1-2-20 16,0-6 11-16,0-6-7 0,1 3 1 0,5-6-12 16,-7-4 10-16,-1-7-15 0,2-4-16 15,-4 0 10-15,28-18-12 0,-12 4-4 16,1-9-21-16,1 1-2 0,-2-3 20 0,-7-3-41 15,-1 3 17-15,-4-1 0 0,-3 4 6 0,-2 3 1 16,-8-3 10-16,-3 11-2 0,0 11 6 0,0 0-3 16,-16-22 8-16,8 22-16 0,-3 0-9 15,-11 10 20-15,-2 5-11 0,-1 1-3 0,4 1-18 16,4 7 0-16,1 0 41 0,5-4-12 16,5 8-23-16,4-7 14 0,2-21 16 0,0 17 14 15,0 1-34-15,19 23 11 0,-3-24 13 0,-2 0 14 16,8-4 6-16,-1-8-3 0,4-2 0 15,4-1 14-15,-12-2-10 0,5 0-1 16,40-19-1-16,-27 8-10 0,-1-1 3 0,4-6-21 16,-5 4-23-16,-2-3-29 0,-3-6-47 0,-1 6 10 15,0 3 9-15,-4-4-108 0,3-1-130 0,-4 2-15 16,2 0 18-16,1-1 15 0,-1 2 13 16</inkml:trace>
  <inkml:trace contextRef="#ctx0" brushRef="#br0" timeOffset="3461.659">20214 5280 445 0,'-6'-3'267'0,"-5"0"-50"16,1 3-8-16,-18 8-28 0,-1 3-21 0,1 1-18 16,-7 5-18-16,10 4-16 0,3 4-1 15,3-2-21-15,1 4-3 0,2-3-13 0,5 2-19 16,10-4 6-16,-1-3-13 0,2-19-21 0,0 13 0 15,0 0 8-15,18 7-11 0,-12-18 6 0,2-1-12 16,4-1 7-16,-5-1-17 0,-1-3 12 16,11-10-4-16,-2-1 21 0,2-3-15 15,-3 0 15-15,-3-1-11 0,4-2 29 0,-6 5 2 16,-1 4-5-16,-5 5 20 0,-3 0 6 0,5-3-11 16,0 3 8-16,-4 3-37 0,1-1-9 15,3 1 26-15,-5 4-21 0,3-3-10 0,-3 3 8 16,0 0-9-16,0 0-17 0,19 21 24 15,-7-2-23-15,3 3 31 0,0 4-17 0,4 0-3 16,-3 2-16-16,-2 2 30 0,1 2-27 0,0 0 0 16,-4 0 5-16,4 7 2 0,-6-3 0 15,-4 0-14-15,3 3 17 0,-8-6-15 0,0-18 36 16,0 10-37-16,0 3 31 0,-22 31-42 16,1-32-17-16,7-3-20 0,-5-6-49 0,3-7-22 15,2 0 11-15,1-6-111 0,13-5-57 0,-16 0-140 16,4 0 27-16,-15-39 25 0,19 17 22 0,-1-9 14 15,2-4 44-15</inkml:trace>
  <inkml:trace contextRef="#ctx0" brushRef="#br0" timeOffset="4129.241">20321 5369 334 0,'15'-15'259'0,"-1"-1"-35"16,-1 4-10-16,1 3-28 0,-2 6-18 15,-2-5-20-15,3 8-17 0,-6-1-21 0,-7 1-2 16,19 0-10-16,24 19-4 0,-21-8-7 15,0 4 0-15,0 4 9 0,-3 1-3 0,-3-4-18 16,-2 3-14-16,-4-8-9 0,-9 2 1 0,6-2 7 16,-6 1-14-16,1-7 22 0,-2 2-15 15,0-7-13-15,0 0 22 0,0 0-35 0,0 0 17 16,0 0-11-16,-11 16-15 0,6-17-1 0,0-7-12 16,5 0-11-16,0-1-31 0,0-5 14 15,5-13-1-15,-5 14-3 0,13-34 1 0,-5 17 1 16,1 2 1-16,-2 4 5 0,-1 4-12 0,-1 8 20 15,-4 0 1-15,2 1-3 0,2 6-1 0,-5-2-4 16,2 3-15-16,1 4 29 0,-2-1-7 16,-1-3 0-16,5 8 1 0,0-3 6 0,-5-1-3 15,0 0-5-15,11 0 2 0,5 11-2 16,-5-9 5-16,-2-1-17 0,-1 1-7 0,3 2 7 16,-3-3 10-16,6-1-19 0,-14 0 10 0,0 0 11 15,15 0 0-15,-6 0-10 0,24-20 1 0,-17 11 13 16,-3 4 3-16,-2-6-24 0,5-1 7 15,1-4 4-15,-1-1-32 0,0-2 23 0,-2 2 6 16,0-3 14-16,0 6-8 0,-4-4-8 0,1 4 43 16,-3 2-9-16,-2 4 3 0,-3 4-1 15,2-3 7-15,0 2 4 0,-4-1-19 0,1 3 26 16,3 3-17-16,-4-2 2 0,-1 2-7 0,0 0 11 16,0 0-8-16,0 0 0 0,13 0-14 0,14 27 18 15,-8-8-2-15,1 2 7 0,-2 2-9 16,-7 3 16-16,6 1-3 0,-1 6-3 0,-2 4-9 15,-3-4 11-15,0 6-1 0,2 4-5 16,-12 1-7-16,4 2 13 0,1 0-2 0,2-2-8 16,-8-21-9-16,0 7 13 0,0 6 0 0,0 3-21 15,0-3 10-15,0-4 6 0,0-2-18 16,0-4 16-16,0-11-4 0,0 0 3 0,0-7 3 16,0-8 0-16,7 6-5 0,-14-10 3 15,3-1 2-15,-4-16-9 0,0-8 12 0,-5 0-29 16,4-5 30-16,-7-7-20 0,5-3-3 0,3-1 2 15,3-4 7-15,4-1-2 0,-1-6 1 16,2 3 7-16,0 24-11 0,0-10-9 0,16-48 11 16,-8 41 3-16,4 1-12 0,-4 8 4 0,10-3 1 15,-3 7-10-15,6 5-7 0,-4 0 13 16,7 5-3-16,-5 9-2 0,0-1-3 0,2 7 10 16,-2 1-6-16,-8 6 10 0,-11 1 8 0,12 0-16 15,-1 0 6-15,13 31 2 0,-10-13 8 16,-4-3-19-16,-1 4 6 0,-7-5-6 0,3 1 13 15,-5-1-11-15,0-14 10 0,0 23 2 0,0-3-10 16,-19 21 10-16,7-19-19 0,-2-4 22 16,0-1-2-16,-2 1-4 0,-6-3-8 0,-3-1-17 15,0-2-7-15,-1-3-51 0,-2-3 7 0,18-6-145 16,-4 0-138-16,-6 0-19 0,1 0 45 16,-10-22 38-16,21 15 23 0</inkml:trace>
  <inkml:trace contextRef="#ctx0" brushRef="#br0" timeOffset="4563.972">21557 4470 625 0,'-1'4'220'15,"2"1"-30"-15,-1 2-31 0,0 5-13 16,0 21-11-16,0-19-23 0,0 14-29 0,0 10 11 15,21 43-7-15,-15-36-11 0,1 6-24 0,-6-6-17 16,5-1 17-16,-1 4-20 0,-2-5 28 16,-3 0-24-16,0-7-2 0,2-3-5 0,1-7-9 15,-1-5 24-15,-2-5-11 0,0-4-1 0,0-4 17 16,0-4 16-16,4-4-16 0,-2 0-11 16,0-4-15-16,-2-4-2 0,6 1-17 0,2-16-4 15,0 2 11-15,1-9-11 0,1 3-8 16,4 5-12-16,-6 0 30 0,-2 8-12 0,2 3-5 15,-2 1-1-15,-4 1 0 0,3 1 2 0,3 5 5 16,-2-1-4-16,2 0 7 0,3 4 11 16,-2-2-11-16,2 2-3 0,-1 0 16 0,4 0 3 15,5 0 3-15,19 27 1 0,-17-15 2 0,-1 0-11 16,-1 10 4-16,-9-4 17 0,4 5-9 16,-6 0 18-16,-2-1-2 0,-6-2-17 0,6 7 1 15,-6-6-6-15,0-9-34 0,0 6-27 0,-27 19-36 16,13-11 8-16,2-15-171 0,2 10-177 15,-3-13 50-15,10-1 26 0,0-2 50 0,6-6-5 16,0 1 11-16</inkml:trace>
  <inkml:trace contextRef="#ctx0" brushRef="#br0" timeOffset="4708.884">22224 5225 232 0,'11'-5'413'0,"-4"4"-68"16,-3 0-10-16,1 1 16 0,-3-5-59 0,-2 3-46 15,0 0-33-15,0-1-4 0,-3 3-25 0,3-3-21 16,0 2-75-16,-5-2-45 0,-2-1-99 15,1-1 4-15,-16-2-340 0,-6 1-13 16,-7-4 38-16,-2 3 24 0,-4-3 26 0,-1-3-20 16,-7 3 9-16</inkml:trace>
  <inkml:trace contextRef="#ctx0" brushRef="#br0" timeOffset="50246.259">16952 9862 561 0,'0'0'158'0,"0"0"-6"0,0 0-2 16,0 0-58-16,0 0 4 0,0 0 20 16,0 0-23-16,0 0-21 0,22 0-29 0,-22 0 8 15,0 0 18-15,0 0-30 0,0 0-4 0,0 0 19 16,43-26 23-16,-37 24-18 0,-1 2-3 16,1-1 3-16,0-3-5 0,-2 0-6 0,4 1-27 15,-2-1 14-15,2-2 10 0,-2 0-5 16,-1 1-8-16,9-12 7 0,-4 6-1 0,-4 1 5 15,0-4-21-15,-1 4 30 0,-2 3-13 0,0 0-8 16,-1 0 3-16,1-1 7 0,-3 8 3 16,0 0-5-16,0-8-4 0,0 8 3 0,0-11 5 15,0 11-10-15,0 0-19 0,-22-24 5 16,19 23 2-16,-4-2-5 0,1 3-14 0,0-4 2 16,-2 4 5-16,2-1 10 0,-4 2-18 0,4-1 2 15,6 0 5-15,0 0-4 0,-11 0-12 0,11 0 2 16,-15 0 11-16,15 0 4 0,-23 17-9 15,16-14 5-15,1 0-6 0,1 3-1 0,-1-3-14 16,4 4 8-16,-1-2 7 0,0 2-6 0,2 1 21 16,-1-4-15-16,4 3-2 0,-1-3-6 15,-1-4 16-15,0 0-5 0,0 11-9 0,14 6 12 16,-7-13-14-16,1-3 13 0,1 3 8 0,-1-3 1 16,0-1-14-16,1 1-1 0,-2-1 16 15,1 0-8-15,1 0-6 0,-9 0 2 0,0 0 9 16,11 0 6-16,-11 0-24 0,22-17 3 15,-15 11 3-15,-4 1 7 0,3-1-4 0,-3-1 9 16,2 1-6-16,-3-1 14 0,-1-1-13 0,-1 1 4 16,0 7 8-16,0 0-20 0,0-12 15 15,0 12 5-15,0-10-13 0,-17-4 0 0,10 9-10 16,1 1 0-16,-2 1 10 0,0 3-11 16,-1-3 10-16,1 2-6 0,2 1-9 0,-2 0 1 15,0 0 11-15,0 0-7 0,8 0 0 0,0 0-2 16,-13 0-6-16,-7 15 5 0,13-11 2 15,-1 2 2-15,5 0 15 0,-1 3-3 0,-1-1-13 16,3 0 3-16,-7 14 8 0,4-7-19 16,3-1 23-16,2-1-10 0,0 0 2 0,0-13 1 15,0 10-14-15,0-10 7 0,0 12 14 0,0 0-2 16,16 4-7-16,-9-9-7 0,-3-3 17 16,1 2-16-16,4-2 4 0,-1-2-5 0,2-4 8 15,-2 2 7-15,3-4-14 0,-11 4 3 16,30-11 12-16,-13 4-3 0,-6-5-15 0,0 5 10 15,5-6 4-15,-8 1-11 0,0 3 3 16,-2-1 8-16,-6 1 11 0,5-1-13 0,-3 3 10 0,-2 1-7 16,0-1 0-16,0 7 6 0,0 0-9 15,0-12-1-15,0 12 12 0,0-12-22 0,-16-4 11 16,10 13-6-16,-1-1 14 0,1 2-21 16,0 1 12-16,-2-1-4 0,4 2-9 0,-7-3 5 15,5 6-3-15,0-3 6 0,6 0-3 0,0 0 8 16,-11 0-6-16,-8 12-9 0,11-5 3 0,-6 5 0 15,3 3 7-15,1-7 11 0,5 6-8 16,-1-3-15-16,4-3 15 0,2 3 3 16,0-4-22-16,0-7 20 0,0 0-14 0,0 10-6 15,0-10 17-15,0 12-1 0,0-1 6 0,19 1-5 16,-12-7 6-16,-1-3-4 0,-1 3 9 0,1-3-12 16,0 0 7-16,1-2-9 0,-3-2-2 15,1 0 20-15,2 1-18 0,-1-3 20 16,-6 2 9-16,6-3-8 0,-4-3-13 0,1 4 10 15,-1-7 6-15,-2 0 5 0,1 1-19 0,-2 2-6 16,1 8 1-16,0-12-2 0,0 2-11 16,0 10-13-16,0-13-31 0,0 2-48 0,0 11 12 15,-19-12-140-15,9 14-185 0,-10 9 27 0,-7 1 24 16,6-2 47-16,-1 1 13 0,6-4-49 16</inkml:trace>
  <inkml:trace contextRef="#ctx0" brushRef="#br0" timeOffset="104823.36">17962 8904 430 0,'0'-20'225'0,"0"20"-16"0,0 0-4 0,-49-54-34 16,36 42-10-16,1 3-10 0,-6-1 6 0,4 1-22 15,3 5-5-15,-3 3-30 0,3 1 2 0,11 0-19 16,-21 0 5-16,-26 19-10 0,17-5 2 15,1 6-15-15,-2-2-19 0,1 5 16 0,0 3-12 16,3 3-2-16,0 1-10 0,5 0-2 16,-4 5-4-16,9-4-4 0,0 5 3 0,2 1-8 15,1 1 2-15,8 2 6 0,-2 4-12 0,5-6-7 16,3-19-5-16,0 9 5 0,17 36 14 0,1-28-16 16,-1 1-8-16,8-11 11 0,7 1 11 15,3-7-25-15,4-3 1 0,7-4 9 0,6-5 15 16,3-1-21-16,2-7-10 0,-27 0 21 0,15 0-2 15,56-18-18-15,-41 8 7 0,0-1-19 16,-3-1-1-16,-4 0 8 0,-7-2 0 0,-9 3 1 16,7-6-3-16,-8 4-7 0,-9 2 5 15,-8-3 18-15,-3 3-10 0,-11 4-3 0,-5 7 21 16,0 0-16-16,0 0 14 0,-26-20-5 0,-2 14-4 16,-5 5 5-16,-7 1-6 0,20 0 2 15,-9 0 8-15,-6 0-10 0,-1 0 12 0,1 0 0 16,1 0 16-16,8 0-10 0,1 0 0 0,6 0-12 15,5 0 2-15,3 0 1 0,11 0 0 16,0 0 5-16,-18 4 3 0,28-10-2 0,4-10-14 16,5 2 19-16,11-3-8 0,-2 3-12 0,7-8 12 15,-3 2-6-15,7 7 6 0,-7-2-24 16,6-1 14-16,-10 3 13 0,2 3-24 0,-1 1 6 16,1 1-6-16,-6-3 22 0,-9 9-19 15,1 1 1-15,-5-4 3 0,-1 5-1 0,1-2 8 16,-5 2-13-16,-1-2 3 0,0 2 12 0,-5 0-17 15,0 0 10-15,0 0-9 0,9 0 1 0,-9 0 21 16,13 0-12-16,4 20 10 0,-12-16 3 16,0 6-1-16,4 12 8 0,4 1 31 0,-2-1 1 15,-6 4-21-15,1 3-2 0,0 1-1 16,-3 4-13-16,0-1-4 0,4-1 17 0,1-1-7 16,-2 1 13-16,0-3-2 0,4-1-17 0,-4 1-3 15,5 1-5-15,-4-8-15 0,2 4-9 0,-1-7-25 16,0-3-61-16,-2-4-73 0,0-3 16 15,-6-2-244-15,5 0 29 0,-5-4-64 0,2-3 27 16,-9 0 79-16,3-2 14 0,-6-3 10 16</inkml:trace>
  <inkml:trace contextRef="#ctx0" brushRef="#br0" timeOffset="114715.193">16960 9695 265 0,'0'0'83'0,"0"0"-37"0,0 23 8 16,0-23 18-16,-24 36-22 0,24-29-8 16,-1 2 18-16,1-1-22 0,0-1 26 0,0 2-50 15,0-9-1-15,0 0-1 0,0 12 18 16,0-1-7-16,17 6 28 0,-11-11-5 0,2-3-18 16,-1 1-2-16,0-4-3 0,4 4-6 15,-3-4 0-15,2-3 28 0,-10 3 11 0,17 0-4 16,15-20-27-16,-18 13-1 0,0-2-4 0,-7 2 42 15,1 1-12-15,-2 1 10 0,0-1-35 16,-1-2 15-16,-2 1 25 0,-3 4 7 0,0-6-13 16,0 2-5-16,0 0 2 0,0 7 4 0,0 0-10 15,0-14-12-15,0 6 15 0,-16-22-11 16,4 16-1-16,5 2-7 0,-1 5-19 16,2-3 24-16,0 2 8 0,-2 4-6 0,2 0-21 15,-2-3 8-15,4 6-8 0,-5-4 3 16,4 1 5-16,-1 1-25 0,-2 3 2 0,-1 0 15 0,9 0-5 15,0 0-23-15,-35 16 18 0,19-2-7 16,-1 6-3-16,1-5-9 0,5 11-1 0,0-4 23 16,3 3-3-16,1-2-21 0,4-4-2 0,3 2 17 15,0-21 5-15,0 23-1 0,16 22 0 16,-8-24 1-16,6-2-35 0,0 0 26 0,1-3-5 16,5-3-1-16,2-2-13 0,-1-1 13 15,-1-5 3-15,-1-4-19 0,-1-1 9 0,-18 0 4 16,20 0-2-16,26-16 26 0,-17 9-46 0,-9-8 31 15,-2 3-9-15,-1-2 11 0,-1-2-7 16,-7-7 4-16,2 10 21 0,-3-9-17 0,-3 5-5 16,0-10-3-16,-2 10 22 0,-3 17-11 15,0-17 30-15,0-1-28 0,-25-23 1 0,17 23-1 16,-5-1 27-16,2-2-11 0,-6 6 1 16,2-1-4-16,6 5-5 0,-2 2-12 0,1 4 0 15,2-2 8-15,-3 3-12 0,8 3 17 0,-3-2-12 16,-2 0 1-16,8 3-13 0,0 0 19 0,0 0-5 15,-32 25-2-15,18-8-28 0,5 4 30 16,4 2-13-16,-1 0-3 0,-1 1 3 0,6 1 10 16,-1 2 7-16,2-13-12 0,0 5-4 0,0-1-7 15,21 22 1-15,-15-21-12 0,0-4-7 16,12 0 17-16,-7-4-7 0,0-3 24 0,-2-2-13 16,1-5-3-16,-2-1 26 0,-8 0-26 15,0 0-2-15,12 0 24 0,18-24-11 0,-15 7-24 16,2-2 7-16,-8 1 22 0,4-3 3 15,-10 1 0-15,-3 7 18 0,0-4-20 0,0 2 21 16,0 1-20-16,0 2 23 0,-14-10-6 0,6 15-1 16,2 1-21-16,-2 2 12 0,2 3-19 15,-6 1 1-15,3 1 3 0,-2 2 15 0,-2-3-4 16,-20 18-18-16,13-10 7 0,-3 6-2 16,11 1 25-16,-4 1-22 0,6 1-4 0,-2 5 5 15,7-5-2-15,2-1-36 0,-2 8 16 0,5-2-27 16,-1-7 32-16,1-15-30 0,0 14 40 15,0-2-28-15,20 18 18 0,-10-16-17 0,1-6 16 16,-3 2 1-16,1-9-24 0,-3 1 37 0,2-1-3 16,-1-1 15-16,-7 0 2 0,0 0-4 0,0 0-6 15,20-14 6-15,-15 8-14 0,-2-1 22 16,-3-2-4-16,3 2-18 0,-1-4 4 0,-1 2 26 16,1 1-20-16,-2 8 32 0,0 0-6 15,0-14 3-15,0 3-12 0,0 11 1 0,0-12 4 16,0 1-16-16,0 11-4 0,0-11-23 0,0 11 5 15,0-11-62-15,0 11 21 0,0 0 7 16,0 0-54-16,-8-16-38 0,8 16-68 0,0 0-131 16,0 0 23-16,0 0 19 0,0 0-17 15</inkml:trace>
  <inkml:trace contextRef="#ctx0" brushRef="#br0" timeOffset="119141.07">18793 8461 600 0,'0'0'206'0,"0"0"-35"15,0 0-37-15,0 0 13 0,0-19-10 0,0 19 1 16,0 0-12-16,0 0-25 0,0 0-16 0,0 0-6 15,0 0 2-15,0 0-13 0,0 0-12 0,0 0-18 16,0 0 6-16,0 0 4 0,10 26-7 16,-20-10 6-16,5 7-23 0,1-6 13 0,-3 6-19 15,-5 1 6-15,7 3 5 0,5-2-20 16,0 2 1-16,-5-1 15 0,4 0-10 0,-4-1-3 16,5-11-8-16,0 4 15 0,0-1-9 15,0 6-5-15,0 0 16 0,16 22-6 0,-12-28-7 16,6 3-4-16,-1-5 3 0,-4 8 8 15,6-7-18-15,-3-3 3 0,3 6 15 0,5-5-8 16,-2 1-9-16,-1-4 22 0,3 4-12 16,3-4 5-16,-5-3-6 0,0 1-1 0,-4 0-3 15,1-2 14-15,-2-6-11 0,1 2 8 0,2 1-23 16,-1 0 24-16,-1-2-9 0,15 6-10 16,-4 1 4-16,2 0 7 0,-2-2-13 0,-2-2 1 15,-5-3-4-15,0-1 14 0,1-1 4 0,-6 0-3 16,2 0 5-16,-3 0-2 0,-2 0 3 15,4 0 5-15,-5 0-9 0,2 0 5 0,0 4 2 16,-7-4-14-16,0 0-2 0,0 0 16 0,9 0-11 16,-9 0 8-16,0 0-15 0,11 0-4 15,-11 0-9-15,0 0-20 0,0 0-11 0,10 0-21 16,-10 0 8-16,0 0-125 0,12-4-153 16,-12 3-23-16,0-1 8 0,-3-3 41 0,3-1 14 15,3 1 35-15</inkml:trace>
  <inkml:trace contextRef="#ctx0" brushRef="#br0" timeOffset="119873.451">19312 8416 649 0,'-4'-5'144'16,"0"3"-9"-16,0 1-12 0,1 1-4 16,0 0-8-16,-3 1-5 0,0 1-37 0,-1 3 5 15,6 2-37-15,-7 1 1 0,-3 9 43 0,3-2-32 16,-2 6-19-16,1 0 35 0,1-3-27 0,2 8 7 15,-1 0 11-15,-1-2-15 0,2 0-35 16,1 2 31-16,2-7-8 0,3-1 18 0,0-2-16 16,0 1-13-16,0-17-13 0,0 19 9 15,0-2 1-15,18 26-2 0,-11-26 2 16,3 5 14-16,4-6-19 0,0-1 13 0,-1-5-15 16,6 3-29-16,-2 0 10 0,4-2 20 0,4-3 2 15,-9-5-3-15,11 2 11 0,-5-2-1 0,-3 0-17 16,-19-3-5-16,19 0-3 0,-2 0 9 15,-3 0 0-15,9 0-9 0,-1 0 12 0,17-22 15 16,-23 18-18-16,3-10-20 0,-5 6 25 0,-3-2 4 16,-1 3 14-16,-5-3-4 0,-1 3-19 15,1 1-9-15,-3-2-1 0,-1 4 5 0,-1-5 3 16,0-1-5-16,0 10 31 0,0 0-15 0,0-13 3 16,0 1 12-16,0 4 5 0,0 8-17 15,0-14-12-15,0 3 8 0,-17-7 20 0,12 11-8 16,0-1-5-16,1 3 16 0,-3-4-10 0,-4-3-3 15,2 0 4-15,-2 6-17 0,3-2 8 16,-2 4-1-16,-4-3-11 0,3 6-2 0,1 0 16 16,-1-1-1-16,11 2-8 0,-11 0 1 0,0 0-10 15,2 0 13-15,-4 0-5 0,-3 0-11 16,-3 0-3-16,4 0 17 0,-14 15-13 0,15-11-8 16,3 0 19-16,-5 8-12 0,2-5 8 0,6 3-10 15,-3 0 8-15,5-5 11 0,-2 3-19 16,4-5-3-16,0 5-5 0,2-2 10 0,-3 1-9 15,4 1-1-15,1 0-13 0,-5-5-11 0,4 5 9 16,-1-4-7-16,2-1 0 0,0 2-6 16,-5-3-9-16,5 2-21 0,0 1 7 0,-1-3-72 15,1-2-11-15,0 0-24 0,1 1-89 16,4-2 21-16,-5-5 19 0,6 0-51 0,-3-3-34 16</inkml:trace>
  <inkml:trace contextRef="#ctx0" brushRef="#br0" timeOffset="120656.971">19536 8077 673 0,'-3'-1'196'0,"-2"-2"-17"16,3 3-18-16,-2-1-36 0,1-4-12 0,-1 5-15 15,3 0-7-15,-1-2-25 0,-1 2 2 0,0 0 2 16,1 0-20-16,2 0-27 0,-3-4 21 0,2 4-4 16,-1 0-26-16,2 4 29 0,0-8-13 15,0 4-33-15,0 4 21 0,0-4-24 0,0 0 33 16,0 2-9-16,2-1 3 0,-1 7-2 16,2-5 0-16,1 1 14 0,0-1-20 0,3 1 1 15,-4 2-33-15,5 0 19 0,9 9 5 0,-6-3 16 16,6 1-12-16,-1 4-24 0,3-6 30 15,-3 5 5-15,-2-3-14 0,5 3-2 0,2 0 6 16,1-2-1-16,-5 3-8 0,9-1 0 16,-4 1 3-16,-6 0 3 0,1 5 4 15,-3-4-18-15,0 1 27 0,-4 4 0 0,1 3-22 16,-2-2 17-16,-4 0 10 0,1 2-3 0,-4 3 14 16,-2 1-9-16,0-15-13 0,0 6 21 15,0 5-8-15,-14 32-8 0,6-29 20 0,8-4-12 16,-5 6-4-16,-1-3 7 0,-2-2-6 0,-2-1-1 15,4 1-6-15,0-3-4 0,-2 2 11 16,-6-2-7-16,6-3-14 0,-2 3 16 0,-1-3 4 16,6-5-2-16,-1-1 5 0,5-7-2 0,-4 0 19 15,2-2-15-15,3 2 7 0,0-3 1 16,0-3 3-16,-5-1 1 0,5 5 29 0,-3-3-33 16,0 1-8-16,3-3 27 0,0 0 9 15,0 0-41-15,0 0 38 0,0 0-25 0,0 0 2 16,0 0 17-16,0 0 4 0,0 0-17 15,0 0 10-15,0 10 7 0,0-10 0 0,0 0-11 16,0 0-4-16,-4 13 19 0,4-13-14 0,0 0-5 16,0 0-5-16,0 2-6 0,0-2-3 15,-3 0-3-15,3 1-3 0,0-1-47 0,0 0-61 16,3 0-28-16,-6 0-52 0,6-3 17 0,-6 2-343 16,6-3 50-16,-3-1 26 0,0-5 31 15,-4 3 56-15,2-22 17 0,-12 2 1 0,-3 2 10 16,-1-3-4-16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1T06:15:44.143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3697 279 252 0,'-5'-4'199'0,"-2"0"-34"16,0 0-25-16,1 1-17 0,-11-9-29 16,-2 1 18-16,3 2-4 0,-5 0-25 0,2 2 17 15,2 4 6-15,-8-1-30 0,1-2 14 0,-1 0-10 16,-5 3 21-16,-4 3-4 0,1-2-17 16,-3 0-2-16,-2 1 5 0,-10-1-13 0,-2 0 16 15,-1-4-19-15,21 6-7 0,-9 0 0 16,-15 0 12-16,-9 0-10 0,-4 0-1 0,-7 0-16 15,-8 0 10-15,0 0-12 0,-7 0 16 16,-2 0-16-16,-7 0-11 0,-5 0 5 0,0 0 8 16,-3 0 3-16,-1 0-17 0,1 0 11 15,-107-8-6-15,107 1 0 0,3 5 26 0,2-7-23 16,3 2 5-16,0 0 8 0,0-5-19 0,6 2-2 16,1 3 29-16,4-2-18 0,4 2 31 0,8 3-34 15,3-3 29-15,6-1-8 0,8 0-22 16,-2 1-15-16,9 0 10 0,5-2-5 0,-1 2-1 15,7 0-8-15,4 1-1 0,6 1-20 0,5 0 14 16,4 3-5-16,5 1 3 0,7-1 14 16,-2-2-24-16,3 4 9 0,-2-2-15 0,6 0 11 15,-1 2-26-15,-2 0-19 0,6-3-28 0,1 3 12 16,0 0-27-16,0 0-3 0,0 0-14 16,0 0-12-16,-6 0-13 0,9 3-11 0,1-1-34 15,6 4 16-15,-1-4-4 0,25 10-45 0,-6-4-43 16,2 3-139-16,3-9 37 0,4 8 24 15,-7-8-33-15,11 1 9 0,-2-1 67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1T06:15:43.475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3694 7 473 0,'0'0'178'0,"0"0"18"16,0 0-17-16,0 0-35 0,0 0 11 16,0 0-6-16,0 0-34 0,0 0-10 0,-42-16-1 0,23 16-11 15,-11 0-1-15,-46 19-2 0,28-8 0 16,-4 2-4-16,-9 3-16 0,-4 5 13 0,-11 3-30 16,-1 5 21-16,-12 4-21 0,-4-1 12 15,-7 7-11-15,-6 3-13 0,-12 0 0 0,1-2 9 16,-6 4 3-16,-2 1-4 0,-3-2-6 15,-5 5 7-15,0-4-9 0,-6 0-15 0,5 1 3 16,-1 0 19-16,3 1-31 0,1-3 29 16,9-4-28-16,-1-1-7 0,9 2-1 0,6-3 8 15,12-4-5-15,4-7-10 0,9 1 1 0,10-4 5 16,10-3 10-16,3 0 11 0,9-8-3 16,5 2-18-16,3-3-16 0,7 1-20 0,3-4-16 15,4-1-22-15,11-4-4 0,6-2-22 0,8-1-8 16,4 0-28-16,0 0-2 0,-5-14 12 15,21-2-45-15,3 4-51 0,3-10-64 0,6-2-85 16,4 3 16-16,7-11 35 0,4 3-16 16,6 0 64-16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1T06:15:39.822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3214-1 394 0,'-6'0'198'0,"0"4"-44"0,0-1-25 0,-15 9 22 16,0 9-18-16,-7 3 4 0,4 2-6 15,-7 3-2-15,-7 5-10 0,-8 3 5 0,-5 9-1 16,-4 4 0-16,-16 12-2 0,-8 2-14 0,-5 9 2 15,-6-5-16-15,-13 16 17 0,-6 11-9 16,-11-2 25-16,-5 9-11 0,2-4-17 16,0 5 5-16,3-6 3 0,-7 3-44 15,-2 0 19-15,7-5-25 0,-1 1-3 0,6-9 7 16,1-2 11-16,9-2-31 0,3-7 28 0,6-4-8 16,11-5-39-16,9-11 2 0,4-2 13 15,8-6-7-15,4-8-17 0,7-4 7 0,10-2 20 16,1-6-33-16,11-2-3 0,3-3-9 0,-2-5 0 15,10-3-46-15,-3 0-17 0,11-4-16 16,1-2-36-16,5-3 0 0,5-5 1 0,3-1-11 16,0-1-12-16,6-5 13 0,20-18-71 0,5 3-31 15,-1-12-51-15,10-2-95 0,7-9 20 16,7 3 29-16,9-11-4 0,2 0 51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1T06:15:40.516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85 8 638 0,'1'-4'200'0,"1"3"-33"15,-2-3-13-15,0 4-30 0,3 0-31 16,-3 0 9-16,1 0 0 0,-1 0-19 0,0 8-10 16,0-4-37-16,2 7 27 0,0 18-26 15,-2-7 9-15,0 8 5 0,0 9-9 0,0 7 19 16,0 6-26-16,0 10 21 0,0 2-20 0,0 13 22 16,0 3 2-16,-16 96-1 0,11-76 0 0,0 7-7 15,-4 1 3-15,7 2-3 0,-6 9-21 16,-1-5 19-16,4 1-12 0,-1 0 0 0,-1 0-9 15,4-1 1-15,-1 0 4 0,-1-3 16 16,5-3-16-16,-2-2-5 0,2-9-1 0,0-53 12 16,0 22 7-16,0 8-26 0,0-3 20 0,0-1-11 15,0-7-5-15,0-4 6 0,0-5 11 16,0-5-15-16,0-2-5 0,0-8-10 0,0-6 11 16,0-7 1-16,0-4-18 0,0-7-26 15,0-15-38-15,8 11-33 0,-9-20-38 0,2-2-25 16,5-24 14-16,-6 12-100 0,18-44-86 0,-10 14-43 15,1-3 21-15,7-7 27 0,0 2 15 0,1-4 13 16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1T06:15:41.839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43 37 458 0,'-3'-4'189'15,"-3"-3"-2"-15,0 6-1 0,4-2-24 16,-3-4-28-16,2 6 10 0,-2 1-13 16,4-3-24-16,-1-1-13 0,-1 3-2 0,0-1-2 15,3 0-32-15,-5 0-7 0,5 4-3 0,0 2-1 16,2-3-4-16,3 4-12 0,9 9-2 16,5 4 2-16,3-4-6 0,2 6-4 0,9 2-11 15,3 0 8-15,7 1 1 0,4 3-14 0,4 4 20 16,4-1 10-16,7 7-17 0,2 2-11 15,8 1-14-15,8 6 16 0,1-1 0 0,4 6 10 16,-1 1-3-16,4 4 1 0,6 0-8 16,-3 5 4-16,6-1 3 0,-6 0-16 0,3 4 18 15,-3 0-10-15,6 1 10 0,-4-1-14 0,0 1 10 16,0-5 0-16,-1 2-5 0,0-3-16 0,1-1 26 16,-1-3-7-16,-2-3-4 0,-5-2-8 15,5-5 14-15,-4-1-8 0,-4-8-7 0,-5-1 16 16,-7-4-17-16,1 2-6 0,-8-9-1 15,-1 1 13-15,-10-8 6 0,-5 2-15 0,-1-5 0 16,-6 3 13-16,-9-5 3 0,-2-1 4 0,-9-4 3 16,-2-5-14-16,-11-1-8 0,-7 0-38 0,0 0-13 15,4-8-14-15,-11 1 7 0,-1 3-140 16,-12-15-110-16,-5-2-46 0,-4 0 53 0,1-2 14 16,1-4-30-16,-8 2 37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1T06:15:41.135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68 100 593 0,'-7'-19'166'0,"-3"6"-1"0,4 1 20 15,-1 5-8-15,1-1-10 0,3 1-15 0,-2 1-14 16,0 1-3-16,4 0-20 0,1 3-13 0,-3 1-6 16,-2-2-20-16,3-1-9 0,2 3-5 15,-4-1-13-15,4 1-6 0,0 1-5 0,-2-4-3 16,2 8 3-16,-2-4-16 0,2 4-1 15,0 6 4-15,4 14-13 0,2 4 3 0,2 9-1 16,8 0-15-16,1 2 16 0,5 5 1 16,0 0 8-16,7 11-12 0,2 2 1 0,4 8-13 15,-3 6 12-15,4 4 9 0,4 7-1 0,-4 4 0 16,7-2-6-16,-4 6-8 0,-1 5 2 16,2-5-2-16,4 0 9 0,-1 1 2 0,5 3-6 15,1-7-9-15,5 7 16 0,-2-3-2 0,1-2-14 16,-3 0 2-16,1-3-7 0,-2-2 2 15,-7 0 4-15,1-4 4 0,-2-3-8 0,-5-4 16 16,-1 1-3-16,-2-7-16 0,-3-1 7 16,4-6 7-16,-11-1-16 0,3-5 9 0,-6-5 2 15,-1-4 3-15,-3-4-18 0,-2-5 5 0,0 1 12 16,2-3-6-16,-8-6 6 0,5-1-9 16,-5-5 8-16,0-10 3 0,-5-5-26 0,-2-1-45 15,-2-7-26-15,-2-4 9 0,1-2-138 16,-4-19-168-16,-4-9 25 0,-1-5-23 0,2-4 24 15,-2 2 84-15,1-14-17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1T06:15:42.571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41 20 348 0,'-7'-1'169'0,"1"-1"1"0,3 1 4 0,-2-2-28 15,2-2-12-15,-2 5-10 0,2 0-15 16,0-2 0-16,3 2-5 0,-3-1-7 0,-1-3 5 15,3 4-13-15,-1-1-13 0,2-3-25 0,-1 6 0 16,1-4 11-16,0 2-19 0,0 0-2 0,1 2-13 16,6 0 23-16,2 3-34 0,18-2-1 0,9 6 13 15,7 1-3-15,4-1-22 0,4 1 17 16,14 0 2-16,11 2-7 0,7-1-1 0,15-3-10 16,2 6 4-16,9 0 7 0,0 1 7 15,8 0-17-15,3-1 0 0,3 5-12 0,4 1 18 16,1 1-2-16,1 7-14 0,4 0 5 0,-2 1 6 15,1 1 0-15,-6 6-3 0,-3-3-16 16,-3 4 30-16,2-6-13 0,-7 2 7 0,-2 0-29 16,-1-3 10-16,-2-2-2 0,-1-4 24 15,-4-1-2-15,-4-3-16 0,-6-1-5 0,1-7 7 16,-6 0-21-16,-9 0 13 0,-1-3-7 0,-8-2 17 16,-6 0-12-16,-9-2-14 0,-3 2 22 15,-7-2 5-15,-1 1 4 0,-7-3-10 0,-4 2 28 16,-6-3-7-16,-10-2 4 0,-4 0 5 0,-15 0-40 15,0 0 3-15,0 0 5 0,16-10-35 16,-22 6-43-16,-1 1 9 0,-16-8-129 0,-7-1 15 16,-8 1 17-16,0 0-164 0,-8 0 22 0,-3-4 36 15,-2-3-39-15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1T06:13:53.050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18016 12102 215 0,'4'-3'259'0,"3"3"-41"0,-3 0-44 15,0 0-10-15,2 0-28 0,-1 3-18 16,-2-3-26-16,2 5 18 0,-1-2-23 16,1 5-9-16,-5 0-28 0,3-1 11 0,0 4-4 15,2 13-2-15,1 0-18 0,1 3-18 0,-4-10-9 16,0 1 28-16,-3-3-11 0,0-1 3 0,2-3 14 15,-2-1-26-15,0-3-28 0,1 0 23 16,1 4 17-16,-2-6-12 0,0 4 10 0,0-6 15 16,0 1 21-16,0 3 4 0,0-7 12 15,0 0-23-15,-2 1-7 0,1-1 3 0,-4-3-15 16,3-2-4-16,-2-2-3 0,-1-14-12 16,2 5 2-16,1-5-29 0,2 21-2 0,0-12 8 15,0-2-11-15,0-7 23 0,16-14-10 0,-11 19-10 16,7-3 5-16,-1-2-2 0,4 6 3 15,2 4 10-15,-1-3-26 0,4 3 4 0,-5 7 2 16,3 1 6-16,-3 2-16 0,-1 1 24 0,-14 0-5 16,11 0-6-16,0 0-8 0,24 19 7 15,-13-8 3-15,-3 4 5 0,-10 3-17 0,6 1 22 16,-4 0 0-16,-7 3-2 0,-4 0-11 0,5 4 18 16,-5-12 4-16,0 8 1 0,-16 27 9 15,2-24 7-15,0-2 0 0,-3 3-6 0,-6-5-5 16,0 2 1-16,-4-1-11 0,-2 0 12 15,7-5-6-15,-3-1-27 0,3-3-11 0,1-2-22 16,2-2-38-16,8-8 9 0,2 1-142 0,9-2-175 16,0 0 40-16,0 0 24 0,-10-23 16 15,20-1 29-15</inkml:trace>
  <inkml:trace contextRef="#ctx0" brushRef="#br0" timeOffset="553.314">19533 11894 632 0,'0'3'193'0,"-5"3"-54"16,3-5-40-16,-2 6 29 0,-3-1-23 15,-8 11-21-15,2-5-33 0,-4 5 26 0,-4-1-2 16,2-5-10-16,2 1 21 0,-4 0-48 0,4 3 32 16,6-11-26-16,1 5-1 0,2-7 9 15,2 5 3-15,0-3-22 0,1-3-17 0,0 3-12 16,4 1 12-16,-4-1 10 0,2-1 8 0,0 1-18 15,1 1 7-15,0-2-9 0,2 5-28 16,-4-4 44-16,4 5-16 0,-2-7-8 0,2-2 8 16,0 0-3-16,0 15-1 0,0-5-8 15,0 2 13-15,0-1-13 0,0 5 9 0,0 5-14 0,0 4 6 16,0-7 4-16,0 1 2 0,17 18-14 16,-13-24 22-16,2 0-7 0,-1 6-7 0,-1-1 5 15,1-5-10-15,3-2-13 0,-6-2 21 16,4 3 4-16,-1-4 10 0,-2-2-43 0,3-1 17 15,-1 2 1-15,0-2-2 0,4 1 9 16,-1-5 7-16,-2 5-6 0,4-5 19 0,17 5-25 16,-27-6 11-16,16 0-5 0,-2 0-14 0,3 0 11 15,2 0 1-15,25-17-35 0,-22 10 13 16,-1-1-27-16,1-3 5 0,0-2-62 0,-3-1-27 16,2-4-26-16,-7-5-72 0,0 6-117 15,0-4 19-15,-6 4-20 0,-4 2-6 0</inkml:trace>
  <inkml:trace contextRef="#ctx0" brushRef="#br0" timeOffset="786.319">19353 12274 357 0,'-2'-1'189'0,"2"1"-16"0,-2-2-23 15,2 0 6-15,0 0-6 0,2 1-38 0,0-4-27 16,2 3-17-16,0-2-1 0,2 1 6 16,0-2 9-16,16-9-54 0,-1 0 27 0,6-2-11 15,0-7-15-15,1 1-37 0,7 4 1 0,-4 0-66 16,4-2-39-16,-6-8-139 0,2 7-58 16,-5-3 7-16,0-3 13 0</inkml:trace>
  <inkml:trace contextRef="#ctx0" brushRef="#br0" timeOffset="1307.331">20848 11190 408 0,'-8'7'191'0,"0"-2"-34"0,2-1-8 16,-13 12-14-16,1-1-39 0,-1-3-8 0,5 4 10 15,-5 0-39-15,8-3-7 0,-8-2-18 0,5 5 26 16,0-6 10-16,1-1-22 0,-3 3-1 0,2 6-25 15,-2-10 6-15,3 0-4 0,-1-3-32 16,3 1 34-16,2 0-24 0,2-2 39 16,0-3-33-16,0 4 9 0,2-3-20 0,-1 3 35 0,3-3-3 15,-3 2-20-15,4 0 32 0,-1-1-32 16,0-2-9-16,3 5 32 0,-5-3-19 0,5-3-36 16,0 0 13-16,0 0 19 0,0 11 10 15,0-1-8-15,0 1-9 0,0-1 39 0,22 21-12 16,-11-13-4-16,-1 7-16 0,1 1 4 0,3-4 20 15,2 3 2-15,-4 3-10 0,-2 0 1 16,1 2-1-16,2 3 3 0,-4 1-10 0,2-7 2 16,-1 2-21-16,-2 6 26 0,3-7 0 0,-2-2-25 15,-1 1-4-15,0-3-3 0,-5-1 20 16,0-8 6-16,2-4-23 0,-3 1-33 0,4-3-15 16,-6-4-31-16,1 4 7 0,-1-9-189 0,0 0-112 15,0 0 47-15,-6 1 24 0,3-4 10 16</inkml:trace>
  <inkml:trace contextRef="#ctx0" brushRef="#br0" timeOffset="1500.448">20683 11768 784 0,'0'-4'249'0,"2"-2"-22"16,7-12-52-16,6 4-5 0,2-7-24 0,4 4-13 15,2-3-1-15,3-3-19 0,4 3-33 0,-2-1-53 16,2-2-47-16,3 4 1 0,-9 6-195 0,6-3-168 16,-11 0 27-16,-8-2 9 0,-9 4 11 15,-2 14-8-15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1T06:13:52.635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15974 12243 462 0,'-32'12'181'0,"4"2"-47"16,-2 1 18-16,-7 2-13 0,9 6-1 0,-4-1-12 16,4-1-37-16,-1-1 1 0,6 6-41 0,-3-2 24 15,4 4-18-15,8 2 0 0,1-2-7 16,4 1-19-16,3 3 14 0,4-14-5 15,2-7 12-15,0 11-33 0,17 21 12 0,-4-19-11 16,3-5-14-16,6-2 11 0,3-4 30 0,4-6-47 16,-1 0 16-16,5-3 21 0,-17-4-16 0,14 0 2 15,43-23-56-15,-34 15 17 16,7-1 2-16,-2-2-90 0,-4 3 1 0,-2-11-79 0,1 8-160 16,6-4 28-16,-3-1 13 0,-2-2 6 15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1T06:15:45.274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115 77 380 0,'0'21'185'0,"0"-21"9"0,-35 59-52 0,32-34 7 15,3-16-14-15,-5 30-34 0,5-26 10 16,0 8-10-16,0 1 0 0,0-4-9 0,0 1 3 16,0-5 8-16,0 0-20 0,0-3 8 15,0-4-9-15,0-7 1 0,0 12 27 0,0-12-12 16,0 11 9-16,0-11-8 0,0 0-1 0,0 0-1 16,-8 19-30-16,2-25-9 0,-7-8 0 0,-1-10-35 15,0-1-1-15,6-9-11 0,6 2 1 16,-4-3-10-16,5 1 14 0,1 17-18 0,0-10 12 15,0 1-13-15,17-29-7 0,-14 37 4 16,3 2 17-16,-1 6-10 0,9-5-3 0,-4 4-4 16,4 6-9-16,-3-2 8 0,2 7 8 0,-13 0-8 15,16 0-8-15,23 27 3 0,-12-5 12 16,-3 4 3-16,4-1 2 0,-4 2-14 0,1 2 18 16,-1-1-10-16,0 1 2 0,-4-1-20 0,1 2-10 15,-1-2-18-15,-2-4-16 0,-4-2-25 16,0 0 0-16,3-8-29 0,-6-2 8 0,5 7-75 15,-14-12-47-15,-1-1 17 0,-1-1-181 0,0-5 25 16,-6 0 36-16,-2 0 35 0</inkml:trace>
  <inkml:trace contextRef="#ctx0" brushRef="#br0" timeOffset="175.891">52 381 416 0,'-2'0'140'15,"4"0"-9"-15,1-2 22 0,0-2-48 0,19-9 11 16,-1-1 0-16,6-5-17 0,6 1-30 16,5 0 15-16,-4-1-17 0,1 0-64 0,0 5 1 15,0 0-61-15,1 2-24 0,-7 9-95 0,-4-1-149 16,-25 4 8-16,16 0-6 0</inkml:trace>
  <inkml:trace contextRef="#ctx0" brushRef="#br0" timeOffset="854.214">17 1754 517 0,'-2'0'271'0,"-4"5"-36"0,4-2-43 16,-2 0-36-16,2 1-5 0,1 2-14 0,-1 3-15 16,4 19-13-16,-2-20-12 0,0 11-11 15,0 6-8-15,0-1-2 0,12 26-16 0,-9-31 1 16,-1-4-22-16,3-1 14 0,-5-3-3 16,1-3-22-16,-1 1 33 0,5-3 25 0,-5-1-4 15,2-2 13-15,-2 0-22 0,0-3 13 16,-7-4-24-16,6-2 17 0,-4-4-7 0,-6-17-44 15,0-3-13-15,3-10-2 0,-5-2-13 0,10-3 16 16,0 4-8-16,3-3-17 0,0 23 4 16,0-10-6-16,0-1 0 0,25-39-3 0,-15 37 10 15,4 4-19-15,0 2 6 0,-1 8 2 0,-5 4-4 16,3 4-10-16,-5 1 1 0,-3 3 1 0,5 4 12 16,-3-3-3-16,0 5-7 0,-1 2 13 15,-4 0 3-15,0 0 3 0,0 0-9 0,11 21 10 16,-9-9-9-16,0 13 19 0,2 1-2 15,-4-12-11-15,0 3 9 0,0 0-15 0,0-1 1 16,0-3-1-16,0-1-2 0,0 2-25 0,0-14 15 16,0 11-37-16,0-11 12 0,0 12 16 0,0-12-1 15,0 8 25-15,0-8 1 0,11 16-13 16,-6-14 14-16,5 0-31 0,-1-2 29 0,1 1-19 16,5-1 12-16,11 7 2 0,2-7 4 15,1 4 1-15,4-3 8 0,-6 5 4 0,-4-2-6 16,3 3-22-16,-9-3 16 0,4 7 14 0,4-2 25 15,-11 7-1-15,2 1 0 0,-8-5 18 0,1 1 7 16,-6 1 30-16,2 10-18 0,-5-14 12 16,0 8 27-16,0 5-40 0,-24 24 0 0,10-17 13 15,-3-4 8-15,-5 3-34 0,-2-4-5 16,5-1-10-16,-6-2 1 0,1-2-40 0,-1-6-36 16,3 0-43-16,-4-7-39 0,11-2 13 0,-1-3-246 15,16-2 28-15,-13 0 24 0,-3-18 24 0,12 11 19 16,4-3 21-16,1 5-118 0,4-6 8 15,8-4 50-15</inkml:trace>
  <inkml:trace contextRef="#ctx0" brushRef="#br0" timeOffset="1230.396">968 2734 234 0,'-6'0'322'0,"-5"-4"-62"0,2 3-49 16,-15-1 1-16,3 0-16 0,7 2-43 16,-10 0-2-16,-21 17-26 0,18-7-6 0,-2 1-9 15,2 11-15-15,0 2-1 0,5 4 3 16,2 5-28-16,2 4 12 0,4-6-28 0,0 13-6 15,4 0-6-15,10-3-1 0,0-19 3 0,0 9 5 16,0 5-6-16,29 36-12 0,-10-38-5 16,6-10-2-16,5 4-5 0,0-9-3 0,8-3 11 15,-1-1-5-15,5-9 12 0,1-3-9 0,6 1-13 16,-27-4 6-16,48-16 13 0,-31 4-26 16,4 0-3-16,-5-3-22 0,4 2-36 0,-5-3-46 15,-6 5 11-15,-2-1-215 0,-7 4-93 16,-6 4 28-16,-12 1 21 0,-4 3 26 0,-4 11 16 15,-4-3 27-15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1T06:10:45.918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3970 4645 386 0,'-1'-1'175'16,"-2"1"-16"-16,1 0 12 0,1 0-51 0,-3-3 26 15,1 3-16-15,0 3-27 0,6-6 0 0,-6 2 4 16,1 1-14-16,1 0 0 0,-1 0-5 16,2-3-5-16,-3 3-6 0,3 0-11 0,0 0 8 15,-1 0-14-15,1 0 18 0,0 0 6 0,0-1-8 16,0 1 1-16,-2-2 1 0,-1 1 0 15,3 1-16-15,0-4-1 0,-3 4 0 0,1-3-11 16,2 3 9-16,0-2 6 0,0 0-10 0,-3 2-28 16,1 0 0-16,2-1 12 0,0 1-25 15,-1 1 8-15,-2-2-4 0,3 1 0 0,-2 0 12 16,0 0-31-16,2 0 9 0,0-3 3 16,2 3 24-16,-4 0-33 0,2 0 12 0,0 0-12 15,0 0-11-15,0 0 20 0,0 0-1 0,0 0-11 16,0 0 22-16,0 0-29 0,0 0 12 0,0 0-12 15,0 0 2-15,0 0 18 0,0 0-17 16,0 0 6-16,0 0 16 0,0 0-30 0,0 0 11 16,8 39 6-16,-8-28-3 0,7 13-17 15,2 0 5-15,-6-4 9 0,5 7 12 0,0-2-15 16,2 0-9-16,-1 1 13 0,1-2 4 0,-4 1 18 16,3 1-30-16,2-2 7 0,-7 0 16 15,7-1-24-15,-3 3 11 0,-1-8 5 0,1 4-3 16,0 1-8-16,-3-5 11 0,4 4-12 0,1-4 11 15,-4 5-12-15,-4-5 10 0,6 4 4 0,-2-6 37 16,2 8-11-16,0-1-24 0,3 1 8 16,-2 0 18-16,-1 2 2 0,-1-2-26 0,-1 0-1 15,0-3 18-15,2 3-5 0,2-2-17 16,-1 0 12-16,-1-1 12 0,0 0-31 0,1-1 4 16,2 0 20-16,-3 1-32 0,5 2 24 15,-5-1-5-15,0-2 15 0,-2-4-28 0,0 4 8 16,2 4-10-16,-1-8 21 0,1-1-14 0,-7 0 22 15,10 8-27-15,-4-10 17 0,-1 2-10 16,-1-1 23-16,6 9-18 0,-3-5 14 16,-7-3-2-16,7 8-19 0,3-5-8 0,-3-1 16 15,-3-1 11-15,-2-3-19 0,3-2 9 16,-1-1 13-16,3 13-24 0,-2-6 6 0,1-2-19 0,-3-1 31 16,1-2-13-16,-3-1 29 0,10 7-37 15,-5-2-8-15,-1-2 30 0,-3-2-31 0,2 1 15 16,0-5-2-16,2 14 13 0,0-2-14 15,1-4 9-15,-7-4-9 0,6-1 2 0,-3-1-6 16,-1 0 5-16,2-4 32 0,-3 2-33 0,3-2 17 16,-4-1-32-16,1 6-2 0,-1-7 50 15,2 0-7-15,-3 3-21 0,2-3-1 0,0-3 24 16,1 3-2-16,-2-1-3 0,1-1 4 0,-2 2-12 16,0-3-1-16,2 2-1 0,-2 0-2 15,3-3 13-15,-3 1-2 0,0-1-41 0,0 0-19 16,1 4-16-16,-1-4-47 0,0 0-31 0,-1-9-49 15,1 2 16-15,0-2-186 0,0 1-71 16,1-26-18-16,-1 20 57 0,0-12 39 0,0-3-3 16,0-2 39-16,0-2 22 0,19-33-24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1T06:11:08.156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6456 5487 242 0,'0'0'68'16,"0"0"23"-16,0 0-22 0,0 0-32 0,-20 0 7 16,20 0 21-16,0 0-23 0,0 0-4 15,0 0-3-15,0 0 55 0,0 0-10 0,0 0-9 16,0 0 5-16,0 0-11 0,0 0-14 0,0 0 3 16,0 0-28-16,0 0 26 0,0 0-3 15,0 0-36-15,0 0 6 0,0 0 4 0,0 0 3 16,0 19-4-16,0-19-1 0,0 0 1 0,0 0-6 15,0 0-2-15,0 0-1 0,0 0 18 16,0 0-7-16,0 0-34 0,0 0 1 0,0 0 31 16,0 0 15-16,0 0-4 0,0 0-10 0,0 0 13 15,0 0 5-15,0 0-9 0,0 0-14 0,0 0 19 16,0 0 13-16,0 0-3 0,0 0-2 16,0 0 14-16,0 0-7 0,0 0-18 0,0 0 24 15,0 0-4-15,0 0 8 0,0 0-15 16,0 0-20-16,0 0 16 0,0 0 0 0,0 0-4 15,0 0-6-15,0 0 5 0,0 0 0 0,0 0 7 16,0 0-10-16,0 0 9 0,0 0-6 0,0 0 9 16,0 0-9-16,0 0-3 0,0 0 4 15,0 0-4-15,0 0 4 0,0 0-13 16,0 0-7-16,0 0-2 0,0 18 11 16,0-18-20-16,0 0 7 0,-21 0 20 0,21 0-26 15,0 0 3-15,0 0 13 0,0 0 2 16,0 0-22-16,0 0-3 0,0 0 24 0,0 0-1 15,0 0-26-15,0 0 1 0,0 0-2 16,0 0-6-16,0 0 13 0,0 0-6 0,0 0 1 16,0 0 7-16,0 0-14 0,0 0 7 0,0 0 22 15,0 0-29-15,0 0 11 0,0 0-6 0,0 0 16 16,-22 0-11-16,22 21-1 0,0-21 14 16,0 0 13-16,0 0-24 0,0 0 8 0,0 0-8 15,-39 27-6-15,39-27 11 0,0 2 17 16,-3 1-15-16,-2-2-6 0,3 0 18 0,1-2-7 15,-3 2-13-15,3 4 19 0,-2-4-23 0,0-1-10 16,-1 0 30-16,1 2-25 0,-2 1 3 16,2-2 5-16,-3 3 25 0,0-4-6 0,-2 3-22 15,1 0-1-15,-10 9 8 0,3-7-13 16,3 1 0-16,0-2 19 0,1 3-14 0,1-5 0 16,1 2 11-16,-17 4-3 0,15-4-6 0,-1 1 8 15,2-3-8-15,2-1-5 0,-1-1 28 0,4 4-22 16,-4 1 10-16,5-3-18 0,-4 2 35 15,1 0-35-15,-2-1 17 0,2 3 6 16,-2-4-29-16,-11 10 29 0,6-3-2 0,-1-5-28 16,0 3 15-16,7-2 21 0,-2-2-48 0,1 2 13 15,0-3 3-15,-1 2-5 0,1 0 18 16,1 0 21-16,-15 7-31 0,10-4 33 0,2-2-36 16,-3-2 7-16,4 0 29 0,-2 4-38 0,3-2 10 15,0-2-2-15,-12 9 6 0,-1-1 18 16,-3 1-31-16,5-2 7 0,5-1-6 0,-6 0 33 15,5 2-20-15,-2-3-17 0,0-1 10 0,1 5 4 16,-3 2 20-16,-3-3-25 0,1 1 31 16,1 0-31-16,4-4-5 0,-3 4 37 0,8-4-32 15,-10 4 2-15,1-1 1 0,1-4 10 16,5-1-1-16,4 2-17 0,-1-4-6 0,3 3-1 16,-1-3 13-16,-9 7 23 0,-2 1 3 0,9-5-34 15,0 2 6-15,-2-5-3 0,5 1 30 16,0 2-14-16,2-3-15 0,-2 0 22 0,2 0 10 15,2 2-37-15,-2-1 3 0,1-2 29 0,-3 5-9 16,2-7-13-16,3 6-8 0,-3-2-7 16,1-1 3-16,-1 1 7 0,-2-2 4 0,1 2 2 15,-1 1 23-15,2-1-17 0,-2-3-9 0,0 3-13 16,0 0 37-16,-12 8-18 0,9-2-14 16,0-5 14-16,-8 4 41 0,-2 1-33 0,7-1 0 15,1-8-12-15,4 8 12 0,-2-7-10 0,3 3 16 16,0-2-17-16,-8 8 3 0,4-8 13 15,2 3-7-15,-1-3-7 0,6-1 15 0,-3 2 16 16,2-3-16-16,1-1-22 0,1 1 2 0,-3 0 18 16,4-1-24-16,-2 3 11 0,-1-4 11 0,3 3-25 15,-2-1 11-15,-1-2 35 0,1 4-26 16,3-1-2-16,-5 1-11 0,2-3-14 0,3-1 18 16,-4 4 11-16,3-4 18 0,-2 3-22 15,3 1 12-15,1-3-26 0,-4 2 11 0,4-3-3 16,-4 0 3-16,2 1-4 0,-1 5-13 0,1-3 24 15,-1-2 9-15,2-1-20 0,-1 2 45 16,0-2-36-16,-2 1 6 0,2 0-1 0,-2 2-4 16,5 1-17-16,-3-4 22 0,-2 2-21 0,4-2 11 15,-4 0-21-15,5 2 30 0,-3 1-21 0,-1-3 13 16,3 0 3-16,-1 2 5 0,-2-2-19 16,0 3 6-16,1-3-1 0,2 2 14 15,-1-1-12-15,-3-1 4 0,1 0-1 0,4 0-1 16,-2 3-1-16,-1-3 18 0,-2 0-11 0,5 1 20 15,-1-1-37-15,-3 2 19 0,4 0-4 0,-1-2-20 16,1 0 25-16,-3 2 3 0,-2-2-7 16,3 1-16-16,-1-1 19 0,3 0-4 0,0 0 1 15,0 0 8-15,0 0-17 0,0 0 17 16,0 0-9-16,0 0 1 0,-9 0 33 0,9 0-21 16,0 0-2-16,-13 0-2 0,13 0-1 0,0 0-27 15,0 0 10-15,-9 0 0 0,9 0 0 0,-18 16-18 16,17-16 33-16,1 2-14 0,-4-2 7 15,1 0 5-15,2 0-10 0,1 1-13 0,0-1 1 16,0 0 26-16,0 0-1 0,0 0 5 16,0 0-4-16,0 0 10 0,0 0-14 0,0 0 8 15,0 0 12-15,0 0-6 0,0 0-9 0,0 0 12 16,0 0-10-16,-10 0-15 0,10 0 2 16,0 0-2-16,0 0 6 0,0 0-11 0,0 0 0 15,0 0 1-15,0 0 8 0,0 0 7 16,-11 0 7-16,11 0-18 0,0 0 8 0,0 0-10 15,0 0-6-15,0 0 17 0,0 0-14 0,-9 0 24 16,9 0-11-16,0 0-17 0,0 0 12 16,0 0 1-16,0 0-2 0,0 0-4 0,0 0 0 15,0 0 0-15,-11 0 8 0,11 0-6 16,0 0-9-16,0 0 7 0,0 0 0 0,-15 11 0 16,15-11 9-16,0 0-7 0,-1 0 8 0,-1 3-1 15,2 1 1-15,-3-4-13 0,1 0 3 0,1 0 0 16,1 0 8-16,0 0-7 0,-3 0-6 0,3 0 8 15,-2 0 15-15,2 0-15 0,0 0-9 16,0 0-8-16,0 0 27 0,0 2-12 0,0-2-4 16,-1 0 3-16,1-2 19 0,0 2-16 15,-2 0-8-15,2 0 12 0,0 0-31 0,0 0 30 16,-3 0-3-16,3 0-5 0,-2 0-16 0,4 0 26 16,-4 0-5-16,4 0 5 0,-2 0 10 15,3 0-18-15,-8 0 6 0,5 0-7 0,0 0 6 16,0 0 11-16,0 0-16 0,0 2-15 0,0-2 20 15,0-2-9-15,0 2 7 0,0 0 8 16,0 0-4-16,0 0-7 0,0 0 21 16,0 0-10-16,0 0-7 0,0 0-16 0,0 0 24 15,0 0 3-15,0 0-7 0,0 0-19 0,0 0 14 16,0 0-1-16,0 0 8 0,0 0-14 0,-1 0 23 16,1 0-45-16,0-4 21 0,0 4 4 15,1 0 5-15,-1 0 15 0,0 0-7 0,0-3-2 16,0 6 0-16,-1-6 12 0,1 6-14 15,0-6 1-15,0 6-18 0,1-3-10 0,-1 0 29 16,0 0-1-16,0 0-5 0,-1 0-13 16,2-3 2-16,-2 3 8 0,1 0-8 0,0 0 6 15,0 0 14-15,0 0 5 0,0 0 1 0,0 0-24 16,0 0 8-16,0 0-2 0,0 0 5 16,0 0-15-16,0 0-6 0,0 0 40 0,0 3-9 15,-4-3 9-15,4 0-12 0,4 0 2 0,-4 0 1 16,0 0 9-16,0 0-14 0,-4-3-1 15,4 3-15-15,0 3 23 0,0-6-3 0,0 2-18 16,0 2 7-16,0-1-23 0,4 0 28 16,-4 0 3-16,0 0-12 0,0 3-9 0,1 1 29 15,-1-4-12-15,0-4 0 0,0 4-6 0,0 4-2 16,0-8 18-16,0 4-15 0,0 4 25 16,-1-4 0-16,1 0-1 0,0-7-34 0,-4 7 11 15,3-1 7-15,1 1 2 0,0-1-2 0,0 1-2 16,0-2-12-16,-5 2 6 0,4-1 6 15,-1-2-9-15,2 3-3 0,0 0-3 0,0 0 17 16,0 0-24-16,0 0 7 0,0 0 16 16,0 0-15-16,0 0 4 0,0 0 7 0,0 0-12 15,0 0 14-15,0 0-6 0,0 0-10 0,0 0 24 16,-21-18-19-16,21 14-2 0,-1 4 3 0,-2-1 3 16,3-1 8-16,-2 0-5 0,2 0-2 15,-3 1-1-15,0-2 5 0,1 2-3 16,2-1-17-16,-4-1 7 0,4 1 5 0,-2-1 12 15,0 1-9-15,1 2 0 0,-4-2 0 0,3-2-2 16,-1 1 8-16,2 1-10 0,-4 0 9 0,2 1 12 16,3-6-12-16,-7 4-12 0,7 0 3 15,-4 2 8-15,2-4-1 0,-1 3-3 0,-2-2-8 16,1 0 14-16,2 0 9 0,-1 0-24 0,-2-1-20 16,0 1-16-16,4 1-1 0,1 1-29 15,-2 1 7-15,1-5-76 0,-4 5-32 0,5-2-26 16,-2 0-69-16,2 3 26 0,0 0-222 15,0 0 2-15,0 0 11 0,0 0 31 0,0 0 28 16,-12 0 55-16,1 0 28 0,11 0-57 0,-12 0 8 16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1T06:15:38.373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5593 10234 702 0,'-6'-6'260'0,"5"2"-19"0,-4-1-15 16,2 3-22-16,-2-3 14 0,2 3-8 0,0-2-43 15,-1-1-27-15,0 5 9 0,2-2-24 16,1 1-29-16,-3-3 11 0,1 2 10 0,0-1-44 16,2 1 15-16,1 4-26 0,-2-2-7 0,-3 3-18 15,5 4-1-15,-3 0-5 0,5 4-9 0,-2 0 3 16,1 18-11-16,-1-13 36 0,0 9-38 16,14 32 34-16,-7-21-32 0,-1-2 5 15,-4-5-6-15,4 4 22 0,2-4-28 0,0 1-9 16,1 0 20-16,-6-6-13 0,12-5 12 0,-11 5-28 15,3-8 13-15,-4-3 0 0,2-2 26 0,-2 1-24 16,0-5-3-16,0-4 3 0,-3 1-3 16,3-2 23-16,-1 3-34 0,-2-1 16 0,1-4 4 15,-1 4 15-15,0-4 5 0,0 0-51 16,0 0-9-16,0 4-43 0,0-5-33 0,0-2-8 16,0-1-50-16,-1 0 16 0,2-1-98 15,-1 2-78-15,2-7-52 0,3 2 12 0,6-11 41 16,-2 0 5-16,7-1 13 0,-5 4-15 0</inkml:trace>
  <inkml:trace contextRef="#ctx0" brushRef="#br0" timeOffset="724.553">5788 10461 676 0,'-6'0'234'0,"-1"0"-40"0,3 0-22 0,-4-3-30 16,6 3 13-16,-3 0-10 0,2 0-11 15,-2-1-22-15,4 1-6 0,-4 0-7 0,5 0-20 16,-2-3-7-16,1 3 0 0,1-3-19 0,0-1 2 15,3-2-9-15,-3 4-3 0,6-5 4 16,-1 2-14-16,-2-4-2 0,15-7-2 0,-1 4 0 16,0-1-2-16,-1 1-10 0,0-2-13 0,5 2-27 15,-7 1-16-15,-2 4-52 0,1-1 2 0,-3 5 9 16,-3-5-110-16,0 3-177 0,-6-1 7 16,4 3 26-16,-3 0 54 0,-2 3-39 0,0 0 27 15</inkml:trace>
  <inkml:trace contextRef="#ctx0" brushRef="#br0" timeOffset="437.729">5911 10239 468 0,'-3'-5'286'15,"-2"-1"-38"-15,2 0-23 0,0-3-18 0,0 2-20 16,-2 2 19-16,2-2-42 0,-2 0-6 0,-1 0 16 16,3 4-34-16,-1-2 44 0,1 1-49 15,-1-2-9-15,2 3 4 0,-3 0-17 0,5-2-12 16,-3 3-17-16,0 0 14 0,1 1-42 0,-1-5 30 16,0 5-14-16,1 0-35 0,1 2 8 0,1-1-5 15,0 1-17-15,1 2 7 0,-1 3-20 16,2 1 15-16,1-1-9 0,5 17-3 0,-2 2 11 15,4-6-15-15,-2 2-4 0,0 5 9 16,3 2-22-16,-2 0 15 0,2 0 12 0,-3 2-10 16,2-3 1-16,-4-3-13 0,7-2 3 0,-1 1 9 15,3-4 7-15,-8 5-19 0,3-7-9 0,4 3 17 16,-8-9 7-16,2 1-3 0,-1-1-9 16,-1-2-2-16,-1-2 32 0,-2-3-29 15,-3 3-9-15,6-2-7 0,-4 1-4 0,3-2-1 16,-4 0-18-16,-1-2-5 0,5 2 4 0,-4 0-8 15,-1-3-10-15,2-1-13 0,-2 0-10 0,0 0-19 16,0 0-73-16,0 0 18 0,-5 2-106 16,1-4-81-16,-3 1-56 0,4-1 23 0,-2-4 25 15,1 1 25-15,0 1 27 0,0-3 5 16</inkml:trace>
  <inkml:trace contextRef="#ctx0" brushRef="#br0" timeOffset="-534.231">5202 10619 665 0,'0'0'242'0,"0"0"-27"0,0 0-40 0,-23 0-24 15,23 0-22-15,0 0 12 0,0 0-26 16,0 0-16-16,0 0-8 0,0 0-18 0,0 0-1 16,0 0-17-16,0 20 9 0,0-20-25 0,0 0 14 15,0 0-9-15,0 0-4 0,0 0-10 0,0 0-2 16,0 0 8-16,0 0-4 0,0 0-3 15,7 32-6-15,-3-32 2 0,6-2-4 0,-4-3-9 16,1 0-1-16,-4 3 1 0,3-1 3 16,-1-3 3-16,-2 1 2 0,3 2 11 0,-3-2 0 15,-1-1 14-15,0-3-15 0,2 5 27 0,-4-4 4 16,0 5-2-16,4-2-2 0,-4-1 12 16,0 6 5-16,0 0-6 0,0 0-42 0,0 0 5 15,0-10 3-15,-18-2-8 0,13 8-8 0,-1 4 15 16,3-2-26-16,-2 1 18 0,-1 1-2 15,4 0-25-15,-4 0 26 0,1 0 2 0,2 0-20 16,-2 1-1-16,4 1-17 0,-4 2 26 0,3 1-29 16,1-2 29-16,-1 6-29 0,-1-4 2 15,3 6-3-15,0-7 29 0,3 6-4 0,-3-5-7 16,0 3-5-16,0-8-22 0,0 0 8 0,0 10 11 16,0-10-6-16,16 19-12 0,-10-16 9 15,1-3-2-15,1 0-1 0,-2-7 10 0,2 4 1 16,0 1 14-16,8-12-16 0,-4 0-3 15,-4 7 1-15,-2-2 11 0,2 2 15 0,-8 0-27 16,2 4 14-16,1-4-9 0,-3 0 1 0,2 2 2 16,-2-1-8-16,0 6 20 0,0 0 11 0,0 0 11 15,0-12-25-15,0 12 10 0,-21-23 4 16,13 21-7-16,2-1-14 0,0 1 6 0,-2 2 4 16,1 0-17-16,-2 0 0 0,-2 0 17 15,11 0-20-15,0 0 7 0,-14 0 14 0,-21 19-15 16,19-9-3-16,6-2 2 0,-1-1 23 15,5 1-2-15,-2 0-16 0,5 2 9 0,0 1-24 16,0-4 5-16,-2 1 5 0,5 3 1 16,0-2 20-16,0-9-24 0,0 8-2 0,0 8 7 15,21 15 9-15,-14-18 5 0,1-6-7 16,3 0-10-16,-3-1 22 0,0-2-29 0,3-2 13 16,-6-1-4-16,4-1 15 0,-9 0-20 0,0 0-6 15,12 0 15-15,22-15 19 0,-26 6-26 16,5 3 21-16,-2-4-19 0,-3 5-2 15,-5-3 2-15,3-2 9 0,-1 6 20 0,-3-7 1 16,2 4-40-16,-4 0 15 0,2-1 34 0,0 2-12 16,-2 6 3-16,0 0-3 0,0-12 2 15,0 12-17-15,0-9-8 0,0 9 16 0,0 0-4 16,0-12 14-16,0 12-18 0,-21-16-6 0,18 16-10 16,-2 0 2-16,-1 4 30 0,3-1-37 15,-2-1 10-15,2 2 17 0,0-1-30 0,-1 2 11 16,0 2-8-16,4-6 1 0,-2 7-11 15,2-5 3-15,0 4-7 0,0-3 4 0,2 0 0 16,-1 0-1-16,2-1-5 0,-3-2-10 0,4 2 14 16,-4-1-14-16,3-2-9 0,-2 0-5 15,1 0-32-15,3-2-37 0,-4-1 13 0,-1 0-134 16,2-5 23-16,-2 3-205 0,3-3 25 0,-6-2 24 16,8 2 114-16,-4 0-1 0</inkml:trace>
  <inkml:trace contextRef="#ctx0" brushRef="#br0" timeOffset="12467.01">6112 9293 244 0,'0'0'263'0,"0"0"-42"15,0 0-16-15,0 0-29 0,20 0-4 0,-20 0-33 16,0 0 6-16,0 0 1 0,0 0-23 15,0 0-5-15,23 5-19 0,-23 5 0 16,-2 1 2-16,2 3-19 0,0 7-1 0,-13 33-8 16,12-24-8-16,-2 6-6 0,3 0 0 0,0-21-5 15,0 16-5-15,0 5-7 0,0 1 4 0,14 41 6 16,-5-41-22-16,1 1 19 0,2-2-25 16,-1-2 12-16,2-2 4 0,6-6-3 15,-2 1-22-15,4-4 14 0,4-5-4 0,-3-2-15 16,1-3-10-16,3 0 11 0,1-5-7 0,-3-2 12 15,4-1-8-15,1 2-9 0,-2 0 4 0,-7-6 2 16,-1-1-13-16,-1 0-21 0,-4 0 7 16,-1 4-10-16,-6-4-23 0,-7 0-5 0,0 0-45 15,13 0 5-15,-13 0-10 0,13 0 11 16,-13 0-78-16,12 0-41 0,-12 0-148 0,0 0 15 16,10 0 26-16,-10 0 17 0,0 0 1 0</inkml:trace>
  <inkml:trace contextRef="#ctx0" brushRef="#br0" timeOffset="13145.592">6431 9669 784 0,'-9'-3'316'0,"1"-4"-15"15,1 3-8-15,0 0-76 0,2 1 11 0,2 1-30 16,-1 0-12-16,1 2-55 0,-1-4-26 16,4 4-12-16,0-4 35 0,4-3-56 15,-1 1-6-15,18-13 2 0,0-2-8 0,4-2 6 16,0-1-2-16,0-4-20 0,-1 4-8 0,9-1 23 16,-3-1-40-16,0-2 15 0,-6 8-15 15,-3 0 5-15,-1 6-14 0,-2 3 20 0,-7 2-7 16,-2-3 4-16,4 5-7 0,-7 4 20 0,0 1-3 15,-2-7-11-15,-4 7 10 0,6-1 15 16,-3 3-10-16,0-4-17 0,-1 3-2 0,2 1-2 16,-2-3 19-16,-2 3 3 0,3-3-30 15,-3 3 1-15,2-1 27 0,-1-1 9 0,1 2-3 16,-2-2-35-16,0 0-2 0,0 2-1 16,0 0 6-16,3 4-27 0,-1-2 32 15,-1 2-27-15,4 0 3 0,-2 5-2 0,0 0 19 16,4 10-8-16,1-1-20 0,-1 8 32 15,3 0-11-15,1 2-1 0,-3 0-1 0,5 4 1 16,4 1-2-16,-3-2-3 0,-3-2 3 0,2 5-7 16,-2-5-11-16,3-2 15 0,-1-3-9 15,-1-5 10-15,-2 2-8 0,1-1 11 0,-3-8-17 16,-2-3 17-16,-3-1 0 0,2 0 0 16,0-2-2-16,-4-5 0 0,1 5 1 15,-2-2-2-15,2-3 22 0,1 3 2 0,-2-3 14 16,1 2-14-16,-2 0 4 0,0-3-19 0,0 1 1 15,0 2-26-15,3-3-37 0,-3 0-44 0,-5-3-58 16,1 3-49-16,0-1 18 0,-2-6-150 16,0 0 29-16,-7-12 24 0,4-4 25 0,-6-6 20 15,4 0 21-15,7-5 17 0,-6 1-139 16,7 1 22-16,1-5-11 0,-7 10 57 0,6-6-6 16</inkml:trace>
  <inkml:trace contextRef="#ctx0" brushRef="#br0" timeOffset="13671.268">6861 8963 430 0,'0'-11'347'0,"-3"3"-47"0,1 6 7 16,-2-3-68-16,4 2-30 0,-2-1-38 0,4 0 8 15,-2 2-32-15,-2-3-8 0,2 4-31 0,2-2-7 16,4 2-10-16,0 1 2 0,5-2 11 15,-3 4-20-15,22 3-36 0,-16-5 8 0,12 0-6 16,-1 0-1-16,3 0-18 0,36 19 20 16,-30-8-9-16,-5-2-27 0,6 4 4 0,-7 3 19 15,4 1-30-15,-2-2-1 0,-3 4 0 16,-4 0 17-16,3 4-1 0,-4 5-23 0,0-3 6 16,-5 7 23-16,-1-2-36 0,-7 3 22 0,4-1 7 15,-2 4 9-15,-8 5-18 0,4 4 12 16,-3-3-27-16,-2 4 4 0,-2 1 14 0,0-5-20 15,0-21 5-15,0 12 3 0,0 5-11 0,0-3 9 16,-16 38 12-16,11-43-3 0,1-2 20 16,1-5 14-16,1-6 6 0,2-5 4 0,-5 3-5 15,4-8 26-15,-3 1 7 0,3-1-3 16,1-5 24-16,-2 4-31 0,1-2 15 0,1 0 5 16,0-2-18-16,-3 3 10 0,3-3-29 0,0 3 8 15,-2-4-22-15,2 1 10 0,-2 2-6 16,2-3-7-16,0 2 0 0,0-3 1 0,0 1-30 15,0-1 6-15,0 0-16 0,0 0-43 0,0 0 4 16,0 0-110-16,0 0-34 0,0 3-77 16,0-6 26-16,0-1-278 0,0-1 35 0,-4-5 23 15,-3-13 33-15,-5-6 29 0,2-1 47 0,1-7 56 16,-5-1 22-16,-2-3-95 0,6 1-4 16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1T06:13:51.189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12644 10778 371 0,'0'19'196'0,"-43"25"-7"0,34-17-74 16,4-1 5-16,3 3-32 0,2 4 13 0,0-2-27 15,0-13 19-15,0 3-39 0,0 5 17 0,0 1-27 16,19 21-6-16,-12-26-15 0,-6-9 26 16,1-1-13-16,-1-3 32 0,-1-2-17 0,0 1 9 15,0-8 3-15,0 0 0 0,0 0 16 16,0 0-22-16,0 0-19 0,-8 13 15 0,2-19-9 15,5-2-31-15,-9-11 25 0,1-10-15 0,5-8-5 16,0-4-8-16,4-1-2 0,0 21-26 16,0-12 43-16,0 1-26 0,23-39-7 15,-19 45 17-15,-3-2-9 0,9 1 3 0,-7 10 7 16,-2 8-29-16,9-1 24 0,-5 5-30 0,1 0 13 16,5 5 21-16,-11 0-10 0,16 0 21 0,20 22-19 15,-9-6 6-15,0-2-5 0,-3 7 1 0,4 3-2 16,-1 1-1-16,1 1-17 0,-1 2 16 15,-2 1 16-15,-2-4-9 0,-1 5-3 0,-3-9-33 16,-5 5 4-16,-3-3-6 0,2-6-41 16,-7 0 6-16,3 1-39 0,1-6-20 0,-10-12-60 15,0 0-173-15,0 10 34 0,-21 3 50 0,13-13 9 16</inkml:trace>
  <inkml:trace contextRef="#ctx0" brushRef="#br0" timeOffset="341.792">12726 11071 340 0,'2'0'76'0,"1"0"25"0,3-3-23 0,3-2-18 16,17-6-19-16,2-7 10 0,7-3-1 16,1 4 10-16,5-4-77 0,2-1-21 0,6 0-52 15,-9 1-106-15,7-2 2 0</inkml:trace>
  <inkml:trace contextRef="#ctx0" brushRef="#br0" timeOffset="892.972">14444 11006 222 0,'0'7'187'0,"0"3"-47"15,0 1-25-15,0 1 6 0,3 18-24 0,-3-17-11 16,0 10-38-16,14 31-6 0,-11-27 36 16,1 7-10-16,0-13-7 0,-1 5-14 15,-3-26-7-15,0 12-9 0,0 0 21 0,0-2 3 16,0-10-2-16,0 11 20 0,0-11-19 0,0 9 2 15,0-9-8-15,0 0 1 0,-22 16-27 16,16-18 25-16,0-2 13 0,-13-8-19 0,-2 2-17 16,9-8 11-16,-9-3-5 0,5-3-26 15,4-2-11-15,4 0 17 0,1-1-13 0,3-1 30 16,4 5-19-16,-2-4-4 0,2 13 3 0,0-4-28 16,21-12 30-16,-9 11-18 0,2 5 5 15,1 7-19-15,-1-5 23 0,0 3-13 0,0 2 15 0,-4 2-33 16,1 1-16-16,-2 4 36 0,2 0 4 15,-11 0-24-15,0 0 0 0,11 0 30 0,23 18-31 16,-20-9 39-16,-1 1 0 0,-7-4-1 16,2 1-27-16,-2-1 1 0,2 0 19 0,-5-2-2 15,0-1-4-15,0 2-21 0,2 0-9 16,-5-2 45-16,2 3-35 0,3-4 54 0,-5 3-2 16,0-4-22-16,0 3-2 0,0-4 1 0,0 0 1 15,0 0-41-15,0 0 5 0,0 0-5 0,0 0 0 16,0 0-10-16,15 19 5 0,-10-16 3 15,3-3 11-15,-2 0-29 0,2 1 51 0,-1 1-8 16,0-1 10-16,3-1-22 0,1 4 29 16,-2-2-14-16,17 5 1 0,-10-1 2 0,9 3-1 15,-8 0 3-15,2-2-12 0,-6 4 4 0,-5-4 35 16,1 0 20-16,-4 3-34 0,1 0 14 16,-3-3 39-16,1 4 17 0,-4 0-8 0,0-11-28 15,0 17 5-15,0 6-1 0,-21 18 2 16,8-22 7-16,-1-3-45 0,0 5-7 0,0-7 39 15,-4 1-59-15,1-2 23 0,3-4-45 0,1-2 4 16,4-7-207-16,-2 1-94 0,11-1 30 0,0 0 8 16</inkml:trace>
  <inkml:trace contextRef="#ctx0" brushRef="#br0" timeOffset="116007.363">4631 14248 389 0,'0'-1'295'0,"0"-5"-64"15,0 6-35-15,0 0-4 0,2 0-31 0,-2 6-26 16,4-3-7-16,-2 2 11 0,9 17-20 16,-2 2 5-16,6 0-11 0,-1 7-18 0,0-1-5 15,0-5-2-15,1 4-12 0,-3 0-13 0,2-2 2 16,1-2-11-16,-6-4-14 0,4 0 6 16,-2-3-12-16,-3-4-4 0,-5-6 18 0,2-1 4 15,-4-2 27-15,2 1-1 0,-3-6 1 0,-6-3-12 16,1 0-28-16,-3-5-1 0,-4-15-9 0,-6-3 7 15,-1-11-1-15,5-2-26 0,3 1-5 16,6 0 11-16,1-1-18 0,4-3 10 0,0 27-10 16,0-11 8-16,28-30-5 0,-14 28-16 15,7 3-2-15,4 2 0 0,-1 6 8 0,3 0 6 16,3 3-12-16,3 10 13 0,-1 0-8 16,-15 4 21-16,7 0-1 0,31 26-16 0,-27-13-6 15,1 15 7-15,-9 2-5 0,6 3 1 16,-10 4 12-16,2-8 6 0,-10 12 24 0,-1 2-19 15,-7-20 24-15,0 11 0 0,-24 40-44 0,8-29 10 16,-6-3-18-16,-6-2-29 0,-6 4-38 16,0-11-32-16,-1 3 10 0,-1-13-173 0,-1 0-160 15,-4-9 43-15,6-10 16 0,21-4 44 0,-19-17 5 16,19-3 11-16,11-4 5 0</inkml:trace>
  <inkml:trace contextRef="#ctx0" brushRef="#br0" timeOffset="116575.288">6529 13885 267 0,'3'-2'250'0,"0"1"-23"0,4 1-27 16,-3-4 13-16,-2 3-23 0,0-3-26 0,-2 6-12 15,0-2-10-15,0 2-23 0,-4-1 4 0,-2 3-7 16,-2-1-8-16,2-3-25 0,-19 16-5 16,4-1-4-16,-3 3-1 0,2 0-4 15,-3-1 3-15,1 2-28 0,2-2 2 0,2-4-5 16,2 1 9-16,1 2-22 0,-1-3-7 15,9-6 4-15,-1-3 2 0,7 2-16 0,-3-3 3 16,6 5 12-16,-2-5-14 0,2 5-8 0,0 3 5 16,0-11 14-16,0 0-16 0,0 13-3 15,0 5 0-15,21 27 7 0,-12-21-17 0,-2-1 15 16,4-2-5-16,-3 5 10 0,1-3-5 16,5 5-11-16,-1 3-4 0,0-7 6 0,-1 5-3 15,-1-6-1-15,1 1 8 0,-3 1-10 16,8-1 3-16,-6-3 7 0,4 4 15 0,-3-5-2 15,-4-2-5-15,3-3-16 0,-4 1 3 16,-3-3 2-16,3-5-5 0,-1 1 14 0,0-4 0 16,-1 2 4-16,-2-2-15 0,5 1 4 0,-2-2 1 15,5-1 21-15,-3-3-14 0,2 0 17 16,7 0-14-16,5 0-19 0,29-21-1 0,-24 10 0 16,6-4-34-16,-8-3-10 0,2 3-20 15,-5-7-5-15,4 3-26 0,-3-2 9 0,1-3-106 16,-5-5-70-16,0 4 23 0,-3-6 18 0,4 1-156 15,-12 5 68-15,3-3-9 0,-8 0 15 16</inkml:trace>
  <inkml:trace contextRef="#ctx0" brushRef="#br0" timeOffset="117132.741">6524 14496 650 0,'-17'11'255'0,"7"-4"-28"0,-2-3-12 16,6-3-50-16,-1 1-3 0,7-2-21 0,0-3-23 15,5-1-9-15,9-14-13 0,7 1-24 0,1 0-43 16,8-6-14-16,-2 0-44 0,7 2 1 16,0-10-143-16,-7 4-182 0,12-2-5 15,-5-5 16-15,-4-2 62 0,2 2-5 0</inkml:trace>
  <inkml:trace contextRef="#ctx0" brushRef="#br0" timeOffset="117688.622">9148 12579 339 0,'-10'23'243'0,"-5"1"-36"0,-6 4-13 16,0 0-20-16,-9 0-6 0,4-9-12 0,-6 6 3 16,0 1-18-16,-2 0-1 0,0-5-32 15,0 2 1-15,4-4-9 0,-7 1-10 0,10-4 5 16,-1-4-5-16,3 2 11 0,4-3-16 0,4 1 14 16,3-1-34-16,2-8-9 0,5 2 19 15,0-2-28-15,1 1-2 0,3 0 11 0,1-1-6 16,-1 2-27-16,3-5-5 0,0 0 21 15,0 0-11-15,0 9 3 0,27 22-1 0,-11-9-27 16,3-1 3-16,1-1 0 0,1 5 7 0,-1 5-1 16,6-4-10-16,-3 3-7 0,1 3 33 15,1 8-40-15,-3 2 16 0,-1-2-3 0,6 4 11 16,-5-2-9-16,0 3 22 0,2-1-6 16,3 1-27-16,-5-3 28 0,3-2-13 0,-4-4-10 15,1 1 30-15,1-5-43 0,1 0-25 16,-8-3-29-16,0-6-60 0,-5-3-30 15,-2-7 14-15,-4-11-279 0,-5-2 25 0,0 0 67 16,0-21 14-16,-11-5 12 0,1-4 8 16,-1-1 12-16</inkml:trace>
  <inkml:trace contextRef="#ctx0" brushRef="#br0" timeOffset="117709.611">9048 13445 764 0,'5'-3'266'0,"-5"-1"-42"0,0-1-25 16,6-1-23-16,9-6-34 0,-1-9 0 16,3 2-19-16,8 0-23 0,4-6-2 0,1 1-9 15,5 0-18-15,-4 2-32 0,1 0-42 0,1-1-16 16,2 4-41-16,0-2 4 0,1-2-110 0,-15 8-124 16,2-7 23-16,1 2 20 0,-8 7-90 15,-7-8 40-15,-4 13 4 0</inkml:trace>
  <inkml:trace contextRef="#ctx0" brushRef="#br0" timeOffset="118281.758">10155 11695 371 0,'-21'-7'271'0,"1"0"-25"0,4 3-52 0,1 2 5 0,-2 2-31 16,17 0-18-16,-14 0 13 0,-4 0-32 15,-27 18-8-15,21-6-23 0,-1 2 4 0,3 5-21 16,3 1-6-16,3 3-9 0,2 3-16 16,-1-2 7-16,7 5-5 0,2 3-7 0,6 1-11 15,0-18 3-15,0 8 3 0,16 33-21 0,-3-22-3 16,7-5 7-16,-1 7 1 0,5-9-2 0,1-2-1 16,-1 0-6-16,6-3-7 0,3-4 16 15,0 1 2-15,4-6-25 0,5-3-9 0,-2-4 7 16,-21-6-14-16,11 0 8 0,36-16-12 15,-31 3 15-15,-7-5 0 0,-2-1-2 0,-6-3 9 16,-3-3-7-16,-2 0-7 0,-4-2 18 16,-6 4 10-16,-5 12-7 0,0 1 6 0,0-4-1 15,-24-17 2-15,10 16 10 0,-7-2-3 16,2 6-13-16,-6-1 23 0,0 7-27 0,2-5 9 16,3 6-5-16,6-1-10 0,1 3 17 0,5-2-6 15,-1 1-3-15,4 2 1 0,-3 0-20 0,6-4-9 16,-1 1 9-16,2 1 0 0,1 3 5 15,0 0 1-15,0 0 4 0,33-27-2 0,-13 11-19 16,-4 6 19-16,3-4 3 0,0 1-17 16,-3 6 19-16,-2-2-17 0,-4 6 19 0,2 1-16 15,-1 0-14-15,-1 2 13 0,-2 0 10 0,0 0 1 16,-1 0-14-16,-7 0 2 0,0 0 1 16,16 0 12-16,-3 0-13 0,-2 0 17 0,24 23 10 15,-16-10 4-15,4-2-2 0,-5 10 2 16,9-2 24-16,-8 3-14 0,-2 0-10 0,4 2 6 15,-4 3 11-15,0-3 8 0,-2 1-36 0,-1-3 10 16,-3 0-1-16,0 0 14 0,2 1-20 16,-7-4-14-16,2 2 37 0,6-2-39 0,-8-5-18 15,-1-9-29-15,-2 2-18 0,-3-1-88 0,0-3 14 16,3-3-211-16,-6-5-47 0,3 0 6 16,0-4 24-16,7-18 26 0,-3 8 19 0,3-9 7 15</inkml:trace>
  <inkml:trace contextRef="#ctx0" brushRef="#br0" timeOffset="118922.887">11161 11904 784 0,'0'-4'251'15,"0"4"-54"-15,0-3-68 0,-3 2-72 0,-2-1-7 16,-1 0-4-16,3-1-6 0,-8-2-3 16,-5-2-4-16,-9-6-379 0,-1 3 32 0,-5 3 42 15,-1 0-4-15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1T06:19:25.259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182 7 343 0,'0'0'169'0,"0"0"0"0,0 0-15 16,0 0-22-16,0 0 7 0,0 0-11 16,0 0-20-16,0 0-4 0,0 0-5 0,0 0-15 15,0 0 2-15,0 0-3 0,0 0-5 16,0 0 1-16,0 0 5 0,-22 0-18 0,22 0 4 15,-30 14 5-15,23-14-30 0,1-2 2 16,0-2 3-16,-1 3-5 0,-2-3-7 0,4 4-8 16,-1 0 0-16,-2-2-3 0,0 1 2 0,2-3-9 15,1 3-10-15,-1 1 15 0,1-2-13 16,2 2-6-16,0 0-17 0,3 0 16 0,0 0-14 16,0 0 9-16,0 0 7 0,0 0-3 15,-26 21-1-15,25-14-3 0,-1 1-16 0,-3 3-6 16,-1 12-21-16,6-8 17 0,0 4-19 0,0-19-18 15,0 11 9-15,0-1 3 0,18 22-3 16,-4-20-3-16,0-1-16 0,0-6 17 16,-3-3 1-16,0-1 9 0,-1-1 21 0,-10 0 6 15,0 0-5-15,12 0 7 0,-4 0 3 0,11-14 1 16,-12 9-22-16,-4 0 20 0,3 2 0 0,0-4 3 16,-1 0 38-16,-2-3-12 0,2 2 19 15,-2 3-5-15,2-2-8 0,-3 0 8 0,-2-2-10 16,4 4 5-16,-4-3 34 0,3 4-32 0,-3 0 13 15,0-3-1-15,0 4-14 0,4-1 6 16,-3-1 2-16,-1 3-17 0,0 2 14 0,0 0-15 16,0 0 17-16,0 0-25 0,0 0 1 15,0 0-10-15,0 0-4 0,0 0 2 0,0 0-14 16,0 0 27-16,8-17-26 0,-6 22 21 0,2-4 19 16,1 3-14-16,-2 2-37 0,4-2 12 0,1 4-42 15,6 7 4-15,6 6-32 0,1-3-49 16,-5 1-88-16,3-1 16 0,-4-1 18 0,4-3 16 15,-3 4 12-15,5-3-162 0</inkml:trace>
  <inkml:trace contextRef="#ctx0" brushRef="#br0" timeOffset="885.449">169 959 551 0,'-8'-8'185'0,"2"0"-21"0,4 3-44 16,1 2-21-16,-4-3 0 0,5 4-3 15,0-1-25-15,-1-3 20 0,-1 5-17 0,-1-3-9 16,3 3-9-16,-2 1-6 0,2 0 1 16,0 1-22-16,0 3 8 0,2-2 3 0,-2 4-7 15,5-4-17-15,-5 6 29 0,1-4-31 0,-1 2 10 16,2 0-27-16,1 2 3 0,-2-2 22 16,1 3-10-16,3-4-5 0,-4 6 24 0,4-7-44 15,-2 6 29-15,-3 0 2 0,5-4-45 0,-5 1 19 16,2-2-4-16,2 1 20 0,-1 0-26 15,-3-1 29-15,5-1-9 0,-3 0 7 0,3 0-43 16,-4 0 28-16,1-4-40 0,1 2 40 0,0-2-29 16,3-2 52-16,-1-2-15 0,-5 4-2 0,10-12-13 15,-3 5-10-15,8-7 2 0,-4 1 15 16,-2 2 4-16,-1 8-37 0,2-8 41 16,-7 4 1-16,5 5-47 0,-2 0 6 0,2-1 31 15,-2 2-26-15,-6 1 11 0,0 0 35 0,0 0-1 16,13 0-1-16,-13 0-35 0,22 20 24 0,-14-13-12 15,-2-1 0-15,7 11-26 0,-4-4 3 16,-2-5 4-16,-1 6 2 0,-1-7 18 0,-4 2 35 16,-1-7-2-16,2 6-26 0,-2-4 44 15,0-4-8-15,0 0 12 0,0 0 12 16,0 12-18-16,0-12 37 0,-18 18-8 0,12-11-8 16,-2-4 9-16,-12 9-27 0,1-8 8 15,3-3-11-15,16-1 5 0,-11 0-24 0,-3 0-9 16,14 0-35-16,-15 0-22 0,15 0 5 0,-22-16-89 15,16 13-98-15,4-5-131 0,-2 5 24 0,4-4 15 16,0 2 32-16</inkml:trace>
  <inkml:trace contextRef="#ctx0" brushRef="#br0" timeOffset="1582.026">446 2154 315 0,'-10'1'155'0,"2"-1"-15"0,-1 4-12 16,-2-3-17-16,-5 9-13 0,-3-4-13 0,5-1-41 16,3 1 21-16,0 0 4 0,3 0 2 15,-11 6-43-15,5 6-3 0,4-6-1 0,4-2 16 16,-4 9 2-16,1 0 6 0,-5-2-38 0,11-1 4 15,-2-1 4-15,2-5 0 0,-1 4-2 16,4-14-23-16,0 9 6 0,0-9 1 0,0 14 0 16,0-6 19-16,19 8 3 0,-12-9 10 0,2-1-20 15,-4-5-24-15,22 10 1 0,1-10-19 16,-6-1-10-16,-3 0-45 0,-3 0-31 0,5 0-30 16,28-17-112-16,-22 7-45 0,-2-1 3 15</inkml:trace>
  <inkml:trace contextRef="#ctx0" brushRef="#br0" timeOffset="2163.45">416 3095 343 0,'-8'0'180'0,"2"-4"-45"0,-2 3 6 15,-2 1-6-15,-1-3-28 0,2 3-43 0,-4 0 13 16,3 3 11-16,-4-3-6 0,-6 0-22 15,-21 19-27-15,19-11 20 0,4 1-9 0,7-3-21 16,-2 1-19-16,9 3 31 0,-12 2-10 0,8 3-15 16,3-4 1-16,5 2 16 0,-3-1-3 15,3-12-27-15,0 11 17 0,0 6-12 0,17 12 8 16,-10-18-23-16,4-4 27 0,-2 0-19 16,-1-3 11-16,3-3 0 0,-3-1-2 0,-8 0-4 15,10 0-20-15,23-14 14 0,-19 2 29 0,2-6-26 16,-2 2-12-16,-4-1-10 0,-3-5 14 15,1-1 8-15,-4-4 33 0,-4 12-40 16,0-10 23-16,0-2 35 0,0-9 3 0,-19-28 25 16,9 35 13-16,2 3-4 0,-1-3 2 0,-2 6 2 15,0 3 5-15,4 4-20 0,1 4-9 0,1 1-2 16,-1 3-2-16,3 1 5 0,-2 0-14 16,3 4-8-16,-2-5 6 0,4 8-28 0,0-4 5 15,0 4-10-15,0 0 8 0,4 4-8 16,-2 1-13-16,6 2-11 0,5 14 18 0,7 7-21 15,-1-4-30-15,3 5-7 0,0 1-80 0,0-1 13 16,-1 1-87-16,1 0 16 0,3-3-224 16,-2 0 26-16,-8-11 22 0,-5 0 17 15,-5-6 62-15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1T06:19:28.444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131 70 347 0,'0'0'170'0,"0"0"-36"0,0 0-9 16,0-21-18-16,0 21-12 0,-24 0-28 15,24 0 9-15,-25-33-26 0,18 30 15 0,4 0 5 16,0 2-42-16,-3-1-11 0,1 1 54 0,2 1-23 16,-2-6-15-16,2 6 12 0,-2 6 6 15,2-6-41-15,-6 1 12 0,9-1-24 0,0 0 20 16,0 0 0-16,-18 14-11 0,15-9-12 0,0 2 3 16,-2 0-1-16,4 2 5 0,1 0 0 15,1 2-42-15,-1-4 4 0,0-7 4 0,0 0 3 16,0 19 3-16,22 19 6 0,-15-26 3 0,2-3-11 15,-4-4 1-15,1 1 27 0,0-5-34 16,2 6 37-16,-1-8-13 0,-3 1 3 0,0-6-22 16,-4 6 5-16,0 0 2 0,0 0 0 15,17-14 3-15,-14 9 55 0,0-2-7 0,-1 2-4 16,-1-2-2-16,1 1-3 0,-2-2-3 16,0 4 20-16,0-3-31 0,0 3 39 0,3 0 16 15,-1-2-25-15,3 1-6 0,-5 5-46 0,0 0 41 16,0 0-5-16,0 0-10 0,0 0 21 15,0 0-40-15,0 0 21 0,0 0 4 0,0 0 11 16,14-14-21-16,-10 14-22 0,3 2 8 0,2 2 3 16,-4 2-30-16,20 1-21 0,-4 6-36 15,-1 6-39-15,-5-12-112 0,-4 1-67 0,9 8 11 16,-6-6-6-16</inkml:trace>
  <inkml:trace contextRef="#ctx0" brushRef="#br0" timeOffset="755.163">826-127 306 0,'-5'-2'175'0,"2"2"-28"16,3 2-77-16,0-1 2 0,-3 3-10 16,6-1 21-16,-3 5-10 0,3 2-8 0,5 13-30 15,-3 2-3-15,5 1 9 0,-3-2-4 0,3 0-3 16,-7-1 12-16,8 2-12 0,-5-6-7 16,2-1 0-16,-1-3-10 0,-4-7 0 0,5 2-4 15,-5-3 0-15,2-1 0 0,-5 0-14 0,4-5 11 16,1 3-3-16,-2-4 1 0,-1 0-2 15,-2 0 0-15,0 0 1 0,31-23 4 0,-18 5-8 16,1 2-1-16,1 0-19 0,-6 3-16 16,2 5 2-16,-3-3 19 0,-2 2 11 0,2 0-13 15,-1 5-9-15,-1 0 10 0,2-2 18 0,-2 5-4 16,-1-3 6-16,1 3-21 0,2-1 6 16,-2 2 10-16,1-2-37 0,-7 2 39 0,0 0-14 15,0 0-10-15,31 35 15 0,-26-14 4 16,0-5-19-16,-4-2 8 0,3 5 15 0,-4-19-1 15,0 11 1-15,0 8 9 0,0 0-2 16,0-3 57-16,-18 13 14 0,12-18-19 0,-5 4-20 16,0-2 8-16,3-6-6 0,-2-3-13 15,-1-1-26-15,2-3 1 0,2 0-110 0,7 0-73 16,0 0-160-16,-28-27 15 0,17 11-30 0</inkml:trace>
  <inkml:trace contextRef="#ctx0" brushRef="#br0" timeOffset="1256.45">2188-7 232 0,'-6'2'198'15,"1"2"-57"-15,-1 3-27 0,3-3-15 0,-10 13-12 16,4 4-9-16,-1-7-9 0,-1 6-8 16,5-6-4-16,-5 11-8 0,0-11-5 0,6 3-5 15,3-4-4-15,2-3-4 0,0 1-5 16,0-2-6-16,0-9 0 0,0 0-5 0,0 8-4 15,0-8 19-15,15 22 11 0,-7-21-26 0,14 11-2 16,-3-9-1-16,1-3-10 0,9 7 2 16,-15-7-2-16,6 0-12 0,33-19 1 0,-20 15-74 15,-6-4-20-15,3-1-37 0,-3-1-123 16,1-3-32-16,-7 6-4 0</inkml:trace>
  <inkml:trace contextRef="#ctx0" brushRef="#br0" timeOffset="1847.088">3481-97 261 0,'-6'-4'151'0,"-2"1"53"0,0-1-58 0,-3 1-14 16,3-1-43-16,0 2 47 0,-1 2-44 15,-2-2-38-15,-2 4 15 0,13-2 1 0,-16 0-7 16,-3 0-47-16,-19 23 34 0,18-14-10 0,6-2 4 15,3 5-8-15,3-2-14 0,6 1-4 0,-7 7-6 16,-1-4 3-16,7-1-1 0,3 1 2 16,-2-2-15-16,2-12 19 0,0 0-21 0,0 11-31 15,0 0 13-15,24 15 2 0,-3-16-27 16,-7-4 3-16,0-1 5 0,0-4-9 0,-1-1 16 16,-13 0 12-16,17 0 8 0,16-19-2 0,-18 12 3 15,1-5-1-15,-2-6-6 0,-5 4-39 16,-4 1 58-16,0-3-2 0,-4 4-15 0,2-16 2 15,-3 15 48-15,0-7-6 0,0-1-1 0,0-4-4 16,0 1 28-16,-23-22 11 0,20 30 17 16,-5 1-23-16,3 4 25 0,3 1 14 15,-4 1 0-15,6 2-23 0,-2 2-5 0,-2 2-27 16,4-1 6-16,-2-2 1 0,1 2-8 0,1 2-7 16,-4 1-4-16,4-2-13 0,-1 3 4 15,2 3-9-15,-2-2-9 0,6 5 15 0,-2 2 3 16,5 20-7-16,3-1 8 0,0 6-19 15,3-3-27-15,2 5-35 0,-5 0 13 0,6 4 2 16,-6-9-178-16,2 3-127 0,1-5-3 16,-8-2 45-16,-4-5 7 0,-2-6 38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1T06:19:34.973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0-1 433 0,'0'0'97'0,"21"0"-32"0,-21 0-20 15,0 0 3-15,0 0 14 0,0 0-13 0,0 0-29 16,0 0 13-16,0 0 0 0,0 0-27 0,0 0 8 16,0 0-43-16,20 0-45 0,-20 0-63 0,0 0-142 15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1T06:19:35.624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0 0 339 0,'0'0'123'0,"0"0"-17"0,0 0-10 16,0 0-13-16,21 0-29 0,-21 0-12 15,0 0 18-15,0 0-52 0,0 0 11 16,0 0-43-16,0 0-53 0,0 0-114 0,0 0-107 15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1T06:20:49.166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293 86 353 0,'0'0'176'16,"0"0"-1"-16,0 0-44 0,0 0-27 0,0 0 38 0,0 0-5 15,0 0-30-15,0 0-27 0,0 0 15 16,0 0-30-16,0 0 21 0,0 0 0 0,0 0-2 16,0 0-9-16,0 0-13 0,0 0-9 0,-21 0-16 15,21 0 17-15,0 0-16 0,-28 0-1 16,25-3 9-16,-1-1-37 0,0-2 4 0,0 2 18 16,-2 0-5-16,3-3 14 0,-2 3-14 15,-1-3-18-15,0 3 16 0,-1 0 2 0,1-1-13 16,0 3 4-16,-1-3-18 0,-1 1 14 0,2 2-1 15,-2-2-22-15,-11-6 21 0,10 7 0 16,-1 1-5-16,-1 2-2 0,3-2 2 0,8 2-13 16,0 0 6-16,-9 0 1 0,9 0 7 0,-13 0-12 15,13 0-5-15,-22 17 9 0,16-13-8 16,-9 9 14-16,4 0 10 0,4-4-22 16,0 0 12-16,4-1-5 0,0 2-18 0,1-2 26 15,2-1 8-15,0 4-14 0,0-1-10 0,0-10-2 16,0 0 20-16,0 11-23 0,19 20-19 15,-12-13 35-15,2-10-26 0,-1 3 7 0,3-8-7 16,-3 2-3-16,1 1-11 0,2-6 20 0,4 1 16 16,8 3-2-16,-23-4 9 0,16 0-21 0,3 0-1 15,-5 0-21-15,15-16 28 0,-9 8 1 16,-4 1-14-16,-3 0 33 0,-5-3-13 0,0 2-29 16,1 5 14-16,-3-6 0 0,2 3 34 15,-1 0 6-15,-4 1 1 0,2-1-15 0,-4 1 11 16,4-6 6-16,-4 8 3 0,1-7 6 0,0 4-13 15,1 1 20-15,-3-1 1 0,0 2-3 0,1 0-11 16,-1-1 20-16,2 0-5 0,1 1-4 16,-3 2-14-16,0-3 1 0,0 4 0 0,0-2-16 15,0 3 9-15,0 0-4 0,0 0-2 0,0 0-5 16,0 0-6-16,0 0 9 0,0 0-13 16,0 0 2-16,16-8 11 0,-11 9 4 0,3 3-17 15,-2-2-3-15,2-1 6 0,0 3 2 0,1 1-4 16,16 1 11-16,2 1-7 0,-5 0-21 15,5 0-47-15,-3 0-52 0,1-2 12 0,-9 2-162 16,0-4-85-16,-3 2-10 0,-6 1 24 0,1-1 21 16,-4 0-24-16,-4 4-7 0</inkml:trace>
  <inkml:trace contextRef="#ctx0" brushRef="#br0" timeOffset="6478.482">166-1 257 0,'0'0'100'0,"0"0"-38"16,-20-19-7-16,20 19 56 0,0 0-15 0,-40-27-38 15,34 24 13-15,3 0-7 0,-5-1-9 0,1-2-8 16,7 1-30-16,-9 2 26 0,7-2-3 16,-1-1-2-16,-1 1-3 0,-1 0-3 0,0 0-4 15,2 3-10-15,0-4 0 0,-2 2-4 16,2 0-2-16,-2-3-1 0,3 1 19 0,-4 1 21 16,1 2-3-16,2-2-17 0,0 1-16 0,-3 1 9 15,4-3-27-15,-1 1 41 0,-2 4-4 0,4-3-33 16,-4 1 38-16,2 1-9 0,0-3-4 0,-1 3-27 15,0 0 18-15,1-1-14 0,-1 0 26 16,3 2-7-16,-1-1 9 0,-2-3 3 16,-1 1-13-16,0 3-15 0,2-2 19 0,-3-1 16 15,4 0-33-15,-1 2 0 0,0-2 34 0,-4 0-12 16,6 0-1-16,-2 1 8 0,-2 1-19 16,0-3 10-16,0 5 11 0,2-5-3 0,2 3-2 15,-1 0-1-15,-3 0-1 0,4 1 4 16,-2-3-17-16,-1 4-13 0,3 0 15 0,-2 0-9 15,3 0-2-15,0 0-11 0,0 0 15 0,0 0 7 16,-7 16-15-16,7-6 0 0,0 4-2 16,3-3-1-16,-3 2-8 0,0 9 1 0,0 4 18 15,18 26-7-15,-12-23-3 0,1 4-18 0,0-7 12 16,1 2 7-16,2 1-21 0,-1-2 3 16,-1 0 30-16,3-1-17 0,-4-3-14 0,7 3 1 15,-6-6 26-15,0 3-6 0,4-3-6 0,-5-6 3 16,4 5-4-16,-5-5 7 0,5-3-3 0,-8-4 3 15,4 1-6-15,0 0 5 0,-5-1-15 16,4-2 12-16,-3-2 8 0,1 4-16 0,2-4 5 16,-1 0-7-16,-4 1 12 0,-1-1 0 15,5 2 12-15,-2-5-14 0,-1 2 0 0,1 3-7 16,-2-5 11-16,4 0 1 0,-5 0-3 0,0 0 12 16,0 0-5-16,16-19-19 0,-3 1 24 15,1-3 10-15,-6 2-14 0,4-2 11 0,-2 0-16 16,-2 0 2-16,-2 3-2 0,2-1 12 0,3 0-15 15,-5 2 1-15,6-4-7 0,-1 2 20 16,0 2-5-16,-2 1-11 0,1 2-10 0,1-2 9 16,3-1-1-16,3-6 3 0,4 2 3 0,-2-1-3 15,-2 2-10-15,2-3 14 0,0 2-2 16,0-7 2-16,0 4-15 0,0-1 14 0,-5 3-5 16,7 0 3-16,-7 0-15 0,0-1 10 15,0 2 4-15,-1 5 2 0,-2-3-9 0,-3 9 7 16,-2-1 4-16,-2 1-14 0,-1 1 9 0,1 6 8 15,-2-2 0-15,0 1 0 0,2 1-1 16,-2-1-5-16,3 0 6 0,-5 2 2 0,0-2-8 16,1 2-14-16,-1 0 15 0,2-2-7 0,-2 2 3 15,0 1 0-15,0-1 0 0,3 0 8 16,-3 2-8-16,0 0-6 0,0 0 5 16,0 0-1-16,0 0-11 0,0-1 4 0,0 1 7 15,0 1-21-15,0 1-7 0,0 0-9 0,-3 1-40 16,3 3 7-16,-3 2-94 0,-2-4-74 15,-1 1-115-15,2 1-2 0,-2 0 25 0,1 1 9 16,-1-1-5-16</inkml:trace>
  <inkml:trace contextRef="#ctx0" brushRef="#br0" timeOffset="7107.19">821 91 334 0,'-12'-12'157'15,"1"2"-23"-15,5-2-3 0,-2 2-11 0,2 6-29 16,3-5 18-16,0 3 3 0,-4 1-37 15,6-1 12-15,-4 2 12 0,3-2-18 0,-4 1-7 16,1-2-7-16,2 6-20 0,-2 0 11 16,2-5-10-16,-2 2 0 0,4 2-29 0,-4 1 7 15,2-2 5-15,0 2 4 0,0 1 8 0,-1 0-27 16,4 0 2-16,0 0-8 0,0 0-10 16,0 0 33-16,0 0-25 0,-17 17-2 0,17-10 11 15,-1 0-36-15,-3-1 29 0,4 2 1 0,-1-1-24 16,2 4 19-16,-1-3-1 0,0-8 0 15,0 11 15-15,0 0-18 0,0 0 0 0,0 7 0 16,0 5-21-16,0-2 23 0,19 19-3 0,-16-23-4 16,1-4 13-16,-1-1-17 0,0-3 14 0,0 1 3 15,-3-3-29-15,5 0 2 0,-5 0 23 16,3-2 3-16,-3 1-12 0,3-1 12 0,-3 2 20 16,2-6-12-16,-1 5 4 0,-1-4 13 15,2 0-13-15,1 2-1 0,-3-4 12 0,0 0-24 16,0 0-25-16,0 0-24 0,0 0 5 0,0 0-140 15,0 0-75-15,0 0-109 0,0 0 49 0,0 11-9 16,0-11 1-16</inkml:trace>
  <inkml:trace contextRef="#ctx0" brushRef="#br0" timeOffset="7805.736">117 680 374 0,'-3'-5'186'0,"3"-1"-4"16,-2 0-40-16,1 0-58 0,1 2-5 0,-3 1 15 15,0-1-5-15,3 0-30 0,0 2-16 0,-2 1 37 16,2 1-26-16,2 0-17 0,1 0 8 0,0 3-12 15,0-2 0-15,2 5 8 0,1-3-7 16,0 2 7-16,-1 2-18 0,14 8-2 0,-5 0-26 16,5 0 19-16,-9-5 5 0,1-2-1 15,-3 3-27-15,6 4 27 0,-4-4 1 0,1-3-12 16,-5-2 2-16,-1-1 7 0,1 0 0 0,-1-2-7 16,-1 0 5-16,-2-2 0 0,4 2-30 15,-4-3 10-15,3 0-3 0,-5 0 24 0,0 0 8 16,0 0-24-16,17-19-9 0,-12 12 27 15,4-12-8-15,2-3 2 0,-9 4-15 0,-1 1 12 16,-1 17 9-16,0-16-3 0,0-2 14 0,0-2-19 16,0 2 14-16,0 4-21 0,0 3 2 15,0 1-23-15,0 10 39 0,0-12-50 0,0 12 13 16,0-11 2-16,0 11-65 0,0 0-28 0,0 0-16 16,0-10-87-16,0 10-125 0,0 0 38 15,13-7 12-15</inkml:trace>
  <inkml:trace contextRef="#ctx0" brushRef="#br0" timeOffset="8186.503">655 725 323 0,'3'-5'122'0,"1"4"-33"0,0 1-39 0,2-3 38 16,-3 3-32-16,3 0 9 0,-1 3-18 0,3-3-11 16,-5 1-2-16,4 3-14 0,-3-1 4 0,-1 1-11 15,2 0-4-15,-3 0 8 0,1 5-10 16,-3-2 14-16,0 2 11 0,0-1-28 0,0 3 15 16,-5-3-23-16,5 2 17 0,-16 24-16 15,10-16 27-15,0-4 0 0,-5 1-2 0,0 8-3 16,0-9-24-16,1 4 2 0,-3-5 35 15,6 1-3-15,0-4-3 0,6-2 5 0,-7-3-4 16,5 1-47-16,-1-1 2 0,0-2 4 16,4 3 21-16,-2-5 0 0,2 3-1 0,0-4 0 15,0 0-1-15,10 0-1 0,-4-5 30 0,5 4-20 16,11-9 8-16,2 3 2 0,-4 2-4 16,-1 5-49-16,8-2-45 0,-5 2-40 0,-6-5-115 15,-16 5-84-15,19 0 0 0</inkml:trace>
  <inkml:trace contextRef="#ctx0" brushRef="#br0" timeOffset="8724.864">247 1428 247 0,'-6'-2'164'0,"2"-2"-10"0,-4 2-5 0,2-3-57 16,6 2 17-16,-5-2-37 0,2 5-22 15,-2-2 17-15,4 1-7 0,1-2 0 0,-3 3-10 16,1 0-8-16,7 3-4 0,-5-3-40 16,1 3-2-16,1-2 34 0,1 6-11 15,0-3 9-15,2 1-1 0,1-1-15 0,-2 1-4 16,0 2 23-16,3-2-16 0,-3 2-2 0,3-2 0 15,-4 1-1-15,2-1-14 0,4 1 4 0,-6-2-7 16,0 2 23-16,1-3-14 0,0-1-9 16,-2 1 38-16,3 1-35 0,-2-4 10 0,2 0 14 15,-5 0-27-15,0 0 30 0,0 0-12 16,9-16-10-16,-4 7 21 0,-4 5-19 0,1-6 0 16,1 0 4-16,-3 0-25 0,2 1 33 0,-1 0-19 15,-1-2-6-15,0 4 2 0,3-1-27 16,-3-3-28-16,0 3-37 0,2 1-13 0,0 1-11 15,2-1-128-15,3 2-44 0,-3-2-11 16</inkml:trace>
  <inkml:trace contextRef="#ctx0" brushRef="#br0" timeOffset="9206.572">651 1331 315 0,'15'-8'88'0,"-1"3"3"16,-5-5-25-16,-2 7-20 0,4 2-6 0,-7 1-5 16,6 0-4-16,-2 1-4 0,-8-1 18 15,0 0-27-15,0 0 18 0,17 14-22 0,-14-10 7 16,-1 3-6-16,0-4 14 0,2 6-25 0,-8-2 24 15,4 0-11-15,-2-2-11 0,-3 4 24 16,2-6-9-16,3 2-3 0,-5 3-6 0,2-5 16 16,3 2-21-16,-5 1 4 0,4-1-13 0,1-3 5 15,-5 3 6-15,4 0-4 0,-1-3-4 16,2-1-26-16,-3 3 18 0,3 0 23 0,0-3-4 16,0-1-24-16,0 0 11 0,0 0-33 15,0 0 23-15,0 0 32 0,0 0-19 0,0 0 12 16,19 11-37-16,-13-11 41 0,-3 0-8 0,4 1 0 15,-1 3-30-15,2-2-3 0,-2 3 13 16,2-5 22-16,-2 7-4 0,2-3-19 0,-1 0 3 16,-3-1 38-16,3 5-4 0,-4-2-3 15,2 2-12-15,-5 0 12 0,1 0-4 0,-1 4-19 16,0-12-2-16,0 17 4 0,-16 25-2 0,-3-21 35 16,7 2-3-16,1-2-3 0,-8-2-3 0,3-1-57 15,2-1-17-15,-1-8-48 0,1-5-148 16,0 0 13-16,8-3 5 0,-5 2 4 0</inkml:trace>
  <inkml:trace contextRef="#ctx0" brushRef="#br0" timeOffset="9677.283">267 2102 299 0,'-4'-3'149'0,"2"-1"-4"16,0 2-22-16,1 2-13 0,2 0-19 0,1 2-7 16,0 2-13-16,-2 0-7 0,6 0-9 0,-3 5 0 15,-1-3-5-15,2 1-7 0,4 0-28 16,-4-3 5-16,2 3 19 0,0 0-3 0,-1 0-42 16,0-3 3-16,1-1 38 0,0-1-28 15,1 5 19-15,0-6-16 0,-3 1 20 0,4 3 5 16,-2-2-23-16,-1-2-8 0,-1-1 11 0,-4 0 12 15,0 0-37-15,0 0 9 0,13 0 10 0,17-24-2 16,-11 6 1-16,-10 0-5 0,3 5 2 16,-5 2-25-16,0-1 35 0,-1 3 0 0,2 1-6 15,-6 2 16-15,2 1-32 0,-1 2 0 0,2-4 0 16,-5 3 2-16,3 3-110 0,1-3-21 16,-4 0-43-16,3-1-146 0,-2 2 12 0,2 1-1 15</inkml:trace>
  <inkml:trace contextRef="#ctx0" brushRef="#br0" timeOffset="10056.874">655 2089 345 0,'4'4'86'0,"3"2"15"0,-1-2-55 16,2 0 4-16,-2 3-16 0,15 4 10 16,-7-7-7-16,0 3-13 0,-4-4-16 0,2-2 18 15,-4 4 4-15,2-3-5 0,-1-2 20 0,-1 0-22 16,-8 0-4-16,0 0-3 0,0 0-9 0,10 0 10 16,-10 0-5-16,11 0 11 0,-11 0-23 0,22-15 22 15,-21 12-5-15,1-1-2 0,1-3-2 16,-3 3 0-16,3-3-2 0,0 3-3 15,-3-1 52-15,2-2-1 0,0 4-14 0,-1-3 28 16,-1 1-28-16,3 2-25 0,-3 3 27 0,0-4 15 16,0 4-13-16,0 0-45 0,0 0 27 0,0 0-36 15,0 18 20-15,3-8 17 0,1-3-9 16,-4 4-25-16,8 17 0 0,-5-4-47 16,3 3-57-16,-6-5-64 0,5 1-136 0,-2-5-24 15,0-5 12-15</inkml:trace>
  <inkml:trace contextRef="#ctx0" brushRef="#br0" timeOffset="10570.562">421 2809 298 0,'-7'-1'136'0,"1"1"19"16,3-1-9-16,-3 1-24 0,6 1-42 0,-7 4 9 15,7-4-9-15,0 3-10 0,0 2-40 0,3 0 24 16,1-1-11-16,-3 2 21 0,4 1-26 0,-2 0-11 16,11 10-4-16,-3-6-3 0,4 2 8 15,0 4-3-15,-2-7-26 0,-5-2 35 0,1 0-44 16,-1-5 25-16,-1 0-1 0,-1 4-3 16,0-5-1-16,-1 1-6 0,-2-3-8 0,2 1 24 15,1-2 0-15,-3 0-5 0,2 0-26 0,-5 0 36 16,0 0-25-16,0 0 10 0,19-18 0 15,-16 11-1-15,2-16-5 0,3 0 7 0,-2 6-1 16,1-6 0-16,-3 6-2 0,-1 0 8 0,-1 0-18 16,3 5 15-16,-5-2-6 0,1 5-2 15,1-2-13-15,-1 2 34 0,3 2-32 16,-3-1-13-16,-1-1 11 0,5 3-6 0,-5 0-1 0,2-1 3 16,-1 3 1-16,4-1-89 0,1 3-9 15,-3-4-38-15,2 3-169 0,-2 2-16 0,2-1 5 16</inkml:trace>
  <inkml:trace contextRef="#ctx0" brushRef="#br0" timeOffset="11148.208">890 2827 272 0,'0'-6'147'16,"3"1"-23"-16,2-3-29 0,-3 1-11 15,13-11 8-15,3-3-1 0,-1 3-10 0,4-2-9 16,-2 2 0-16,1 0-17 0,-2 1-16 16,-1 1-13-16,0 4-2 0,-2 4-48 0,-4 1-31 15,-5-4-12-15,2 4-75 0,-2 5-167 0,-6 0-11 16</inkml:trace>
  <inkml:trace contextRef="#ctx0" brushRef="#br0" timeOffset="10936.338">901 2806 224 0,'6'2'82'0,"-1"4"-17"0,2-4-20 0,-1 3 28 15,2-2-33-15,-2 0 29 0,2 2-29 16,-2-3-8-16,2 1 16 0,0-1-39 0,2 0 14 16,-1-1-19-16,-1 4 17 0,1-2-17 15,-1 0-13-15,2 1 27 0,-5-3-5 16,6 2-10-16,-5 1 25 0,0-1 7 0,2 1-6 15,-5 1-11-15,4-1 35 0,-3 2-18 16,0 2-2-16,-1-1-18 0,-2 0-3 0,1 1 14 16,-2 2-12-16,0 3-10 0,0 3 15 0,-16 19-18 15,14-17 9-15,-4-3-21 0,-2 4 22 16,-3-3-3-16,5-4-33 0,-2-4-12 0,2 0-32 16,-1 0-23-16,-1-2-125 0,2-6 9 0,3 0 5 15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1T06:21:01.672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40 159 320 0,'-24'0'105'16,"24"0"-68"-16,0 0 58 0,0 0-35 0,0 0 14 16,0 0-46-16,0 0 37 0,0 0-11 0,0 0-21 15,0 0-13-15,0 0 33 0,0 0-33 16,0 0 23-16,0 0-45 0,0 0 10 0,14-27 0 15,-8 27-2-15,-1 2 35 0,2-2-7 0,-4 0-16 16,3-2-3-16,2 2-2 0,-3-3 14 16,-5 3-41-16,0 0 5 0,22-12-1 0,-18 6 0 15,3 2 3-15,-6-4 20 0,3 3-20 0,-1-4 30 16,-3 5-19-16,0-6-8 0,0 1 2 16,0 9 42-16,0 0-5 0,0-11-39 0,0 0 3 15,0 11-3-15,-18-22 4 0,15 18 16 0,-2 0 4 16,-1-3-4-16,3 7-12 0,-5-3-2 15,5 3 0-15,0 0-11 0,-5 3 0 0,2-3 37 16,-1 4-4-16,2 3-41 0,-1-2 3 0,3 3 1 16,-2-1-1-16,-4 18-1 0,4-10 0 15,-1 1 45-15,3 8-4 0,3-4-3 0,0-1-2 16,0-2-30-16,0-17 10 0,0 15-3 0,0 0 0 16,0 5 22-16,26 18-2 0,-21-26-11 0,1 1-18 15,1-5-14-15,4 0 31 0,-3-1-25 16,-2-3 2-16,-1-4 45 0,4 2-15 0,1-2 0 15,2 0-46-15,4 0 30 0,27-22-55 16,-15 11-5-16,-2-2-16 0,-4-3-49 0,0 3-113 16,-3-3-28-16</inkml:trace>
  <inkml:trace contextRef="#ctx0" brushRef="#br0" timeOffset="193.879">507 164 280 0,'5'6'99'0,"1"4"-39"0,1 9 28 16,1-2-6-16,1 3 5 0,2-1-40 0,0 3 1 16,-1 0-18-16,-2 2-22 0,-2 0 18 15,2-1-49-15,-2 1-20 0,2-1-12 0,-6-2-143 16,2-10-104-16</inkml:trace>
  <inkml:trace contextRef="#ctx0" brushRef="#br0" timeOffset="1678.711">1574 50 231 0,'5'-2'41'16,"-3"-3"24"-16,-1-2-8 0,4 2-35 16,-5 1 4-16,5-4-1 0,-4 4 4 0,-1-3 18 15,2-1-46-15,1 3 18 0,-2-5-12 0,1 2-17 16,-2 1 24-16,0 0-2 0,0 7 25 0,0 0-28 16,0-12 14-16,0 12-27 0,0-14 21 15,0 14-34-15,-19-23 19 0,16 20 13 0,1-3 12 16,-2 4-24-16,-1-1 1 0,2 2 2 15,-2 1-2-15,3 0-5 0,-4 1 41 0,0 2-49 16,3 1 25-16,-2 1-10 0,3-1-8 16,-2 5 16-16,2-1-3 0,0 3 6 0,4 15-25 0,-2-15 25 15,0 0-26-15,0 5 26 0,14 20 4 16,-8-13-21-16,2-2 16 0,2-6-4 0,-5 0 15 16,15-1-42-16,-1 0-22 0,3-5-12 15,-4-5-40-15,-1-1-86 0</inkml:trace>
  <inkml:trace contextRef="#ctx0" brushRef="#br0" timeOffset="2124.814">1870-45 275 0,'9'-8'85'16,"1"1"-18"-16,1 2-16 0,-3 2 48 0,0 1-63 16,-2 2 5-16,-3-2 7 0,3 4-11 15,-1 0 3-15,-3 1 2 0,2 2 8 0,-2 0-39 16,-2 2-6-16,0-1 23 0,0-1-24 0,-2 3 6 16,-2 0-18-16,4 0 24 0,-5 0-20 0,3 0 0 15,2-8-13-15,-3 15 10 0,-2-11 21 16,5 3-36-16,-1-2-18 0,-2 1 47 0,1 1-18 15,2-3-8-15,0-1-11 0,-3 2 30 16,3-2-8-16,0-3-26 0,0 0 0 0,0 0-2 16,0 0 14-16,0 0 6 0,0 11 7 0,0-11-20 15,0 0 15-15,16 17-2 0,-15-15 11 0,6-2 16 16,-3 2-30-16,1 3 17 0,0-5-2 16,1 2-14-16,1 3 12 0,-1-4 3 0,0 5 9 15,-1-2 1-15,4 1 17 0,-5-2-12 16,2 2 6-16,-5 2 15 0,4-3 34 0,-5 3-50 15,0 2 17-15,0-9 3 0,0 0-5 0,0 12-16 16,-20 23 44-16,5-14-51 0,0-6-30 0,-4 3 15 16,-2-4-83-16,-1-3-157 0,0-3-73 15</inkml:trace>
  <inkml:trace contextRef="#ctx0" brushRef="#br0" timeOffset="2872.066">2181 71 229 0,'0'2'61'0,"0"-1"5"16,-5 2 3-16,10 1 23 0,-5-4-18 0,3 2-12 16,-3-1-22-16,5 0-22 0,-3-1 15 15,-1-1-7-15,4 0-8 0,0-1 0 0,-4-2-22 16,-1 4 28-16,0 0 2 0,0 0-25 15,8-15-7-15,-3 12 16 0,-8-5-24 0,3 1 16 16,-2 3 19-16,2-3 14 0,0 0-44 0,-1 0 11 16,-3-1 35-16,4 8-31 0,0 0-6 15,0 0 0-15,-9-20-18 0,3 16 19 0,1 4-6 16,0 0 19-16,-1 0 2 0,1 0-24 16,-3 1 22-16,2 3 30 0,3-1-36 0,-2 5 14 15,0-4-34-15,4 3 41 0,-1-2-13 0,-3 5-2 16,4-1-7-16,1 1-25 0,0 1 54 15,-2-3-61-15,2-8 16 0,0 16 15 0,24 19-15 16,-18-21-9-16,-1-2-6 0,4-8-14 0,-1 3-19 16,-1-7-96-16,4 2-150 0</inkml:trace>
  <inkml:trace contextRef="#ctx0" brushRef="#br0" timeOffset="845.481">926 70 229 0,'0'-8'43'0,"-1"1"-37"0,-3 2 23 15,4-1-21-15,-1-2-11 0,-1 3 25 0,-1 0 44 16,0-2-12-16,3 2-19 0,-6 1-28 16,1-3 11-16,2 7 31 0,-2-5-52 0,-1 3 20 15,3 2 29-15,-2 0-18 0,-2 2-18 16,4 3-1-16,-3-1 23 0,0 3-31 0,1-2 19 0,2 3 13 16,3-1-47-16,-5 3 36 0,5 0 18 15,0-2-40-15,0-8-16 0,0 12 25 0,0 6-6 16,22 20 13-16,-11-22-18 0,-1 4-6 15,1-9 7-15,3 5-41 0,-5-12-83 0,3-1-128 16</inkml:trace>
  <inkml:trace contextRef="#ctx0" brushRef="#br0" timeOffset="1171.025">1228 51 219 0,'6'3'88'0,"-4"2"-53"0,-2-3 3 16,2 4-10-16,-2 1 9 0,0 2-9 0,-4-2-2 15,4 2-2-15,-1-1-40 0,-4 2 35 16,4-2-11-16,-9 15-3 0,2-1 27 0,7-7-26 16,-6-3 3-16,4 0-25 0,-2-1-3 15,-3-4 35-15,8 2-16 0,0-2 36 0,0-3-40 16,0 4 30-16,0-8-17 0,0 0-16 0,0 0-18 16,0 0-2-16,0 0-49 0,21 8-28 15</inkml:trace>
  <inkml:trace contextRef="#ctx0" brushRef="#br0" timeOffset="4048.468">3046 96 283 0,'6'3'39'0,"0"4"19"16,-1-6-29-16,1 5-2 0,-1-2 46 0,1 1-70 16,-3-2 49-16,4 2-32 0,-2-1 25 0,-2 3-10 15,1-1-8-15,1 0-14 0,-2 0-11 16,-1 4 38-16,1-3-38 0,-1 2 37 0,-2-9-47 16,0 0 17-16,0 12-66 0,0 0-64 15,-16 5-179-15</inkml:trace>
  <inkml:trace contextRef="#ctx0" brushRef="#br0" timeOffset="4701.21">3357 92 219 0,'5'2'114'16,"-2"-2"-19"-16,2 2-42 0,2-4 10 0,1 2-50 16,-1 0 35-16,1-2-19 0,6-2 21 15,-8 0-6-15,5 1-22 0,-3-1-25 0,0-2 10 16,6-10 3-16,-6 5-7 0,0 3-3 16,-2-1 18-16,-6 0-22 0,0 1 7 0,0 8 36 15,0 0-35-15,0-14-6 0,0 14 16 0,-15-23 9 16,8 18-28-16,-1 0 12 0,0 5-1 15,-3-4-5-15,5 4 4 0,-3 0 43 0,9 0-33 16,-34 18-1-16,20-10 0 0,0 10 4 16,0-3-12-16,4 1 28 0,2 1-19 0,4-2-25 15,-3 0 25-15,7-2-30 0,0-1 3 0,0-12 20 16,0 12 28-16,0 6 0 0,0 1-41 0,19 21-11 16,-12-22 6-16,0-5 7 0,0-3 3 15,-1-2-3-15,2-1-36 0,-2 0 9 0,2-3-22 16,-1 0-31-16,0-3-67 0,0 2-151 15</inkml:trace>
  <inkml:trace contextRef="#ctx0" brushRef="#br0" timeOffset="5258.864">3638 44 272 0,'0'29'82'0,"10"-3"-24"16,-10-15-9-16,0 8 10 0,11 21-36 16,-3-21 20-16,1 2-13 0,-4-10 30 0,-2-2-37 15,5-2 12-15,-5-4-21 0,0-2 12 0,-1 2 35 16,3-3-11-16,-2-4-50 0,-3 1 18 15,5 0 19-15,-5-1-26 0,3 2-3 0,0 0 30 16,-2-2-28-16,1 1 6 0,-2 3 9 16,0-2-25-16,0 0 35 0,-2 4-33 0,-2 2 24 15,4-3-52-15,-8 4 24 0,6 1-83 16,-4-2-4-16,1 3-139 0,-3-3-50 0</inkml:trace>
  <inkml:trace contextRef="#ctx0" brushRef="#br0" timeOffset="5457.742">3961-44 254 0,'0'-4'58'15,"3"-3"-3"-15,-3 1 5 0,-3 0 17 0,3 1-38 16,-2-1 36-16,-3 0-50 0,4 2 16 0,-2-1-23 15,-4 3 18-15,3-3-28 0,-1 4-12 0,-3 1 14 16,2 0 12-16,2 1 3 0,-2 4-15 16,1 1 4-16,2-1-7 0,-3 4 3 0,-2 13-7 15,2-6 36-15,1-2-23 0,3-3-13 16,1 4 26-16,1-15-21 0,0 11 13 0,0 1-18 16,0-4 5-16,0 2-16 0,0 1-1 15,0 0 3-15,0-3-3 0,17 25-24 0,-11-18-54 16,2-7-76-16,-3-1 10 0,1 0 5 15,-2-5 4-15</inkml:trace>
  <inkml:trace contextRef="#ctx0" brushRef="#br0" timeOffset="5718.82">4008 70 247 0,'-2'-3'113'0,"6"2"8"0,-1 1-80 0,0-5 25 16,3 5-30-16,-1-2-2 0,0 2-13 0,1-4-11 16,0 8-16-16,-1-4 57 0,-2 0-55 15,5 2-7-15,-5-1 2 0,-1 3 25 16,0-3 22-16,7 5 12 0,-7-2-15 0,-2 2 21 16,3-1-45-16,-3 1 22 0,0 3 0 0,3 1-27 15,-6-1-2-15,3-9 12 0,0 10-17 0,0 2 9 16,0-1-5-16,0 0-4 0,0-1-19 15,0 9-34-15,0 0-27 0,0-4-102 0,0-1 8 16</inkml:trace>
  <inkml:trace contextRef="#ctx0" brushRef="#br0" timeOffset="3210.858">2399 19 222 0,'2'7'98'15,"-2"-4"-61"-15,6 4-6 0,-4-3 30 0,-2 3-40 16,6-3 28-16,-4-1-34 0,4 2 36 0,-6-5-43 15,8 0 5-15,-3 0-9 0,-1-5 21 0,-1 2-29 16,5 0 11-16,-3-2 9 0,1-2-13 16,1 0 24-16,-4 0 29 0,3 3-1 0,-1-3-7 15,-2 4 16-15,-3-2-7 0,6 2-11 16,-1-2-5-16,-2 2-5 0,-3 2-3 0,3-3-4 16,-1 4-3-16,-2 0-2 0,0 0-3 0,0 0-1 15,0 0-4-15,13 16-1 0,-10-8-18 0,2 0-25 16,4 17-49-16,-3-10 7 0,-1 0-80 0,-2-1-146 15,2-3-3-15</inkml:trace>
  <inkml:trace contextRef="#ctx0" brushRef="#br0" timeOffset="3768.636">2750 251 215 0,'0'0'78'16,"3"4"33"-16,0-8-13 0,-1 4-53 16,0 0 1-16,4-2 29 0,-1 2-12 0,-2-2-9 15,1-2-4-15,0 0-11 0,2 1-4 0,-4-1-23 16,7-2 16-16,-6 1 0 0,0 0-22 0,-1-1 16 15,0 3-10-15,-2-4 27 0,1 0-31 16,-2 1-8-16,1 0 13 0,0 6-3 0,0 0 0 16,0-11-26-16,0 11 14 0,0-11 16 0,0 11 3 15,0-12 9-15,-15-3-16 0,11 12-18 16,0-2 18-16,3 3-17 0,-4 2-7 0,-1 0 27 16,-1 0 4-16,4 3-15 0,-3 2 14 0,0-1-2 15,-1 3 0-15,1 0-2 0,-2 15 9 16,3-4 1-16,4-3-5 0,1-15-30 0,0 13 5 15,0-3-5-15,0 1 12 0,0-1 0 16,0-10-2-16,0 11 2 0,0-2 0 0,19 8-11 16,-3-2 10-16,-2-4-32 0,-2-3 34 0,-4-3-50 15,5-3-39-15,-13-2 6 0,0 0-119 0,9 0-95 16</inkml:trace>
  <inkml:trace contextRef="#ctx0" brushRef="#br0" timeOffset="6119.091">4389-88 265 0,'5'-1'98'0,"1"-3"-39"0,2 2 21 15,0-4-53-15,-2 2 11 0,2 1-3 16,8-14 9-16,-4 9-33 0,0 0 46 0,-9 0-43 15,3 1 32-15,-1 0-41 0,1 2 4 16,-6-5 0-16,0 6-22 0,0-3 30 0,0 0 0 16,0 7-12-16,0 0 2 0,0 0-12 0,0-8 46 15,-19-7-38-15,14 13-17 0,-1 1 20 16,3 1-1-16,1 0-14 0,-7 0-1 0,4 1 29 16,0 5 20-16,-1-1 3 0,-8 14-40 15,1-2 35-15,4-2-38 0,-2 4-2 0,1 3 21 16,10-4-5-16,-5-2 7 0,5-2-16 0,0 0 12 15,0-3-21-15,0-11 2 0,0 8-12 16,21 20 7-16,-4-16-13 0,-6-1-46 0,4-6-22 16,-3-2-86-16,1 2-133 0</inkml:trace>
  <inkml:trace contextRef="#ctx0" brushRef="#br0" timeOffset="6652.765">4789-63 380 0,'-2'-4'188'0,"1"1"-4"0,1 3-54 0,-5-5-2 15,0 2-22-15,4 0-22 0,-1 2 9 16,0-1-26-16,-2 4-16 0,-1-2-6 0,2 4 7 15,-2-3-2-15,-1 6-39 0,1-4 27 0,2 3-4 16,-4-1 0-16,3 2-33 0,-1-2 34 0,3 2-14 16,-2 1-21-16,-1-2-6 0,5 2-2 15,0-2 4-15,0-6-2 0,0 0 8 0,0 9-18 16,0 1-2-16,0-10-2 0,27 34 2 0,-19-23-16 16,1 4-10-16,1-7 21 0,-2-1-24 15,3 2 5-15,-10 0 2 0,6-5 3 0,-1 3-9 16,0 1 18-16,-3 0-6 0,2-1 9 0,1 0 5 15,-2 0 8-15,-3 1-19 0,4-3-7 16,0 1 42-16,-4 1-7 0,1 1 15 0,-1 0-7 16,-1-1-43-16,4 0 56 0,-4-7-25 15,0 0 25-15,0 11 0 0,0-11-1 0,0 9-3 16,-18 8-10-16,4-1 0 0,-5-4-2 16,2 0 2-16,1-5 33 0,2 1 54 0,6-5-10 15,-3-2 17-15,3 3-19 0,1-4 10 0,4 3-37 16,3-3 19-16,0 0-18 0,0 0 0 0,0 0-8 15,-5-22-20-15,10-4-13 0,6 3-14 16,0-6 20-16,-3-1-42 0,2-4-11 0,-1 1 23 16,5-3 4-16,-3-1-44 0,2-3-10 15,1 3-20-15,1 2-17 0,0-1-33 0,-2-3-61 16,4 5-119-16,-2 1 14 0,-1 4 4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7T05:07:15.036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3375 75 522 0,'3'-1'186'0,"-1"-2"-18"0,-2 1 4 0,0 2-20 16,-5-2-31-16,3-2-6 0,-1 3 5 0,-2-2-22 15,0 1-7-15,0 0-4 0,-2 2 6 16,0 0-22-16,-1 0-7 0,-2 2-31 0,5-2 15 16,-7 5 1-16,2-1 0 0,10-4-28 15,-31 13 14-15,6 0-10 0,3 2-10 0,-3-5 20 16,5 7-14-16,8-5-6 0,-8 8-6 0,5 5 4 16,0-5-7-16,1-3-5 0,8 10 9 15,-3-8 0-15,1-1-6 0,3-1-10 0,1-2 8 16,3-2 10-16,1-1-7 0,-4 0-7 0,4-2 13 15,0-10-2-15,0 17 0 0,22 22 8 16,-13-19 2-16,2-4-13 0,3-9 5 0,1 1 4 16,5 2-3-16,-3-4 3 0,1-2 15 0,-2-3-25 15,0 0 7-15,-16-1-8 0,12 0 4 16,-2 0 16-16,2 0 4 0,-12 0-26 0,15 0 0 16,-5 0 22-16,-10 0-6 0,15 0-4 15,-3 0-6-15,-12 0 2 0,14 0 4 0,-14 0-5 16,10 0 2-16,-10 0-24 0,13 0 8 0,-13 0-21 15,29-15-41-15,-26 9-46 0,4-2 12 16,-2 5-273-16,-2-2 25 0,-1-2 23 0,1-2 10 16,-1 5 19-16,3-5 10 0</inkml:trace>
  <inkml:trace contextRef="#ctx0" brushRef="#br0" timeOffset="784.884">3860 341 459 0,'-5'0'154'0,"-5"3"5"0,2 0-28 0,1-1 27 16,-3-1-1-16,3 4-3 0,-1-5-14 0,0 2-16 15,3 0-5-15,1-2-19 0,1 2 0 16,-1 1-33-16,-2-3 4 0,4 1 12 0,-1 1-23 15,-1-2-7-15,4 0-3 0,-3 3-18 16,6-3 2-16,-1 0 5 0,3 1-11 0,3-1-1 16,-1-1 4-16,3 1-5 0,2 0 7 0,-2-3-33 15,5 3 7-15,9 0 14 0,3 0-12 0,32-12 9 16,-33 6 3-16,3-5-8 0,-2 8 0 16,-7-3 3-16,-1 1-9 0,-3 3 8 0,8-6-18 15,-11 0 1-15,1 2 15 0,-8 6-19 16,1-2 8-16,-7 2 10 0,0 0-3 0,0 0 1 15,0 0-8-15,10 0 10 0,-10 0-3 0,0 0-19 16,10 0 6-16,-10 0-47 0,0 0 5 16,0 0-23-16,0 0-32 0,0 0 10 0,0 0-92 15,10 0-69-15,-10 0-120 0,0 0 67 16,0 0-3-16,26-18-3 0,-20 12 30 0</inkml:trace>
  <inkml:trace contextRef="#ctx0" brushRef="#br0" timeOffset="1200.628">4592 51 310 0,'-4'-4'267'0,"3"2"-12"0,-6 0-29 0,3-2-26 15,1 2-12-15,3-3-1 0,-5 4-18 16,2-2-33-16,-1 2 4 0,4 1-25 0,-3-2-23 15,3 1 19-15,0-3-32 0,-3 3-12 0,1 1-8 16,0 0 5-16,1 0-18 0,1 0 7 16,-4 1-20-16,4 3 8 0,0 0-10 0,0 0-1 15,-1 4-18-15,1 1 22 0,0 1-9 16,0 2 3-16,-2-1-9 0,2 6-14 0,0 8-4 16,0 4 6-16,0 2-5 0,0 1 17 0,0-1 2 15,0 2-2-15,0-7-19 0,22 29 0 16,-16-31 0-16,-2 3 14 0,1-7-2 0,2-8-24 15,-6 3 8-15,1-3 12 0,0 0-9 0,-2-4 1 16,3 0 0-16,-3-2-5 0,2 0 20 0,-1 0 1 16,3-2-25-16,-3 1 31 0,-1-2-4 15,0 1-17-15,0 0 6 0,0-4-29 0,0 0-34 16,0 0-10-16,0 0-43 0,-6 4-15 16,4-5 11-16,2-6-122 0,-3 0-80 0,3-2 21 0,0 2 22 15,0-4-59-15,0 0 21 0,3 4-42 16,-3-4-12-16</inkml:trace>
  <inkml:trace contextRef="#ctx0" brushRef="#br0" timeOffset="1660.346">4561 173 293 0,'0'-9'247'0,"-3"2"-39"15,3-1-45-15,0 1-18 0,2-1-6 0,3 0-25 16,-5-1-20-16,3 2-4 0,2-1 10 15,10-8-1-15,-6 1-27 0,-1 7-15 0,0 2 21 16,4 0-29-16,-5 0 14 0,3 4-17 16,-2-1 0-16,1 3-28 0,3 0 19 0,-12 0-7 15,16 0-14-15,5 0-1 0,26 19 0 16,-17-9 7-16,-3 0-28 0,1-2 12 0,-9 0 17 16,8 4-7-16,-4 7-10 0,-4-4 8 0,-1-2 1 15,1 4-1-15,-7-8-28 0,9 7 28 16,-12 3 10-16,6-3-13 0,-8-4-6 0,-1 1 7 15,-2-1-9-15,1 0 8 0,-5 0-11 0,0-12-3 16,0 11-20-16,0 0 18 0,0 5 12 16,-22 21-3-16,13-20-17 0,-9 3 30 0,0-3 12 15,-3 1-27-15,3 2 7 0,-4-1 26 16,7-6-4-16,-7 6-12 0,2-8 16 0,-2-3 0 16,-3 0 12-16,3 3-6 0,2-6 14 0,3 0-1 15,-10 2 11-15,9-5-7 0,-1 3-11 16,-6 3 5-16,10-7-13 0,6 2-4 0,-4 1 27 15,6-4-35-15,0 0-9 0,4 0 24 16,-2 0-35-16,2 2-22 0,3-2-18 0,0 0-28 16,-7-6-31-16,10 3 9 0,2-2-164 0,2-1-134 15,-5 1 7-15,5-2 6 0,-1-2 55 16,-2 1 15-16,11-8 4 0,-2-6 4 0</inkml:trace>
  <inkml:trace contextRef="#ctx0" brushRef="#br0" timeOffset="-2749.413">45 37 763 0,'0'0'234'0,"0"0"-20"0,0 0-22 0,0 0-21 15,0-22-24-15,22 22-17 0,-22 0 2 16,0 0-10-16,0 0-2 0,0 0-12 0,0 0-29 15,0 0-12-15,0 0 5 0,0 0-24 0,0 0 13 16,0 0-7-16,0 0-13 0,0 0 5 0,0 0-22 16,0 0 5-16,0 0 6 0,0 0-10 15,0 0 6-15,0 0-10 0,25 16 11 16,-30 10-17-16,5-26-10 0,-7 42 3 0,2-13 12 16,2 2 1-16,-2-2-4 0,5-1-6 0,-3 1 10 15,-1 0-16-15,-1-3 6 0,0 3-5 0,-2-9 1 16,6-2-16-16,-1-5 24 0,-3 3-5 15,5-8 4-15,-2 2-4 0,-1-5-16 0,3 0 11 16,0 3 9-16,-2-4 46 0,2 3 3 16,-1-6-7-16,-1 1-18 0,-1-4 24 0,1 1-16 15,0-6-10-15,2-2 13 0,-5 1-21 16,-2-20 28-16,4 1-44 0,3-2-2 0,-3 4 5 16,3-5 32-16,0 0-36 0,0 16 7 0,0-2 0 15,0-3-25-15,0 1 22 0,0 1-19 16,0 0 19-16,0 5 1 0,0 1-31 0,18-9 49 15,-16 12-31-15,0-3-16 0,3 3 10 0,-2-2 2 16,2 3 25-16,2 0-33 0,10-11 5 16,-9 6 18-16,0 2-41 0,2 3 19 0,1 3 1 15,-5 2 19-15,4 2-18 0,-3 0-2 16,-7 0 0-16,0 0-4 0,14 0 40 0,-14 0-36 16,43 17 22-16,-28-8-13 0,-1 0-25 0,-4-1 45 15,10 10-36-15,-3 0 0 0,-2 0 3 0,0 4 4 16,-3-2 2-16,-2 5 13 0,0 0-5 15,5-1-16-15,-8-11 8 0,5 16-10 0,-6-4 40 16,4 2-30-16,-4-7-2 0,0 6 25 0,-1-2-11 16,7 0 17-16,-4-6-33 0,-2-3 15 15,-3-4-25-15,4 1 14 0,-2-3 14 0,-4 1-15 16,1-5-9-16,3 0 1 0,-3 1 12 16,-2-1 22-16,1-1 7 0,-1 3-29 0,4-4 17 15,-4-2 14-15,1 2-48 0,-1-3-11 0,0 0-10 16,0 0-34-16,0 0-18 0,-15 4-23 0,10-8-43 15,4 1 17-15,-8 0-134 0,4-3-160 16,-2 1 42-16,2-1 27 0,0 0-11 0,-1-1 24 16,2 0 11-16,-1 0-14 0</inkml:trace>
  <inkml:trace contextRef="#ctx0" brushRef="#br0" timeOffset="-2410.62">154 347 459 0,'-5'-6'203'0,"-1"6"11"0,1 0-32 16,-2-3-18-16,0 3-3 0,0 0-51 16,7-1-5-16,-6 1-1 0,4-2-6 0,-5 2-22 15,2-2-4-15,5 2-15 0,-3 0 4 0,1 0-8 16,-3 0-14-16,5 0 7 0,5 0 3 0,-1 2-23 15,-4-2-1-15,5 0 4 0,-2 2 2 16,2-2-11-16,2 0-2 0,-1 1 13 0,0-1-7 16,4 3 1-16,0 0 1 0,-4 0-18 15,10-3-6-15,15 8 12 0,-10-6-8 0,-6 0 7 16,0 0 14-16,0-2-17 0,2 0-7 16,13 3-26-16,-30-3-8 0,20 0-58 0,-5 0-2 15,-1 0 8-15,-4 0-102 0,-10 0-22 16,13 0-98-16,-13 0-4 0,22 13 22 0,-20-10-22 15,5 1 22-15</inkml:trace>
  <inkml:trace contextRef="#ctx0" brushRef="#br0" timeOffset="-1856.959">990 294 274 0,'-5'-2'265'16,"-4"2"-29"-16,3-2-40 0,-3 0-20 15,7 0-14-15,-6 2-5 0,1 0-2 0,1-3-6 16,-1 3-12-16,0 0-21 0,0 0-28 0,4 0 14 16,-2 0-21-16,5 0-11 0,0 0-16 15,0 0 14-15,0 0-18 0,-10 0-16 0,10 0 14 16,0 0-14-16,0 0 1 0,0 0-4 16,-13 0-7-16,14 3 9 0,-1-3-9 0,7 0-5 15,1 2-4-15,-1-2 1 0,1 2-7 0,1-4-3 16,4 4 10-16,18 5 4 0,-16-7-13 15,12 0-1-15,5 0 10 0,4 0-16 0,3 0 11 16,-2 0 7-16,2 0-12 0,3 0 0 0,-4 0 2 16,38-14-9-16,-42 13 14 0,-1-1 3 15,1-3-14-15,-12 4-8 0,-5-2 2 0,-4 2 17 16,-3 1-11-16,-1 0 2 0,-3-2-2 0,3 2 20 16,-4 0-20-16,1-1-4 0,-2-3-2 15,-1 4 14-15,1-1-9 0,-1 1-2 0,0-4 1 16,-3 4 5-16,0 0-2 0,0 0-21 15,0 0 3-15,0 0-15 0,0 0-34 0,0 0-19 16,0 0-19-16,0 0 10 0,14 0-102 0,-14 0 15 16,10 4-89-16,-10-4-72 0,0 0-5 0,-2 0 21 15,2 0-27-15,0-4 11 0</inkml:trace>
  <inkml:trace contextRef="#ctx0" brushRef="#br0" timeOffset="-969.406">1812 79 283 0,'0'-5'301'0,"-5"0"-43"0,8 3-21 0,-6-2-48 16,3 0-18-16,0 2-23 0,-2 2-8 16,2-2-30-16,0 1-1 0,0-2-5 0,0 3-24 15,0 0-23-15,2 0 11 0,-2 3-11 0,0 0 4 16,3 3-9-16,-1 0-18 0,-2 4 7 15,0 3-9-15,1-1 12 0,-1 5-9 0,0 3-8 16,0 5-10-16,9 34 10 0,-9-45-9 0,0 5-5 16,0 6 14-16,0-2-16 0,0 0-2 15,0-5 6-15,0-1 5 0,0-2-7 0,0-5-8 16,0 1-1-16,0-11 4 0,0 12-1 16,0-12 0-16,0 12 6 0,0-2 12 0,0-10 43 15,0 0-15-15,0 0 15 0,0 0-16 0,6 13-9 16,-6-17-17-16,-1-5 21 0,-4-18-34 0,3 5 7 15,2 8-4-15,0-4 0 0,0-6 6 16,-7-30-12-16,6 26 1 0,1 2 13 0,0 16 3 16,0-5-15-16,0-5-8 0,0-2-9 15,0 4 0-15,0 3 1 0,21-25 8 0,-12 25 9 16,-4 3-7-16,7-10 16 0,-1 15-12 16,-2-3-17-16,-1 7-1 0,-1-2-2 0,1 2 8 15,1 1-14-15,-9 2-5 0,0 0 5 0,0 0 12 16,12 0-27-16,-12 0 17 0,11 0 0 15,-11 0 2-15,27 22-9 0,-20-15 1 0,-4 1 8 16,1 0-9-16,-1 2 0 0,-3 0 19 16,0 18-4-16,0-13-13 0,0 4 26 0,0 5-19 15,-17 23 11-15,9-26-20 0,-1-4 6 0,3 0 13 16,-1-5-11-16,2-5 12 0,-2 2 4 0,2-4-8 16,2-1 10-16,-1 1 3 0,-2-2-9 15,1 0-12-15,1-1 13 0,-1-1-2 0,-1-1 11 16,2 0-23-16,-1 0 12 0,5 0 12 15,0 0-11-15,0 0 5 0,0 0-8 0,-7-18-5 16,12 16 11-16,-3-2 1 0,0-3-9 0,3 6-12 16,0-2 25-16,0 0-18 0,2-2 0 15,-2 0-4-15,1 5 3 0,-2 0 6 0,8-1-12 16,-9 1 0-16,5 0 15 0,2 1-8 16,-10-1-4-16,0 0 14 0,12 0-6 0,-12 0 6 15,12 0-18-15,-2 0 3 0,-10 0 15 0,27 16-3 16,-20-12-6-16,-4 0 15 0,5 2-9 15,-3-2-1-15,0 4 4 0,1 1-9 0,-6-4 13 16,3 5-9-16,-1-1 10 0,-1-1 0 0,-1-8-1 16,0 0 10-16,0 14-2 0,0-4 5 0,0-10 2 15,0 12 16-15,-22 8-14 0,14-13 22 16,-7 8-17-16,0-3 14 0,1-9-8 0,3 2 24 16,-3 2-28-16,2-2 12 0,4-4-12 0,0 1 13 15,1 0-6-15,-3-2 17 0,1 2-44 16,3-1 21-16,-3 3-22 0,4-4 5 0,5 0 1 15,0 0 9-15,0 0-12 0,-13 0-25 16,13 0-26-16,-12 0-23 0,12 0-12 0,-10 0-67 16,10 0-4-16,0 0 15 0,-12 0-147 15,12 0-115-15,0 0 28 0,-15-19 26 0,17 14 23 16,3 0 2-16,0-2 19 0</inkml:trace>
  <inkml:trace contextRef="#ctx0" brushRef="#br0" timeOffset="-501.694">2358 213 547 0,'0'-4'249'15,"-2"3"-19"-15,1 1-28 0,-3-4-16 0,2 3-23 16,2-1 3-16,-5 2-8 0,5-1-31 16,0 2-21-16,0-2-14 0,-1 1 13 0,1-5-24 15,-2 5-2-15,-3 0-8 0,10-2-4 16,-5 2-26-16,-2 2 6 0,2-4 7 0,0 2-13 16,4 0-8-16,-3 0 9 0,-1 0-24 0,5 0 4 15,-3 0 2-15,7 0 0 0,-3 2 2 16,1-1-14-16,1-1 2 0,4 4 8 15,-2-4-8-15,4 0-4 0,-14 0-8 0,13 0 13 16,9 0 10-16,2 0-23 0,-1 0 13 0,-1 0-16 16,-5 0 12-16,-2 0-11 0,0 0 9 15,-3 0-10-15,-12 0 3 0,13 0-9 0,-13 0 21 16,10 0-3-16,-10 0-3 0,10 0-10 16,-10 0 22-16,0 0-19 0,14 0 8 0,-14 0-11 15,0 0-6-15,8 0 21 0,-8 0-13 16,0 0-15-16,0 0-15 0,0 0-22 0,14 0-67 15,-14 0 14-15,0 0 10 0,0 0-148 0,0 0-117 16,0 0-13-16,16 4 23 0,-10-8 26 16,-1 0 43-16,-4 3 12 0</inkml:trace>
  <inkml:trace contextRef="#ctx0" brushRef="#br0" timeOffset="6506.432">7014 102 275 0,'0'0'288'0,"0"-21"-37"0,0 21-18 0,3-38-40 16,-3 27-11-16,-2 6-17 0,4-3-10 16,-5 2-24-16,3 1-17 0,-4 1-18 0,4 4-17 15,0 0-5-15,0 0-11 0,0 0-7 0,-1-8-11 16,6 14-3-16,-5 5-3 0,1 0-5 16,4 20-12-16,-5-15 18 0,0 12-8 0,0 7-2 15,0 2-9-15,9 42-3 0,-6-39 3 0,-3-20 8 16,0 8-13-16,0 5 8 0,0-1-22 15,0-1 17-15,0-2-51 0,14 22-17 0,-13-32-71 16,3 0 11-16,-4-13-140 0,0 3-120 16,0-3 4-16,1-1 26 0,1-7-22 0,0-2 4 15</inkml:trace>
  <inkml:trace contextRef="#ctx0" brushRef="#br0" timeOffset="8260.493">7314 392 274 0,'9'-1'85'0,"-2"-2"-20"0,1 3 45 0,0-4-10 16,4-1-15-16,7-2-9 0,-1 1-11 16,-4 0 28-16,-4 0-1 0,-4 1-35 0,-2-4 40 15,2 5 0-15,-2-4-15 0,-1 2 17 0,-3 1-15 16,0-3-7-16,0 1 6 0,0 7-23 15,0 0 16-15,0 0-26 0,0-13-9 0,0 13 6 16,-18-22-38-16,11 17 20 0,0 0-17 0,-1 4 11 16,-1-1-12-16,-1 2 5 0,2 0-11 15,-5 3 28-15,1-3-22 0,-24 16-6 0,13-4 7 16,8-4-3-16,1 1-30 0,4-2 23 0,0 1 6 16,5-1-24-16,0 3 24 0,3-4 16 0,-1 3-39 15,1-4-4-15,2 5 23 0,0-10 16 16,0 0-32-16,0 11-22 0,0-11 35 0,0 13-8 15,24 2 10-15,-16-11-36 0,4-1 29 16,2-3-5-16,-4 0 0 0,5 0 22 0,8 0 2 16,4 0-27-16,34-19 1 0,-33 12-2 0,2-2 7 15,-4 0 12-15,-1 1-20 0,-5 4 27 0,7-4-19 16,-10 6-4-16,-2 1-3 0,0-2-3 16,0 3 8-16,-15 0-29 0,0 0 7 0,12 0 50 15,-2 0-10-15,12 18-11 0,-7-1-33 0,0-8 34 16,-6 2 0-16,2-2-20 0,-4 2 20 15,1-5-11-15,-6 3 19 0,5-6-7 0,-2 2-20 16,-3 0 36-16,-1-3-1 0,4-1-11 0,-3 4 33 16,0 0 19-16,3-3-10 0,-5-2-22 15,0 0 14-15,0 0-15 0,0 0-5 0,15-19 10 16,-14 13-11-16,5-1-11 0,-3-1-7 16,9-9 39-16,-2 4-15 0,-2 0-2 0,2 2-8 15,-6 5 0-15,4 0-8 0,-1 2 6 16,-1 0 10-16,-1 0-23 0,-1 4-14 15,1-4 6-15,-5 4-7 0,0 0 34 0,0 0-34 16,15 0 12-16,-15 0 11 0,13 0-14 0,24 18 13 16,-25-12 15-16,3 3-28 0,-1-2 12 15,6 8-12-15,-2-3-18 0,4-2-30 0,-7-5 47 16,1 1-19-16,-1 0-14 0,0-6-18 0,-15 0 16 16,15 0-6-16,12 0 5 0,3 0-46 15,32-20 8-15,-32 11 8 0,2-4 19 0,-5-4-2 16,0 0 25-16,-3-1 5 0,-2 3 1 0,-7-7 3 15,2 4 42-15,-9 3-24 0,-1 3 10 0,-2 0 27 16,-5 5-8-16,0 7 43 0,0 0-38 16,0-11 15-16,0 11-3 0,0 0-15 15,-20-18-36-15,13 19 47 0,-2 4-9 0,-9 9-2 16,-1 1 13-16,3-2-15 0,0 0-39 0,8-1 10 16,1-4 16-16,2 1 0 0,4 0-21 15,-1-3-24-15,-1 0 35 0,3-6 9 0,0 0 1 16,0 0-26-16,0 0 14 0,20 11 12 0,-14-15-5 15,1 4 20-15,2-1 0 0,1 0-22 16,-4-4 1-16,6 4-34 0,0-2 37 16,-12 3-6-16,0 0-32 0,17 0 48 0,-5 0-16 15,11 0-5-15,-1 0 1 0,28 24-32 0,-30-13 25 16,4 1 14-16,-2 3-5 0,0 2 23 0,-4 2-20 16,-3 3-3-16,-1 4-8 0,-2 0 11 15,-4 1 21-15,-1 7-11 0,-6-4-18 16,1-7 2-16,-2-9 29 0,0 7 7 0,0 2 0 15,-18 24-5-15,4-25 16 0,-1-1-4 0,-4-6-2 16,9 0-8-16,-1-4 13 0,-6 2-2 0,-2 0-2 16,-1-4-12-16,5-4-8 0,0 1-1 15,3-2 11-15,4-3-10 0,-1-1 6 0,1 4 7 16,0-4-10-16,1 0-10 0,7 0-1 0,0 0-19 16,0 0 1-16,-14-23-6 0,16 15-1 15,1-23-9-15,-3 19-37 0,22-27 19 0,-10 10-15 16,7 2-15-16,-3-2 31 0,4 3 5 15,2-5-52-15,-1 1-17 0,0 4 43 0,5-8-5 16,-3 14-21-16,1-12 48 0,1 5-23 0,0 0 8 16,-1-1-2-16,-6 0 6 0,2 3 5 15,-3-4 23-15,-2 1 2 0,-8 1 36 0,1 2-6 16,-8-2 43-16,4 9-12 0,-4 0 37 0,0 18-11 16,0-15 16-16,0 1-6 0,0 2 5 15,0-1-23-15,-19-5 11 0,16 12 3 0,-4 0-6 16,5 0 1-16,-1 0-24 0,0 1-7 15,1 0 5-15,-1 2-4 0,-1-1-21 0,1 4-7 16,0 0 11-16,-1 4 5 0,4-1-3 0,-3 5-10 16,3 0 11-16,-5 0-8 0,-2 19-5 15,7-6-5-15,-3-2 7 0,3-19-6 0,0 20 2 16,0 4-3-16,0-1-5 0,23 28 15 0,-11-26-11 16,0-7 7-16,1-4-11 0,9-2 1 0,0 0 12 15,-4-11-16-15,3-1-3 0,11 0-12 16,-17 0 16-16,10 0-8 0,29-27 5 0,-29 9-38 15,8 5 12-15,-4-7 13 0,-4-4 7 16,-3 2 6-16,-2-4-7 0,-5-3-13 0,2 0 19 16,-2 3 5-16,-1 1-10 0,-11-2 4 0,1 2 20 15,-4 5-5-15,0 20 19 0,0-17-1 16,0 4-11-16,0 5 21 0,-16-12-23 0,11 15 8 16,-1-4 0-16,1 3-14 0,1 0 15 15,3 1-16-15,-3 4 6 0,1-1-4 0,-1 2-6 16,4 2 6-16,0-1-6 0,-1 8 3 0,2-1-3 15,-2 2 12-15,7 18-13 0,-6-16 0 0,0 7-18 16,11 36 24-16,0-23-5 0,-2-5-1 16,-1 3-7-16,1-4 7 0,4 1 2 0,-1-4-4 15,-9-6-10-15,4-2 22 0,-2-3-7 0,-3-5 6 16,3-1-13-16,-5 0 11 0,1 0-9 16,1-4 8-16,3-2-5 0,-5 0 3 0,0 0 3 15,0 0-8-15,22-19 6 0,-7 3-14 16,2 0 3-16,3 0-1 0,-5-4 7 0,2 5-12 15,0 1 13-15,-2 1-25 0,-3 6 10 0,-4-4 2 16,5 4 1-16,-2 2-8 0,0-1 15 0,-2 2 4 16,-3 0-7-16,5 0 7 0,-3 2-14 15,4-2 7-15,-4 4 5 0,-8 0 3 0,0 0-3 16,15 0-5-16,7 0-6 0,22 24-5 16,-26-18 5-16,-4 0 21 0,-4 5-23 0,8 3-3 15,1-2-4-15,-7 0 31 0,-2-1-15 0,-2-3 18 16,-3 2-4-16,0-3-5 0,0 1-24 0,0-3 5 15,0 0-36-15,-3 0 1 0,0-1-9 16,3 0 6-16,-5 0-122 0,0-4-65 16,0 0-119-16,-4-5 15 0,3 0 24 0,-3 2 13 15,1-6-25-15</inkml:trace>
  <inkml:trace contextRef="#ctx0" brushRef="#br0" timeOffset="8506.856">8765 147 430 0,'-5'-2'183'0,"-2"4"-12"0,2-4-13 16,5 4-10-16,2-5-37 0,1-1-26 15,7 3 20-15,14-6-41 0,4-3-35 0,4-2 1 16,5-1-29-16,0 1 0 0,9 5-96 0,-6-6-128 16,2 5-81-16,-5-1 12 0,5-1 0 15</inkml:trace>
  <inkml:trace contextRef="#ctx0" brushRef="#br0" timeOffset="8852.468">10525 152 363 0,'1'5'193'15,"3"-2"-29"-15,2 0-10 0,0 2-40 0,0-8 28 16,1 3-43-16,1 0 4 0,4 0-36 0,-2 0-5 16,2-2 18-16,0-1-41 0,-12 3 9 15,20 0 12-15,2 0-43 0,-2 0 6 0,12-9 10 16,-17 6-3-16,-2 2-127 0,-4 1-51 15,-1-3-66-15,1-2-68 0,4 5-20 0,11-7 9 16</inkml:trace>
  <inkml:trace contextRef="#ctx0" brushRef="#br0" timeOffset="9638.462">11059-79 331 0,'2'-6'210'16,"-2"2"-59"-16,3-3 22 0,2 4-38 0,4-3-35 16,-4 3 27-16,3-1-22 0,-1-1-31 0,1 2 2 15,2 1 2-15,-3 1-13 0,1 1-24 16,4-1 26-16,-12 1-2 0,0 0-33 0,10 0-5 15,-10 0 7-15,14 0-12 0,8 16 3 0,-16-8 11 16,-2-4-25-16,1 3 9 0,-5-2-6 16,1 5 5-16,-1-1-37 0,0-1 27 0,-1-4 8 15,1-4-15-15,0 0 2 0,0 15 15 16,0-6-11-16,-15 10 16 0,6-11-22 0,8-1 4 16,-5-1 12-16,1 0 2 0,2 0 3 0,0 1-12 15,-1-4 16-15,-1-1-27 0,4 1 17 16,-1 2-32-16,-1-5 19 0,1 6 14 0,0-3-2 15,2 0-12-15,0-3-18 0,0 0 18 16,0 0 9-16,0 0-12 0,0 0-13 0,17 12 1 16,-9-10 21-16,-1 1-10 0,0 2-6 0,1-4-1 15,1 2 15-15,1 0 18 0,-2-3-11 0,1 6 0 16,12 6-6-16,-5-6-40 0,-1 1 18 16,-5 0 17-16,2-1 7 0,1-1-6 0,-8 1-29 15,14 12 29-15,-11-10-10 0,-1 2-15 16,-1 1 13-16,-2-3 17 0,-3 1-9 0,3 0 25 15,-4-1-9-15,0-8-8 0,0 0-1 16,0 12 16-16,0-2-11 0,-19 5 22 0,8 5-13 16,-1-10 9-16,2 2 2 0,-2-3 12 0,-7 4-2 15,-2-6-10-15,-1 2-8 0,-2 2-6 16,2-1-2-16,6-5 8 0,-5-5 4 0,6 3 5 16,0 0-12-16,3 0 9 0,2 0-14 0,-2-2 7 15,4 1-12-15,-2-2 1 0,3 1 4 16,1-1-1-16,-1 4 6 0,0-4-26 0,7 0 5 15,0 0-3-15,0 0-32 0,0 0-13 0,-10 0-11 16,10 0-30-16,0 0 8 0,-15 0-147 0,15 0-153 16,-12 0 43-16,12 0-3 0,0 0 49 15,-18-14-42-15,18 9 44 0</inkml:trace>
  <inkml:trace contextRef="#ctx0" brushRef="#br0" timeOffset="9852.332">11661 78 496 0,'3'0'357'0,"-1"3"-52"16,0-3-1-16,-1 3-23 0,4-3-52 0,-3 0 5 16,1 0-53-16,-1 0-4 0,0 0-39 0,-1 0-30 15,4 0-72-15,-5-4-84 0,7-7 5 16,-7 3-334-16,2-1 27 0,-2-5-61 0,-10-10 41 15,-10-8 19-15,-9 5 33 0,-3 0 15 16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1-27T05:07:38.848"/>
    </inkml:context>
    <inkml:brush xml:id="br0">
      <inkml:brushProperty name="width" value="0.26667" units="cm"/>
      <inkml:brushProperty name="height" value="0.53333" units="cm"/>
      <inkml:brushProperty name="color" value="#00FF00"/>
      <inkml:brushProperty name="tip" value="rectangle"/>
      <inkml:brushProperty name="rasterOp" value="maskPen"/>
      <inkml:brushProperty name="fitToCurve" value="1"/>
    </inkml:brush>
  </inkml:definitions>
  <inkml:trace contextRef="#ctx0" brushRef="#br0">0 0 0,'41'0'281,"-1"0"-265,41 0-1,-41 0-15,81 40 16,40-40-16,-40 0 16,-40 0-16,-41 0 15,-40 41-15,40-41 16,1 0 0,-1 0 15,-40 40-16,40-40 17,1 0-1,-1 0-15,0 0 30,41 0-30,-41 40 0,41-40-16,-1 0 15,1 40-15,-41-40 16,81 0 0,-80 0-16,-1 0 0,0 0 15,1 0 1,-1 0-1,0 0-15,1 0 16,-1 0-16,0 0 16,1 0-16,-1 0 31,0 0-15,41 0-1,-41 0-15,0 0 16,1 0-1,-1 0 1,0 0 0,1 0-16,-1 0 15,41 41 1,-41-41 0,0 0-1,1 0-15,-1 0 16,0 0-1,41 0 17,-41 0-17,41 0-15,-41 0 16,41 40 0,-41-40-16,0 0 31,41 0-16,0 0-15,-41 0 16,41 40-16,-41-40 16,0 41-16,1-41 31,-1 0-31,0 0 16,1 0-16,39 0 15,1 0-15,-1 0 16,-39 0-16,-1 0 15,41 0 17,-41 0-17,0 0 1,1 0-16,-1 0 16,0 40-1,1-40 1,-1 0-16,0 0 15,1 0 17,-1 0-32,0 0 47,1 0-32,-1 0 1,0 0 281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13:26:08.609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22-1 259 0,'0'0'40'0,"0"0"-16"16,0 0 1-16,0 0 15 0,0 0-15 16,-18 0 1-16,18 0 5 0,0 0-18 0,0 0 20 15,0 0 54-15,0 0-22 0,0 0-37 16,0 0 18-16,0 0-20 0,0 0 2 0,0 0 24 15,0 0-21-15,0 0 14 0,0 0-38 0,0 0 35 16,0 0-10-16,0 0-5 0,0 0-3 16,0 0-24-16,0 0 8 0,0 0-11 0,0 0 11 15,0 0 2-15,0 0-10 0,0 0 0 16,0 0 13-16,0 0 4 0,0 0-26 0,0 0 28 16,0 0-48-16,0 0 44 0,0 0-26 15,0 0 1-15,0 0 2 0,0 0 8 0,-4 2-9 16,6 2 44-16,2 0-5 0,1-1-16 0,2 2 8 15,-1 0-2-15,10 6-28 0,-9-4 10 16,3 3-14-16,-1-4 0 0,4-5 57 0,3 9-18 16,1 5-3-16,-1-6-46 0,2-1 16 15,-4-2 1-15,5 0 0 0,-4 1 0 0,-7-4 2 16,12 7-2-16,-4-2 2 0,1-3 1 0,0 5-1 16,1-2-11-16,-9 3 1 0,4-5 2 0,-2-1 0 15,0 0 1-15,4 4 1 0,2 1 2 0,2-1 25 16,-6-2-4-16,-1-2 0 0,-1-1-14 15,0-2 3-15,10 8 44 0,-5-2-5 0,-2-2-4 16,-2-3-7-16,7 4-4 0,-2-2-2 0,-3-3-9 16,-3 0 1-16,1 2 11 0,-2-1 0 15,-1 0-48-15,9 4 1 0,-3-3 29 0,-1-4-7 16,-3 2 1-16,-3 2-5 0,3 0-2 16,-4-3 1-16,0 4 29 0,3-3-4 0,-3-2 0 15,1 3-30-15,-3 0 29 0,17 7-2 0,-1-6-3 16,-9 2-5-16,1 0 7 0,-2-2-31 0,-3-2 1 15,2 3 2-15,-2-5 22 0,10 9-1 16,-6-4-51-16,1-3 4 0,-2 4 43 16,0-1-10-16,-3-2 11 0,-1 1-8 0,2-1 11 15,0-2-5-15,10 9 0 0,-4-7 0 0,-3 3-18 16,-2-2 7-16,1 2 0 0,7 2 0 16,-6-1 30-16,3-2-16 0,-5-3 12 15,13 8-19-15,-9-6 2 0,3 6 9 0,-6-5-22 16,-3-1 7-16,14 2 1 0,-13 0 6 0,2-2 26 15,0 1-39-15,-2-1 18 0,-2-1-7 0,1 1-2 16,-1 0 0-16,0 1 6 0,-1-2-20 16,11 8 0-16,-9-9-5 0,3 7 24 0,0-4-5 15,-3 1 1-15,-1-2-2 0,-1 1 10 0,12 2-2 16,-7 3-1-16,-3-4-22 0,3 0 40 16,-4-1-28-16,9 5-7 0,-5-3 5 0,-1 2 12 15,-3-4-11-15,2 1-2 0,8 4 28 16,-7-1-11-16,1-6-21 0,-3 6 0 0,8 2 2 15,-5-1-17-15,0-4 36 0,-1-3-17 0,0 4 12 16,-4 0 0-16,11 4-1 0,-3-7-15 0,-1 5 39 16,0 1-4-16,-1-3-2 0,-1-3-58 0,6 5 3 15,-5-5 19-15,-2 1 27 0,-1 2-11 16,-3-1 19-16,2-3 7 0,-1 4-25 16,0-4 10-16,-2 0-19 0,5 1-10 0,-7-1 24 15,6 1 11-15,-3 2-5 0,1-3 0 0,0 2-15 16,9 6 8-16,-6-2 8 0,2-2-14 15,-4-3-1-15,-3 2-42 0,12 6 28 0,-6-8-10 16,3 3 30-16,3 1-13 0,-1 2-1 16,-1 3-2-16,5-6 16 0,-5-1 0 0,4 1-46 15,0 2 3-15,-2-2 55 0,1 2 17 0,-3-4-67 16,3 7 2-16,5-5 55 0,2-1-7 16,-6 0-11-16,0 3 9 0,-2-4 13 0,-5-1-45 15,2 0-13-15,-5 0 64 0,0 2-5 0,11-3-1 16,-5 4-37-16,-2-1 1 0,-2-3 20 15,-3 1-3-15,2 1 10 0,-3-2-28 16,-1 0 20-16,0 0-12 0,1-1-15 0,-2 3 40 16,1-4-29-16,1 3-7 0,-2-2 30 0,1 2-4 15,-1-2-17-15,2-1-21 0,-4 2 7 16,2-3 43-16,1 4-72 0,-1-1 72 0,-3 0-60 16,6 0 4-16,-5 0 16 0,-2-2 17 0,5 1 27 15,-2 2-43-15,-2-3 7 0,7 3 16 0,-8-3-38 16,2 3 48-16,1-3-30 0,-3 3 15 15,3-4-13-15,1 1 25 0,-4 1-41 0,2 0 42 16,1 0-2-16,-4-2-26 0,4 3 13 16,-3-2-16-16,2 1-22 0,1 2 25 0,0-4 2 15,-2 4 18-15,0-2 4 0,3-1-43 16,0 2 17-16,-2 0 16 0,5 0 13 0,-5-1-47 16,2 2 25-16,1-2 9 0,-1 2-4 0,2-4 4 15,-1 2-28-15,1 2 2 0,-1 1 33 0,10 7-11 16,-4-12-17-16,0 7-16 0,1-4 49 15,-6 3-35-15,1 0 9 0,-1-5 22 16,13 10 1-16,-7-3-40 0,-4-6 29 0,2 5 2 16,-1-4 7-16,-3 1-7 0,0-1 3 0,4 1 20 15,7 8-20-15,-6-1-35 0,2-6 29 0,-3 1-24 16,7 4 19-16,-6-9 11 0,-2 5-28 16,1-3 38-16,-2 4-7 0,8 0 4 15,-5-1-8-15,9 3-43 0,-7-3 45 0,-6 1-31 16,1-1 16-16,9 1-10 0,-3 0 32 0,1-1 2 15,-3 1-9-15,0 0 1 0,-1-2-13 0,-1-2 7 16,0 3 15-16,-3-2-9 0,2-2-10 16,-2 2-27-16,11 3 6 0,-1 3 18 15,-1-7-22-15,-5 0 33 0,-4-2-5 0,2 2-6 16,-2 3 15-16,2-2-16 0,-3-2 9 0,11 7-6 16,-3-1 12-16,-6-3-15 0,4-1-11 0,-4-1-8 15,0 1 41-15,0-1-17 0,0 0 4 16,-3 0 21-16,12 7-30 0,-4-5 11 0,4 2-8 15,-7-3-36-15,3 1 29 0,-3 2 18 16,1-7-18-16,-2 4 17 0,-2 2 19 0,11 2-35 16,-5-6 19-16,2 7-39 0,-3-2 7 0,-6-1-12 15,4-3 39-15,1 0-22 0,7 7-19 0,-4-5 11 16,3 4 34-16,-7-3-7 0,2 0-4 16,-4 0 14-16,1-2-7 0,-2 1-15 0,-1-2 37 15,0 4-22-15,0-6-2 0,0 5 17 16,9 6-22-16,-3-4 2 0,-2-1-2 0,-3-2 7 15,0 2-3-15,0-1 4 0,-1-2-3 0,1 2 8 16,-1-2-49-16,-3 2 36 0,16 4 0 16,-9-1-23-16,2 2 47 0,3-2-26 0,-8-4 5 15,0 2-26-15,2-3 15 0,-3 2 4 16,2-3 18-16,-2 4-15 0,0-4 25 0,-1 0-24 16,0 3 23-16,12 4-26 0,-5-4-2 0,-1 0-19 15,-5-1-5-15,4 1 45 0,-6-2-41 0,2 1 24 16,-1-1 2-16,1-1 4 0,-2 3-33 15,14 3 7-15,-10-2 49 0,0-1-14 0,2-5-30 16,-4 5-17-16,1-3 30 0,-1 1 11 16,2-1-30-16,-3 3-13 0,1-5 42 0,0 4-2 15,-1-1 10-15,2-2-16 0,8 9 4 0,-5-2 3 16,2-4-25-16,-6 0-7 0,0-2 31 0,1 1-29 16,0 2 29-16,-1-4-3 0,0 2-25 15,-2-1 42-15,1-1-25 0,1 0 14 16,1 1 17-16,-3 2-19 0,2-4-6 0,2 2-27 15,-3 0 39-15,0 1-28 0,1-2 47 0,-2 1-45 16,-1 1 6-16,2 0-13 0,2-2 22 0,-4-1-2 16,5 2 14-16,-5 1 19 0,1-2-27 15,-1 5-11-15,2-6 13 0,1 1-14 0,-5 2 21 16,4-1 5-16,-2 0-17 0,2-1-35 16,0 1 44-16,-1 1 9 0,-1-1-43 0,0-2 34 15,1 2-50-15,1 0 16 0,-1 0 25 16,-1 0 9-16,2-2-12 0,-2 2 5 0,2 1-33 0,-1-2 21 15,1 2 17-15,0-4 4 0,-3 4-37 16,4-1 16-16,-1 0 9 0,0 3-21 0,3-4 3 16,-4 1 41-16,-1 1-42 0,5 0-6 15,-5-2 48-15,4 5-44 0,8 0 35 0,-6-3-11 16,2-2-22-16,-6 5 13 0,2-2 14 16,-1-3 12-16,1 3-30 0,-1-1 16 0,0-1-34 15,-1 3 11-15,0-5-1 0,3 1 30 0,-4 5 9 16,16-1-9-16,-13 1-32 0,-1-4 27 0,3 4-9 15,-4-5-2-15,1 0-1 0,0 2 14 16,-3-3-33-16,-1 2 1 0,1-1 14 0,3 2 19 16,-6 0 12-16,4-3-46 0,0 1 26 15,2 1-31-15,0 0 41 0,-2 0-11 0,2 1 27 16,-1-1-54-16,1-1 37 0,-2-1-14 0,1 3 9 16,-1 1 3-16,2-1-14 0,-2-2-26 0,1 2 33 15,1 0-41-15,0-2 52 0,-2 2 3 16,2 0-39-16,-1-2 31 0,0 2-30 0,0 1 44 15,1-1-27-15,-2 0 13 0,13 6 18 16,-5-3-59-16,-1-2 53 0,-4 2-7 0,2-1-7 16,-3-3-14-16,-2 1 4 0,2-1 6 15,1 0-26-15,-2 0 31 0,4 3 16 0,-5-2-29 16,1-2 2-16,-2 3-3 0,4-2 22 16,-1 3-12-16,0-2 6 0,0-1-42 0,-2 0 1 15,2 2 22-15,-2-1 22 0,2 0-8 0,0 1-32 16,10 5 33-16,-5-3 2 0,-5 0-4 0,4-1-24 15,-4-2-11-15,0 1 26 0,0-3 15 0,-1 3-10 16,0-1-4-16,2-2 16 0,7 8-12 16,-5-4-3-16,-2 1 26 0,0-3 5 0,-2 2-21 15,2-3 5-15,-4-2-14 0,0 4-37 16,3-3 29-16,-3 0 15 0,2 1-1 0,-3 1-83 16,1-2 1-16,1 1-54 0,-2-3-66 0,3 0-133 15,-2 1 50-15,-4-1 11 0</inkml:trace>
  <inkml:trace contextRef="#ctx0" brushRef="#br0" timeOffset="-14381.814">-31-110 219 0,'0'0'101'0,"0"0"-15"0,19 0-8 0,11 31-2 16,-19-31-50-16,-4 0 12 0,4 0 22 0,-3 0-40 15,-8 0-5-15,11 0 16 0,0 0 27 16,-1 0-28-16,10 0-26 0,1 0 12 0,4 0 43 15,-7 0-60-15,0 0 22 0,-2 0-11 0,-1 0-6 16,3 0 13-16,4 0 3 0,-3 0-22 16,-1 0-3-16,3 0 26 0,1 0-3 0,-4 0-2 15,-3 0 9-15,-1 0-30 0,1 0 21 16,-3 0-5-16,7 0-15 0,1 0 27 16,-3 0-30-16,0 0 2 0,-3 0 0 0,9 0 29 0,3 0-1 15,17-14-2-15,-18 13-15 0,-3 0 9 16,-2-3-3-16,2 3 0 0,3 0-17 0,1-2 3 15,-7 2-1-15,-3-3 1 0,-1 2 1 16,-3 2 1-16,-1-6-2 0,1 6 35 0,10-2-3 16,-1 0-36-16,2 2-2 0,-3-6 0 0,-8 6 43 15,0 0 0-15,-12 0-3 0,18 0-4 0,0 0-3 16,0 0-38-16,-4 0-24 0,9 0 5 16,-4 0 56-16,-1 0-8 0,-1 0-5 15,-2 0 1-15,7 0-37 0,-3 0 22 0,5 0 2 0,-4 0 23 16,5 0-1-16,-3 0 6 0,3-8-3 15,-5 8-2-15,4 0-17 0,20-14-1 0,-20 13 1 16,0-3 10-16,3 3-13 0,-1-3 24 16,1-1-14-16,-4 4-5 0,3-2-12 0,-3-1 1 15,-1 4 0-15,6-2-6 0,-3-2 2 0,0 0 16 16,-3 4-1-16,1-6 0 0,-2 6-1 16,-10 0-31-16,5 0-24 0,3 0 6 0,1 0 4 15,-3 0 4-15,-1 0 2 0,-1 0 44 0,12-11-2 16,-1 8 0-16,-9 3-2 0,-5-2 5 15,3-1-2-15,-2 1 12 0,0 2-6 0,-2-1-18 16,0 1-11-16,14 0-4 0,1-4 14 16,-2 1-21-16,-4 0 4 0,-2 0 34 0,-3 3-1 15,10-3-1-15,-3 0-1 0,3-1-2 0,-2 1 4 16,-4 2 5-16,6-5-3 0,1 4-1 0,-4-2 7 16,3 3-11-16,-2-2 5 0,1-1-3 15,-5 2-4-15,6 0-1 0,-6 1-1 0,6-1-1 16,-3 1 1-16,3-2-2 0,-3 0 0 0,2-1 11 15,-3 2-9-15,4 1-15 0,-6-3 0 16,-7 4-4-16,5 0-26 0,-1 0 5 0,2 0 51 16,4 0-3-16,20-12 0 0,-26 8-1 0,-16 4-27 15,15 0 2-15,3 0 22 0,7 0-1 16,0 0-2-16,2 0-5 0,-2 0-1 0,30-10 2 16,-28 8 14-16,4-2-2 0,2 4-1 0,-18 0-43 15,7 0 4-15,4 0 52 0,0 0-27 16,29-12 28-16,-28 6 6 0,4 5-24 0,-7-2 4 15,4 2-21-15,2-4-10 0,-15 5 9 0,10 0 3 16,0 0-1-16,1 0 0 0,3 0 28 16,29-11-14-16,-28 7 2 0,-3-1-12 0,5 4 15 15,-2-3 1-15,-2 0-32 0,-1 2 47 0,4 0-13 16,-7 0-2-16,-4 1-3 0,-3-2-25 0,0 3-3 16,-3 0 12-16,-1 0 0 0,0 0 35 15,-1 0-19-15,-12 0-11 0,17 0 14 0,1 0-22 16,-1 0 17-16,1 0-16 0,2 0 0 15,-3 0 2-15,3 0 9 0,-7 0 10 16,4 0-27-16,1 10 3 0,1-10-1 0,-2 0 41 16,-4 0-39-16,2 0 16 0,-1 0-10 0,-1 0 28 15,21 19-25-15,-16-19 23 0,1 0 6 16,-19 0-48-16,15 0 38 0,4 0-11 16,1 0 23-16,-1 0-6 0,-3 0-10 0,-2 0-21 15,1 0 25-15,3 0-4 0,1 0-22 0,-1 0-8 16,0 0 34-16,-4 0-5 0,7 0-17 15,-1 0 2-15,-1 0 26 0,2 0 6 0,1-10-3 16,-4 10-18-16,-3 0 8 0,0 0-29 16,-2 0 3-16,-1 0 12 0,-2 0 13 0,-1 0 8 15,-1 0-24-15,-8 0-6 0,11 0 22 0,-11 0-1 16,13 0-8-16,-6 0 16 0,-7 0 6 16,9 0 3-16,-9 0-9 0,0 0-3 0,10 0 14 15,-10 0-8-15,0 0-11 0,10-9 3 0,-10 9-13 16,0 0 16-16,6 0 0 0,-6 0-10 15,0 0-16-15,0 0 21 0,12 0-28 0,-12 0 26 16,0 0-11-16,0 0 6 0,6 0 2 0,-6 0 10 16,0 0-21-16,0 0 11 0,0 0 9 0,0 0-26 15,0 0-5-15,0 0-18 0,0 0-33 16,0 0 5-16,0 0-91 0,11 0-19 0,-11 0-144 16,7-16 23-16,-8 15 20 0,-2-3-53 15,-2 2 4-15</inkml:trace>
  <inkml:trace contextRef="#ctx0" brushRef="#br0" timeOffset="-10845.776">4611-332 259 0,'0'0'89'0,"0"0"2"0,0 0-31 0,0 0-9 15,0 0-24-15,0 0 45 0,0 0-34 0,0 0-9 16,0 0-1-16,0 0-4 0,0 0-4 16,0 0 23-16,0 0-9 0,0 0-25 0,-7 5 13 15,7 1 22-15,-1-2-8 0,1 3 4 16,0-1-5-16,0 4-3 0,0-10-4 0,0 0-1 16,0 10-5-16,0 0-16 0,0-1 0 15,0 1-2-15,0 0 1 0,0-2-1 0,0 3-1 16,0-1-14-16,0-1 3 0,0 0-2 0,0 1 3 15,0 10 1-15,0-5 0 0,0 3 64 0,0-4-18 16,0-3-4-16,0 0-27 0,0-1-2 16,0 0 29-16,0 0-4 0,0-3-40 0,0 2 4 15,0 0 0-15,0 0 25 0,0-9-4 0,0 11 1 16,0-4-2-16,0 2-16 0,0 0-11 16,0-9-2-16,0 11 51 0,0-2-27 0,0-1-2 15,0-8-1-15,0 11-1 0,0-1 0 0,0-10 14 16,0 10 0-16,0-3-4 0,0-7 2 15,8 22 0-15,-8-16-24 0,4 0 25 0,-4 4-9 16,0-3-16-16,0 2-2 0,2-3 32 16,-2-6-24-16,0 0 8 0,0 11 1 0,0-1-2 15,0-2-18-15,0 3 16 0,0-4 0 0,0-7-2 16,0 12 1-16,0-3-3 0,0 4 1 16,0-6 13-16,0-7-12 0,0 13-21 0,0-3 0 15,0-1 2-15,0-2 25 0,0-7 8 0,0 14-26 16,6-4 44-16,-6 0-29 0,0-3-18 15,14 13 27-15,-11-8-19 0,-3-5 11 0,6 16-1 16,-4-4 1-16,-2-19-1 0,0 15-3 16,0-1-15-16,0 2 17 0,0-5 21 0,13 10-40 15,-13-21 8-15,0 12-16 0,0-5 48 16,0 2-19-16,0-2-10 0,0 2 17 0,0-2 10 16,18 25-10-16,-18-16-11 0,5-3-8 0,-2-2 2 15,0 0-1-15,-2-5 10 0,-1 3-7 0,1-1-30 16,2 2 2-16,-2-3 3 0,-1 3 51 0,9 8-25 15,-5-4-10-15,0-2 13 0,-3 1-33 16,1-2 8-16,-1-3 39 0,2 1 8 16,-2 1-38-16,-1-3 17 0,2 0 1 0,0 2 19 15,0 0-20-15,-2 1-27 0,1-3 33 0,-1-7 2 16,0 9-5-16,0 1-11 0,0 5 17 16,0 0-13-16,0 1 11 0,0-2-7 0,0 0-1 15,0-3 8-15,14 9-8 0,-14-12-34 16,0-1 37-16,0 3 9 0,3-4-10 0,-3 4 5 15,1-2-14-15,-1 2 9 0,1 0 6 0,3 9-7 16,1-6 6-16,-3 10-4 0,-2-10-35 16,2-1-1-16,0 0 48 0,-2 0-25 0,2-4 15 15,-2 2-34-15,0 0 50 0,1-3-58 16,-1 3 49-16,0 0-44 0,3-2 27 0,-3 2 18 16,0 0-20-16,1-3-28 0,1 3 60 15,-2 14-31-15,1-7 14 0,-1 2 3 0,3 4 6 16,-2-11-37-16,-1 3 26 0,0-1 20 0,0-2-17 15,4-1 17-15,-4 2-45 0,2-6 14 16,-2 4 4-16,0-4 1 0,0 3-12 0,0 0 27 16,0 2-16-16,0 4 3 0,0 1 5 0,0-4-28 15,0-2-21-15,0 0 44 0,0 2-5 16,0-2-30-16,0 5 31 0,0 2 6 0,0-2 3 16,0-5 10-16,0 3-15 0,0-3 5 0,0-1-13 15,0 2-26-15,0-4 45 0,18 11-7 16,-17-11-26-16,-1 2 25 0,0-1-35 15,1 14 23-15,2-8 18 0,-2-1-39 0,-1 0 52 16,0-5-19-16,2 4 9 0,1-4-46 0,-3 0 28 16,0-2-27-16,0 3 30 0,1 0 18 0,-1-4-45 15,0 2 32-15,0 1 16 0,1 1-8 16,-1-2-15-16,0 0-39 0,0 2 47 16,2-1-37-16,-2 0 22 0,2 0 21 0,-2-1-10 15,2 0-28-15,-2 2 37 0,0 0-38 16,0-10 39-16,0 0-14 0,0 10-21 0,0-1 42 15,0-1-5-15,0 0-13 0,0 2-2 16,0 0 11-16,0-4-47 0,0 1 22 0,0-7 45 16,0 12-23-16,0-2 26 0,0 0-32 0,0 0 2 15,0-10-39-15,0 10 42 0,0 0-12 0,0-3-21 16,0-7 40-16,0 11-11 0,0-1-37 16,0-1 73-16,0-1-39 0,0-8 17 0,0 12 9 15,0-3-42-15,0-3 17 0,0 4 19 16,0-10-43-16,0 10 28 0,0 0 9 0,0-1-2 15,0-9-6-15,0 10 1 0,0-1-24 16,0-9 24-16,0 10-16 0,0-3 31 0,0-7-9 16,0 12 6-16,0-5-38 0,0-7 28 0,0 13-2 15,0-7 2-15,0-6-30 0,0 10 33 16,0-10 0-16,0 10-12 0,0-10 3 0,0 10-18 16,0-10 31-16,0 10 1 0,0-10 8 0,0 10-26 15,0-10 26-15,0 10 6 0,0-10-21 0,0 8-1 16,0-8-23-16,0 6-11 0,0-6 30 15,0 0 2-15,0 11-8 0,0-11 13 16,0 10-31-16,0-10 19 0,0 8 9 0,0-8-3 16,0 10 2-16,0-10-11 0,0 9-1 15,0-9 6-15,0 7-18 0,0-7 24 0,0 10 6 16,0 0-41-16,0-10 13 0,0 8 22 0,0-8 2 16,0 0-15-16,0 7 2 0,0-7 18 15,0 0-6-15,0 10-2 0,0-10-8 0,0 9-8 16,0-9 12-16,0 0 6 0,0 11-7 0,0-11 18 15,0 6-12-15,0-6-5 0,0 0 8 0,0 7-23 16,0-7 20-16,0 0 8 0,0 0 7 16,0 10-11-16,0-10 6 0,0 0-18 0,-8 12 17 15,8-9-11-15,0-2 23 0,1 1-14 16,-2-2 19-16,2 0-20 0,-2 0 5 0,2 0-9 0,-2 0-6 16,1 3-12-16,0-3 2 0,0-3-40 15,0 3-47-15,0 0 7 0,0 0 7 0,0-2-156 16,0-2-136-16,-5 0 20 0,5 1 21 15,-1-5 13-15,-3 4-53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13:26:01.617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-157-1087 234 0,'0'0'143'16,"0"0"-55"-16,0 0-9 0,0 0-43 0,0 0-6 16,0 0-2-16,0 0 48 0,0 0-2 15,0 0-20-15,0 0-5 0,0 0-3 0,0 0-7 16,0 0-4-16,0 0-3 0,0 0-30 0,0 0 9 16,0 0 0-16,0 0-1 0,-7 22-2 0,9-19 55 15,3 0-24-15,-1 1-4 0,-1-2-5 16,2 2-1-16,0-1-34 0,-1 4 5 15,4-4-13-15,-2 3 19 0,-2-2 0 0,14 8-1 16,-2-2-2-16,-4-1 2 0,-3-2-3 0,0 0 20 16,2-1 6-16,-2-2-11 0,4 8-2 0,4-3-2 15,-5-3 5-15,1 1-3 0,-4 0 7 16,-1-4-12-16,12 8 1 0,-2-3-3 16,-1 1-10-16,-4-3 18 0,6 2-2 0,-2-5-1 15,-4 3-3-15,5 1 0 0,-4-3-2 0,2 6 4 16,-3-5 19-16,-5-3-20 0,3 6 1 0,0-6 13 15,-4 2-16-15,-2-1-9 0,16 7 0 16,-10-8-1-16,-1 3 10 0,-2-2-15 0,-3 3-14 16,2-2 25-16,-1-2-22 0,1 2 25 15,-2 1 13-15,1-3-3 0,1 2-2 0,-2 0-21 16,2-2 6-16,-2 3 12 0,2-2-23 0,11 7-2 16,-5 0 0-16,-1-4 2 0,-2-2 0 0,-2 0 10 15,-1 1 19-15,0 0-5 0,2-3-20 16,-2 1 25-16,0 1-1 0,11 2-14 0,-7 3 11 15,1-5-3-15,7 5 0 0,-6-3-47 16,-4-1 3-16,0-1 46 0,-2 0-6 0,2-1 13 16,-2 0-22-16,1 0-10 0,-1 1 2 0,3-1 2 15,-2-3 0-15,14 8 7 0,-7-2 8 16,0-2-7-16,-2-2 0 0,-5 4 16 16,4-2 1-16,6 4-1 0,0-2-3 0,-1-1-4 15,-9-2-27-15,11 6 28 0,-7-7-42 0,-2 0 24 16,4 1 12-16,5 4 4 0,-4-3-19 15,-1 0 23-15,4 6-3 0,-4-5-34 0,4 1 17 16,-2 0-19-16,-2-3 33 0,-2 0-25 16,7 1 3-16,-2 4 1 0,-3-4 34 0,-2-3-27 15,0 0 1-15,-2 3 0 0,9 4 36 0,-6-2-47 16,-13-6 48-16,11 0-25 0,-3 0-29 16,3 0 2-16,7 13-4 0,-10-10 1 15,2 0 45-15,-2 0 5 0,-1 0-14 0,11 7-1 16,-2-4 0-16,3 4 0 0,-5-4-1 0,-1 1-2 15,-2-4 7-15,-2 0-16 0,10 7 14 16,-6-10-11-16,-1 6-8 0,-4-2-22 0,10 3 53 16,0-4-12-16,-4 0-17 0,-3 1-1 0,0-1 1 15,-3-1 11-15,5-1-14 0,-5 4 0 0,0-4 3 16,-1 1 14-16,3-1 7 0,-2 2-19 0,11 3-1 16,-1 2 8-16,0-6 5 0,-6 2-10 15,-1 2 2-15,0-2 2 0,-1-2 2 0,1-1 1 16,8 6-2-16,-2-2 1 0,-5 0-14 15,9 2 22-15,-9-3-46 0,0 0 42 0,-1 0-8 16,-1-2 13-16,0 2-50 0,-1-2 45 0,-1 2-20 16,2-1 0-16,-3 0 28 0,12 4-21 15,-8-3 14-15,3 2-7 0,-3-1 9 0,0 1 6 16,-1-5-26-16,-5 5 1 0,6-4-23 0,6 6 8 16,-4-1 40-16,0-6-23 0,-2 7 1 15,0-6 1-15,-3 3-3 0,11 4 10 0,-5-3 3 16,-3-5 5-16,-1 4-28 0,-2-1 27 0,-1-3-29 15,0 3-10-15,2-2 43 0,-2 4 4 16,3-2-2-16,6 4-27 0,-3-4 17 16,-8 2 6-16,8-2-41 0,-2-2 50 0,-2 3-51 15,-1-1 38-15,-2 0-37 0,1-2 4 16,16 4 1-16,-8 2 26 0,0-3 17 0,-4 0 12 0,3-1-40 16,-7 0 28-16,1-2-14 0,10 8-31 15,-5-7 6-15,-1 0 2 0,-1 1 2 0,-1-2 49 16,-2-1-46-16,1 1 21 0,0-1-38 0,-1 0 39 15,2 4-26-15,-4-4 24 0,3 1 12 16,-1-1 2-16,0 2-11 0,2 1-6 0,10 2 15 16,-7-2-5-16,-2-2-13 0,0-1 4 15,-7 3-5-15,4-3 0 0,-1 1-15 0,0 0 18 16,-3-1-9-16,0 1 13 0,2 0 15 0,-1-1-24 16,1-1 6-16,-2 0-37 0,0 2 9 15,4-1 24-15,-5 2 4 0,2-2-11 0,1 1 29 16,-2 2-48-16,0-4 22 0,4 3-33 0,-5-2 10 15,3-1 43-15,-1 2-42 0,-2-2 8 16,5 0 5-16,-6 4 24 0,3-4 11 0,1 3 0 16,-1-2-30-16,-1 1 16 0,0-2-4 0,0 1-4 15,-4-1-26-15,0 0 34 0,0 0 2 16,0 0-34-16,0 0 53 0,10 0-52 0,-10 0 29 16,0 0-30-16,0 0 28 0,10 0 17 15,-10 0-30-15,0 0-6 0,0 0 16 0,0 0 21 16,0 0-5-16,8 0-45 0,-8 0 28 0,0 0 10 15,0 0-2-15,0 0 7 0,0 0-13 16,0 0-27-16,10 0 20 0,-10 0-9 0,0 0-5 16,0 0 29-16,0 0-8 0,0 0 5 15,0 0-6-15,0 0 11 0,0 0-8 0,0 0 17 16,0 0-25-16,0 0-1 0,0 0 9 0,8 0-38 16,-8 0 3-16,0 0-56 0,0 0-24 15,9 10-77-15,-9-11-147 0,-2-1 35 0,-4-2-27 16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13:25:59.415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0 1637 220 0,'0'0'87'16,"16"0"-35"-16,-16 0 14 0,0 0 29 0,0 0-76 15,0 0 47-15,0 0-33 0,0 0-14 16,0 0 48-16,0 0-55 0,0 0 28 0,0 0 6 15,0 0-42-15,0 0 43 0,0 0-22 16,0 0 11-16,0 0-4 0,0 0-25 0,0 0 28 16,0 0-27-16,0 0-3 0,0 0 0 0,0 0 1 15,0 0-1-15,0 0 16 0,17 0-1 0,-17 0 29 16,0 0-17-16,0 0-4 0,0 0-4 16,0 0 6-16,30-7 12 0,-26 5 14 0,-2 2-7 15,0 0-5-15,3-3-14 0,0 3-14 16,1-4 5-16,0 2 18 0,11-8-21 0,-1 0-4 15,5 0-30-15,0-2 0 0,-3 2 21 16,5 0 26-16,-2-3-40 0,2-1 33 0,2 3-20 0,-2 1 0 16,2-3-2-16,0 0 14 0,-2-3 11 15,-2 5-19-15,3-3-1 0,0 2-4 16,-1-2 9-16,2 1 17 0,0-1-45 0,-1-1 25 16,1-2 21-16,-2 0-35 0,2 0 2 0,0 0 1 15,2 0-4-15,-2 2 4 0,1-4 16 0,-6 5-16 16,8-5 2-16,-1 4-11 0,-3-2 0 15,4 3 0-15,-3-7 29 0,-1 3-2 0,3 3-1 16,-3-5-11-16,5 2 0 0,-3 2-1 0,-2 3 0 16,-1-3 0-16,-2 0-9 0,3 3 3 15,1-5 19-15,-1 1-20 0,-1 4-4 0,0-4 1 16,-1-1 1-16,2 4 8 0,-1 1 0 16,0 1-11-16,1 2-10 0,-2-4 1 0,3-1 2 15,-2 5 3-15,4-2-1 0,0-4 13 0,-7 0 17 16,-2 6-2-16,4-1-1 0,-1-1-7 15,-2-3-9-15,-1 1 12 0,0 1-26 16,4-2 2-16,-3 3 31 0,2 2-1 0,-4-5-46 0,8 2 2 16,-7-2 30-16,1-1 0 0,-4 0 1 15,3 1 3-15,0 1-5 0,-3-2-5 0,5 3 13 16,-4-1 2-16,-2 2-20 0,4 0 7 0,-3 2-17 16,3-1 2-16,-2-4 1 0,1 2 5 15,-3-3 1-15,2 4 51 0,-5 1-50 0,3-5 25 16,0 0 8-16,1 4-27 0,-2-1-1 0,1 0-18 15,3-3 3-15,-4 2 36 0,4 2-4 16,-1-3-8-16,-2-2-1 0,1 3-5 0,-4-1 32 16,4 1-17-16,1 2-2 0,-3 2-1 0,2-3-3 15,1 1-17-15,-4-6 4 0,-1 8-13 16,-1 2 26-16,-2 1-1 0,1-2-1 0,4-3-14 16,-6 3 16-16,0 3 0 0,-5-2-2 15,8 6 6-15,-5-3-2 0,2 0-4 0,-3 0-16 16,1 1-4-16,3-1 4 0,-5 2 0 0,3 0 20 15,-1 0 14-15,0-3-2 0,-2 2-3 16,2 2-25-16,-2-2-4 0,1 3 4 0,0-2 25 16,0 1-23-16,-1-2-2 0,-1 3-8 0,3-2 17 15,-1 1-10-15,-1-2 14 0,0 4-11 16,-2-3-12-16,3 2 20 0,-2-1-24 0,-1 2 22 16,0-1-1-16,-1-2 0 0,4 3 28 0,-2-1-45 15,-2 1 23-15,3-2 7 0,-2 2-33 16,3-2 13-16,-4 2 4 0,0-1 5 0,1 1 18 15,1-1-17-15,-2 1-17 0,1-4 1 0,-1 4-87 16,0 0-73-16,0 0-156 0,0 0 13 16,0-11 7-16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13:26:11.530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-4716 1841 283 0,'0'0'8'0,"0"0"19"0,0 0-9 0,0 0 14 16,0 0-14-16,0 0 21 0,0 0 11 16,0 0 43-16,0 0-37 0,0 0-7 0,0 0-31 15,0 0 38-15,0 0-19 0,0 0 8 16,0 0 4-16,0 0 6 0,0 0-12 0,0 0-4 15,0 0 24-15,17 0-6 0,-17 0-7 16,29 2-5-16,-24-8-28 0,8-8-1 0,6-1-31 16,-4 0 1-16,0-4 3 0,2 5 17 0,1-3 1 15,2 2-2-15,-2 2-8 0,1-7-1 0,1 2 30 16,0 5-3-16,1-3-19 0,4-1-25 16,-8 2 32-16,1-6-25 0,2 6 5 0,-1 2 11 15,1-3 2-15,1-1 6 0,-2 2-3 0,-1-1 28 16,0-1-20-16,0 1 8 0,1 2 10 15,-1 0-3-15,0-3-32 0,1 1 2 0,3 1-3 16,-2-4 2-16,-1-1 14 0,3 1-1 0,-6 2-2 16,8-2 0-16,-6 1-1 0,6 1-2 15,-6-1-32-15,1 2 3 0,-3-2 48 0,4 2-10 16,-2 2-1-16,1 2-53 0,-2-4 29 16,-3-2-2-16,2 2 3 0,2-3 1 0,1 1 0 15,0 1 1-15,-2-1 1 0,2 2 1 0,0-4 27 16,1-1-10-16,2 1 3 0,-2 3-2 15,2-4-18-15,-1 4-1 0,2-5-6 0,-3 5 3 16,3-5 2-16,-9 4 16 0,4 0 5 0,1-1 0 16,-1 1-3-16,0 1-1 0,-1-1-1 15,1 0 0-15,-1 2-18 0,-2 1-4 0,-3-2-17 16,6 1 21-16,-3 3 1 0,-1-2 1 0,0-2-17 16,-2 3 11-16,1-3 2 0,-1 2 20 15,3 3-2-15,-1-2 1 0,0-4 14 0,1 1-8 16,-2 1-1-16,1 3-28 0,1 1 1 15,-1-4 18-15,0 4 1 0,4 1 12 0,-4-4-20 16,1 2 14-16,4-1-1 0,-5 4-28 16,-3 0 3-16,2-2 0 0,-3 5 29 0,-2-1 5 15,3 0-4-15,-2 2-46 0,7-8 12 0,-4 6 2 16,2-4 2-16,3 2 7 0,-6 3 1 16,-3-3 1-16,11-2 7 0,-1 1-6 0,-3 0 2 15,0 0-1-15,3 1 1 0,-3-3 16 0,0 2-2 16,2 0-2-16,1-2-27 0,0 3 4 15,-5-1 11-15,4 1-2 0,-1-5 1 0,1 5-10 16,-5-2 1-16,1 4 1 0,-4-2 2 0,8-1 31 16,-5 3-3-16,-2 1-1 0,-2 0-10 15,0 0-2-15,-4 1 23 0,13-7-3 16,1 4-36-16,-2-1-15 0,-1-6 7 0,-8 6 11 16,3 0 1-16,4-1 1 0,-2 3 0 0,2-4 2 15,2 1-4-15,-9 1-19 0,8-2 5 0,-1 2 2 16,0-2 1-16,1 2 53 0,-3-2-5 15,3 1-33-15,-2 2-1 0,-6 3 3 16,4 0-25-16,-2-1 15 0,-5 3-4 0,5-2 2 16,-5 2 1-16,4 0 1 0,10-5 0 15,-6 0 3-15,-5 3 45 0,3 1-6 0,-1 0-52 16,0 0 2-16,11-9 1 0,-5 4 21 16,1-1-2-16,-1 0 29 0,3 1-4 0,-2-3-3 15,2 2-2-15,-3 0-28 0,7 2 7 16,-7-5 0-16,5 4 0 0,-5-2 1 0,-2 4 17 15,1-3 0-15,7 1-40 0,-3 0 14 16,-6 0 0-16,0 6 1 0,1-8-4 0,2 0 16 16,-3 5 1-16,3-9-1 0,-2 8-20 0,-4 0 2 15,1 2 25-15,-2 1 7 0,-1 0-9 0,10-6 20 16,-1-1-3-16,-2 2-4 0,8 2 0 0,-7-3-41 16,2-2 2-16,-2 4 2 0,5-1-17 15,0 0 31-15,-1-1-26 0,0 0 2 16,0 4 2-16,2-2 19 0,-2 0-19 0,-4-1 3 15,0 3 2-15,3-1 2 0,2 1 0 0,-7 2 20 16,11-3-6-16,-8 4 8 0,-6-2-1 16,2 2 37-16,-2 0-25 0,-1-2-1 0,0 3-20 15,-1 0-10-15,-1 0 19 0,2 1-13 16,9-5 1-16,-4 6 0 0,5-8 2 0,-5 3 1 16,7-1 0-16,-8 0 11 0,0 3 3 0,-2-2-32 15,1 3 19-15,12-4-24 0,-5 1 0 0,0-3 8 16,0 3 35-16,1-1-24 0,-5 0 0 15,4 4 1-15,0-5 21 0,-2 3-22 16,-3 1 1-16,5-2 47 0,-3 1-5 0,-3-1-4 0,-1 2-4 16,6-2-2-16,-6-1-2 0,3 5-31 15,-2 0 2-15,7-4 1 0,1 0 7 0,-4 4 1 16,-5-1-10-16,11-3 0 0,-9 2 1 0,-2-1-3 16,-1 3-23-16,2-2 3 0,5-2 64 15,-5 3-4-15,1-3-29 0,-3 2-6 0,8-3-5 16,-2 3-24-16,-2 1 42 0,-3-3-7 0,2 2-18 15,-6 2-1-15,5-1 3 0,-6 0 24 16,15-3-5-16,-7 1-7 0,0 0 7 0,-5 2 0 16,2-1-1-16,-2 0-1 0,1 1 15 0,-3 0-4 15,10-4 1-15,1 2-2 0,-5-1-44 16,-3 1 27-16,0-3-28 0,-3 5 35 0,0-1-9 16,0 1-18-16,-2-1 3 0,1 0 1 15,-2 2 27-15,2-4 0 0,0 2-3 0,0 1 10 16,9-7-12-16,-3 1 0 0,-8 7 31 15,6-2-4-15,-4 0-30 0,0 1-36 0,-1-1 5 16,0 0 48-16,0 2 2 0,1-1-10 16,-3 0 0-16,3-1-2 0,-2 1 0 0,1 0-13 15,1 0 1-15,0 0 0 0,-1-1-8 0,-4 2 18 16,5-2-26-16,-2 2 3 0,2-2 39 0,1 0-2 16,-2 2-26-16,-3-2-1 0,2 3 1 0,-1-1 2 15,0 0-1-15,0 0 19 0,1 2-1 16,-3-3-18-16,2 2 1 0,-2-1 20 0,-1 0-2 15,2 2-26-15,2-2-11 0,-3 2 3 16,-1-3 57-16,-1 3-12 0,2-1-2 0,0 1-4 16,0 0-3-16,-2-2-10 0,0 2 23 15,1-2 16-15,-1 2-28 0,3 0 4 0,-3-1-2 16,1 1-2-16,-1-3-2 0,0 3 0 0,0 0 11 16,0 0-44-16,0 0 50 0,-1 3 10 15,1-3-21-15,0 0 6 0,1 0-1 0,-1 0-3 16,3 0-30-16,-4 0 3 0,1 0 0 0,1 1 0 15,-2 1-125-15,-1 0-49 0,-3-2-133 16,-1 0 9-16,1 0-25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13:26:19.519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-4560 1803 251 0,'0'0'36'0,"0"0"-19"0,0 0-4 16,0 0 13-16,0 0-15 0,0 0 9 16,0 0-17-16,0 0 2 0,0 0 22 0,-19 0-17 15,19 0-10-15,0 0 21 0,0 0 26 0,0 0-38 16,0 0-25-16,0 0 70 0,0 0-42 15,0 0 5-15,0 0 5 0,0 0-22 0,0 0 50 16,0 0-32-16,0 0 21 0,0 16-9 16,0-16 22-16,0 0-16 0,0 0-20 0,0 0 25 15,0 0-17-15,0 0-23 0,0 0 38 0,0 0-2 16,0 0-20-16,0 0 9 0,0 0-1 0,0 0 7 16,0 0-37-16,0 0 0 0,0 0 2 15,0 0-1-15,0 0 1 0,0 0 0 0,0 0 0 16,0 0 51-16,0 0-6 0,0 0-49 15,0 0 28-15,0 0-6 0,0 0-1 0,0 0-1 16,0 0-2-16,0 0 0 0,0 0 23 0,0 0 8 16,0 0-6-16,0 0-3 0,0 0-2 15,0 0-41-15,0 0-27 0,6-5 43 0,-1 4-1 16,0-3-1-16,-2 3-13 0,2-2-1 0,2 1 3 16,-3-2 0-16,2 3 28 0,-1-2 0 15,-2 2-44-15,3-1 30 0,0-4 0 0,0 4-2 16,1 2 0-16,-3-2-22 0,3-4 24 15,-2 6-27-15,2-2-5 0,0-2 31 16,3 4-22-16,-2-4 0 0,-1 2-4 0,-2-2 3 16,4 1 1-16,7-5 20 0,1 2 8 0,-11-3-1 15,1 4-2-15,2 3-34 0,0-4 30 16,-2 3-1-16,-1 0 0 0,0-1-1 0,1 1 12 16,0 0-22-16,1 0 2 0,-5-1 41 0,4 0-5 15,-1-1-3-15,0 2-2 0,3 1-42 0,-7-2 1 16,4 0 38-16,1 1-6 0,-3 0-1 15,1 0-23-15,1 0 1 0,1-1 0 0,0 0 2 16,-2 1 24-16,1 0-16 0,1 0 0 0,-2-1 0 16,2 1-20-16,1 1 7 0,7-8 2 15,-2 3 0-15,-5 5-2 0,-1-2 5 0,2 0-14 16,0 2 25-16,-4-1-1 0,2 0-1 16,-1-1-1-16,1 4 1 0,-2-4-18 0,2 4 17 15,-2-6 0-15,2 4 5 0,-1 1-2 16,1 0 0-16,-3-1-2 0,3-1-15 0,-2 0 1 15,1 2 0-15,1-2-14 0,-1 1-7 0,1 1 28 16,-1-2-3-16,1 2 3 0,15-4-15 16,-10-1 0-16,0 2 3 0,1-1-3 0,-5 3 24 15,2-1 0-15,-2 3-1 0,-3-3-19 0,5-1 13 16,-3 1-2-16,1 2 1 0,-1-1-15 16,-1-4 3-16,5 4 1 0,-5 1 7 0,4-3 7 15,0 1 2-15,-3 1 10 0,16-2 8 0,-11-1-51 16,3 4 45-16,-2-3-3 0,-5-1 1 15,3 1-14-15,-3 2 0 0,-2 0 0 0,1-4 15 16,2 4-1-16,0 0 30 0,-4-1-21 0,2 0-3 16,4 1-32-16,-4 1 0 0,2-2 12 15,0-1-21-15,-2 3 1 0,15-4 3 0,-7 0 3 16,0 3 10-16,-3-2-4 0,-4-1 0 0,5 2 1 16,-2 1 2-16,9-6 45 0,-3 6-4 15,-3-3-4-15,-2 1-4 0,6-4-3 0,-3 1-2 16,-5 5-1-16,1-1-4 0,1 1-52 0,-5-2 2 15,3 0 45-15,-2 0-1 0,-1 4-42 0,2-2 5 16,0-2 1-16,-3 0 24 0,4 4-20 16,11-7 26-16,-6 1 0 0,4-1 7 0,-5 2-1 15,-3-1-43-15,1 2 39 0,-1 2-8 16,-3-2-28-16,10-3 2 0,-4 4 43 0,-2-3 0 16,1 2-2-16,5-3-2 0,-2 1 0 15,-3 3-21-15,-1 2-13 0,6-6 1 0,-2 2 4 16,-3 2 0-16,-4-3 1 0,4 3 3 0,-2-1 47 15,-2 0-3-15,12-2-21 0,-3-3-24 0,3 2 5 16,-5 3 1-16,-2 0-6 0,8-2 10 0,-3 1 4 16,0-1 1-16,1-2 26 0,0-1-4 15,-5 3-1-15,7 1-4 0,-2 0 0 0,0-1-4 16,2 1-34-16,-1-4 19 0,5 4-9 16,-11-1 0-16,11 2 1 0,-8-3 2 0,3-1-1 15,-8 4-12-15,4 2-7 0,2-3 23 0,-5 1-15 16,-2 2 2-16,2-1 35 0,-2 0 0 0,10-1-22 15,-5-2 9-15,4 0-20 0,-9 2-1 16,7-2-4-16,-4 4 1 0,0-3 30 16,1 1-6-16,3-2-1 0,-4 1 28 0,6 0-3 15,-6 0-30-15,-3 4-23 0,11-4 29 0,-2 1-14 16,0-2 2-16,-1-1-1 0,2 3 14 0,-7 1-15 16,10-3 9-16,-1-2-22 0,-2 3 11 0,-9-1 21 15,7-1-4-15,6 2-19 0,-6-2 2 16,2 1 2-16,2-2 13 0,-1 2-22 0,-2 0 7 15,-1 0-15-15,-2 2 41 0,-3 1-28 16,10-1 9-16,-6-1 15 0,-2 0-1 0,5-3-28 16,0 1 7-16,-3 3 26 0,2-1-16 0,-3 1 16 15,2-3-2-15,2 2 0 0,-1-6-20 16,1 1 12-16,-1 6 0 0,1-4 15 16,0 0-3-16,-5-2-2 0,5 2 0 0,0 1 15 15,-1-1-4-15,4 2-27 0,-5 2-16 0,0-3-4 16,-9 0 21-16,2 1-40 0,5-1 22 15,-1 3 13-15,-1-7-5 0,-3 6 22 0,-1 1-20 16,0 0 1-16,-3-2 0 0,0 2 1 0,1 1 0 16,11-1 8-16,-9-5-15 0,2 6-2 0,4-5 32 15,-3 3-1-15,0 0-21 0,3-9 1 16,-6 10-2-16,10-2-10 0,-1-5 15 0,-6 5-29 16,4-1 35-16,5 0 5 0,-5 3-13 0,1-2-25 15,1-1 3-15,2-3 2 0,1 4 18 16,-5 1-4-16,7-5 11 0,3-1 10 0,-4 5-23 15,1-1 10-15,1 4-3 0,5-4 2 16,-7 4-11-16,1-5 3 0,-1 4 0 0,-2-1 17 16,0-1 0-16,-2 1 0 0,-3 4 1 0,4-5-2 15,-4 0-11-15,0 4 22 0,-5 0-36 16,8-6 29-16,-6 6-25 0,0 0 9 0,-4 1 22 16,0-4-20-16,-2 5 2 0,0-4-1 0,-1 3-3 15,2 1 16-15,-3-4-10 0,0 3-6 0,12-5-6 16,-4 5 28-16,-2-3-2 0,-5 2-1 15,-8 2-38-15,0 0 37 0,12 0-5 0,-1 0-21 16,-4 0 4-16,-7 0 4 0,25-13 9 16,-2 6-18-16,-4 1 1 0,-2 2 2 0,-3 2 1 15,-2-2 2-15,-5 2 6 0,4-2 28 16,0 3-38-16,-1-2 1 0,-1 1 0 0,-2 1 1 16,18-5-10-16,-9 3 29 0,-2-3 0 0,10 3-13 15,-5-5 8-15,-1 2 21 0,-6 4-17 16,-1 0 16-16,-3-1-48 0,2 0 20 15,-2 2-11-15,-1 0 31 0,-1-1-5 0,2 0 9 16,0 1-12-16,0 1 3 0,-2-4-18 0,1 3 20 16,-2 0-24-16,3-2-1 0,1 1 2 0,-4 1 2 15,3-1 32-15,9-6-2 0,-2 2-2 16,2 3-28-16,-4 0 8 0,-2-1-16 0,0 0 1 16,-2 2 1-16,13-4 28 0,4-1-38 15,-3 0 51-15,-4 2-24 0,-4 4 0 0,12-2 0 16,-19 3-7-16,3 0 14 0,1 0-15 0,2 0-11 15,16-14 2-15,-17 12 21 0,-4-2-29 0,-1 2 28 16,-1-2-6-16,3 4-18 0,-3 0 36 16,1-4 9-16,2 2-14 0,-2 0-3 0,-3 2-8 15,16-5-2-15,-4 2 1 0,-1 2 17 16,5-5-16-16,-3 0 18 0,-1 3-21 0,0 1-10 16,8-3 25-16,-12 1 0 0,5 2-2 15,2-2-11-15,-3 0 12 0,7 2-4 0,-6-4 0 16,-5 2-3-16,0 2-17 0,-1 1 0 0,-1 0 3 15,0-3 10-15,-3 4-29 0,1 0 11 0,-1-1 14 16,0 1 10-16,-1 0-11 0,0-3-6 16,1 2 2-16,-1 0-4 0,-1 1 15 0,0 0 5 15,1-4 2-15,-1 4-22 0,1-4 2 0,0 3 0 16,2 0 2-16,-1-3-1 0,16-1 0 16,-1-1 1-16,-2-2 14 0,2 4 4 0,1-2 1 15,-5 5-19-15,2-4 0 0,-5 1 1 0,-2 2-7 16,-2-3-6-16,1 3 25 0,-4 0-6 15,-1 1-13-15,2-3 6 0,-3 4 21 0,-2-1-8 16,2-1 0-16,-1 0 27 0,1 1-4 0,-6 0-22 16,9 1-27-16,-3-2-9 0,-1 0 32 15,0 0 7-15,-1 2-3 0,2-3 22 0,2 0-1 16,-1 3-37-16,0-2 17 0,0 0-14 0,14-5 0 16,-5 2-6-16,-2 1 28 0,4-2-41 15,-1 3 34-15,1-1-17 0,-1-2-11 0,-1 4 0 16,-5-2 3-16,2 4 5 0,-5-2 3 0,-2 1-13 15,4-2 33-15,-2 2-19 0,-3-2 0 16,7 3 1-16,-4 0 25 0,0-2-30 0,18-2-9 16,-8 4 30-16,5-4-7 0,-2 1-13 15,1-3 19-15,2 3-3 0,-6-1 8 0,3-1 0 16,-4-1-3-16,-3 2-14 0,-2 3-10 16,3-1 1-16,-5 1 3 0,-3 1 16 0,3 0 8 15,-2-6-10-15,-9 6-14 0,0 0 2 0,12 0 0 16,-1 0-20-16,-1 0 32 0,-10 0 13 0,9 0-2 15,4 0-3-15,-5 0 8 0,0 0-9 16,-8 0-5-16,11 0-23 0,-3 0 2 0,-8 0 25 16,13 0-9-16,-4 0-7 0,-9 0 1 15,10 0 14-15,0 0 0 0,-10 0-23 0,8 0 18 16,-8 0 8-16,10 0-2 0,-10 0 1 0,19-10-7 16,-15 6 1-16,0 4 0 0,0 0-2 0,2 0 4 15,1 0-6-15,-2 0 2 0,-4-2-2 0,-1 2-1 16,0 0 10-16,0 0-5 0,0 0-30 15,13 0 10-15,-6 0 12 0,-7 0 19 0,11 0-29 16,-11 0 0-16,11 0 7 0,-3 0-5 16,-8 0-4-16,10 0 18 0,-2 0-2 0,-8 0 1 15,11 0 3-15,-3 0 1 0,2 0-5 0,-10 0-6 16,11 0-10-16,-2 0-10 0,1 0 35 16,-10 0-4-16,12 0-2 0,-3 0 0 0,0 0-6 15,-9 0-4-15,13 0-1 0,-2 0 1 16,-3 0 8-16,-8 0-1 0,12 0 0 0,-2 0-4 15,6 6 0-15,-10-3 11 0,5 0-3 16,-6-2-3-16,-5-1-21 0,0 0 26 16,9 0-19-16,-9 0-13 0,9 0 1 0,-9 0 2 0,0 0 33 15,11 0-21-15,-11 0 0 0,0 0 10 16,10 0 8-16,-10 0-20 0,7 0 28 0,-7 0-6 16,0 0 10-16,13 0-2 0,-13 0-1 0,9 0-29 15,-9 0 18-15,8 0-27 0,-8 0 38 16,10 0-36-16,-10 0 26 0,0 0-32 0,8 0 5 15,-8 0 27-15,11 0 3 0,-11 0-12 16,0 0 3-16,9 0 0 0,-9 0-28 0,0 0 19 16,0 0 23-16,9 0-4 0,-9 0-17 0,0 0 22 15,0 0-26-15,8 0 17 0,-8 0-17 16,11 0 2-16,-11 0 0 0,7 0 15 0,-7 0-14 16,11 0 27-16,-11 0-14 0,0 0 0 0,9 0-1 15,-9 0-14-15,10 0 31 0,-10 0-16 16,0 0 0-16,7 0 0 0,-7 0-2 0,0 0 46 15,0 0-35-15,0 0 19 0,11 0-11 16,-11 0 29-16,0 0-20 0,0 0-1 0,7 0-6 16,-7 0 5-16,0 0 6 0,0 0-21 0,12-7-9 15,-12 7-14-15,0 0 17 0,3 0 17 0,-3 0-36 16,1 0 40-16,1 0-19 0,-2 0 7 16,2 0-38-16,-2 0 24 0,3 0 12 0,-3-4 5 15,0 8-4-15,0-4 5 0,2 0 22 16,-2 0-30-16,0 0-17 0,0 0-17 0,0 0 67 15,0 0-24-15,0 0 9 0,0 0-45 0,0 0 42 16,2 0 4-16,-2 0-34 0,-2 0 6 16,4 0 23-16,-4-4-11 0,2 4-1 0,0 4 3 15,0-8 18-15,0 8-4 0,2-4 0 0,0-4 3 16,-1 8-3-16,-2-4-33 0,1 0 23 16,0 0 13-16,1 0-22 0,-1 0-2 0,0 0 7 15,0 0-17-15,-1 0-22 0,1 0 3 16,-4-4-204-16,1-2 19 0,-3-10 15 0,-2-6-170 15,-6-1 23-15,-1-2-14 0,1-5-4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13:26:31.219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-450-3227 383 0,'0'0'141'16,"0"0"14"-16,0-19-21 0,0 19-16 0,0 0 7 15,0 0-33-15,0 0 0 0,0 0-12 0,-11-33-28 16,11 31 8-16,-1 2-14 0,1-1-4 16,0 1 6-16,-3-3-27 0,3 3 20 0,0 0-25 15,0 3-21-15,3-2 41 0,-3 5-8 0,0-2-5 16,1 5-30-16,6 11 41 0,-1-5-18 15,-3 7-8-15,2 4 18 0,-1-3 0 0,0 1-18 16,0-3-28-16,1 0-6 0,-1-4 5 16,-3-5 40-16,0-1-24 0,4-1 17 0,-5-3-19 15,1 0 40-15,-1 0-19 0,5 0 1 0,-5-3-14 16,0-1-16-16,3 3 24 0,-3-2-4 0,3 1-21 16,-2-3 24-16,-1 1 23 0,0 2 1 0,0-3 10 15,2 0 0-15,-2 1 13 0,2-3-29 16,-2 2 24-16,2-2-15 0,-4-2 2 0,2 2 5 15,-4-5-21-15,4 3-2 0,-1-3 11 16,-3 0-9-16,2-3 6 0,-2 0-14 0,3 0 6 16,-3 0-8-16,2-1-2 0,-4-7 7 15,1-6-6-15,-1 4 6 0,4-1-22 0,2 7 4 16,-1-2 11-16,-2 2 0 0,2 3-13 0,1 0 4 16,0-1 9-16,-2 1-9 0,2 1 8 0,0-1-24 15,0 9 3-15,0 0 9 0,0-14-4 16,0 4 17-16,0-5-1 0,14-15-11 0,-8 20 3 15,-2 2-4-15,-3-2-23 0,5 4-7 16,-5 0 16-16,3 1 27 0,-3 1-32 0,2-1 5 16,1 0 27-16,-2 1-25 0,2 0-12 15,-1 2-16-15,1-2 38 0,1-2 0 0,1 2-23 16,1 4 35-16,-2-2-6 0,2 1-13 0,-1-2 12 16,0 3-7-16,0 0 2 0,-6 0-24 15,0 0 6-15,11 0 35 0,-4 0-26 0,-7 0 30 16,31 22-47-16,-20-14 1 0,-4 1 29 15,2-3 3-15,-1 3 2 0,1 6-17 0,2 0 33 0,-1 4-17 16,-3-6-35-16,-2 6 23 0,0-4 32 16,-1-1-19-16,-3-5-23 0,2 2 21 0,-3-2 13 15,0 1-6-15,0-3-14 0,0-1-1 16,0-6 28-16,0 9-39 0,0 0-5 0,0 5 1 16,-21 17 15-16,12-14 22 0,-2 0 16 0,4 0-36 15,-6-3 31-15,1 2-53 0,0-8 25 16,-1 6 8-16,1-1-22 0,1-5 7 0,1 1 9 15,2-2 7-15,2-4-17 0,1 3 30 0,2-2-14 16,-1-2 6-16,0 2-28 0,1-3 34 16,2 2 10-16,-3-2-19 0,2 0-33 0,-1 2 7 15,1-1 9-15,2-2 2 0,-4 0-36 0,2 3 4 16,2-2-85-16,0-1-40 0,0 0-38 0,0 0-121 16,0 0-3-16,0 0 6 0</inkml:trace>
  <inkml:trace contextRef="#ctx0" brushRef="#br0" timeOffset="1136.103">107-2852 307 0,'-5'3'93'0,"-1"-2"19"0,4 0-22 0,-2 1-19 16,-2 0-8-16,2 0-8 0,0-2-11 16,0 3-6-16,-2 0 37 0,1-3-7 0,-1 2-7 15,2-2-8-15,0 2-3 0,-2-2-8 0,4 3 32 16,-2 0-45-16,-1-3 9 0,3 0-6 0,-2 2 1 16,1-2 16-16,-1 1-42 0,2-1 2 15,-2 4-12-15,1-4 16 0,-1 3-2 0,-1-3-2 16,5 2-5-16,-3 2-4 0,-1-2 10 15,3 1 1-15,-4-1-3 0,5 3-2 0,0-2-1 16,0-1 10-16,2 0 0 0,-2 1-44 16,0-3 4-16,0 0 34 0,0 0-1 0,0 0 0 15,0 0 1-15,0 0-6 0,0 0-11 16,15 17 35-16,-12-17-25 0,2-4 1 0,-1 4-1 16,2-3-8-16,1 0 2 0,-2 2 32 15,-2-4-2-15,2 3-3 0,1-3-6 0,1 1-22 16,-3-1 2-16,-1 0-2 0,1 0-12 0,-3 2 38 15,1-4 12-15,0 4 3 0,-2-5-10 16,0 8 7-16,0 0-5 0,0-8 19 0,0 8-2 16,0-8-15-16,0 8-12 0,-16-19-2 0,10 17 12 15,-1-2-11-15,5 0-11 0,-7 3-7 16,1-3 31-16,3 4-63 0,-1-3 41 0,-2 3-12 0,1 0-22 16,-3 0 29-16,10 0 6 0,0 0-12 15,-8 0 32-15,8 0-25 0,-12 0-17 0,12 0-16 16,-11 0 32-16,-7 16 4 0,12-14 3 15,0 3 0-15,0-4 5 0,5 4-23 0,-3 0 9 16,1-1-3-16,-1 2-34 0,2 1 37 16,-2-4 5-16,3 4-1 0,-3 0-1 0,4-7 1 15,0 0-33-15,0 11 28 0,0-3-18 0,0-1 19 16,0-7 9-16,0 11 5 0,0-11-21 0,0 11-18 16,16 5-12-16,-10-12 44 0,-1 1-23 15,-1-2 31-15,5 1-3 0,-3-2-5 16,1-2 0-16,0 1-2 0,3-2 4 0,-10 1 16 15,14 0-33-15,17-16-17 0,-17 10 33 16,0 4-10-16,-7-6 10 0,-1 2-7 0,0 0 5 0,-3 0-31 16,2 0 46-16,-3 1-23 0,2 0 6 15,-4 0 3-15,0-1 14 0,0 1-24 0,4-2 17 16,-4 1-7-16,0 6 7 0,0 0-6 0,0 0 12 16,-17-21 7-16,16 15-16 0,-6 1-4 0,2 1 25 15,-2 1-20-15,-10-6 1 0,6 2-18 16,3 3 3-16,-3 4 27 0,3-3-24 0,-2 3-6 15,10 0 22-15,0 0-14 0,-8 0-36 0,8 0 24 16,-11 0 12-16,11 0 0 0,-22 17-5 16,20-14 8-16,-3 2 8 0,4 0-49 0,-5 1 36 15,5-1 10-15,-2 0-40 0,0 1-4 16,3 2-19-16,0 0 4 0,0-8-56 0,0 0-27 16,0 0-35-16,14 13-158 0,-9-10 14 0,5-3 12 15,-3 0-17-15</inkml:trace>
  <inkml:trace contextRef="#ctx0" brushRef="#br0" timeOffset="-6846.144">52 328 368 0,'0'0'183'0,"0"0"-2"0,-19-16-53 0,19 16 20 16,0 0-4-16,0 0-50 0,0 0 13 0,-22-33-28 16,21 31 11-16,-1-2 1 0,2 2-40 15,0 1 3-15,0 1 0 0,-4-3 2 0,4 3-14 16,0 3-6-16,-4-3-13 0,7 1-18 16,-6 1 10-16,3 6-15 0,3-5 23 0,-2 4 19 15,-1-1-37-15,0 0 10 0,2 1 16 16,0-1-11-16,-2-1 0 0,3 0 12 0,-3 1-7 15,0-6-13-15,0 0 15 0,0 0-17 0,0 10-3 16,0-10 10-16,0 10-30 0,0-10 35 16,0 9-5-16,0-9 18 0,0 0-23 0,0 10-2 15,0-10 7-15,0 0 3 0,0 0 19 0,0 9-23 16,2-3 13-16,0-10-29 0,-2 2 19 0,-2-5-13 16,4 0-11-16,-4-4-15 0,2 0 31 15,0-1-6-15,0-10 8 0,0-1 3 0,0-4-18 16,0-1-2-16,16-25 8 0,-10 29 14 15,0-2-27-15,0 3-20 0,1 4 27 0,-2 0-1 16,4 0 3-16,-5 5 0 0,1 4 10 0,1-1-13 16,1 7-6-16,-3-2-3 0,-2 3 2 15,4 2 16-15,-1-1-10 0,-5 2-20 0,0 0 23 16,28 16-4-16,-12-2-25 0,-5 3 20 16,3 3-7-16,-4-2 20 0,4 5-5 0,-3-6 2 15,2 2 6-15,0 2-28 0,3 0 25 0,-3 0 0 16,-1-2 9-16,-2 2-11 0,-1 1 2 0,4-5-24 15,-1 4 7-15,0-5 14 0,-1 1 6 16,-2 0-29-16,-4-2 11 0,2-4 24 16,-2-1-14-16,0 0 12 0,-4-4-6 0,4 2-14 15,-3-6 38-15,-1 3-21 0,3-1-6 0,-2-2-18 16,0 4-3-16,0-4 28 0,-1-1-31 0,-1-1-31 16,-3 0-18-16,3-1 7 0,-4 1-98 15,-1-4-34-15,-1-1-52 0,1 0-46 0,-8-7-25 16,7 3-3-16</inkml:trace>
  <inkml:trace contextRef="#ctx0" brushRef="#br0" timeOffset="-6531.887">-8 273 391 0,'-1'4'71'16,"-4"-4"10"-16,5 2 3 0,0-2-19 15,-5 2-6-15,4 0 28 0,1-2 14 0,0 0 0 16,4 0-25-16,-2 0 11 0,-2 0 4 16,6-2-19-16,1 2-27 0,4 0 15 0,-3-2 3 15,15 0-10-15,-13 2-19 0,23-10-25 16,-15 7 28-16,7-1 1 0,-1-2-4 0,1 0-1 15,0 0-1-15,-2-2-15 0,-1 2-13 0,-1-3 24 16,-2-2-28-16,-4 6-38 0,-6 1 5 0,2 1-107 16,-3-3-43-16,-3 5-135 0,1-4 16 15,-5 2 10-15</inkml:trace>
  <inkml:trace contextRef="#ctx0" brushRef="#br0" timeOffset="-9307.903">28-151 291 0,'0'0'80'0,"0"0"-9"15,0 0-10-15,0 0-8 0,0 0-6 16,0 0-4-16,0 0-5 0,0 16-6 0,0-16-1 15,0 0-4-15,0 0 34 0,0 0-29 0,0 0 16 16,0 0-6-16,0 0-4 0,0 0-23 16,0 0 2-16,0 0 1 0,-36 35 53 0,40-31-35 15,-3-3-3-15,1 1-4 0,-1 0-3 16,3 0-26-16,0-2 0 0,-1 0 20 0,1 0 3 16,3 0-4-16,-1 0-2 0,-1 0 1 15,2-1-13-15,0-4-13 0,0 4 1 0,0-3 44 16,12-5-6-16,-5 2-7 0,-5 1-11 15,-3-1-4-15,3 1 16 0,-4 1-1 0,-1-1-4 16,1 1-24-16,1-1 19 0,-4-2 6 0,3 2-15 16,-1 0 0-16,-2-2 0 0,0-1 11 0,-2 4 1 15,4-1-5-15,-4-1 0 0,0-1 9 16,0 8-5-16,0 0 3 0,0-10 12 0,0 10-11 16,0-10 6-16,0 2-29 0,-12-4 39 0,6 7-5 15,5 3-8-15,-5-1-36 0,1 0 36 16,-1 1-38-16,3 1 34 0,-2-3 15 0,1 2-1 15,1 2-24-15,-2 0-18 0,-1 2 5 16,1-2 3-16,5 0 12 0,0 0-37 0,0 0 17 16,-10 0 40-16,10 0-22 0,0 0-17 0,-10 0-28 15,10 0 2-15,-16 14 49 0,9-13-14 16,6 3 3-16,-4 1 25 0,5 0-21 0,-2 0-8 16,-2 1-32-16,4 2 31 0,-5-4 22 15,4 4-10-15,1 0-27 0,0-8 41 0,0 0-34 16,0 9 11-16,0-9 0 0,0 9 16 0,0-9-7 15,17 21-20-15,-12-15 7 0,-1-3-16 0,0 0 25 16,3 1-12-16,-1-3 1 0,2 0-28 16,2-2 27-16,2 1-29 0,2 0 20 0,1 0 10 15,18-15 13-15,-14 9-7 0,-4-2-6 16,-7 2 18-16,2-2-47 0,5-2 49 0,-4-1-2 16,-4 1-29-16,-1 2 16 0,0 2-1 0,-4-4 5 15,2 4-27-15,-4 1-6 0,1-1 44 0,-1 1 0 16,0 5-6-16,0 0-1 0,0 0 9 15,0-9-5-15,0 9-30 0,0-10 14 0,-18-4 36 16,16 8-20-16,-5 2 27 0,3 2-21 0,-2 1-9 16,-1-4 12-16,2 4-18 0,-2-1-19 0,1 2 38 15,0 0-11-15,0 0-13 0,6 0-4 16,0 0 18-16,-11 0 2 0,11 0-16 0,-10 0 1 16,-6 14-30-16,2-1 29 0,9-3 2 0,-2 0 2 15,1-2-21-15,-5 10-3 0,7-6 28 16,3-5 1-16,1 3-9 0,0-2-17 0,0-8-36 15,0 0 5-15,0 0-110 0,0 10-54 16,0-10-99-16,16 11-3 0,-10-8 1 0,1-6 48 16</inkml:trace>
  <inkml:trace contextRef="#ctx0" brushRef="#br0" timeOffset="-21427.777">80-222 274 0,'-17'0'16'0,"17"0"-2"0,0 0-6 15,0 0-25-15,0 0 28 0,0 0 20 0,0 0-5 16,0 0 23-16,0 0-25 0,0 0 49 16,0 0-19-16,0 0-43 0,0 0 18 0,0 0 3 15,0 0 2-15,0 0-19 0,0 0-11 0,0 0 27 16,0 0-12-16,0 0-11 0,0 0 50 16,0 0-48-16,0 0-11 0,0 0-38 0,0 0-17 15,0 0 18-15,0 0-6 0,0 0 10 0,0 0-27 16,0 0 9-16,0 0 46 0,0 0-52 15,0 0 18-15,0 0-3 0,0 0 44 0,0 0-41 16,0 0 24-16,0 0-30 0,0 0 20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13:26:26.258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83 188 638 0,'0'0'207'15,"0"0"-14"-15,0 0-7 0,0 0-24 0,0 0 0 16,-21 0-26-16,21 0-37 0,0 0 23 0,-30-27-42 15,28 25 2-15,2 2-15 0,-1-4-6 16,-3 3-13-16,7 0-2 0,-8-2 9 0,5 3-21 16,-1 0-1-16,1 3-12 0,-3-1 15 15,6 4-22-15,-3-2 8 0,0 2-7 0,0 1-5 16,0 0 13-16,0 3-7 0,0-1-4 0,0 4 10 16,0 4-12-16,0 3-13 0,0-3 8 0,0 1 3 15,0-2 5-15,0-2 0 0,0-3 0 0,0 0 2 16,14 6-4-16,-13-10-7 0,2 0-14 15,-2 1 5-15,-1-3 13 0,2 1 1 0,-1-1 10 16,-1-2 10-16,3 1 5 0,-2 2 27 16,-1-6-11-16,0 6 20 0,0-6 0 0,0 0-21 15,0 0-10-15,-1-2 13 0,-3-2-6 16,2 1 6-16,-2-4-27 0,3-1 15 0,-7-13-27 16,-2-1 2-16,4-1 3 0,1 1 23 0,-1-2-45 15,6 0 5-15,-2 5 19 0,2 3 10 16,0 16-43-16,0-17 15 0,0-5 12 0,0 2 9 15,19-24-20-15,-14 26-13 0,6 0-1 0,-1 2 7 16,0 2-11-16,-3 4 2 0,2 2 13 16,-2 1 4-16,1 2 0 0,-2 0-26 0,1 0 5 15,-2 0 12-15,3 5-27 0,1-2 13 16,-1-1-9-16,-3 3 17 0,-5 0-13 16,0 0 10-16,13 0 17 0,-2 0-9 0,-11 0-7 15,20 15 7-15,-14-10-1 0,-1 0 10 0,2 0-23 16,-3 0 17-16,2 0-4 0,-3 0-1 0,-2 1-3 15,2 1 9-15,-2-1-3 0,-1 1 2 16,0 0 7-16,0-7-6 0,0 0-4 0,0 10 1 16,0-1 11-16,-20 13-2 0,10-5-8 15,-2-7 17-15,7 1-3 0,-3-5-7 0,3 1-4 16,-4-3 1-16,5 2 4 0,2-3 1 0,-3 1-4 16,4-1 15-16,-3 0-11 0,4-3-6 15,-1 4 10-15,-1-3-15 0,-2 3-2 0,4-4-7 16,0 1 2-16,0 0 6 0,-1-1 3 15,1 0-11-15,1-1 7 0,-1 2-3 0,1-2 6 16,2 1-10-16,-3 0 5 0,3-1 7 0,1 1 4 16,2 0-19-16,-2-4 4 0,4 3 5 0,-4 2 11 15,6-2-11-15,-3-2-5 0,4 3 13 16,-11 0-3-16,8 0 4 0,3 0-7 0,0 0-12 16,7 0 15-16,2 0-13 0,2 0 12 15,-4 0-2-15,-3 0-9 0,13 14 11 0,-19-10 3 16,2-2-3-16,-2 2 4 0,7 3-3 0,-3 1-10 15,-7-3 15-15,1-2-25 0,2 1 21 16,-7-1-11-16,4 1 23 0,-1-2-7 0,-3 3-16 16,2-2 5-16,-4 2 17 0,1-3-6 0,-1 3-2 15,0-5 0-15,0 0 1 0,0 0 5 16,0 10 6-16,0-10 2 0,-12 22-2 0,6-14 10 16,-5 6-2-16,3-4 17 0,-10 2-8 15,2-5 9-15,1 3-14 0,-3-6 7 0,0 8 19 16,0-5-10-16,-3 1-15 0,-1-1 21 0,2-4-21 15,-2 3 30-15,1 2-11 0,-2-2-2 16,6-3-27-16,3 1 10 0,2-1-1 0,1-1-19 16,4-1 6-16,2 0 19 0,-2 1-14 0,3-1-4 15,0 1-11-15,-1-2-14 0,-1 0 4 0,0 0 9 16,5 3-28-16,-3-3-11 0,2 0-14 16,2 0-52-16,0 0 10 0,0 0-71 0,0 0 14 15,0 0-161-15,0 0-83 0,0 0 22 16,-15-19 24-16,14 14 25 0,1-2 43 0,0 0-11 15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13:26:33.523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49 96 222 0,'0'0'77'15,"0"0"-39"-15,0 20 19 0,4 6 29 0,-3-18-36 16,6-4-13-16,-3 3 32 0,-2-1-22 0,3-2-20 15,2-1 27-15,-1 0-22 0,0 0 20 16,0 0-27-16,-1-3-5 0,1 4-1 0,-1-4 26 16,0 0-7-16,-5 0-3 0,0 0-14 0,0 0 0 15,0 0-3-15,22-16-2 0,-20 12 28 16,2-2 14-16,1-1-12 0,-3 1 12 0,2 0 8 16,-2-2-1-16,-2-1-8 0,0 9 1 15,0-9-4-15,0 2-6 0,0 7 26 0,0-13-19 16,-25-14-7-16,14 12 5 0,3-1-28 15,-3 2-5-15,-2 4 17 0,5 5 2 0,0 1-10 16,1 2 3-16,0-1-12 0,0 3-7 0,2-1-9 16,5 1 14-16,0 0-15 0,0 0-6 0,-13 0 27 15,13 0 6-15,-20 14-15 0,14-11-5 16,2 3-15-16,3 0-3 0,-2 1 9 0,2 0-2 16,-1 1-9-16,2 0 8 0,2-2-5 0,-2-6-2 15,0 0-52-15,0 10 11 0,0-1 5 16,16 4-83-16,-9-9-54 0,0-1-110 0,3-1-41 15,-2-2 18-15,3 0 5 0</inkml:trace>
  <inkml:trace contextRef="#ctx0" brushRef="#br0" timeOffset="-4007.515">697-116 448 0,'0'0'169'0,"0"0"-36"0,0 0-12 0,0 0 9 15,0 0-26-15,0 0 9 0,16 0-15 0,-16 0 13 16,0 0 10-16,0 0-23 0,0 0 6 0,0 0-7 16,0 0 1-16,0 0-38 0,0 0-1 15,0 0-8-15,0 0 0 0,0-16-8 0,0 16 1 16,0 0-9-16,0 0-2 0,-7-19-3 0,2 18-22 15,-2 1 29-15,-1 0-9 0,1 0-12 16,0 3-17-16,1-5 19 0,6 2 0 16,0 0-22-16,-12 0 23 0,4 0-16 0,8 0 6 15,-11 0 6-15,1 0-10 0,-2 16 6 16,5-13 7-16,1-2-40 0,2 2 26 0,-1 0-24 16,1-3 17-16,-1 4 8 0,1 1 7 15,0-2-7-15,0 0 0 0,1 2-4 0,-2-1-17 16,1 1 19-16,2 1 7 0,0 0-13 0,-3 1-12 15,4-1 20-15,-3-1-4 0,3 3-9 0,-1-1 9 16,-2-1-10-16,4 3-6 0,-1-2 25 16,-2 1-8-16,2 2 7 0,1-2-34 15,0 0 26-15,0 1 7 0,0-3 1 0,0-6-5 16,0 0 0-16,0 12-7 0,0-4 3 0,0 2 0 16,0-10-8-16,0 10-2 0,0-1 17 15,0-9-13-15,0 10 4 0,0-2 23 0,0-8-7 16,0 8-12-16,16 10-12 0,-13-15 16 0,1 3-17 15,-1-3-10-15,1 2 35 0,1 0-11 0,1-2 1 16,1 1 11-16,0-2-6 0,-2 2-7 16,2-2-11-16,0-2 8 0,0 1 9 0,1 2-11 15,-1-3 1-15,0 0 4 0,4 0-4 0,-3 0-8 16,2 0 23-16,-2 0-9 0,-8 0-6 16,8 0-13-16,2 0 6 0,1 0 12 0,-3 0-1 15,3 0-11-15,-3 0 16 0,3 0 2 16,19-16-24-16,-16 12 22 0,-1 2 2 0,-2 0-30 15,-2 0 10-15,-2 0 14 0,1 1-11 0,-2 0 25 16,1-1 3-16,-2 1-36 0,2 1 16 16,-3 0-20-16,2-2 8 0,-4-1 20 0,4 3 11 15,-2-2-8-15,-1 2 9 0,1 0-19 0,-1-1 3 16,1 1-20-16,0-3 25 0,-1 2-15 0,-1-2 4 16,0 2-20-16,-1-1-1 0,1 2-20 15,0 0-11-15,1-3 6 0,0 3-65 0,-3-1-92 16,-3 1-117-16,0 1 23 0,-2-1 22 15,-5 3-38-15,-12 4 2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13:25:52.054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-4848-845 298 0,'0'0'110'0,"0"0"2"0,0-17-16 0,0 17-1 0,0 0 12 15,0 0-37-15,0 0 37 0,0 0-21 16,0 0-12-16,0 0-24 0,0 0-5 0,0 0-6 15,0 0 14-15,0 0 9 0,0 0-5 16,-19 0-21-16,19 0 17 0,0-17-14 0,0 17 1 16,0 0 10-16,0 0-8 0,0 0-16 15,0 0 12-15,0 0 9 0,0 0-14 0,0 0-12 16,0 0 12-16,0 0-12 0,0 0 10 0,0 0-12 16,0 0-16-16,0 0 15 0,0 0-8 15,0 0 19-15,0 0-37 0,0 0 17 0,0 0 7 16,0 0-10-16,0 0 1 0,0 0-37 15,0 0 45-15,0 0 0 0,0 0-6 0,0 0-15 0,0 0 18 16,0 0 0-16,0 0 8 0,0 0-40 16,0 0 39-16,0 0-10 0,0 0-9 0,0 0 11 15,0 0-6-15,0 0 5 0,0 0-31 0,0 0 28 16,0 0-16-16,0 0 30 0,0 0-5 16,0 0-14-16,0 0 0 0,0 0-17 0,0 0 29 15,0 0-11-15,0 0-21 0,0 0 20 16,0 0 13-16,-18 0-11 0,18 0 0 0,0 0-8 15,0 0 14-15,0 0-32 0,0 0 45 0,0 0-16 16,0 0-28-16,0 0 37 0,0 0-14 16,0 0 20-16,0 0-9 0,0 0-15 0,0 0 9 15,-8 13-13-15,11-11 19 0,-3 3-14 0,1-1 6 16,-1 1-10-16,3 1 18 0,-2-1 4 16,-1 0-21-16,0 0 22 0,0 3-35 0,2-4 27 15,-2 5-2-15,0-9 14 0,0 0-8 0,0 10 5 16,0-10-16-16,0 13 3 0,0-4-14 15,0 1 24-15,0 0-12 0,0 7-24 0,0-2 25 16,0 0 21-16,0-1-19 0,16 10 9 0,-16-16-16 16,0 1-12-16,3 1 18 0,-3 0 6 15,0 0 3-15,5 12-11 0,5-2 1 0,-9-3 4 16,4-2-2-16,-5-3 2 0,1 0-31 0,3-2 37 16,-3 1-28-16,1-2 36 0,-1-3-38 15,2 3 25-15,-2 1-2 0,-1 0-8 0,4-3 10 16,-4 3-14-16,0-1 17 0,0 1-7 15,3 0-9-15,1 10 10 0,-2-2-12 0,-2-2 21 16,5 5-13-16,-3-8 6 0,-1 1 1 0,2-3-20 16,-3-11 19-16,0 10-3 0,0-1 8 15,0 1-31-15,0-10 28 0,0 10-18 0,0 0 7 16,0-2 0-16,0 0-5 0,0 1-6 0,0 1 17 16,0-4-19-16,0 10 33 0,0-2-21 0,0 1 11 15,7-4-18-15,-7-1 18 0,0 0-14 16,0 0 15-16,0-10-6 0,0 10-11 0,17 10 12 15,-15-12-13-15,-2-2 23 0,0 1-20 0,4 0-1 16,-3 0 11-16,-1 2-1 0,2-3-10 16,0 3 21-16,-2-1-11 0,2 2-1 0,-1-4-19 15,-1 1 17-15,0 2-2 0,2-3 7 0,0 2-5 16,0 1 6-16,-2-3 10 0,0 4-11 0,0-1-11 16,4-2 10-16,-4-7-8 0,0 10 15 15,0-2-21-15,0-1 8 0,0 2 7 0,0-9-10 16,0 11 14-16,0 1-9 0,0-2-16 0,0-3 26 15,0 2-3-15,0-2-11 0,0 2-19 16,0 0 22-16,12 7-5 0,-12-7-14 0,2 2-2 16,-2-11 26-16,0 9-10 0,0-1 8 0,0 0 3 15,0 2-12-15,0 0 14 0,0 0 2 16,0-1 7-16,0 1-11 0,0 6-22 0,0 3 12 16,0-3 10-16,0-2-24 0,0 0 26 15,0 0-1-15,0-4-20 0,0 1 22 0,0-1-7 16,0-1 2-16,0 1-4 0,0 0 12 15,0 6 0-15,0 2-14 0,0-2-14 0,0-4 6 16,0 2 24-16,0-4-11 0,0 3-15 0,0-6 0 16,0 3 19-16,0 0-5 0,0-2 1 0,0 2 4 15,0-1 0-15,0 5-9 0,0 1 6 16,0 2-5-16,0-5-8 0,0 3 14 0,0-4-1 16,0-2-4-16,0 1 7 0,0 1-16 15,0-2 26-15,0 0-14 0,0 1 4 0,0 6-9 16,0 2-9-16,0-1 18 0,0-1-1 0,0-4 3 15,0 2 7-15,11 8-31 0,-11-22 14 16,0 10 4-16,0-1-4 0,0-1 5 0,0 0-3 16,0 1 11-16,0 1-22 0,0 8 1 15,0-2-5-15,0 2 16 0,13 19-9 0,-11-22 4 16,0 1 9-16,-2-3 2 0,2-2 4 16,-2-11-7-16,0 12 10 0,0-3-10 0,0 9-14 15,0 0 16-15,0-1 10 0,12 17-12 0,-10-22-3 16,-1-2 4-16,2 0 4 0,-3 0-3 0,1 0-12 15,-1-1 4-15,1-2 17 0,2 3-11 16,3 14-1-16,-6-6-12 0,0-5 16 0,0 2-9 16,1-5 7-16,0 3-16 0,-1-3 19 0,0 0 8 15,5-1-15-15,-5 1-12 0,0 2 18 16,1 12-9-16,0-3-7 0,2 3 20 0,-2-9-2 16,1-1-19-16,3 6 18 0,1-6-6 0,-5-2 6 15,3 2-12-15,-2-7 11 0,-1 5-16 16,2-1 15-16,-2-1 3 0,-1-2-13 0,7 12 5 15,-1-7 4-15,-2 0-11 0,-3 0-5 16,0-1 14-16,-1-3-8 0,5 2-3 0,-4-5 8 16,-1 1 3-16,1 2 10 0,-1-1-5 0,3 0-10 15,-2-1 2-15,1 2 2 0,-2 1 9 16,0-4 7-16,4 1-12 0,-4 1-7 0,0-8 4 16,0 0-14-16,0 9 30 0,0-9-6 0,0 11-5 15,0-4-8-15,0-7 18 0,0 10-8 0,0-10 12 16,0 8-5-16,0-8 9 0,0 10-3 15,0-10-2-15,0 0 20 0,0 9 11 16,0-9-5-16,0 0-12 0,0 0 38 0,0 7-22 16,0-7 16-16,0 0-12 0,0 0 12 0,0 9-33 15,0-9 18-15,0 0-5 0,0 0 3 0,0 0-29 16,3 15 2-16,-3-12 28 0,0-3-33 0,0 1-1 16,0 0-3-16,0 0-4 0,2-1 14 15,-2 0-1-15,-2 3 4 0,2-2-13 0,0-1-2 16,-2-1-1-16,2 1 7 0,0 0 8 15,0 1-3-15,0-1 7 0,0 0-4 0,-1 3-2 16,-3-2 24-16,4-1-18 0,0 0-9 0,0 1 2 16,-3 0-8-16,3-1 12 0,0 0-18 15,-3 0-2-15,3 0-1 0,0 3 4 0,-1-2 1 16,1-1 1-16,0 2 2 0,-1-2-1 0,2-2-20 16,-1 2 2-16,0 0 1 0,-1 0 12 15,2 2 9-15,-1-4-8 0,0 2-4 0,0-1 1 16,0-2 4-16,0 3-6 0,0 0-2 0,0 3-6 15,0-3 2-15,0 0-1 0,0 0 25 16,-1 1-20-16,1-1 1 0,-3-1 15 0,1 1 0 16,2 0-12-16,0-3-13 0,0 3-1 15,0 0 15-15,0-1-33 0,0 0 16 0,-1 0 6 16,2-2-7-16,-1 3 16 0,0 0-2 0,5 0 1 16,-5-1-6-16,-3 1 2 0,6 0 2 15,-8-3-24-15,5 3 14 0,0 0 19 0,0 0-9 16,0 0-18-16,0-1 10 0,0 1-17 15,-1-1 14-15,1 1-5 0,-1 1 4 0,1-1-1 16,0 0 0-16,0 1-8 0,-3-1 1 0,3 0 11 16,0 0 17-16,3 0-1 0,-3 0-32 15,0 0 4-15,0 0 1 0,0 0-2 0,0 0 2 16,0 0 0-16,1 0 4 0,0-1 2 0,-1-1 10 16,-1 2 8-16,1 0-1 0,1 1-1 0,-1-2 1 15,0 1-8-15,0 0 0 0,2 0-1 16,1-3 1-16,-2 2-24 0,-1 1 0 0,4-2 3 15,-1 2 3-15,-3 0 12 0,0-2 5 16,1 4-8-16,3-4-3 0,-4 2 5 0,4 0 16 16,-1 0-1-16,-1-2-1 0,2 2-9 0,-4-3-8 15,4 3-1-15,-3 0 3 0,2 0 11 16,0-3-1-16,2 3 0 0,-3 0 1 0,2 0-2 16,-2-2 6-16,4 2-2 0,-2-2 14 0,-1 2-2 15,1 0-19-15,1-2-14 0,-2 1 1 16,-3 1 2-16,0 0-25 0,0 0 45 0,0 0-21 15,11 0-5-15,-11 0 16 0,8 0-8 0,-8 0 5 16,11 0 25-16,-11 0-38 0,13 0 18 16,-4 0 3-16,-9 0-22 0,13 0 6 0,-5 0 16 15,-8 0-17-15,12 0 1 0,-2 0 14 16,-2 0-1-16,1 0 27 0,2 0-50 0,-11 0 9 16,11 0-17-16,0 0 6 0,-3 0 12 0,4-13 2 15,-2 11 2-15,-3 1 30 0,-2 1-17 0,2 0-18 16,-1 0 4-16,0 0 10 0,0-3-12 15,-1 3 9-15,2 0 2 0,-4 0 5 0,-3 0-19 16,0 0 1-16,10 0 7 0,-10 0 14 0,11 0-27 16,-3 0 27-16,-8 0-14 0,11 0 35 15,-11 0-22-15,8 0 6 0,-8 0-28 0,13 0-2 16,-7 0 17-16,-6 0-5 0,11 0 14 0,-1 0-17 16,-10 0 40-16,10 0-24 0,1 0-25 15,-2 0 43-15,-9 0-33 0,13 0 19 0,-5 0-13 16,3 0 7-16,-3 0-17 0,2 0 3 0,-2 0-1 15,2 0-9-15,5 0 14 0,3 0 36 0,-2-7-12 16,-2 7-27-16,-2 0 5 0,-1 0-4 16,0 0 32-16,-2 0-22 0,-2 0-12 0,4 0 21 15,6-16-10-15,-8 14-21 0,3 2 15 16,-6 0-22-16,6 0 52 0,-2-4-21 0,-10 4 3 16,0 0-18-16,9 0 1 0,2 0 20 0,0 0-11 15,0 0-7-15,-11 0-1 0,13 0 2 0,-5 0-11 16,-1 0 5-16,-7 0 9 0,12 0 8 15,-2 0-8-15,-2 0 0 0,3 0-2 16,-11 0 26-16,11 0-6 0,-1 0-18 0,-1 0-23 16,-9 0 48-16,13 0-16 0,-2 0 3 0,-3 0-32 15,3 0 43-15,-3 0-36 0,2 0 1 0,-2 0 11 16,-8 0 14-16,12 0-12 0,-1 0-14 16,-2 0 13-16,2 0 0 0,0 0 18 0,-3 0-19 15,1 0 2-15,0 0-5 0,2 0 39 0,-2 0-37 16,1 0 2-16,1 0 28 0,-3 0-15 15,3 0-23-15,-1 0-9 0,-1 0 11 0,1 0 14 16,-2 0 29-16,5 0-37 0,-4 0-11 0,0 0 53 16,2 0-36-16,-3 0-25 0,8 0 22 15,-2 0 18-15,1 0-32 0,-1 0 12 0,-3 0 2 16,10-6 10-16,-10 6-1 0,-3 0 5 16,3 0-15-16,0-1-5 0,-3 0 0 0,3-1 4 15,18-1 24-15,-4 0-26 0,-5-4 19 0,1 4 2 16,-6 3-8-16,-1-1-13 0,1 0 3 0,-3 0-10 15,-3-2 13-15,15 2-3 0,-6 1 3 16,-1-2 12-16,-5 2-16 0,12-4 1 0,-5 4 8 16,-5-3-11-16,-2 3 36 0,4 0-33 0,5-5 20 15,0 5-30-15,-5 0 27 0,-3 0-7 16,10-7-13-16,-4 6 17 0,-19 1-32 0,15 0 51 16,-1 0-34-16,0 0-4 0,-2 0 0 15,1 0 21-15,-4 0 2 0,10 0 8 0,-1 0-18 16,7 0-8-16,0 0-6 0,-6 0 9 0,2 0-17 15,-6 0-4-15,0 0 19 0,-3 0 26 0,1 0 3 16,3 0-31-16,2 0 37 0,3 0-42 16,-8 0 17-16,25 16-18 0,-19-15-10 0,-7-1 20 15,6 0 2-15,1 0 4 0,-1 0-11 16,-1 0 12-16,-2 0-18 0,0 0-6 0,4 0 17 16,0 0-16-16,5-9 1 0,-5 9 43 0,-1 0-28 15,0 0 38-15,-2 0-23 0,5 0-31 0,1 0 7 16,-1 0 44-16,-2-8-2 0,0 8-33 0,4 0-8 15,-3 0-1-15,0 0 17 0,5 0-22 16,12-13 24-16,-19 10-18 0,-8 3-5 16,12-3 7-16,-4 0-2 0,-18 3 41 0,15 0-35 15,5 0 14-15,-4 0-12 0,1 0 28 0,-3 0-38 16,0 0 8-16,-2 0-5 0,9 0 30 0,1 0-30 16,23-13 23-16,-20 13-24 0,-3-9 2 15,8 8 33-15,-4-1-16 0,1-5-9 16,3 6-12-16,-15 1 3 0,6 0-1 0,5 0 0 15,1 0 2-15,3 0-14 0,3 0 2 0,-2 0 43 16,0 0-27-16,-2 0 7 0,1 0 10 0,1 0-2 16,-1 0-22-16,-4 0 18 0,3 0-21 15,1 0 11-15,0 0 9 0,1 0-12 0,0 0 20 16,0 0 0-16,-1 0-17 0,-4 0-5 16,3 0 21-16,26 7-34 0,-36-6 12 0,5 1 40 15,3 2-38-15,-9-2 18 0,-2-1-9 0,-2-1 22 16,-1 1-29-16,11-1-19 0,-6 3 15 0,-1-3 1 15,-2 0 14-15,0 2-19 0,-3 1 20 16,13-2-16-16,-13-1 18 0,6 0 5 0,2 0-4 16,-1 0-18-16,3 0-15 0,-2 0 21 0,0 0-2 15,2 0 26-15,2 0-28 0,3 0 5 16,-3 0-16-16,4 0 5 0,-1 0 7 0,-5 0 27 16,3 0 1-16,-6 0-28 0,5 0 14 0,-5 0-2 15,0 0-14-15,-2 0-15 0,-1 0 15 16,-2 0 5-16,-2 0 23 0,1 0-14 0,28-13 9 15,-23 13-26-15,-18 0 16 0,14 0-3 0,1 0-14 16,-1 0 31-16,-5 0-50 0,2 0 31 0,-3 0-6 16,2 0 7-16,-10 0 9 0,11 0-37 15,-3 0 16-15,-8 0 7 0,11 0-2 16,-11 0 31-16,11 0-36 0,-11 0 4 0,0 0 17 16,9 0 20-16,-9 0-26 0,0 0 3 0,11 0 5 15,-11 0 8-15,0 0-48 0,0 0 52 16,8 0-40-16,-8 0-42 0,0 0-5 0,12-10-30 15,-12 4-43-15,-1-4 11 0,1 3-124 16,-6-19-142-16,-2 0-34 0,-8 1 28 0,7-7 27 16,-3-1 56-16,-5 1-10 0,8-1-9 0,-5-2 47 15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13:26:34.657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46 1 254 0,'0'7'74'0,"0"2"-17"16,0-3-26-16,0 3 21 0,0-3-30 15,0 2 29-15,0-2-22 0,2 1 7 0,1 0-14 16,-3-7 31-16,0 0 20 0,0 0-43 15,7 20-15-15,1-15 37 0,-6 0-7 0,3-1-22 16,2-4 3-16,-3 1-4 0,0-1-7 0,4 0 0 16,-3-1-4-16,0-2 1 0,-1 2 56 15,2-2-15-15,-6 3 9 0,8-9-3 0,-7 7 0 16,5-2-20-16,-3 1 4 0,-3-3-5 0,2 3-31 16,1-4 48-16,-3 4-12 0,0-4 1 15,0 3 7-15,-3-2-32 0,2 3 33 0,1 3-7 16,0 0-21-16,0 0 9 0,0-9 13 15,-14-4-30-15,10 10 34 0,0-1 1 0,3 0-21 16,-2 2-3-16,-1 2-2 0,0-4-14 0,-1 8 9 16,-3-4 9-16,4 0-35 0,-4 3-7 15,2 4 24-15,-6 5-7 0,0-6-11 0,2 10 28 16,0-5 5-16,3-1-14 0,2 0-28 0,-1-2 11 16,4 2 14-16,-1-1-6 0,2-1-28 15,-1 1 11-15,2-9-13 0,0 7 30 0,0 2-7 16,14 20 25-16,-3-16-15 0,0 3-7 0,1-3-11 15,3 0-17-15,-2-7 30 0,-1 1-5 16,1-4-11-16,-4 0 11 0,-1-3 7 16,-1 0 19-16,-7 0-15 0,0 0-1 0,0 0-2 15,11 0-2-15,-11 0 0 0,18-16 20 0,-14 10-53 16,-2 1 35-16,2-5-1 0,-4 2-31 0,1 2 26 16,-1-4 7-16,0 10 8 0,0-10 8 0,0 3-23 15,0-3 0-15,0 10-44 0,0-10 35 16,-14-8-9-16,10 12-1 0,-1 2-73 0,-2 2-35 15,1-2 3-15,0 0-90 0,0 2 21 16,1 1 12-16,2 1-133 0,-5-4 1 0</inkml:trace>
  <inkml:trace contextRef="#ctx0" brushRef="#br0" timeOffset="1614.972">576 55 262 0,'3'-3'138'0,"-1"3"-24"15,3-2-15-15,1 0-12 0,-2 0-12 16,0 1 21-16,18-6-10 0,-2-2-60 16,0 3-1-16,4 0 44 0,0 0-10 0,-2-4-3 15,0 4 6-15,5 0-6 0,-6 0 1 16,1 0-6-16,3 1 12 0,-5 1-18 0,0-4-2 15,-4 5 0-15,-4-1 20 0,-1 1-17 0,-2-1-3 16,-2 1-11-16,-2 3 22 0,-1-3-21 16,2 3 5-16,-4 0 1 0,1 0-8 0,1-2-15 15,-1 2 7-15,-2-2-15 0,-1 2 13 0,0 0-41 16,0 0 15-16,0 0 5 0,0 0 0 16,0 0-129-16,11 0-32 0,-11 0-117 0,0 0 23 15,0 0 16-15,11 2-68 0</inkml:trace>
  <inkml:trace contextRef="#ctx0" brushRef="#br0" timeOffset="1016.018">989-292 307 0,'0'0'81'15,"-3"0"-10"-15,2-3 59 0,-2 3-35 0,-1-3-15 16,0 3-6-16,1 2 13 0,-4-2-10 0,2 0-7 16,-2 0-27-16,1 1 8 0,-3 2-6 15,2-3-6-15,-6 0-11 0,0 0 29 0,-4 0 14 16,-2 0-43-16,1 0 28 0,-15 10-8 0,18-7 4 16,-6 4-46-16,-2-4 14 0,13-3 14 15,1 0 0-15,-4 0-27 0,1 0 45 0,2 0-13 16,10 0-18-16,-11 0-23 0,2 0 23 0,9 0 6 15,-10 0-27-15,10 0-10 0,-10 0 2 16,10 0-10-16,-9 0 36 0,9 0 23 16,-17 16-27-16,13-16-14 0,1 2 15 0,1-1-23 15,-1-1 39-15,0 1-14 0,2 1-28 16,-2 2 18-16,3-2 2 0,-1 2 3 0,-1 0 2 16,0 1-28-16,2 2-17 0,-3-3 37 15,1 2-27-15,2 0 38 0,0 0-10 0,0 0 5 16,0 1-46-16,0-7 11 0,0 0 31 15,0 13 15-15,0-3-40 0,0 0 41 0,0 6-13 16,0 0-7-16,0 0-14 0,16 21-11 0,-15-21 33 16,3 4-13-16,0-6 4 0,-2 1-13 15,-1-1 19-15,-1-1-7 0,5 9-1 0,0-2-15 16,-3 0-19-16,0-2 42 0,-2 1 1 0,2-6-35 16,0 0 33-16,3 9-45 0,-1-5 17 0,-4-4 24 15,3-2 15-15,-3 0-4 0,4 2-4 16,-4-3 2-16,2-1 0 0,-2-2-4 0,1 2-1 15,2-2-8-15,-3 2 13 0,1-2-8 16,2 1-17-16,0 0 34 0,-3-2-20 0,5-1 21 16,-5 0-23-16,2 1 8 0,-1-3-1 0,3 4 11 15,-4-7-13-15,0 0 8 0,0 0-3 16,0 7-5-16,0-7-7 0,0 0-24 16,10 17 27-16,-5-16-26 0,-1 3 19 0,0-3-10 15,-1-1 30-15,4 2-19 0,-1-4 9 0,0 2-6 16,4 0 26-16,-2 0-12 0,-8 0-36 0,18 0 53 15,4 0-24-15,-1 0 0 0,23-15-6 0,-26 13 5 16,4-8 9-16,1 7-9 0,-1-4 1 16,3 4 7-16,-3-2-7 0,1 1-41 0,-1 2 9 15,-5-3 42-15,-4 1-6 0,0 4-15 16,-2-5-6-16,-2 5 17 0,-2-1 21 0,-1 1-51 16,1 0 46-16,-5-2-36 0,4 0-9 0,-1 1 36 15,0 0-5-15,-3 1-17 0,2-4 38 0,-1 4-34 16,0 0 16-16,0 0 7 0,-1-2-32 15,1 2-16-15,1-2 1 0,-4 2 2 0,3-1-36 16,0-2-78-16,-3 2-21 0,0-2-140 16,0 3-2-16,0 0-17 0,0 0 10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1-19T13:26:42.618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0 0 0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13:42:48.191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-3949-428 392 0,'0'-2'151'16,"0"2"-6"-16,0-2-37 0,0 4-31 15,0 0 9-15,0 3-10 0,2-3-55 0,0 2-1 16,-2 1 56-16,4 1-37 0,-3 1-6 0,2-4-1 15,5 4 9-15,-6-1-4 0,0-2-4 0,7-2 5 16,-7 2-12-16,3 0 15 0,0-2-3 16,-2-1-5-16,0-2 8 0,1 1-29 0,0 0 16 15,0-2 28-15,-1 2 15 0,-2-3 7 16,3-2-16-16,-2 3 24 0,0-6 0 0,-2 3 0 16,0 1-19-16,-2-2 20 0,0 1-18 15,-2 0 0-15,3 0-4 0,-5-1-8 0,1 1-2 16,1-1-20-16,-1 0 2 0,1 4-3 0,0 0-29 15,0-1-10-15,3-1-33 0,-8 4-22 16,8 0-1-16,-2 4 6 0,-1-1-97 16,0-3-77-16,3 2-129 0,2 0 0 0,-1-2 65 15,3 3-40-15,2-3 48 0</inkml:trace>
  <inkml:trace contextRef="#ctx0" brushRef="#br0" timeOffset="325.885">-3120-180 685 0,'0'2'235'0,"-1"2"-17"0,1 0-18 0,0-2-16 16,0 2-36-16,-5-3 4 0,5 1-26 15,0 0-18-15,0-1-13 0,0 0-3 0,0-1-4 16,5 3-9-16,0-3-12 0,2 0-13 0,-4-3-2 16,6 2-8-16,12-4-4 0,-6 0 6 0,6 0-9 15,-3-6-5-15,-2 7-4 0,5 0 2 16,-5 1-22-16,-3-4 2 0,7 1-25 0,-5 2-18 16,-2 2-11-16,-5-6-23 0,2 8-50 15,-4 0 10-15,1 0-13 0,-7 0-33 0,0 0-48 16,0 0-144-16,11 0 15 0,-11 0 10 0,9 0 21 15,-9 0 34-15</inkml:trace>
  <inkml:trace contextRef="#ctx0" brushRef="#br0" timeOffset="607.95">-2973 32 411 0,'-3'5'201'0,"-2"1"-1"16,2-1-10-16,-1-3-20 0,1 3 3 15,0-1-28-15,1-2-36 0,2 1-16 0,-2 0-6 16,1-1 4-16,2 3-20 0,-1-2 24 0,0 1-20 16,2-1 0-16,0-2-18 0,4 1 12 15,1 2-15-15,0-4 14 0,0 2-9 0,4-2-2 16,13 0 4-16,-13 0-11 0,9 0-9 16,21-16-8-16,-27 13-9 0,1 3 12 0,12-7-6 15,-12 5-16-15,1 2 14 0,-4-1-8 0,0-2-12 16,-12 3 5-16,0 0-25 0,13 0-31 15,-5 0-9-15,-8 0-33 0,10 0 7 0,-10 0-85 16,9 0-39-16,-9 0-156 0,0 0-18 16,8 0 54-16,-8 0 42 0,0 0 12 0</inkml:trace>
  <inkml:trace contextRef="#ctx0" brushRef="#br0" timeOffset="-2711.65">-4534-618 403 0,'0'0'204'0,"0"0"-18"15,0 0-17-15,0 0-7 0,0-16 7 0,0 16-20 16,0 0-16-16,0 0-11 0,15-28 20 16,-15 25-24-16,0 2 9 0,0-3-14 0,0 4-19 15,-1-2-1-15,1 2-11 0,0 0-18 0,0 0 18 16,0-4-20-16,0 4 11 0,0 0-29 16,0 0 4-16,1 0-16 0,-2 0-9 0,1 0 14 15,0 0-28-15,1 4 13 0,-1-2 11 16,2 3-21-16,2 4 0 0,-3-3-7 0,5 16 2 15,-2 1 14-15,-1 6 0 0,4 4-16 0,-3 2 13 16,0 0-20-16,4 1 5 0,-7-2-6 0,4 6 22 16,-1-5-26-16,-2 3 20 0,0-1 0 15,1-2-7-15,-2 0-1 0,0-5-9 0,3 1 10 16,-1-2-3-16,1 0-4 0,-4-3 12 16,2-2-5-16,2-6 0 0,0-6 20 0,-4 2-30 0,4 4 24 15,-4-7-11-15,0-1-14 0,0-2 10 16,3-1 25-16,-3-4-11 0,1 3 14 0,-1-4 4 15,0 0-23-15,0-2 39 0,0 0-25 0,0 0-11 16,0 0 16-16,0 0-14 0,-4 10-12 16,4-10-10-16,-3-2-24 0,2 0-16 0,-7-3-35 15,5 1-19-15,-1-2-32 0,-3-13 11 16,3 5-108-16,0-5-53 0,0 3-97 0,-1-8 25 16,5 6 22-16,0 18-18 0,0-13 40 15,0-1 35-15</inkml:trace>
  <inkml:trace contextRef="#ctx0" brushRef="#br0" timeOffset="-2142.811">-4513-402 565 0,'0'-9'137'16,"-1"2"8"-16,1-2 26 0,0 2-45 0,0-3-5 16,1 0-10-16,-1-2-3 0,0 0-43 0,14-21 15 15,-7 22-12-15,-2-1 1 0,6-6-18 16,0 3 2-16,1 6-4 0,5-3-19 0,-3-1 32 16,-7 7-32-16,4-2-4 0,1 5 4 15,-1-2-18-15,-3 1 2 0,0 1 20 0,1 0-14 16,13-3-10-16,-10 3-4 0,-2 2-4 15,2 0 14-15,0 1-11 0,-3-2-1 0,-9 2-3 16,11 0 12-16,-2 0-17 0,-9 0 2 0,13 0 11 16,-4 0-33-16,20 19 51 0,-18-10-25 0,-1-2-6 15,6 3 9-15,-6 6 6 0,-2-7-13 16,-1 0-25-16,0 2 38 0,-3-5-3 0,-1 4 0 16,1-2-15-16,-3 1 15 0,2-3-9 0,-2 3 18 15,-1-2-17-15,0 5 12 0,0-1-35 16,-13 13 26-16,9-12 12 0,2 0 10 0,-1-4 1 15,-1 11 20-15,-5-5 0 0,-2-1-10 0,4 0 1 16,0-4 17-16,0 0-9 0,-5 4-17 16,-2-2 6-16,-1 2-2 0,0-4 14 0,-2 6-8 15,1-8 7-15,-2 7-10 0,4-8 21 0,-5 1-30 16,5-1 15-16,2-3 17 0,-1 4-28 16,4-4 2-16,0-1 18 0,1-1-32 0,0 3-5 15,1-2 4-15,2-2-2 0,-1 0-17 16,-1 0-5-16,0 0-6 0,2 0-24 0,-1 0-44 15,6 0-4-15,0 0-38 0,0 0 11 0,-11 0-89 16,11 0-152-16,-8 0-8 0,8 0 9 0,0 0 33 16,-22-13-4-16,21 7-9 0</inkml:trace>
  <inkml:trace contextRef="#ctx0" brushRef="#br0" timeOffset="-1030.053">-4194-153 293 0,'0'-4'143'0,"3"3"3"0,-6 0-26 15,3 1-18-15,-1-2-13 0,1 2-15 0,0 0-11 16,1 2-8-16,2 0-5 0,-2 1-2 16,0-2-2-16,1-1-4 0,2 4-5 0,0 0 15 15,-1-3-27-15,1 0 0 0,-1 2-4 16,2-2-2-16,-1-1-12 0,3 0 19 0,-3-1 19 15,3-2-3-15,-1 2-15 0,-2-2-15 0,1-3-11 16,1 1 62-16,-3 0-20 0,-1-1 5 16,4 1 31-16,-2 0-5 0,-4-2-22 0,0 3 8 15,0-4 4-15,0 4-6 0,0 4 2 0,0 0-29 16,0-10 16-16,0 10-17 0,0-10 6 16,-17-1-16-16,12 9 1 0,1-2-30 0,1 2 22 15,2 0-14-15,-8 2 8 0,7 2-60 0,0-2 23 16,-6 3-34-16,7 1 7 0,-2 1-48 15,-5-1-6-15,6-1-89 0,0 5-110 0,-3-3 22 16,4-1-81-16,-2 2 6 0</inkml:trace>
  <inkml:trace contextRef="#ctx0" brushRef="#br0" timeOffset="-1540.636">-4121 91 475 0,'-6'-3'213'16,"5"0"-8"-16,-3-1-13 0,2 4-15 0,0-4-7 15,-2 2 4-15,-1-2-32 0,4 4-15 16,0-2-19-16,-1 2-12 0,2-2-7 0,-4 0-5 16,3 2-16-16,-2 0-6 0,3-1-3 0,-1 1-16 15,1 0-13-15,0 1 7 0,0 5-1 16,1 0 1-16,-1 1 2 0,3 2-30 15,0-2 4-15,2 15 9 0,-5-14 4 0,4 17 1 16,2-4-13-16,-5-3 0 0,0-2-16 0,1-2 11 16,7 6 2-16,-9-6-2 0,2-3 6 15,1 0-7-15,-1-1-9 0,0-1 7 0,2 1-3 16,-4-6 5-16,1 3-10 0,2-4 9 0,-3 3-3 16,1-3 5-16,-1 0-6 0,0 0-11 15,0-1-29-15,0-2-9 0,0 0-24 0,0 0-26 16,0 0 11-16,-7 5-127 0,5-7-67 0,-1-1-61 15,2-2 8-15,-4 2 20 0,5-4-47 16,-4 2-3-16</inkml:trace>
  <inkml:trace contextRef="#ctx0" brushRef="#br0" timeOffset="-483.054">-3814-63 471 0,'0'0'268'15,"0"-1"-45"-15,0 1 0 0,0 0-34 16,0 0-29-16,0-3-11 0,0 3-10 0,0-1-23 15,0 1-12-15,0 0-15 0,0 1-4 0,0-1-20 16,0 0-5-16,0 0-5 0,2 3 4 16,-2-2-14-16,2-1-11 0,-2 4 6 0,1-2-18 15,2 3 2-15,-3 2 12 0,0-1-10 0,1 0-9 16,3 18 0-16,-1-9 0 0,3 5 5 16,-2-3-9-16,3 4-12 0,-2-6 8 0,-2 6 10 15,2 1-12-15,-1 4-16 0,-1-9 18 16,-1 7-7-16,2 0-3 0,0-2 9 0,-1 1 4 15,-1 3 6-15,-2-14-6 0,0 7 0 0,0 4 7 16,0 0 0-16,0 0 5 0,0 1-14 16,0-3-1-16,0-2-3 0,-18 21 11 0,14-24-6 15,0 8 10-15,3-13 6 0,-2 1-20 0,0-3 19 16,-2-1 8-16,5-3-15 0,-2 1 7 0,0 3 6 16,2-5-9-16,-4 0-7 0,-1 2-4 0,1-4 19 15,0 2-13-15,0 0-17 0,-3-2 8 16,0 2 27-16,-1-3-24 0,0 2-2 0,-1-2-3 15,-2-1 8-15,0 1-30 0,-1-1-5 16,0 0-11-16,2 0-16 0,-11 0-31 0,-21-12 0 16,21 4-6-16,5 3 8 0,6 2-75 15,-1-4-55-15,0 3-117 0,6-3-48 0,-1 3 20 16,3-2 21-16,2 1 20 0,-3-4 10 16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13:42:49.998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2766 11 599 0,'-6'-3'230'0,"5"-1"-41"15,1 4 11-15,-4-4-32 0,3 0-32 0,-6 2 5 16,1 2-31-16,2 0 11 0,0-3-13 16,-2 3 0-16,2-1-29 0,-3 2-9 15,2-1-6-15,-1 3-12 0,4-3-7 16,-3 4-7-16,5-4 1 0,-12 6-4 0,11 1 0 15,-5-2 1-15,5 3-14 0,-3 1 13 0,2 0-15 16,0-2-1-16,2 16-6 0,-3-1 14 16,-3-2-11-16,2 2-11 0,4-4 8 0,0-8-9 15,0 7 11-15,0 1-13 0,0 2 5 0,0 3 10 16,0 0-5-16,0-1-3 0,0 0-4 16,17 27 14-16,-13-23-2 0,-1-1-11 0,-3-5 15 15,1 8-9-15,2-1 9 0,-3-14-1 0,0 5-7 16,0 8 9-16,0-3 0 0,-17 26 11 0,14-27-2 15,-2 0 16-15,-3 0-26 0,4-3 18 16,-5-1-7-16,1 1-8 0,-8-3 14 0,3 0-10 16,-5-2 12-16,9-5-2 0,-6 2-4 15,5 0 21-15,-1-5-3 0,1 1-5 0,2-2-26 16,1-1-2-16,-2-3 2 0,0 1 10 0,4 1-15 16,-1-2 13-16,1 2 4 0,-1-3 12 0,4 1-6 15,-4-1-39-15,6 0-16 0,0 0 23 0,0 0 2 16,0 0-21-16,0 0-2 0,0 0-6 15,-12-14 8-15,12 13 1 0,0-5 22 0,4 6-24 16,-4-6 10-16,1 4-10 0,6-2 31 16,-3 4-23-16,-1 0 2 0,2 0-15 0,1-2 25 15,1 4-36-15,-2-2 16 0,2 0 23 0,0 3-7 16,4 0-5-16,8 7-19 0,-2 2 17 16,-2-2 19-16,1 3-40 0,-3 0 12 0,-8 1 24 15,9 2 0-15,-2 2-32 0,-1 2 11 16,2-2 9-16,-2 2 19 0,-4 0-32 0,0 2 5 15,-1-2 20-15,-1 4-3 0,1-1-18 0,-1 1 1 16,-1 1-13-16,0-1 39 0,-3 1-35 0,-1 0 13 16,4 0-6-16,-4-5 13 0,0 6 11 15,6-1-18-15,-5 4 25 0,1-4-2 0,-2 1-11 16,0 0-14-16,0-3 23 0,2 3-8 16,-2-14-17-16,0 8-6 0,0 1 9 0,0 0 28 15,0 3-27-15,14 25-2 0,-8-25 2 0,-4 0-12 16,7-1 8-16,-1-3 2 0,2 5 0 15,2-5 14-15,2-1 4 0,-1 0-15 0,4-2 19 16,-2 1-28-16,7-2 36 0,1 1-32 16,4-4-3-16,-1 2 0 0,1-5 21 0,1 4 12 15,1-3-16-15,-1 0-6 0,0-2-1 0,1-2-1 16,-3-1 11-16,1 4 5 0,-2-4-18 16,1-2-4-16,-4 0 16 0,-1-2 16 0,-9-1-12 15,-12-1 1-15,14 0 36 0,0 0-20 16,-6 0-5-16,-8 0 20 0,12 0 0 0,-3 0 13 15,-9 0-7-15,11 0 36 0,-11 0-17 0,7 0 6 16,-7 0-14-16,0 0-25 0,9 0 10 16,-9 0-12-16,0 0 3 0,0 0 11 0,0 0-32 15,8 0 19-15,-8 0-4 0,0 0-80 16,0 0-69-16,13-7-28 0,-15 7-49 0,1-3 19 16,-3 2-196-16,1-3-110 0,-1 2 35 0,-1-2 31 15,2 2 28-15,-3-4 24 0,1 2 48 0,1-3 15 16,-3 2 8-16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13:42:54.721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6935-2822 406 0,'0'0'252'0,"0"0"-44"16,0 0-10-16,0 0-36 0,0 0-16 0,0 0-11 15,3 0-1-15,-3 0-25 0,1 0 4 16,-1 0-16-16,-1 0-27 0,-2 3 19 15,6-2-15-15,-6 4 0 0,3 0-15 0,0 3 9 16,-2 0 4-16,0 16-15 0,2-13 0 0,-12 27-4 16,2-15-10-16,-1 5-12 0,3-3 0 15,-6 1-27-15,2-1-57 0,-5 0-53 0,5-1 9 16,-5 6-266-16,-1-4 0 0,6-4 20 16,-6-1 51-16,0-7 29 0,3-4-17 0</inkml:trace>
  <inkml:trace contextRef="#ctx0" brushRef="#br0" timeOffset="-358.687">6158-3067 270 0,'-20'0'116'0,"20"-18"-12"0,0 18-17 0,-28-33-10 15,23 25 56-15,3 1-8 0,1 0-21 0,-3 4 30 16,4-1-26-16,-2-2 10 0,-2-1-8 0,3 3 3 16,1 1-13-16,-1-3 14 0,-4 1-22 15,5 1-4-15,0 1 1 0,-2 0-13 0,-1 2 7 16,2-4-3-16,1 1-17 0,0 3-13 16,-2-1 17-16,2 2-21 0,-3-4 3 0,3 1-5 15,-1 2-5-15,1-1-15 0,0 2 2 16,0 0-17-16,-1 0 8 0,1 0-2 0,1 3 3 15,-1 0-19-15,1 3 19 0,4-1-8 0,4 16 3 16,-2 2 3-16,1-3-2 0,-1 11 0 16,3 1-6-16,-2-5 17 0,4 7-28 0,-2-3 12 15,-2 3-1-15,3-1-10 0,-2-4 11 0,-1 3-9 16,1-9 11-16,-2 3 3 0,-1-2-7 16,-1-5-3-16,2 1 6 0,-1-7 1 0,-2 0 21 15,-3-10-9-15,-1 6 13 0,2-4 9 0,-2 1 1 16,2-3 5-16,0 0 18 0,-1 1 16 15,3-2 4-15,-4 0-27 0,0-2 6 0,0 0-6 16,0 0-31-16,0 0 0 0,0 0 17 0,0 0-6 16,0 0-24-16,6 11-3 0,-6-11-3 15,0-1-74-15,-3 0-5 0,3-3-52 0,-1-1-17 16,1 3 13-16,0-4-117 0,1 0-49 16,4-1-110-16,5-7 12 0,4 2 26 0,-3 4 20 15,7-3 35-15,2-2 18 0,5 6 6 0</inkml:trace>
  <inkml:trace contextRef="#ctx0" brushRef="#br0" timeOffset="1512.876">7692-3101 264 0,'-3'-4'262'0,"-5"3"-46"0,3 1-21 15,3 0-18-15,-4-2-44 0,3 1-20 0,-1 1-62 16,3 0 0-16,0-2-42 0,1 2 1 0,-5 2-91 16,5-2-23-16,0 0-156 0,-1 0-38 0,0 0 5 15</inkml:trace>
  <inkml:trace contextRef="#ctx0" brushRef="#br0" timeOffset="1303.573">7829-2824 550 0,'-3'-1'182'0,"2"1"-31"0,0 0-34 15,-2 0-2-15,1-1-6 0,2 1-34 0,0 0 5 16,0 0 0-16,2 0-18 0,1 1-6 0,-2-1-4 16,0 0 1-16,2 0-9 0,1 0-38 15,4-1 32-15,-5-2 2 0,3 3 0 0,2-5-43 16,0 4 55-16,10-8-5 0,-6 2-32 0,1 1 6 16,-6-2-2-16,0 3-10 0,-2 1-1 15,1-2 12-15,-1 1 14 0,-2 0-29 0,7-13-24 16,-2 8 9-16,-4 3 38 0,3 1 25 15,-6-3-2-15,-1 4-21 0,0 0 19 0,0 2 3 16,0 3-14-16,0 0 5 0,0 0 1 0,0 0-8 16,0-9 11-16,0 9-2 0,0 0-5 15,0-11-12-15,0 11-19 0,0 0 19 0,0 0-14 16,-16-12-5-16,16 12-17 0,0 0 4 0,0 2 11 16,0 2 12-16,0 0-12 0,0 0-4 15,2 1-9-15,0 0 9 0,-1 1 1 0,3 2-8 16,2-5 7-16,8 13 8 0,-5-8-18 15,6 4-13-15,3-3 14 0,0 0-9 0,-4-4 6 16,1 0-1-16,0-4-2 0,-5-1 2 0,2 0-3 16,-12 0 5-16,18 0-13 0,-3 0 12 0,0 0-23 15,22-17 34-15,-17 7 10 0,-4 0-14 16,-1 0-13-16,-5 0 21 0,5-5-22 16,-8 4 15-16,2-7 11 0,-7 6 6 0,-2-4-9 15,0 0 8-15,0 16 8 0,0-12-6 0,-21-24 14 16,12 16 1-16,-2 1-10 0,1 0 6 0,0-1 4 15,2 3 7-15,-4 2 9 0,-1 2-4 16,6 0-1-16,-2 3 14 0,2 3-17 0,3-1-15 16,1 4 23-16,-1-2-7 0,-2 4-4 0,5-2 1 15,0 3-17-15,-5-3 21 0,5 2-32 16,-2-4-6-16,0 6 5 0,1-2 12 0,0 2-10 16,2 0-10-16,0 2 8 0,4 6 5 15,-4 0-19-15,2-1 3 0,5 17 0 0,2 0 15 16,-2 3-19-16,1 0-1 0,2 4 6 15,2 3-2-15,-3-2-4 0,3 2 17 0,-2 3 0 16,2-2-2-16,-4-1-1 0,-1 3-16 16,3 2 3-16,-3-4 15 0,1 3-18 0,1 0 4 15,0-5 24-15,0 0-26 0,4-1-1 0,-1-3 8 16,-5-1 0-16,4-6 21 0,-3 5-27 16,3-8-8-16,-3-1-2 0,2-4-4 0,-4-4-9 15,0 0-10-15,0-1 3 0,2-4 7 0,-4-1 3 16,2-1-9-16,2 0 5 0,-4-2-2 15,4-1 4-15,-8 0 7 0,0 0 8 0,10 0 2 16,2-13 0-16,-5 7-2 0,-1-10-1 16,-2 3 4-16,1 0-5 0,-5-2-11 0,0 5 13 15,0 0 9-15,0 10-3 0,0-18-2 0,-15-17 12 16,4 16-7-16,3 0 2 0,-3 0 15 16,-4 1-14-16,1 3-7 0,-1 3 7 0,-3 0 17 15,0 0-12-15,2 0-6 0,2 3-5 0,2 1 6 16,-1 3 12-16,2 2-4 0,4-3-13 15,1 3 25-15,0 0-11 0,2 2-9 0,1-2-6 16,-1 3 24-16,-1-4-14 0,3 4-8 0,1-2-13 16,-2 1 6-16,3 1 13 0,0 0-6 15,0 0-3-15,0 0 4 0,0-10 0 0,15-4 5 16,-1-3-19-16,2 4 21 0,0 2-4 0,0-1-6 16,2 1-3-16,0 0-3 0,-3-5-19 0,1 12-2 15,-7-3-13-15,2 1-15 0,-3 1 5 16,-3 1-70-16,1 2-37 0,1-3-27 0,-3 1-134 15,1-2-48-15,-3 1 57 0,2-2 19 16,-4-1-24-16</inkml:trace>
  <inkml:trace contextRef="#ctx0" brushRef="#br0" timeOffset="3725.457">9291-2874 404 0,'1'0'119'0,"-1"-2"-17"16,4-1-13-16,2 1-11 0,1-2 9 0,11-1-15 15,6-6-10-15,3 0-27 0,0-3-1 16,-1 4 49-16,4-7-48 0,-1 3 3 0,4 0-5 15,2-1-22-15,-2 1-2 0,-3-2-1 0,0 2 2 16,-4 1-36-16,-2-3 39 0,-2 6-39 0,-2-3 43 16,-6 4-21-16,3-2-7 0,-11 2-14 15,1 0 38-15,-3-1-3 0,-1 4 1 0,-3-1-2 16,0 7 40-16,0 0 7 0,0-10-13 16,0 10-12-16,0-10 35 0,0 10 9 0,-14-18 16 15,12 14-36-15,-1-2 3 0,2 3 2 0,-1-1 11 16,-3 3-12-16,5-4-15 0,0 1-14 15,-2 3 8-15,-2-1-17 0,4-1 30 0,-1 2-35 16,-2-2-6-16,3 3 11 0,0 3 9 16,0-1-14-16,3 2-10 0,-2 1 18 0,-1 4 4 15,2-2-4-15,9 17-34 0,-6-3 16 0,3 2-1 16,-4-4-1-16,7 3-6 0,-1 1 14 0,0-1-9 16,-3 2-26-16,5-3 27 0,-4 2-2 15,2-2 5-15,-2-2-12 0,0-1-4 0,-5-5 28 16,3-3-14-16,-5-1 0 0,2-2-3 0,-2-1-12 15,0 0 23-15,1-4 4 0,2 0 13 16,-4 1-3-16,0 0 2 0,0-3 2 0,0 0-15 16,1 0 9-16,-1 0-22 0,-1-6-3 15,2 2 14-15,2-2-8 0,-2-2-6 0,2 0 10 16,0 1-15-16,4-12 0 0,0-2-4 0,2 1 3 16,0 3-19-16,3 1 7 0,-5 4 12 15,3 3-7-15,-5 2-9 0,3 0 18 0,-2 4-13 16,1-1-26-16,-3 1-5 0,-1 1 7 15,2 2 29-15,1-1-6 0,-2 1-20 0,-4 0 28 16,0 0 21-16,0 0-19 0,0 0-1 0,12 0 8 16,3 13-7-16,-9-9-7 0,-1 2 6 0,1-2 5 15,6 10-6-15,-5-3-6 0,1-5 21 16,0 6-9-16,-1-7-6 0,0 2-18 0,0-2 16 16,-3 1-6-16,2 2 19 0,-2-3-22 0,0 1 15 15,3-1 14-15,-2 0-40 0,2 0 22 16,0-1 15-16,-1 1 0 0,0-3-31 0,3 2 14 15,6 6 7-15,-3-8 11 0,-5 1-3 16,1-2-16-16,-1 2 21 0,-7-3-8 0,0 0-3 16,8 0-33-16,3 0 11 0,16-14-10 15,-16 5 34-15,-5 2-32 0,1 2 51 0,-1-2-12 16,-1 0-9-16,-3 1 14 0,2 1 16 0,-1-3-63 16,1 2 39-16,-4 0-15 0,0 0-4 15,0-1 9-15,0 7 30 0,0 0-5 0,0-12-16 16,0 3-12-16,0 9 25 0,0-10-58 15,0 10 48-15,-14-20-4 0,10 16 10 0,-2 2-15 16,1-2 11-16,1 4-7 0,-2 0 10 0,2 0-45 16,-1 3 5-16,-1 0 28 0,3 1-13 15,-1-1 22-15,-3 3-5 0,6-3 16 16,-3 5-30-16,4-3-3 0,-3 1 20 0,3 2-1 16,0-3 16-16,1 2-39 0,-1-7 21 0,0 0-25 15,0 9 12-15,0 0 2 0,0-9 9 16,16 20 5-16,-12-14-31 0,12 11-1 0,-2-5 28 15,-3-1 21-15,3 1 3 0,-3-6-56 0,0 0 29 16,1 0 0-16,-4-4-1 0,1 0 18 16,4-2-11-16,-4 1 10 0,2-1 0 0,-11 0 1 15,19 0-57-15,19-13 6 0,-16 9 26 0,-2-5 20 16,-4-1-25-16,-1 0 2 0,-2 0 0 16,-4 4 22-16,-2-4-9 0,-1 4 0 0,-5-4 0 15,0 1 0-15,2 0-1 0,-2 3-17 0,-1 6 23 16,0 0-5-16,0-11 12 0,0 11-2 15,-13-22 10-15,4 18 10 0,-6-5-27 0,3 3-6 16,0 3 8-16,1 0 9 0,0 2-9 0,11 1 7 16,0 0-10-16,-10 0 2 0,10 0-2 15,-23 13-3-15,18-5-9 0,3-3-19 0,-2 5 29 16,4-1-15-16,0 1 0 0,0 0 24 0,0 0-40 16,13 21 55-16,-3-12-3 0,2-3-44 0,1-3 45 15,0 3-38-15,4-5 2 0,2-2-14 16,-6-3 31-16,3 0 21 0,3 0-37 0,-5-5-14 15,3 3 4-15,-17-4 0 0,20 0 34 16,2 0-5-16,-1 0 0 0,21-18-44 0,-18 9 6 16,-12 0 34-16,5-4 25 0,-2 3 2 0,-3-4-38 15,-1 4 15-15,-5 0-11 0,-1 0 2 16,3-7 1-16,-6 0-18 0,-2 17 34 16,0-12-25-16,0 0 35 0,0 0 7 0,0 3 13 15,0 9-36-15,-17-21 19 0,8 6-4 0,-5 10-11 16,3 0-20-16,0 1 28 0,-1 4-8 0,12 0-10 15,-9 0 14-15,9 0 9 0,-11 0-8 16,-15 23 7-16,19-12-23 0,2-1-8 0,1 1-8 16,4 1 14-16,0-12 17 0,0 16-4 15,19 17-55-15,-8-17 14 0,8 1 53 0,3 0-42 16,-1-3 37-16,6-1 2 0,-1-6-27 16,5-1 26-16,-1 2 18 0,0-7-6 0,3 0 0 15,-16-1-7-15,6 0 7 0,2 0-3 16,1 0-7-16,-1 0 12 0,19-12 4 0,-28 10-15 15,-3-1 5-15,-4 0-29 0,0 2 5 0,-4 1 11 16,1-2 6-16,-4 2-25 0,4-3-36 0,-5 2-8 16,3 1 5-16,-4 0-163 0,-1 0-140 15,-3 0 24-15,2 0-27 0,-4 0 11 0,-4 1-4 16</inkml:trace>
  <inkml:trace contextRef="#ctx0" brushRef="#br0" timeOffset="2214.832">9566-3319 329 0,'-4'-5'227'16,"1"2"4"-16,2-3-36 0,1 2-11 15,0 1-22-15,-4-1 11 0,4 2-10 0,-5-2-22 16,4 2-17-16,0-1-1 0,-1 2-9 0,2-4-19 16,-4 5-23-16,4-1 5 0,-1-1-21 15,-2 2 0-15,3 0-17 0,-1 2-7 0,1-1 16 16,0 6-11-16,1-2-4 0,2 0 5 0,-2 4-14 16,1-1-2-16,4 14-11 0,-1 4 15 15,0 1-21-15,1-5 12 0,-4 0 0 0,4 1-14 16,1 2 12-16,-3 1-3 0,7-1 4 15,-6 2 5-15,-2-6-18 0,3 6 5 0,-1-5 0 16,-2-1 4-16,2 4-10 0,2-4 19 0,-1 2-14 16,1-2 7-16,-3-5-15 0,1-4 8 0,-1 4-12 15,-2-6 15-15,-1-1-8 0,3 0 0 16,-2-4 2-16,-1 1 2 0,3 2 2 16,-1 0-13-16,1-2 9 0,-3-2-1 0,3 2 13 15,2 0-22-15,-3 0 11 0,5-2 2 0,-4 2-4 16,4-5-17-16,-4 4-2 0,5-4-3 0,-1 3-5 15,14-2-14-15,-7 1-13 0,-15-3-17 0,12 0-53 16,-1 0 14-16,7 0-47 0,14-22-84 16,-24 12-104-16,2 0 22 0,2-2-53 0,-5 1 16 15,-6 0 43-15</inkml:trace>
  <inkml:trace contextRef="#ctx0" brushRef="#br0" timeOffset="5018.15">11638-3350 551 0,'-1'5'122'15,"0"-3"-27"-15,1 2-11 0,0 0-10 0,-3 1-19 16,6-4 19-16,-1 1-29 0,2 1 38 0,2-2-2 16,-1-1-6-16,-2 0 8 0,4-1 1 15,-1 1-3-15,-2-1 4 0,1-1 9 0,-2 0 9 16,2-2 0-16,-3 3-9 0,2-2-8 15,-3 0-1-15,-1-1 8 0,0 2-25 0,0-2 3 16,0 0-5-16,0-1-3 0,-1 2-14 0,-3 0-3 16,0 0-6-16,0-1 8 0,-1 2-27 15,-1 2-11-15,0 0-27 0,-1 0-11 0,2 2-30 16,-2 2-4-16,1-1 6 0,-6 12-103 0,2-8-156 16,2 2-30-16,5-2 0 0,-1 0 11 15,3-1 20-15,2-3 35 0</inkml:trace>
  <inkml:trace contextRef="#ctx0" brushRef="#br0" timeOffset="4625.392">11846-2834 310 0,'-3'3'234'0,"0"-3"-70"0,2 0-37 16,0 2-45-16,1-2 43 0,-2 0-29 0,4 0-19 16,-2 0 18-16,2 0-20 0,1-2-17 15,0-2 27-15,2 3-21 0,0-4 14 0,8-7-54 16,-6 2 27-16,4 3 5 0,-4-3 0 0,-3 1-32 16,-1-1 19-16,1 1-5 0,0-1 14 15,-4 2 2-15,4-12 0 0,-4 0-8 16,0 11-10-16,0-1 11 0,0-1-3 0,0 11-11 15,0-12-1-15,-12-4-5 0,11 10 10 0,-1 2-13 16,-1-2 23-16,1 2-19 0,0 2 0 0,0-3-25 16,0 0 13-16,2 4 3 0,-4 1-13 15,4 0 14-15,-1 0-13 0,-1 2-10 0,1 2-5 16,-2 3 14-16,3-3-5 0,0 5-5 16,0-2 10-16,4 3-14 0,-2-2 10 0,-2 2-2 15,18 19 6-15,-7-13-1 0,4-5-12 0,-6 1 10 16,8-4-4-16,-5 1 2 0,1-4 10 0,-4 0-19 15,2-4 8-15,0 0-10 0,0-1 18 16,-11 0-4-16,17 0 8 0,17-12 3 0,-15 1-21 16,1-1 0-16,-8 0-11 0,3-2 19 15,-8 1 0-15,-1 3 4 0,-1-2 16 0,-1 5-13 16,-1-3 5-16,-2-2-19 0,-1 2 15 0,0 10 7 16,0-10-4-16,0 3 3 0,-16-17-1 15,9 10-8-15,0 8 7 0,0-1-7 0,0 1-3 16,0 3 0-16,2 0-3 0,-1 1 1 15,2 0-1-15,-1 2-22 0,5 0 14 0,0 0-6 16,0 0-7-16,0 0-1 0,-7 0-19 0,-1 16 12 16,8-13-5-16,1 1 15 0,0 2 13 15,4-2-12-15,6 14 3 0,-2-8 3 0,5 1-20 16,-2 1 18-16,3 1-2 0,-2-4 15 16,2 3 5-16,-3 2-25 0,2-4 10 0,-6 0 5 15,5-1-6-15,-1 2 11 0,3 0-27 0,-5-1 24 16,-1 0 10-16,0-3-16 0,0 1 3 15,4 6 2-15,-6-1 3 0,-3-5 2 0,0 2-2 16,-4-2 3-16,8 3-2 0,-8-4 7 0,0 0 15 16,0-7-30-16,0 14 2 0,0 2-2 15,-16 9-21-15,7-11-22 0,1-2-31 0,0-2 7 16,-3-4-80-16,3-3-150 0,1 0-15 0,-4-3 6 16,1 1 16-16,0-1 15 0</inkml:trace>
  <inkml:trace contextRef="#ctx0" brushRef="#br0" timeOffset="5855.085">13425-2834 422 0,'0'-1'214'0,"1"0"-10"16,-1-4-19-16,-1 2-25 0,1 0-40 0,-3-1-7 16,2-2-9-16,-5 2 11 0,3-2 0 15,-2-1-30-15,1 1-9 0,-10-5 2 0,2 0-6 16,-5-2-10-16,-2 4 14 0,2-2-20 16,4 5-6-16,0 2-20 0,2-2 11 0,2 6-5 15,-2-4-7-15,0 4 5 0,2-1-4 16,9 1-5-16,0 0-7 0,-12 0-13 0,2 0 9 15,10 0-14-15,-33 16-2 0,18-1 1 0,0 0 14 16,3 0-21-16,-1 4 24 0,8 0-7 16,-2 0 0-16,1 1-9 0,4 0 9 0,-1 2 1 15,2-1-7-15,1-13-3 0,0 4 7 16,0 4-22-16,15 17-5 0,-6-14 22 0,4-5-6 0,-1-3-26 16,0-2 30-16,2-1 6 0,10-1-12 15,-11-4-23-15,-13-3 33 0,17 0-8 0,-5 0-7 16,6 0 10-16,19-22-7 0,-23 11 14 15,4-5-13-15,-2 0 21 0,-3-1-3 0,2-1-21 16,-6-2 7-16,0 2-1 0,-2-1 19 0,-2 5 21 16,-1 0 13-16,-2 4-3 0,-1 2-9 0,2 1 21 15,-3-2-4-15,0 9-20 0,0 0 13 16,0 0-8-16,0-10 4 0,0 10-16 0,0-7-11 16,0 7-2-16,0-9 15 0,0 9-23 15,0 0 3-15,0 0-7 0,2-13 13 0,1 16 5 16,-1 0-14-16,-2-1-1 0,1 2-4 0,3 0-9 15,-1 2 9-15,2 0-14 0,-1-2-13 0,2 2-18 16,-2 0-4-16,2-1-6 0,9 9-27 16,0-2 1-16,3-3-42 0,6-2 12 0,0-1-151 15,2-2-130-15,8-2 32 0,-3 0 37 16,-7-2 18-16,-7 0 11 0</inkml:trace>
  <inkml:trace contextRef="#ctx0" brushRef="#br0" timeOffset="6602.552">14446-2961 565 0,'-1'-4'226'0,"-4"2"-5"0,0-4-10 0,0 4-16 16,2-3-8-16,-2 0-13 0,1 1-4 0,-2 2-1 16,3-3-32-16,-1 1 1 0,3 2-36 15,-3-2 9-15,1 2-30 0,2 2-2 0,-2-2-21 16,-3 1 12-16,6 0-21 0,-2 2 8 15,2 0-18-15,0 3-5 0,0 2-1 0,0 3-12 16,0-1 17-16,2 19-18 0,-2-12-2 16,0 8 2-16,17 38-16 0,-12-26 12 0,2 4-13 15,0-4 7-15,3 1 15 0,-3-4-14 16,1 5 4-16,1-2 3 0,4-1-5 0,-8 4-11 16,2-4-5-16,1 0 20 0,-3-4-25 0,3-6 4 15,-4-3 13-15,-3-5 8 0,3-2-7 16,-2-5-9-16,-2 1-2 0,0-4 5 0,0 0 38 15,1 1 1-15,-1-7 5 0,0 0 4 16,-3 2-23-16,-2-4 31 0,-5-15-19 0,-2 4-26 16,0-9 1-16,-1 2 3 0,1-9 13 0,-2-3-35 15,2-2 2-15,2-1-4 0,2 0 23 16,0-3-18-16,-1 1-15 0,5 0-5 0,0-4 6 16,4 1 15-16,0 21-11 0,0-7-23 0,0-3 24 15,18-37-4-15,-6 39-24 0,1 3 11 0,-1 1-4 16,5 3-8-16,2 3 16 0,-4 6-22 15,3-2 16-15,-2 3-10 0,-2 9 2 0,1-2 7 16,-2 1 2-16,-13 2 1 0,9 0-5 16,2 0-9-16,21 16 7 0,-12-3 18 0,-3-2-12 15,-5-1 22-15,3 1-10 0,-2 1-5 0,-6-1-6 16,1 0 2-16,-4-4 18 0,4 11 8 16,-8-4-8-16,0-14 5 0,0 13-12 0,-20 23 8 15,6-14 2-15,-4-3 4 0,-1-3 2 0,-3 4 2 16,3-4-14-16,-3-1 17 0,0 2-15 15,-2-6 16-15,2 4-17 0,7-5 7 0,-4-5-3 16,2 2-27-16,5-3-30 0,2 0-8 0,2-4-62 16,1 0 12-16,7 0-97 0,0 0-96 15,0 0-36-15,-5-11 5 0,9 6 24 0,10-9 44 16,-2-1 10-16</inkml:trace>
  <inkml:trace contextRef="#ctx0" brushRef="#br0" timeOffset="8009.75">14917-2855 519 0,'4'-2'211'0,"-1"-1"-59"0,-3 0 6 0,0-1-46 16,1 1-6-16,-1-1 3 0,0 2-28 0,0-3 10 15,0 1 11-15,-1 0-26 0,1 1 15 16,-6-1-17-16,3 0-6 0,-1 2-2 0,-3-2-26 16,2 2 14-16,-1-1-6 0,-1-1-16 15,1 4 13-15,-4-1-23 0,2-1 8 0,8 2-12 16,-17 0 12-16,-1 0-8 0,3 0-24 0,-25 18 29 16,21-8-18-16,1-1 5 0,4 1-9 15,2-2 12-15,1 8 4 0,6-3-28 0,-2 8-4 16,4-6 34-16,0-3-26 0,3-12 28 15,0 13-36-15,0 5 15 0,0 0 8 0,24 21-42 16,-15-21 35-16,1-5-35 0,2 2 10 0,1-5-13 16,-4-3 28-16,-2-1 14 0,5-5 1 15,-2 0-20-15,-10-1 7 0,8 0-14 0,5 0 3 16,17-19 6-16,-14 11 3 0,0-5 4 0,-7 6 6 16,-2-5 2-16,-1 5-3 0,-1-2 10 15,-2 2 1-15,1-1 13 0,-3 3-19 0,1 0 26 16,2 1-2-16,-3-2-16 0,1 2 1 0,0 2-12 15,0-3 11-15,-2 2-6 0,4-1-16 16,-4-2-3-16,3 4 14 0,-3 1-14 0,0-3 30 16,1 2-32-16,2 2 18 0,-2-2-14 0,-1 2 12 15,0 0-4-15,0 0-4 0,0 0-6 16,0 0 20-16,0 0-1 0,0 0-11 0,18 17 2 16,-12-13-19-16,-1 0 8 0,-4 2-5 15,5 0-14-15,8 5 2 0,-3-5 31 0,0-1-18 16,-3-1-6-16,2-3 7 0,-2-1-10 0,3 0 25 15,-11 0-14-15,7 0-1 0,-7 0 25 0,35-14-18 16,-25 7 0-16,7-5-2 0,-8 2-1 16,-1-3-8-16,1-5 20 0,-4 4 4 0,1 0 19 15,-5-1-2-15,-1-11 2 0,3 3 9 0,-3 11 4 16,0-7-4-16,0-1 7 0,0-2 3 16,-17-21 3-16,12 21 14 0,-2 3-12 0,-1 3 17 15,1 6-3-15,1-2-12 0,-3-4-13 16,0 6 19-16,5 4-23 0,-3 1-3 0,3-1 18 15,3 0-27-15,0 5 0 0,-1-1-11 16,-2 0 16-16,3 1-19 0,-2-1-5 0,2 1 4 16,1 1 24-16,0 0-6 0,0 0-25 0,0 0 6 15,-7 18-10-15,7-8 19 0,-6 11-25 16,6-6 28-16,0 4-8 0,0-6 2 0,0 7 6 16,0 1-22-16,13 29 4 0,-8-21-10 15,2-3 2-15,3 2-2 0,-2 0-7 0,4-5 24 16,1 1-16-16,-1 1 9 0,0-2-11 0,2-2-11 15,3-1-13-15,-5-1 8 0,2-3-16 0,6-4 4 16,-2 2 2-16,1-7-7 0,-1-1-14 16,-4-5 21-16,3-1-6 0,-17 0 6 0,19 0 5 15,-1 0-23-15,20-20 21 0,-16 7 6 16,-5 1-2-16,-1-5 4 0,2 4-14 0,-6-6 14 16,-3 2 13-16,-1-5-2 0,-3 1 14 0,-2 1-9 15,-3 6 4-15,0-6 10 0,0-1-9 16,0-5 17-16,0 0 7 0,-18-28-6 0,10 28 8 15,-3 3-1-15,6-2-10 0,-4-1 12 16,0 7 2-16,0 2-14 0,3 0 24 0,1 5-10 16,-3 6 16-16,4-3-13 0,0 2 1 0,3 3-16 15,1-2 3-15,-3 3-7 0,0 0-2 16,0-1 9-16,3 4-16 0,-4-3 3 0,4 3 5 16,0 0 10-16,0 0-14 0,0 0-10 15,-5 19-4-15,5-11 8 0,0 1 9 0,5 13-6 16,-5-8 5-16,0 5-9 0,0 6 14 15,13 26-20-15,-8-24 22 0,2 1-7 0,-3-2-13 16,4 0 4-16,-2 0 2 0,1 1 9 0,-2-4-2 16,2-2-18-16,-3-5 15 0,2-4-9 0,-5-1-6 15,5-3 5-15,-5-1-7 0,0 0 15 16,3-3-7-16,-4-1 3 0,0 2 7 0,2-3 1 16,1 2 2-16,-1-3-21 0,-2-1 8 15,0 0 2-15,0 0-7 0,0 0-5 0,6-13 2 16,-5 9 0-16,3-4 14 0,-2 0-9 15,3-10-2-15,2-2-10 0,0 3 4 0,4-2 10 16,-6 4 2-16,6 2 10 0,0-3-25 0,-1 0 13 16,0 6-13-16,-2 3 8 0,2 2 9 0,-2-2-6 15,3 5-2-15,-3-3 6 0,-2 4-6 16,3-1-3-16,-2 2-12 0,1 0 10 0,-8 0 6 16,0 0 12-16,13 0-21 0,2 0 7 15,18 18 16-15,-21-9-10 0,5 2 0 0,-8-1-1 16,9 3 10-16,-7-3-8 0,2 2-5 15,-1-1 5-15,-1 3 6 0,-6-4-12 0,2 1 14 16,-1-1-12-16,5 6 1 0,-8-4 7 16,3-2 0-16,-1 0-14 0,-4-4 22 0,2 1-16 15,-1-2-23-15,-2 0-10 0,2 0-8 0,-2-2-53 16,3 0 8-16,-2 1-36 0,0-3-65 16,-1 1-132-16,-2-4-2 0,-1 2 23 0,1-5-40 15,0 2 11-15</inkml:trace>
  <inkml:trace contextRef="#ctx0" brushRef="#br0" timeOffset="8521.585">14937-2975 363 0,'-1'0'70'0,"0"2"9"0,1 2 4 0,-2-2-9 16,4-2-9-16,-2 1-7 0,1 0 38 0,5-1-31 16,-2 0 29-16,-3 0-24 0,6-1-12 0,-2 0-21 15,2-1 19-15,-1-2 3 0,2 2-9 16,-2 2-34-16,3-1-3 0,-9 1-1 0,18-3 38 16,-8 3-5-16,1 0-68 0,0 0-26 15,13-1-60-15,-4 0-146 0,-8-3 14 0,3 0-106 16</inkml:trace>
  <inkml:trace contextRef="#ctx0" brushRef="#br0" timeOffset="10940.402">16959-2979 244 0,'0'3'201'0,"0"-2"-86"0,0 1 20 0,0 0-20 16,0 2-43-16,3-3 16 0,-2 0-28 0,3 2 30 16,-1-2 8-16,1-1-48 0,-1-1 34 15,4 2-11-15,-2-2-24 0,3-2-27 0,-3 2 26 16,4-2 14-16,-2-3 4 0,11-2-52 0,-2-4 26 16,-2 1-2-16,-7 1-26 0,0 0 24 15,4-4-3-15,-6 3 15 0,1 1 7 0,-1-1-48 16,-5-2 33-16,3 3 0 0,-3 0-11 15,0 4 16-15,0 6-1 0,0 0 16 0,0-13-6 16,0 3 7-16,0 1-11 0,0-1-7 16,0 10-3-16,0-11 12 0,0 2 11 0,0 9-15 15,0-11 4-15,-14-4-12 0,14 9-2 0,0 2-8 16,-1 2-4-16,1-5-2 0,-4 6 0 0,4-1-15 16,-4 2-1-16,8 2 13 0,-8-1-3 15,4 6 1-15,0 0-12 0,0 2-6 0,0 17 20 16,0-14-14-16,0 9-4 0,0 6-1 15,0 4 6-15,16 39-4 0,-10-35 8 0,1 10-2 16,-2-6-13-16,-2 5-2 0,5-1 9 0,-4-2-15 16,7 2 10-16,-4 1 11 0,-1-3-4 15,1-4-3-15,1 2-12 0,0-1 8 0,0-6-4 16,2 7 14-16,-3-7 6 0,5-2-26 0,-1-2 9 16,0 1-5-16,-3-9-12 0,2 0-8 15,0 0-10-15,-3-9 2 0,2-1 1 0,-2-1 4 16,3-4-3-16,-8-4-3 0,4 2 9 0,-2-3 1 15,-1 2 5-15,-3-2-7 0,0 0-15 16,0 0-5-16,9-15 27 0,-7 10 1 0,-4-1-12 16,-7-14 20-16,3 3 0 0,-1-2-9 0,1-3-16 15,-4 0 23-15,0-1 19 0,-2 1-23 16,0 1-2-16,-5-1-15 0,3-1 46 0,-4 4-29 16,1-4 8-16,-5 7 27 0,5 1-23 0,-5 0 12 15,4-2 17-15,0 0 9 0,3 6-7 16,-3 0-22-16,3 1-1 0,6 2 8 0,0 2-2 15,5 1 5-15,-4 1-30 0,5 0 11 0,2-1 15 16,1 3-23-16,0 2 26 0,0 0 5 16,0 0-32-16,0 0 22 0,19-21-5 0,-1 9-8 15,0 5 3-15,1-2 12 0,2-1-9 0,2-3-34 16,0 1 17-16,1 2 14 0,-2-1-9 16,1-1 12-16,1-1-20 0,0 0 31 0,-3 3-13 15,-3-2 21-15,2 1-40 0,-4-4 12 16,3 4-17-16,-4-1 23 0,-5-1 2 0,2 1 23 15,-4 2-45-15,-2 0 31 0,-4-2-8 0,0 2 14 16,1 3 5-16,-3 7 5 0,0 0-20 0,0-12 18 16,0 3-7-16,-17-5-5 0,13 7-11 15,0 1 10-15,-11-5 1 0,5 5 3 0,-2 2 1 16,3 2-14-16,3 0 6 0,-5-1-4 16,6 3-13-16,0 0 26 0,5 0-14 0,0 0-21 15,0 0 24-15,-7 0 5 0,-5 15-8 0,6-12-2 16,2 4-20-16,4 0 35 0,-1-1-13 15,-2 4-7-15,3-2 19 0,0-8-28 0,0 16 17 16,0 1-3-16,22 15-29 0,-8-17 11 16,-7-7 15-16,10 5-8 0,0 0-8 0,1-4-23 15,1 0-5-15,0-8 35 0,5 3-29 0,-2-4 0 16,-6 0 31-16,-5 0-9 0,11 0 17 0,-4 0-49 16,15-14 27-16,-11 8-2 0,-8 3 0 15,2-7 2-15,-3 2 3 0,-5-1 0 0,-1 3 38 16,-2-3-21-16,-1 2 7 0,-4-3 6 0,3 5-7 15,-1-4 28-15,-2 3-12 0,0-3 5 16,0 9-24-16,0-9 26 0,0 9-33 0,0-11 16 16,0 4 5-16,0 7 19 0,0-13-9 15,0 13-11-15,0-10 22 0,-13-4-13 0,12 12-8 0,1 1 0 16,-3-2-13-16,3 3 8 0,0 0-4 16,0 3-6-16,0-2 3 0,3 1 8 0,1 2-11 15,-3 2 8-15,5-2 2 0,-1 1-10 16,1 0-6-16,6 9 7 0,-4 0-4 15,9-5-7-15,-3 1-23 0,-1-4 4 0,0 1-12 0,2-3 43 16,-5-1-43-16,1-3 16 0,-2 2-13 16,-1-2 47-16,2 0-49 0,-10 0 32 0,0 0 1 15,12 0-1-15,-5 0-16 0,8-14 12 16,-10 9-16-16,-1-1 17 0,-2-3 7 0,0 4 2 16,-4-5-1-16,1 3-2 0,1-4-14 15,-16-12 13-15,6 11 1 0,-1-1-35 0,-7-2 6 16,4 11 47-16,-1 0-5 0,1 1 14 0,-5-3 16 15,1 2-5-15,6 1-18 0,1 2-16 0,3-1 16 16,-1 0 0-16,1 2 3 0,8 0-11 16,0 0-16-16,0 0 14 0,0 0 7 0,0 0-3 15,-12-4-33-15,13 1 39 0,5 3-32 0,1-3 26 16,-1-1 6-16,15-6 7 0,-4 4-11 16,-1 0 7-16,3 1-16 0,1-3-32 0,-4 3 44 15,-4 1 23-15,2 1-13 0,0 2-16 16,-2-2-4-16,-2 3-7 0,-10 0 13 0,16 0-15 15,2 0 5-15,21 16 26 0,-16-11-23 16,-3 2 3-16,-3 0-4 0,-4 3-30 0,-4-3 41 16,0-1-2-16,-1 0-9 0,-4-1-1 0,0 3 34 15,-1-2-18-15,-2 1-15 0,2-1 13 16,-2 2-35-16,-1-2 3 0,0 2 31 0,0-4 3 16,0 3 5-16,0-2-4 0,0 0 14 0,0-5 11 15,0 0-7-15,0 0-14 0,0 0 9 16,0 0-1-16,0 6-8 0,5-10 15 0,-5 2-8 15,0-6-42-15,2 1 28 0,9-8-16 0,-4-4 18 16,3 2-5-16,2-1-35 0,3-2 36 16,0 6-11-16,-5 0 8 0,2 1-12 0,4 2-17 15,1 1 36-15,-4 1-11 0,-5 2-8 0,3 4 0 16,-3 1 18-16,-1 1-14 0,1 1 0 16,-8 0 13-16,14 0-29 0,22 15 14 0,-18-5 4 15,-6-6-8-15,-2 6 23 0,-1-4-19 16,5 5-5-16,-1 3 8 0,-4-6 5 0,-6 1-5 15,2-2-1-15,2 3 4 0,-3-4-14 0,2 0 12 16,-5 0-2-16,5-2-9 0,-6 2 31 16,1-3-46-16,3 1 38 0,-2 0 11 0,-1 1-10 15,2-4 8-15,0 3-2 0,-3-2 4 16,0-2 2-16,0 0 3 0,0 0-9 0,-2 0-5 16,1 0-18-16,1-6 15 0,0 2-2 0,0-2 11 15,-3 2-30-15,3-3 34 0,3 1-19 0,-3-2 15 16,1 1-25-16,1-3 9 0,-2 10-24 15,11-32 4-15,0 12 28 0,1 0-12 0,-5 10 11 16,0 0-14-16,9-4 3 0,-8 4-17 0,3 3-7 16,-4 1 21-16,4 2 7 0,-5 1-13 15,1 3 11-15,-2-1-3 0,2 1 14 0,-7 0-30 16,0 0 3-16,7 0 9 0,-7 0-4 16,11 0-1-16,-11 0 4 0,25 14-17 0,-23-10 25 15,14 9-2-15,-8 1 7 0,-1-3 15 0,-2-2-12 16,2 9 15-16,-1-1-3 0,-2-3-4 15,-4-14 6-15,0 20 15 0,0-1 0 0,0 1 3 16,0-4-3-16,0 2 21 0,0-5-19 0,0 1-4 16,0-2 1-16,0-1-8 0,0-2 15 15,0-1-13-15,0-8-4 0,0 11-10 0,0-2 15 16,0-9-14-16,0 10 13 0,0-10-22 16,0 9 7-16,0-9 14 0,0 7-21 0,0-7 11 15,-13 16-12-15,13-13-13 0,0 1-9 0,0-2-34 16,0-2-27-16,0 0-38 0,0 1 12 15,-1-2-292-15,-2-1-3 0,2-1 26 0,1 1-21 16,0-3 22-16,0 0 100 0,-4-3-55 16</inkml:trace>
  <inkml:trace contextRef="#ctx0" brushRef="#br0" timeOffset="15163.166">20181-3224 329 0,'-18'0'222'0,"18"-20"-11"16,0 20-22-16,0 0-23 0,0 0-20 15,0 0-11-15,0-18-15 0,0 18 8 0,-29-21-21 16,28 20-33-16,-1 0-15 0,4-2-12 16,-2 3 19-16,-2 0-9 0,4 3 10 0,-1-1-9 15,2 2-6-15,-2-1-12 0,2 4 7 0,8 12 5 16,0-2-11-16,3 1-15 0,1 2 12 16,-3-1-6-16,3 1-8 0,-1-4 17 0,3 6-20 15,-4-3 0-15,3 5-2 0,-1-4 0 16,-3 4-8-16,5-4 2 0,-6 0-13 0,2 2 17 15,1 0-6-15,-2-3 2 0,-1-3-1 16,-5 0 1-16,4-6 0 0,2 3-7 0,-9-5 7 0,4 0-2 16,-5-2 0-16,1-2 8 0,1-2 14 15,-1 2-5-15,0-4-15 0,-1 0 10 0,-2 0-13 16,0 0 18-16,0 0-13 0,13-16 2 16,-8-1-5-16,2-4 2 0,-1 1-5 0,1-1 14 15,-5-5-6-15,1-2-11 0,8 4-7 0,-8-6 21 16,5 7-24-16,-5-5 7 0,2-1-5 15,2-3-1-15,-1 4 22 0,1 1-17 0,-2-1 2 16,2 1-3-16,0-1 9 0,-2 5-8 0,6 1 1 16,-4 0 11-16,-1 3-13 0,-2 0 11 15,1-1-12-15,-2 6 11 0,-2 7-21 0,5-2 5 16,-2 5-13-16,-3-4 4 0,-1 5-7 0,3 1-44 16,-3-4-32-16,0 6 5 0,2-2-11 15,-2 2 12-15,0 0-117 0,0 0-120 0,0 0-32 16,0 0 7-16,1 15 40 0,3-9 4 15,-1-2 4-15</inkml:trace>
  <inkml:trace contextRef="#ctx0" brushRef="#br0" timeOffset="16209.692">20757-3150 307 0,'0'-4'105'0,"0"4"-17"15,-1 0 15-15,-1 0-13 0,0 0-29 0,4 1-9 16,-2 2 30-16,3-3-2 0,-3 0-8 0,4 3-8 16,-2 0-9-16,2-3-5 0,-2 1-7 0,3 2 4 15,0 0-6-15,-2-2-3 0,2-1-23 16,2 0 24-16,-3 0-8 0,2-1-34 16,-1-2 33-16,-2 3-30 0,3-3 16 0,-2 2 40 15,-4 1-41-15,9-6 25 0,-5 3-26 16,1 0 29-16,-3-1-18 0,-2-2 31 0,4-1 11 15,-4 4-15-15,0-3 8 0,0 0-24 0,0 0 20 16,0 1-5-16,0 5-8 0,0 0 18 16,0-10-15-16,0 10-17 0,0-10 3 0,-15-5-16 15,8 10-5-15,7 4 14 0,-5-3-21 0,2 2 14 16,-1-2-9-16,-1 2 4 0,-1 0-3 16,2 2-16-16,1 2-30 0,-2 0 3 0,2-2-13 15,-1 5 6-15,-2 0-87 0,4 0-50 16,-3 0-70-16,0 1-93 0,4-1 0 0,-5-1 34 15,6 0 19-15</inkml:trace>
  <inkml:trace contextRef="#ctx0" brushRef="#br0" timeOffset="15726.704">20886-2934 306 0,'0'-1'214'0,"-2"0"-23"0,-3-3-11 0,5 3-26 16,0-2-7-16,-2 2 3 0,-1-1-23 16,3-1 17-16,-1 2-34 0,-1 1 6 0,-2-2-20 15,4 2-1-15,0-2-6 0,0 2-13 0,0 0-1 16,-3-1-12-16,3 1-19 0,-2 0-3 15,2-1 3-15,0 1-2 0,0 0-32 0,-2 1 20 16,1 0-6-16,1 1 1 0,-3 4-21 16,3 0 18-16,-1 0-7 0,1 3-8 0,0 2 15 15,0 2-15-15,0 4 4 0,0 3-1 0,0 4-5 16,0 1 6-16,0 1-9 0,0-4 4 16,0 1 7-16,0-5 3 0,0 0-13 0,0-6 3 15,0-1-8-15,0 1 8 0,0-2-3 0,0-10 4 16,0 10-8-16,0-10 8 0,0 7 3 15,0-7-20-15,0 9 21 0,0-9-10 0,0 0-4 16,12 10-34-16,-12-11-20 0,-1-2-33 0,-3-2 9 16,4 0-72-16,0 0-7 0,-2-2-91 0,1-2-86 15,1 0 2-15,-3-1 47 0,2 0-33 16,1 10 64-16</inkml:trace>
  <inkml:trace contextRef="#ctx0" brushRef="#br0" timeOffset="17025.682">21573-3628 419 0,'-6'-4'232'0,"3"-2"-28"0,2 2-17 15,0-1-12-15,-1 3-40 0,-1-2-41 16,2 4 26-16,0-4-21 0,-2 0-14 0,3 4-24 16,0 0 8-16,0-2-27 0,0 2-2 15,-1 2-1-15,2 1 16 0,-1 1-22 0,0 1-7 16,0 2-6-16,0 2 5 0,0-2 8 0,5 16-9 15,-5-8 4-15,0 2-5 0,0 7-12 0,11 29-6 16,-9-25 0-16,2 1 9 0,4-1-34 16,-5 3 38-16,1-2-18 0,-1 3-6 0,5-3 13 15,-4-3-14-15,7 6 11 0,-7-7-2 16,5-1 9-16,-5-3-8 0,5-1 16 0,-2-3 0 16,-1-2-24-16,-2-2-30 0,0-3 1 0,-4-3 26 15,8-1 1-15,-4-5-3 0,0 3-16 0,1-3-14 16,-1 0 36-16,-4-1-25 0,0 0 15 15,0 0 14-15,12 0 3 0,-4 0 11 0,7-14-9 16,-10 8-2-16,0 2-11 0,1-2-24 16,7-5 47-16,-10-1-8 0,1 3-11 0,-2 0-11 15,3 5 27-15,-2 0-30 0,-2-2 24 0,-1 6 23 16,0 0-11-16,0 0-35 0,0 0 21 0,0 0-1 16,0 0 4-16,7-10-2 0,-3 10-24 15,-2 0 11-15,0 3 15 0,-2-3-30 16,4 3-8-16,1 1 34 0,-3 0 8 0,2 2-17 15,-4 0-8-15,6-2 26 0,6 12 0 16,1-3-37-16,-4-1 28 0,2-1 5 0,3 1-7 16,0-6-6-16,-7 1-7 0,2 0-19 0,0-5 34 15,-1 2 13-15,2-1-4 0,-6 0-2 0,7-3-28 16,-11 0-26-16,0 0 38 0,11 0 4 16,0 0-14-16,-11 0 16 0,8 0 14 0,-8 0-18 15,11 0-3-15,0-17 6 0,-7 13 11 16,-4-2 10-16,0 2-27 0,0 0 26 0,0-2 13 15,0 0-26-15,-4 2 25 0,4-6-9 0,-6 6-5 16,2-2 17-16,3 0-11 0,-6-1 0 16,3 4-12-16,0 0 12 0,-11-7-17 0,1 7 23 15,4-3-21-15,3 3 3 0,0 2 6 0,1 1-23 16,6 0-33-16,0 0 20 0,-11 0-45 16,11 0 23-16,-11 0 6 0,11 0-97 0,-17 14 1 15,14-11-29-15,-2 1-116 0,1-1-47 0,4-1 15 16,0 0-41-16</inkml:trace>
  <inkml:trace contextRef="#ctx0" brushRef="#br0" timeOffset="17301.988">21424-3228 269 0,'-3'-1'170'0,"3"0"1"0,3-3-14 16,1 3-50-16,2-3 9 0,13-6-9 0,0 5-22 16,6-3-38-16,0 4 24 0,4-4-32 15,-1 2 6-15,4-2-39 0,-2 7 1 0,3-4-24 16,-2 0-36-16,-3-3-27 0,-1 4-19 0,-3-2-123 15,1 4-77-15,-3-4 45 0</inkml:trace>
  <inkml:trace contextRef="#ctx0" brushRef="#br0" timeOffset="17857.687">22581-3445 379 0,'-3'-4'260'0,"0"0"-56"15,3 2-47-15,-5-4 3 0,3 3-49 16,-1 1-1-16,6-3-1 0,-6 4-12 16,3 1-14-16,3 1-23 0,-1 4 10 0,3-3-25 15,1 1 0-15,6 13 11 0,-4 0-38 16,6 2 25-16,-3-1 9 0,3 3-1 0,-1-1-28 16,0 3-9-16,-1 0-14 0,1-1 25 15,0 3-21-15,0 3 19 0,3-3-5 0,-8 0 1 16,5-6-10-16,-1 5-4 0,2-7 15 15,1-1-1-15,-3-2-4 0,4-2-24 0,-5-1 31 16,-2-6-16-16,-2 2 19 0,1-3-11 0,-8-3 14 16,0 0-24-16,0 0-6 0,11 0 2 15,6-17 16-15,-9 0 4 0,0-3-8 0,1-4-11 16,-1 0 8-16,2-3 5 0,-4-2 0 16,0-5 6-16,1 3-4 0,-2-3-16 0,4 1 18 15,-3-3-2-15,4 5-13 0,-3 1-12 0,-2 1 19 16,-3 0 1-16,5 4 2 0,0 4-7 15,-5 3-10-15,0 6 19 0,3 1-4 0,-5 3-10 16,2 0 1-16,2 1-20 0,-4 2-41 0,0 0-8 16,1 0-21-16,3 2 8 0,-2 1-31 15,-1 1-27-15,3 1-88 0,-4 0-119 0,0 0 16 16,0 0 14-16,0 0-22 0</inkml:trace>
  <inkml:trace contextRef="#ctx0" brushRef="#br0" timeOffset="18438.108">23290-3230 394 0,'0'-3'183'16,"0"1"-10"-16,-1 2-18 0,1-4-18 0,0 4-22 16,-3 0-20-16,3 0-28 0,-1-1 22 15,1-2-14-15,-2 2-15 0,2 1-8 0,0-1-2 16,0 2-18-16,0-1-13 0,0 4 3 15,2-1 10-15,-1 1 2 0,-2 1-33 0,1 2-4 16,1 3 28-16,-1-4-14 0,3 1 9 16,-3 2 7-16,0 6-8 0,12 19 18 0,-10-18-25 15,-2-1 5-15,5 5-14 0,-5 0 8 0,3 3-20 16,1-1 31-16,-1 1-7 0,-1-5 4 16,1 4 8-16,0-1-14 0,-3-1 5 0,0-8 2 15,0 4-15-15,0-3-4 0,0 1 19 0,0 0-13 16,0-4 8-16,0 2 1 0,0-2 1 0,0-3 4 15,0-7 5-15,0 12 30 0,0-2-22 16,-18 6-10-16,18-10 20 0,-5 1-16 16,-2-1 16-16,1-2-2 0,-6 12-18 0,-1-9-2 15,-3 2 2-15,1-3-9 0,-6-1 2 0,6 0-7 16,3-2-7-16,-3 0 6 0,2-2 2 0,-7 5-15 16,0-4 18-16,5 0 10 0,7-2-9 15,-3 0-23-15,0 0-8 0,1 0-45 16,10 0 1-16,0 0 4 0,-8 0-57 0,8 0-50 15,0 0-71-15,0 0-116 0,-14-7 20 0,18 2 24 16,-1-3 14-16,0 5-59 0</inkml:trace>
  <inkml:trace contextRef="#ctx0" brushRef="#br0" timeOffset="19089.41">23315-3484 288 0,'-1'2'74'16,"-4"-2"-12"-16,4 5-8 0,1-3-12 0,0 1 6 16,-4-2 7-16,4 4-9 0,-1-3 7 15,1 1-17-15,0 2-3 0,0-2-3 0,1 0 9 16,-1-2-1-16,4 5 11 0,-3-3-8 0,4 0-3 16,-3-1-19-16,4 0 19 0,-1-2-28 0,1 4 6 15,2-4-14-15,-1 0-2 0,1 0 30 16,-1 0-33-16,-1 2 24 0,-6-2-14 0,0 0-26 15,6 0 27-15,-6 0 0 0,13 0-1 16,1-16-2-16,-10 12 29 0,1-1 4 0,-3 1-15 16,3-2 52-16,-5-3-19 0,3 5-9 0,-3-3 18 15,3 1-2-15,-3 6 2 0,0 0-15 0,0-12-13 16,0 4 19-16,0 8 9 0,-16-21-9 16,11 13-34-16,-7-4 21 0,3 2 3 15,0 4-43-15,0 0 18 0,3 4 5 16,-1-3 5-16,1 1-42 0,-1 3 30 0,3 0 14 15,0 1-24-15,1 0-39 0,-2 0 20 0,5 0-23 16,0 0-11-16,0 0 4 0,0 0-99 0,0 0-21 16,-7 11-200-16,7-10 40 0,1 0 19 15,3 4 42-15</inkml:trace>
  <inkml:trace contextRef="#ctx0" brushRef="#br0" timeOffset="20717.299">6611-1831 226 0,'0'0'232'0,"0"0"-77"15,0 0 28-15,0 0-28 0,0 0-32 16,0 0 17-16,0 0 4 0,0 0-26 0,0 0-10 15,0 10-34-15,-6-6 32 0,3-4-16 0,-3 2-10 16,0-1-18-16,1 2 14 0,-1 0-12 16,-1 0-7-16,0 1 3 0,-8 7-13 0,0-1-12 15,0 0-8-15,3 4 14 0,-4-1-9 16,4 2-3-16,1-2-7 0,0 1 14 0,3-4-5 16,1 9-21-16,-3-1 4 0,8 0-2 15,-1 1 3-15,1-4 2 0,2-2-2 0,0-1-6 16,0-12-5-16,0 16-13 0,0 3 5 0,17 18 15 15,-10-18-10-15,0-6 4 0,5 3-10 16,2 0-4-16,-2-3 21 0,3-1 6 0,3-4-13 16,-4 0 13-16,0-4-10 0,1-3 8 15,-6 5-8-15,4-6-1 0,-1 0 4 0,-2 0-9 16,4 0 1-16,5 0-3 0,-1 0 10 0,24-19 5 16,-17 13-10-16,-10-2 0 0,4 2 3 0,-3-1 6 15,-4-2-8-15,0 3-1 0,-3-4 4 16,-1 4 6-16,-3-1-15 0,1 1 15 0,8-8 11 15,-8 5 13-15,3 0-8 0,-9 2-12 16,2-3 15-16,-2 0 1 0,0 0-3 0,0 4 3 16,0 6 0-16,0-8 6 0,0-1 29 0,0-1-17 15,0-4 6-15,-16-15-33 0,8 16 30 0,-3-4-31 16,5 5 9-16,-6-3-21 0,2 1 44 16,1 4-37-16,-2 0-5 0,-5 0 1 0,4 0 22 15,-3-2-16-15,0 0-15 0,-2 8 7 16,6-3 16-16,2 5-46 0,-1 1 1 0,2-2-18 15,-2 3-45-15,3 0-22 0,7 0-24 0,0 0-34 16,-30 20 16-16,18-13-109 0,-2 7-136 16,3-4-6-16,4-3 57 0,3 0 24 15,4 3-49-15,0-10 20 0,0 0 3 0</inkml:trace>
  <inkml:trace contextRef="#ctx0" brushRef="#br0" timeOffset="21090.93">7569-1405 320 0,'6'0'329'0,"-2"-1"-33"0,-3 1-14 16,2 0-33-16,1 0 3 0,-3 0-40 15,2 0-21-15,0 0-30 0,-2 0-21 0,-1 1-6 16,3-1-24-16,-2 0 15 0,-1 6-28 0,0-3-13 15,0 4-12-15,-4-1-34 0,-3 14-46 0,-10 2-35 16,7 0-56-16,0 4 11 0,-5-1-184 16,3 2-123-16,-1 0 19 0,-3-3 24 0,4 2 25 15,-2-5 27-15,3-1-15 0</inkml:trace>
  <inkml:trace contextRef="#ctx0" brushRef="#br0" timeOffset="21887.657">8920-1872 232 0,'-6'0'186'0,"3"0"-20"0,-1 0-58 16,-1 0-17-16,2 2-12 0,-1 2-8 15,2 0-8-15,-3 2-8 0,4 1-4 0,-5 14-7 16,2-7 32-16,1 3-28 0,3 4 1 0,-3-1-14 15,3-11 16-15,0 7-18 0,0 0 1 16,16 17 20-16,-8-12-27 0,-1-10-3 0,2 6 3 16,4-2-1-16,-1-8-40 0,6 2 39 0,-3-3 0 15,0-2-14-15,-2-1-4 0,2-3 20 0,-15 0-20 16,12 0 14-16,3 0-5 0,21-22 11 16,-21 16 5-16,2-3-11 0,-5 4 37 15,-1-2 8-15,-4 1 16 0,-4-4 2 0,1 3 2 16,-4-2 3-16,0 2 3 0,0 7-1 0,0-14-27 15,-22-19-6-15,7 15 0 0,0 0-8 16,-1 2-4-16,-3 2-17 0,1 3 2 16,0 1 12-16,2 0-7 0,2 4-19 0,3 2-19 15,3 0-17-15,-3 2-14 0,4 1-26 0,2-1-22 16,-2 2 7-16,7 0-90 0,0 0-12 16,0 0-72-16,0 0-117 0,0 0 21 0,0 0 49 15,-13 9-12-15,15-9 14 0</inkml:trace>
  <inkml:trace contextRef="#ctx0" brushRef="#br0" timeOffset="22273.665">9463-2030 474 0,'-2'-3'250'0,"2"-1"-13"0,0-1-48 0,0 2 1 16,-1-1-27-16,-2 2-35 0,6 0-21 15,-3-1-13-15,0 0-1 0,-3 1-14 0,3 0-1 16,-1 2-9-16,1 0-6 0,0 0-8 0,1 2-6 16,-1 0-5-16,4 4-6 0,-4 1-18 15,0 2-1-15,3-2 8 0,5 17-13 0,1-6 25 0,-4 5-17 16,1 1-3-16,1-3-14 0,4-5 6 15,-6 6 9-15,-1-2 1 0,4 2-24 0,1-3 10 16,-5 2 8-16,3-1-7 0,-2-6-11 16,-2 0 9-16,1 0 2 0,-1-4 0 15,1-3-13-15,0-1-5 0,-3 4-19 0,2-3-23 16,1-1-9-16,-4-1-13 0,4 1-7 0,1-2 7 16,-1 1-54-16,1-3 10 0,1 2-64 0,-1-4-63 15,-5 0-90-15,0 0 33 0,0 0-1 16,8 0 16-16</inkml:trace>
  <inkml:trace contextRef="#ctx0" brushRef="#br0" timeOffset="23006.328">9252-1717 377 0,'-4'2'173'0,"4"-4"-74"0,2 1-6 0,2-2 3 16,-1 0-13-16,6 2 14 0,9-6-27 16,7-1-20-16,0-1-5 0,-1 2-5 0,7-3-13 15,-1 6 9-15,0-6-19 0,3 0 6 0,4 0-2 16,-2 2-33-16,-2-1 22 0,1 1-10 15,-4-8-6-15,0 6-6 0,-5-1-3 0,0 1-1 16,1 3-38-16,-9-6 17 0,-1 6 17 16,-6 1-1-16,1 0 0 0,-6 1 37 0,1-3 0 15,1 5 1-15,-7-5 0 0,4 3 15 16,-3 0 18-16,-1 5-27 0,0 0-10 0,0 0 43 16,0-9 13-16,0 9 0 0,0-11-10 0,0 11-10 15,0-7-1-15,0 7-24 0,0 0 17 0,0-9-1 16,0 9-27-16,0 0 40 0,0-10-41 15,0 10 18-15,0 0-3 0,0 0-34 0,-1-13 19 16,2 17 19-16,0 1-12 0,1 0-31 0,2 3 35 16,-4-1-32-16,8 14 26 0,-2 3-36 15,-1-2 24-15,6 1 25 0,-4 2-19 0,-3-3 4 16,3-1-32-16,0-1 6 0,-2 1 13 16,2-7 2-16,-3-1-11 0,-2-1 33 0,3-3-18 15,-3-5 0-15,-1 5-12 0,3-5 14 0,-2 0-16 16,0 2 13-16,0-3 12 0,-1-2-5 15,-1 1-8-15,0-2-3 0,2 0-11 0,-2 0 10 16,0 0-7-16,0 0 6 0,0 0-6 16,9-16 3-16,-7 9-6 0,3 1 4 0,-4-1-16 15,12-5 16-15,-1-4 4 0,-2 5-7 0,-3 2-10 16,1 2-10-16,2 3 0 0,-2-1 18 16,0 3 17-16,-4-1-19 0,2 2 11 0,1 1-8 15,-2 0-33-15,2 0 37 0,-7 0-6 0,0 0-26 16,10 0 36-16,1 0-5 0,-11 0-13 0,20 15 23 15,-9-2-16-15,2-3 9 0,-5 0-10 16,-4-4 17-16,3 4-43 0,-2-4 35 0,-1 1-4 16,1 0-8-16,-1-1 7 0,0 0-21 15,-3 2 38-15,5-2 17 0,-5-1-56 0,3 0 38 16,-1 3 0-16,2-5-73 0,-3 4 10 0,2-5-58 16,-4 2-38-16,4-4-84 0,-3 3-72 15,-1-3-22-15</inkml:trace>
  <inkml:trace contextRef="#ctx0" brushRef="#br0" timeOffset="23760.214">10276-1728 249 0,'2'0'71'0,"5"1"15"0,-4-1-19 15,2 0-26-15,1 0-8 0,1-1 12 0,2-2-19 16,-4 3 5-16,-1 0-4 0,3-1 4 16,-2-2 8-16,-1 3 19 0,-2-3-41 0,4-1-7 15,-1-1 11-15,-4 3-4 0,3-2 15 0,-1-2-23 16,1 3 26-16,-4-1-31 0,0-3 28 16,0 0-3-16,-3 4 3 0,0-3-2 0,2 1-4 15,1 5-22-15,-11-4 24 0,4 1-33 16,2 0 6-16,-1 0 0 0,1 2-1 0,-1-1 0 15,-1 1 0-15,2 1 13 0,-2 0-3 0,3 0-1 16,4 0-4-16,0 0 16 0,0 0-43 16,-8 0 2-16,-5 17 2 0,9-10 41 0,4 0-28 15,3 0-12-15,-6 0 21 0,6 3 4 16,-3-3 1-16,0 4-2 0,0 2-4 0,15 17 15 16,-5-11 8-16,-2-5-28 0,-3-2-5 0,2-4 1 15,0-2 0-15,14 6 27 0,-8-6 1 16,1-4-25-16,1-1-1 0,-1-1 2 0,-14 0 20 15,18 0-3-15,3 0 37 0,21-17-19 16,-20 9-20-16,-1-4 9 0,-6 1 16 0,1-3-10 16,5 0 5-16,-7 4 2 0,-3-6-33 0,-3-2 36 15,-4 4 5-15,-2 3-18 0,2-1 4 16,-4 1 21-16,0 11-20 0,0-11 22 0,0 1-17 16,0-3-1-16,-22-17-10 0,13 15-24 0,0 5 18 15,2 2 0-15,0 2 2 0,0 2 16 16,0-1-11-16,2 4-6 0,-2 1-16 0,7 0-18 15,0 0 19-15,0 0-23 0,-11 0-13 16,11 0 5-16,0 0-35 0,0 0 4 0,-17 14 7 16,22-11 3-16,-4 1-10 0,-1-1 11 15,5 0-7-15,-3 4 34 0,2-5-3 0,1 2 2 16,1 1 3-16,-3-1-15 0,4-1 0 0,-3 3 16 16,1-3-6-16,2 1 3 0,-1 2-5 15,7 4 35-15,4 1-44 0,-9 1 34 0,-1-3-12 16,3-2-9-16,3 6 33 0,-3-3-1 15,-6 0 17-15,2-2-3 0,-1 2-1 0,5 4 19 16,-3 0-10-16,-1-3 7 0,-1-1-3 0,-3-1-2 16,5-2-1-16,-4 1-44 0,0 0 25 15,2-2 2-15,-1 0-24 0,-1 0 7 0,1 3 1 16,4 3-1-16,2 1-6 0,-7-4 1 0,0-2-95 16,1-1-18-16,1 1-47 0,-1-5-127 15,-2-1 11-15,5 3 4 0</inkml:trace>
  <inkml:trace contextRef="#ctx0" brushRef="#br0" timeOffset="24393.629">10831-1735 360 0,'0'-5'150'0,"-1"3"24"0,1-3-24 0,-2 3-74 16,0 1 5-16,2 2 26 0,0-1-52 15,0 2 22-15,0-1-33 0,2 3 1 0,0 0-10 16,-1 0 43-16,3 2-2 0,-2-2-27 16,2 2-17-16,-2-3-17 0,0 5 15 0,2-2 9 15,3-2-15-15,-3 1-27 0,1-1 25 16,-2-2 6-16,3 2-8 0,-2-1-3 0,1 0 2 16,-1 0-14-16,2-3-19 0,-6 0 28 15,0 0 4-15,0 0-37 0,11 0 8 0,-11 0 51 16,19-14-10-16,-15 9-18 0,-1 0-33 0,1 1 27 15,0-2-34-15,-1-2 50 0,-3 5 2 0,6-3 21 16,-5 3-51-16,2-1 40 0,0 0-11 0,-3 1 8 16,0-1-3-16,4 0 6 0,-4 3-45 15,1-2 26-15,-1 1-2 0,0 2-8 16,0 0-7-16,0 0 8 0,0 0 4 0,0 0-36 16,0 0 16-16,19 15 16 0,-15-10 4 0,-2 2 4 15,5-3-41-15,5 10 17 0,6-2 34 16,-8 0-42-16,-4-5 20 0,8 6 4 0,-1-6 9 15,-4-1-9-15,-1 2-24 0,2-2 26 16,-3-1 16-16,0 0-26 0,-4-1 14 0,6 0 3 16,-2-3-11-16,0 0-4 0,-2 0-33 0,2-1 40 15,-7 0 1-15,0 0-5 0,10 0-1 16,-2 0 21-16,9-13-27 0,-4 3 11 0,1-2-5 16,-4 0-4-16,-5 2 18 0,1 1 21 0,-3-1 9 15,1 2-3-15,-2-1-1 0,-2 0 6 0,0 9 0 16,0 0-1-16,0-11-2 0,0-4-13 15,0-1-2-15,-19-15 1 0,16 17 0 0,-2 1 1 16,1 5-10-16,-2-2-11 0,6 4 3 16,-2-2 3-16,2 4 6 0,-5-2-29 0,5 3 14 15,-2-1-14-15,-1 0-29 0,3-1-20 0,-1 1-18 16,-1 3-3-16,-1-1-12 0,2 2-3 16,0 2 8-16,-1-1-85 0,2 2-50 0,2 1-149 15,-2-4 36-15,0 3 18 0,2 1 9 16</inkml:trace>
  <inkml:trace contextRef="#ctx0" brushRef="#br0" timeOffset="24871.632">11333-1978 323 0,'-3'-3'277'0,"2"-1"-34"0,-2 1-30 15,2 0-29-15,-3-1-24 0,2 3-10 0,1-1-27 16,-3-1-29-16,4-1 2 0,-2 3-10 16,-2 1-21-16,3-5-35 0,0 2-22 0,-2 3-8 15,1 0-1-15,2 0-32 0,0 0 2 0,0 3-101 16,2-3-18-16,1 0-124 0,-1 0-47 16,-2 0 16-16,3 0 9 0</inkml:trace>
  <inkml:trace contextRef="#ctx0" brushRef="#br0" timeOffset="24658.603">11326-1853 513 0,'6'0'136'0,"-2"2"-21"0,-1-2-8 16,1 1-10-16,-2 2 3 0,-2-1-18 0,5 3-8 15,-4 0-1-15,4 2-7 0,0 0-32 16,-3 0 33-16,8 12 3 0,-3 0-17 16,-6-3-18-16,3-3 25 0,-1 0-14 0,0 0-9 15,4 7-23-15,1-2 8 0,-4-5-23 0,2 0 28 16,-5 2-20-16,4-6 29 0,-3 0-40 16,-2-2 6-16,4-1-41 0,-3-1 11 0,1-1 2 15,-2 1-78-15,2-3-32 0,-2 1-116 16,0-3-56-16,0-4-27 0,-2 1 72 0</inkml:trace>
  <inkml:trace contextRef="#ctx0" brushRef="#br0" timeOffset="26060.04">11538-1643 320 0,'1'0'167'16,"1"0"-37"-16,3-4-11 0,2 4-15 15,-4-3-11-15,2-3 4 0,-1 2-7 0,2 1-12 16,10-10-19-16,-2-2 3 0,-3 1-4 0,-3 4-27 16,1 0 28-16,-5 0-20 0,7-7 5 15,-4 3 1-15,-3 4 16 0,0 0-38 0,3-8 8 16,-6 5-13-16,1 2 9 0,-2-1 17 15,4 3-28-15,-4 2-6 0,0 7 14 0,0 0-14 16,0-13 2-16,0 13 6 0,0-10-31 0,-14-1 3 16,10 7 28-16,0 2-18 0,-3-1 21 0,1 3-5 15,4 0-52-15,-4 0 26 0,1 0-18 16,0 3 41-16,5-2 7 0,-4 2-8 0,2 0-5 16,0 1 11-16,1 1-13 0,2 0-10 15,-1 0 6-15,2 0-2 0,0 1-1 0,2 0 12 16,1-2-10-16,6 11-10 0,-3-5 13 0,-1 0-2 15,9 6 10-15,-3-4-11 0,0 2-19 16,-4-2 1-16,-1-5 11 0,6 6 10 0,1-1 1 16,-3 1-28-16,3-3 15 0,-4 0 14 0,0-2 1 15,0-2-32-15,-7 2 20 0,5-5-21 16,-5 5 1-16,1-3 40 0,2 2-30 0,-3-1-10 16,0 0 25-16,0-1 17 0,-1 0-18 15,0-1-18-15,0 3 6 0,-2-2 35 0,-1 1-32 16,0 1 30-16,0-3-24 0,0-4 14 15,0 0-17-15,0 0-4 0,0 12 34 0,-16 1 1 16,10-6-8-16,-1-5-32 0,2 3 12 16,-2-3 26-16,1 1 11 0,4 0-28 0,-8 1 25 15,4-2-21-15,0-1-11 0,-1 2-6 0,0-3-6 16,0 2-12-16,1-2 40 0,2 0 12 16,4 0-27-16,0 0 18 0,0 0-20 0,-12 0-21 15,12 0 13-15,0 0-7 0,-12-5 16 0,14 4 8 16,1-5-28-16,-2 4 17 0,5 0 2 15,-1-2-1-15,0 0 1 0,0 1-1 0,1-4 9 16,-2 5-7-16,14-8-20 0,-7 3-6 0,1 0 2 16,-1 4 3-16,7-7 1 0,-3 2-23 15,3-3 3-15,-2-1 64 0,2 0-31 0,-5 3 3 16,-2 0-32-16,4-2-16 0,-8 1 44 16,11 0 0-16,-3-4 2 0,-6 5-18 0,1 1 21 15,1 2-14-15,-7 1-4 0,4-4 0 0,-4 5 4 16,5-2 2-16,-7-2 54 0,0 6-6 0,3-5-52 15,-2 3 11-15,0-3 11 0,-2 3 3 16,-1 0-11-16,4-2 0 0,-4 2 65 0,2-2-27 16,-2 6 9-16,0 0-5 0,0 0-2 15,0-10 7-15,0 10-38 0,0-11 23 0,-18-1 35 16,15 8-15-16,-2 0-10 0,-1 0 7 0,3 1-30 16,-5 0 12-16,4-1-42 0,-2 3 23 15,-2-1 5-15,1 2 13 0,2 0-9 0,5 0 11 16,0 0-8-16,-10 0-19 0,-5 0 24 15,1 0 5-15,-9 17-47 0,13-11 45 0,-5 6 1 16,4-3-8-16,3 2-15 0,1-2 6 0,3-1 2 16,-2 0 3-16,6 1-12 0,-2-2-20 15,0 3 16-15,2-3 13 0,0 3 8 0,0-10-43 16,0 14 37-16,0 3 19 0,0-4-29 16,21 20-5-16,-16-18-15 0,1-2 23 15,1-5-1-15,4 7 23 0,-4-3-17 0,8 0-31 16,-10-4 5-16,5 0 16 0,1 1 10 0,-7-7 17 15,6 5-12-15,-2-4-2 0,-1 0-20 0,2 0 31 16,0-3 2-16,0 3-14 0,2-3 20 16,-1 1-15-16,0-1-12 0,-1 0 7 0,1 0 8 15,-10 0-4-15,8 0 10 0,2 0-11 16,-10 0-14-16,12 0-3 0,-4 0 2 0,2 0-7 16,-10 0 23-16,12 0 2 0,-3 0-15 0,-9 0 8 15,11 0-34-15,-11 0 21 0,8 0-21 16,-8 0 0-16,12 0-11 0,-12 0 4 0,11 0-69 15,-11 0-28-15,11 0-24 0,-11 0-137 16,8 0-18-16,-8 0 26 0,0 0 14 0</inkml:trace>
  <inkml:trace contextRef="#ctx0" brushRef="#br0" timeOffset="26532.75">12569-1740 595 0,'0'0'123'0,"2"2"17"15,-1-1-51-15,0-1 33 0,-1 2-58 0,3-1-8 16,-1 2 30-16,2 0-16 0,-4-2-7 16,1 2 14-16,3-3-12 0,-4 3-14 0,0 0 25 15,3-2 21-15,-4 1-8 0,2-2 7 16,0 4 1-16,2-1 8 0,-3-6-2 0,0 6 10 16,0-3 8-16,1-3-27 0,1 6 0 0,-2-2-14 15,3-1 0-15,-3 2 28 0,0-2-32 16,0 0 25-16,0 0-23 0,1 0-3 0,-2 0-15 15,1 4-13-15,1-4 22 0,2-4 14 0,-3 8-21 16,0-4 3-16,-2 0-19 0,2 0-3 16,0 0-6-16,0 0 2 0,-1-4 4 0,0 8 3 15,1-4-4-15,0-4-4 0,0 4 1 0,0 0-53 16,-3-2 4-16,6 2-65 0,-8 0-44 16,4-1-84-16,1-2 19 0,-4-1-288 0,1 4 48 15,-1-3 21-15,-1-3 36 0,-8-5 22 0,5-1-36 16,-4-3 11-16,-1-5 51 0</inkml:trace>
  <inkml:trace contextRef="#ctx0" brushRef="#br0" timeOffset="36807.762">0 354 272 0,'0'0'179'0,"0"0"-35"0,0 0-47 15,0 0 20-15,0 0-2 0,0 0-9 0,0 0-39 16,0 0 8-16,0 0-3 0,0 0-9 15,0 0-3-15,0 0-5 0,0 0-7 0,0 0-6 16,0 0-13-16,0 0 7 0,0 0-5 16,0 0 4-16,0 0-19 0,0 0 18 0,0 0-33 0,18 0 20 15,-18 0 14-15,25 7-4 0,-18-4-12 16,-2 0 6-16,1-3 1 0,1 2 12 16,1-2-6-16,2 0-31 0,-4 0-15 0,-6 0 31 15,0 0 2-15,20 0-22 0,20-19 9 0,-21 12 10 16,-1-6 1-16,-9 5-1 0,0-1 21 15,-1 0-6-15,-3 1-13 0,6-8-3 0,-2 3 15 16,-3-2 13-16,-1 4-16 0,1-1-12 0,-6 4 23 16,0-1-5-16,0 1-4 0,0 8 19 15,0-10-5-15,0 0-19 0,0 10-13 0,0-13 17 16,0 3-5-16,0 1 2 0,0 2-16 16,0 7-6-16,0-13-8 0,0 6 21 0,0 7-3 15,0-10 2-15,0 10-11 0,0-10 9 0,-13-4 6 16,10 9-16-16,3 0 13 0,0 2-8 15,0 1-2-15,-1 0-4 0,1-1-3 0,-2 2 2 16,2 1-16-16,0 0 12 0,0 0-3 0,0 0 9 16,-1-4-4-16,1 6-3 0,0 4-13 15,-3-2 18-15,2 3 1 0,1 2 6 0,0-3-4 16,0 1-22-16,0 2 7 0,0 4 14 16,0-1-14-16,0 3-8 0,0-1 16 0,18 20 16 15,-13-17-11-15,-4-3-16 0,6 6 5 0,0 3 15 16,1-11-2-16,2 8-11 0,-4-6 4 15,6 2 16-15,0-1-6 0,1-6-6 0,-2 5 1 16,1-2-10-16,0-3 13 0,1-4 1 0,-4-3-6 16,0 1 9-16,2-3-7 0,-3 0 5 15,2 0-12-15,-10 0 13 0,13 0-3 0,5 0 3 16,14-16 2-16,-14 6-18 0,0-2 15 16,-1 0-3-16,-1-2 4 0,0 2-7 0,1-5 17 15,-2 0-17-15,3 2-6 0,-3-2-4 0,0 1 2 16,-3 0 13-16,3-3-7 0,-1 3-2 15,-3 0 3-15,-3-2 6 0,-1 4 1 0,-1 4-3 16,-5-3 1-16,5 5-13 0,-4 2 12 0,-2-3 4 16,0 3 3-16,0 6-6 0,0 0 6 15,0-10-6-15,0 1 3 0,0 9-1 0,0-10 0 16,0 1-3-16,-18-3 7 0,6-2-9 0,1 7 0 16,0-2-2-16,6 5 4 0,-4-1-5 15,2 1 6-15,-2 3 3 0,2 0-8 0,1-1 10 16,0 0-20-16,0 2-2 0,6 0 4 15,0 0 3-15,-8 0 4 0,8 0 7 0,-10 0-17 16,-5 15 11-16,11-11 0 0,3 3-5 0,-4-1 3 16,5 0-4-16,0 0 4 0,0 0-20 0,0-1 12 15,5 4 15-15,-5-9 3 0,0 0-5 16,19 31-16-16,-7-16 6 0,1-1 20 0,-1 0-8 16,2-1-4-16,-2-5-6 0,3 3-14 15,-1 2 16-15,2-1 0 0,0-2-4 0,-4-4 4 16,-1 1 4-16,8 7-10 0,-4-6-6 0,0 3 12 15,2 2-1-15,-3-9-7 0,-3 2 20 0,1 7-9 16,-1-5-5-16,-1 8 8 0,-1-6 3 16,0-2-4-16,-5 1-4 0,1 1 1 0,-2-2 0 15,0 2 1-15,-2-3 7 0,1 2-2 0,-1-3-8 16,2 3-1-16,-3-2 5 0,0-7-23 16,0 14 35-16,-20 16-22 0,9-13 8 0,-1-4 5 15,-3-2-11-15,1 3-8 0,2-7-18 0,1-2-33 16,2 1-21-16,0-3 10 0,1 0-112 15,8-3-183-15,-9 0 25 0,0 0 23 16,9 0 1-16,-13 0 6 0</inkml:trace>
  <inkml:trace contextRef="#ctx0" brushRef="#br0" timeOffset="37343.056">31-106 219 0,'0'1'104'15,"-2"1"-2"-15,2 2-11 0,-3 0-33 0,6 2-9 16,-1 0-17-16,-2-2 29 0,2 2-1 0,2-3-39 16,-2 1 25-16,2 1 14 0,-3-2-6 15,5 1-20-15,-5 0 11 0,3-4-5 0,0 0 12 16,-1 0-17-16,3-1 2 0,-1-3 15 15,-2 0 22-15,1-1-34 0,0-1 16 0,-1-1 3 16,1 1-6-16,-3-4 31 0,1 4-11 0,1-4 6 16,-3 3-24-16,1-3 7 0,-1 10-1 15,0 0-5-15,0-18-18 0,0 2 1 0,-18-7 1 16,17 13-8-16,-5 5-10 0,5 1 10 0,-3 1-4 16,0-1-18-16,1 4-29 0,1 0-37 15,-2 4 4-15,4-2 3 0,-1 3-56 0,1 0-58 16,0 2-101-16,0 2-79 0,-3 0 23 0,6 1 9 15</inkml:trace>
  <inkml:trace contextRef="#ctx0" brushRef="#br0" timeOffset="39832.248">2070-85 357 0,'-6'2'102'0,"1"-1"-8"15,1 2-23-15,-3 3-25 0,1-3-2 16,4 1 43-16,-9 14-9 0,0-5-9 0,2-3-12 16,0 6 5-16,2-1-18 0,1-1-2 0,4 7 16 15,-1-2-9-15,2-5-6 0,1-2-44 0,0 3 0 16,0 1 40-16,16 22-24 0,-9-20 0 15,7-1-2-15,2-1-2 0,1 2 9 16,-1-1-2-16,10-3-11 0,0-1 6 0,1-6-3 16,4 4-2-16,-2-8-2 0,8 1-40 0,3-3 14 15,-21-1-32-15,9 0 39 0,10 0-24 0,34-19-18 16,-34 9-7-16,-6-3 2 0,0 0 15 16,-1-3 2-16,-1 3 13 0,-2-3 22 0,-2-2-26 15,-5 3 12-15,-5-1 9 0,-3 0-9 16,-2 0 36-16,-6 4-12 0,-2 2 20 0,-3-1 14 15,0 11-5-15,0-9-4 0,0-1-2 0,-15-15 74 16,6 14-19-16,5 1-22 0,-5 5-13 16,0-4 16-16,3 5 2 0,0 3-27 0,-2 0 14 15,5 0-8-15,-7 1-19 0,2 0-23 0,8 0 27 16,-12 0 0-16,-13 13-16 0,15-9-17 16,6 5-18-16,-8 4 37 0,2 0-31 0,-1 2 18 15,4-2 39-15,5-1-1 0,2-1-25 0,0-1 3 16,-3-1-7-16,3 0-5 0,0-9 3 0,0 0-24 15,0 7 14-15,16 10 2 0,-10-15-14 16,1 3 5-16,0-5-13 0,0 0 7 0,-1 0-10 16,4-1 4-16,-3-2-2 0,-7 3-27 15,23-13-17-15,-9 6 29 0,-3 1 1 0,-3-1-12 16,1 1 14-16,-3 0-2 0,0 3 3 0,-3-6 58 16,-2 4 12-16,3 1-10 0,0 2 0 15,-2-2-30-15,0 2 1 0,-2 0 32 16,3 0 1-16,-1 2-23 0,2 0-2 0,-4 0 2 15,0 0-2-15,0 0 18 0,0 0-1 0,8 14-4 16,-4-7-17-16,-1-1 0 0,2-1-27 0,1 0 2 16,-2 1 41-16,0 0-4 0,11 10 7 15,-1-6-1-15,0 2-2 0,2 0-3 0,1-2 0 16,-4-3-1-16,-4-3-2 0,11 2-35 16,-7-6 2-16,0 4 30 0,1-4-18 0,-14 0 14 15,11 0-1-15,6 0-1 0,17-18 0 0,-13 10 15 16,-7-2-22-16,-2 2 24 0,4-6-23 15,-6 0 25-15,1-2-3 0,-1-4-1 0,-2 2-11 16,-4-4 44-16,0-1-6 0,4-3 17 0,-8 3-23 16,0-5 6-16,0 14 14 0,0-5-28 15,0-3 1-15,-17-30 15 0,4 26-11 0,4 4 21 16,2-1-15-16,-2 3 12 0,0 4-10 0,-2-3 4 16,7 8 4-16,-2 1-9 0,-1 1 6 0,2 3-2 15,1-2-13-15,0 6-13 0,-1 0 2 16,5-4 3-16,-5 4-1 0,2-2-2 0,0 3-7 15,2 1-6-15,1 0 1 0,0 0 5 16,0 0-20-16,-10 15 12 0,9-7 1 0,0 0-6 16,1 1 5-16,1 16 9 0,-1-10-25 0,0 6 3 15,0 3 22-15,15 31-13 0,-7-29-8 16,1 3 12-16,0 1 7 0,1-1-13 0,5-4 2 16,-3 4-14-16,1-6 8 0,1 5 16 0,-1-3-20 15,2-4 18-15,3 1-13 0,-3-6-6 16,3 4 5-16,-1-9-8 0,2 0-12 0,0 2-6 15,-2-6 11-15,3 0-4 0,-6-4 6 0,-14-3-18 16,17 0 9-16,1 0-8 0,20-17 8 16,-20 7 2-16,0-4-1 0,0-6-4 0,-5 5 4 15,3-3 0-15,-8-4 6 0,1-1-8 16,-3 0 6-16,4-5 18 0,-6 1 16 0,-3 1-31 16,-1-2 28-16,1 0 6 0,-1 15 13 0,0-7-23 15,0-3 13-15,-19-26-13 0,12 27 26 16,-1-1 3-16,3 6-1 0,-2-2-7 0,-3 0 9 15,3 8-3-15,2 1-4 0,-1 4-6 0,1-3 11 16,1 4-8-16,1 0-6 0,0 1 1 16,0 0 6-16,1 2-13 0,2 1-9 0,-5-2-10 15,4 3 4-15,0-1 5 0,1 1-12 16,0 0 15-16,0 0 0 0,-6 17-1 0,2-9 6 16,4 0-11-16,1 15 14 0,-1-11-13 15,0 8 0-15,0 1-15 0,0 3 18 0,0-2-2 16,0 3-20-16,17 22 28 0,-12-22-19 0,6 2 16 15,-2-2-18-15,0 3 22 0,1-5-14 16,2 1 7-16,1 0-3 0,2-3 2 0,4-1 0 16,0-1 3-16,1 2-7 0,2-5 5 15,-5 2 1-15,3-2-2 0,-1-2-5 0,3-7-10 16,3 2-10-16,-1-4 7 0,-6-3 0 0,-3-1-10 16,3 1 2-16,-4-2-3 0,-3 0 10 15,6 0-6-15,14-14-5 0,-18 8 26 0,0-6-12 16,2 1 3-16,-6 1-7 0,0-1-5 0,-3 1 20 15,-5 0-7-15,1 0 19 0,-1 3-20 16,-1 7 9-16,0-10-12 0,0-5 7 0,0 0 2 16,0 0 4-16,-18-9-7 0,14 17-8 0,-2 1 24 15,1 2-3-15,-2-2-26 0,-8-6 15 0,3 7-15 16,5 4 20-16,-2-1-26 0,4 2 21 16,5 0 2-16,0 0 13 0,-12 0-6 0,12 0-11 15,-22 17 0-15,19-10 4 0,-10 8-22 16,4 3 19-16,3-4 9 0,4 0-4 0,2-1-27 15,0-3 27-15,0-10-1 0,0 18 5 16,13 19 2-16,-3-19-19 0,2 2 6 0,3-5 11 16,2 1 8-16,1-2-23 0,1-2 9 0,2-2-11 15,-3-7-12-15,6 2-21 0,0 2 15 16,0-5-7-16,-13-2-14 0,3 0-13 0,7 0 14 16,1 0 7-16,25-16-4 0,-24 6 0 0,-2 3 5 15,2 0 5-15,-5-3-1 0,3-4 27 0,-6 9 0 16,-8-4 2-16,4-1-13 0,-5 4 0 15,0-2 25-15,-3 2-23 0,1 0 6 0,-3 2 8 16,1-1-7-16,-2 5 28 0,0 0-6 16,0 0-11-16,0 0 20 0,-16-20-9 0,11 17-1 15,-5 2 13-15,2 1 2 0,-2 0-24 0,2 1 10 16,-3-1-4-16,-19 13-25 0,12-2 19 16,3-1 23-16,3-2-9 0,6 2-6 15,-6 6-31-15,5-5 37 0,1 1 8 0,6-4-19 16,0 3-1-16,0-11 5 0,0 0-21 0,0 13 19 15,0-6-15-15,14 9 8 0,3-5 30 0,-5 0-17 16,-1-5-15-16,-3-3 9 0,3 1-12 16,-4-3 0-16,4-1 20 0,-11 0-4 0,0 0-7 15,8 0-3-15,-8 0 13 0,24-18 12 16,-19 11 24-16,5-12-14 0,-5 0-2 0,1-1 16 16,-2-4-12-16,-4 13-3 0,0-9-3 0,0-4 2 15,0 1 0-15,-19-31 20 0,8 21-27 16,4 1 9-16,-6 0 8 0,2 0-1 0,-1-1 0 15,0 4-2-15,-5-3-1 0,6 3 9 16,-3 3-6-16,6 0 6 0,3 3-13 0,-8 5-17 16,6-4 15-16,2 6-1 0,1 6-20 0,1-3 18 15,-2 9-6-15,2-2-4 0,1 0-11 0,2 2 9 16,-1 1-6-16,0-1-14 0,-5 0 18 16,6 3-2-16,0 1-11 0,0 0 4 0,0 0-8 15,0 5 2-15,3 0 0 0,0 3-1 16,1 12 3-16,5 2-1 0,-3 1-6 0,-1 5 0 15,5-1 9-15,0 1-3 0,-2 2 0 0,2 2 9 16,-1 0 1-16,1 2-8 0,-3-1 7 0,4-2-5 16,1-3-1-16,0 4-1 0,-1-7 7 15,2 1 3-15,-5-1-10 0,3-1-12 0,-4-2 14 16,3 1 8-16,2-4-9 0,-5 0 10 16,-2-8-10-16,-2 1 3 0,-2-4-9 0,5-1 5 15,-2-3 2-15,-3 2 5 0,1-2-13 0,1 0 12 16,-1-2-1-16,1 2 0 0,-2-1 1 15,-1-2 1-15,0 1-26 0,0-2-18 0,0 0-84 16,0 0 11-16,-5 0-249 0,-1 0-35 16,-2 0 26-16,3-2 25 0,-2 0 18 0,0-4 14 15</inkml:trace>
  <inkml:trace contextRef="#ctx0" brushRef="#br0" timeOffset="40575.533">5663-176 331 0,'-7'-17'264'0,"2"1"-55"16,-1 4-11-16,4 2-5 0,-3 3-21 0,4 1-13 15,-3-2-29-15,4 6-10 0,-6-2-5 16,5 2-23-16,0-2-15 0,1 1-6 0,0 6-5 15,0 1-15-15,0 2-1 0,1 1-19 16,5 18 12-16,-6-12-15 0,11 35-3 0,-9-15-2 16,8 2 11-16,-5 3-3 0,0 1-19 0,0 0 0 15,2 0 11-15,3 0-1 0,-5 1-6 0,1-3 10 16,0-1-26-16,3-2 12 0,-4-2-4 16,1 0 2-16,-1-5 10 0,1-5-10 0,-5 5-5 15,3-11 15-15,-1-4-7 0,1 1-25 0,-1-3-18 16,0-1-7-16,-3-4-10 0,0-1-11 15,0-4-23-15,0 0 6 0,-3 0-68 0,6-3-51 16,-8-2-6-16,4-2-16 0,-3-11-28 0,3-7-35 16,-9 3 49-16,6-4 15 0</inkml:trace>
  <inkml:trace contextRef="#ctx0" brushRef="#br0" timeOffset="40864.354">5685 180 464 0,'-5'-28'23'0,"-2"-1"16"0,-1-3 12 16,1 1-23-16,1 1 18 0,3 3 21 15,3 12-5-15,0-7-26 0,0-2 17 0,0 2-7 16,14-24 36-16,-7 25-8 0,4 1-10 15,0 0-7-15,-3 2 5 0,7 2 21 0,-2 4-7 16,-4 2-23-16,7 0-13 0,-3 5 3 0,0 3 21 16,-1-2-21-16,0 1-7 0,1 3-4 0,-1 0 0 15,6 0-38-15,23 23 35 0,-16-13-15 16,-4 2 8-16,-5 5-27 0,-2-4 29 0,4 8-8 16,-6-4 4-16,2 3 11 0,-4 1-33 15,-3-1 13-15,-1 3-14 0,-1-1 29 16,-5-6-7-16,0-16 24 0,0 17-8 0,0 1-5 15,-25 19 6-15,12-25 5 0,1 2-9 0,-4 4-9 16,-4-7-8-16,8-6-6 0,-5 5 19 16,-3-5-22-16,3 1 11 0,5-6-38 15,-1 0-32-15,13 0 4 0,-11 0-131 0,-11-15-77 16,14 4-76-16,5 0 17 0,5 1 14 0,-2-3 7 16</inkml:trace>
  <inkml:trace contextRef="#ctx0" brushRef="#br0" timeOffset="42272.828">6568 84 343 0,'-5'-6'237'0,"-9"-6"-61"0,-4 2-3 16,6 3-35-16,-6-3-23 0,0-2-1 15,0 1 1-15,3 0-11 0,-2 6-1 0,5 1-16 16,1-1-9-16,-1 4-6 0,-1-3-10 16,6 4-19-16,-1-1 8 0,-2 1 7 0,5 0-16 15,5 0-23-15,-15 0 11 0,-14 22 14 0,17-9-21 16,1 0 3-16,2 0-14 0,5 1-2 15,4-3 8-15,-1 3 12 0,1-14-26 0,0 10-18 16,0 0 12-16,0 4 12 0,19 16-16 0,-7-18 9 16,1-2-1-16,-1 2-4 0,3-9-23 15,-2 1 30-15,-4-4-2 0,-9 0-3 0,13 0 0 16,5 0-12-16,17-20-22 0,-15 8 33 16,-3-1 8-16,-1-1-25 0,-3 0 18 0,-2 4 3 15,-1-3 8-15,1-5-15 0,-4 7 18 0,-2 2-2 16,2 4 12-16,-3-1 4 0,-2 3-4 0,2 1 3 15,-3-2-9-15,1 1-23 0,-2 3-8 16,4 0 23-16,-3 0-8 0,-1 0-16 0,0 0 10 16,0 0 4-16,0 0-4 0,15 16 10 15,-12-13-19-15,4 5 32 0,-3-3-16 0,7 10 0 16,3 0-3-16,-1-3 10 0,4-2-22 0,-1 2 6 16,5 0 17-16,-7-4-24 0,2-1-7 0,-2-1 2 15,1-3 24-15,6 3-21 0,-7-4-15 0,2-2 22 16,-2 0 15-16,-14 0-9 0,16 0-16 15,1 0-6-15,13-15 9 0,-13 6 7 0,0-4-19 16,-1 2 21-16,-7-4 7 0,1 5 0 16,-3-9 0-16,1-1 6 0,-2-1 11 0,-1-4 12 15,-2 0-13-15,0-3 7 0,-3 16 16 0,0-9 5 16,0-7-3-16,0 2-2 0,-14-31 7 0,4 30-1 16,3-3 4-16,-11 1 9 0,9 3-1 15,-2-1 16-15,-4 4-9 0,6 3-7 16,1-2-7-16,0 6-3 0,1 7-2 0,1-1-10 15,4 4 12-15,-1 0-13 0,0 2-28 16,2 0 15-16,-2 1-5 0,3 3-2 0,0 0-9 16,0 0-7-16,0 0 11 0,-5 17-11 0,5-8 1 15,0 1 3-15,2 16 15 0,-2-12-5 0,13 30 2 16,-11-17-13-16,8 6-4 0,-4-7-10 16,3 3 15-16,1 3 7 0,2-6-15 15,5 0 4-15,-5-4-8 0,3 1-3 0,-1-3-3 16,0 2 4-16,2-5-8 0,-3 0-10 0,5-2-3 15,-1-5-4-15,1 2 0 0,-4-6 7 16,0-4-4-16,-2 2-9 0,-2-3 6 0,-1 2 9 16,-9-3-13-16,11 0 14 0,16-16-2 0,-10 3-6 15,-6 4-7-15,5-6 22 0,-3-3-6 16,0 2-13-16,-4-4 23 0,0 1-3 0,2-3 5 16,-7 2 7-16,1-1-1 0,-5 11 14 0,0-4-23 15,0-9 10-15,0 1 21 0,0 3 1 16,0-2 6-16,0-3-5 0,-15-17 8 0,7 22 5 15,4 3-2-15,-2 1 12 0,-1-3-7 0,-1 1 2 16,1 2 4-16,-1 4-3 0,7-1 3 0,-5 6-9 16,1-1 7-16,2 0-9 0,-3 5-7 15,2-3-1-15,3 1 8 0,-3 0-12 0,2 1 18 16,0 0-5-16,-1 0-20 0,3 2 9 16,-2 1-6-16,-2-3-1 0,4 3-7 15,0 0 9-15,0 0-16 0,-2 19-5 0,4-10 24 16,2 11-21-16,5 4 1 0,0 0 8 0,-2-1 1 15,0 2-14-15,-1 5 16 0,3-6 7 16,-7 5-2-16,4-2-20 0,1 2 1 0,0-3 8 16,1 2 13-16,-3-1-9 0,3 1-10 15,-4-5 12-15,4-1 3 0,-4 0-2 0,-1-6-20 16,0-1 10-16,1-7 2 0,-3 2 7 16,1-3-12-16,0-4-12 0,0 4 11 0,-2-6 19 15,0 3-20-15,0-4 12 0,0 0 4 0,0 0-7 16,0 0-4-16,0-5 11 0,0-2-11 15,0 1-4-15,1-4-5 0,-2 0 5 0,6-11-18 16,-5 10 19-16,0-8-25 0,11-17 10 0,-1 17 1 16,-2-1-25-16,0 2-2 0,1 5-2 15,-4 5 11-15,3-2 0 0,-3 2-5 0,3 6-5 16,-4-2 13-16,4 0-23 0,-5 2 23 0,2 1 1 16,2 1-2-16,-1 0-11 0,-6 0 12 15,0 0 14-15,9 0 3 0,-9 0 12 0,25 13-15 16,-21-7 5-16,11 4 9 0,-1 6 10 0,-4-6-16 15,2 5-15-15,-4 1 22 0,3-2-2 16,-4-2-1-16,0-1 0 0,-3 1-10 0,2-2 31 16,-3 0-24-16,-2 0-2 0,2-1 13 15,-1 0 3-15,1-2 2 0,-1 2-7 0,0-2-16 16,1 1 19-16,-2-2-16 0,1 2-16 16,1-2 4-16,-1-1-114 0,1 0-18 0,-3-2-83 15,0 0-122-15,0-3 24 0,0 0-32 16,0 0 4-16</inkml:trace>
  <inkml:trace contextRef="#ctx0" brushRef="#br0" timeOffset="42698.522">6668-48 291 0,'-4'-2'145'16,"0"2"-27"-16,4-1 3 0,-3 1-16 0,3-3-11 16,-1 3-11-16,2-1-5 0,2 1-30 0,1-3 33 15,3 1-28-15,0-2-10 0,3 2 0 0,10-2-4 16,5-3-4-16,3 2-5 0,-2-2-2 15,0-3-20-15,8 6-1 0,-1-3-81 16,-3 2-78-16,4-5-133 0,-3 1-31 0,-3 3-3 16</inkml:trace>
  <inkml:trace contextRef="#ctx0" brushRef="#br0" timeOffset="44003.967">8649-89 336 0,'-6'-6'150'0,"5"2"-13"15,-2-2 7-15,0 2-29 0,1 1-49 0,-3 2 12 16,5-1 10-16,3 2-20 0,-1 0 14 16,0 3-32-16,1 4 0 0,0-1-6 15,4 20-12-15,4-1 10 0,-4-1-13 0,-2 0-14 16,-1 5 39-16,2-9-25 0,-2 1-2 0,-1-3-16 15,-1-6-20-15,0-2 37 0,-1-1-17 16,2 1 4-16,-3-4 13 0,1 0 14 0,1-2 23 16,-2 2 5-16,0-2-3 0,0-3-2 15,0-1-9-15,-3 0-6 0,0-1-8 0,0-5-7 16,3 2 6-16,-9-12-1 0,6-2-15 0,-1-5 2 16,1-3-5-16,0 4 1 0,3-5 2 15,0 15-12-15,0-4 5 0,0-3-2 0,0-1 6 16,22-15-14-16,-15 15 0 0,-1 7-16 0,7 1 18 15,-2-2-5-15,2 4-10 0,5 4 0 16,-3 0-4-16,1 3-4 0,-16 3 20 0,14 0-10 16,22 13-2-16,-14-4 13 0,-3-2-10 15,0 9 6-15,1-1-2 0,-2 3-8 0,-2 0-13 16,-4 8 28-16,1-10-7 0,-1 4 8 16,-5-2-5-16,1 2-17 0,2-2 17 0,-6-3-18 15,-3-3 18-15,2-2 4 0,0-2-23 0,-3 0 19 16,0-2 7-16,1-1-1 0,1-3-2 15,2 2 5-15,-4-4 1 0,0 4 3 16,0-4-17-16,0 0 14 0,0 0-21 0,1-14 24 16,1 8-11-16,0-3-8 0,1-15 18 15,4-2-21-15,-3-3-3 0,3 1-2 0,4 1-15 16,-3-4 20-16,2 7-21 0,1-5 9 0,3 7 16 16,-6 0-6-16,4 5 2 0,-2 1-4 15,-2 3 2-15,-1 3 5 0,3 4-3 0,-6 1-15 16,0 1 15-16,1 3-7 0,-1 0 0 0,-4 1-4 15,0 0 19-15,0 0-8 0,33 17-18 0,-20 0-1 16,-1-4 12-16,-1 2 4 0,0 4 4 16,3 1 9-16,-2 0 7 0,-1 2-19 0,-2-5-4 15,0 3 11-15,2 1-12 0,2-1 28 16,-7-2-17-16,5-2 6 0,-8-1 4 0,8 0-23 16,-9-1 6-16,2-3 1 0,3-1-10 0,-6-3-25 15,-1 1 11-15,4 1 4 0,-4-3-65 0,1 0-33 16,-1-6-42-16,0 0-68 0,0 0-113 15,0 9 12-15,0-9 14 0,0 0 20 0</inkml:trace>
  <inkml:trace contextRef="#ctx0" brushRef="#br0" timeOffset="45416.469">9849-67 296 0,'-3'-4'227'0,"2"-2"-24"0,-3 0-20 16,-2 0-28-16,4 2-28 0,-2-2 2 0,-3 2-16 16,0 1-27-16,1-3 16 0,-12-4-12 0,5 4-17 15,0 0 3-15,1 3-11 0,2 2-11 16,-1-1-10-16,3 2-14 0,8 0 24 0,0 0-13 15,-12 0-23-15,2 0 4 0,10 0-7 16,-22 14-7-16,10-1-8 0,1-5 13 0,5 2 12 16,2 0-6-16,3 2-26 0,1 0 17 15,0-12 14-15,0 10-10 0,0 3-2 0,13 15-16 16,-3-11 13-16,-2-7 7 0,2 3-12 0,-3-7-1 16,1-1 8-16,-2 0 8 0,5-1-43 0,-6-3 4 15,2 0 24-15,1-1-25 0,-8 0 19 16,0 0-13-16,35-13 19 0,-23 5 7 0,-1 0-33 15,-4 0 34-15,0 0-9 0,6-5-27 16,-8 0 12-16,0 7 13 0,-2-3 12 0,1 3 5 16,-4-2 10-16,0 2-7 0,4 2-11 0,-3 2-9 15,-1-4 7-15,0 3 17 0,0 1-4 0,3 0-26 16,-3-2 15-16,0 2 3 0,4 1-7 16,-4-1-4-16,0 2 1 0,0 0 7 0,0 0-32 15,0 0 20-15,0 0-7 0,6 13 9 16,-2-8-17-16,-1 1 21 0,-2 2 2 0,3-2 9 15,4 14 6-15,2-1-22 0,-3-9-7 0,4 8 7 16,-3-1 12-16,2-7-21 0,-2-2 2 16,2 0-17-16,-3-3 15 0,0 0 6 0,-1-3-7 15,4 1 11-15,-2-3 0 0,1 3-7 0,0-3 5 16,8 0 5-16,17-18-10 0,-16 7 0 0,0-3-9 16,0 0 6-16,-6-2 6 0,2 0-3 15,-3-3 3-15,-2-1 20 0,-4-5-13 0,3 1 4 16,-7-2-10-16,5 1 12 0,-5-4 9 15,-1 13-15-15,0-8 17 0,0-5 6 0,0-5-14 16,-12-33 17-16,3 32 7 0,1 4 14 0,-1-1-18 16,-1 2 4-16,3 3 9 0,-4 4-5 0,1 1-1 15,1 2 4-15,-2-2-12 0,1 9-1 16,2 0 6-16,5 3 6 0,-2 0-9 0,-1 5-16 16,3 0-1-16,3 0 6 0,-4 2-14 15,0 0-2-15,3-1-2 0,1 2-2 0,-3 2 14 16,3 0-12-16,0 0-3 0,0 0 9 0,0 0-14 15,-5 15 6-15,5-8-3 0,-3-1 12 0,3 20 0 16,0-14-18-16,0 5 12 0,0 5 3 16,0 4-2-16,20 26-16 0,-17-24 4 0,3-2 5 15,-1 3 14-15,6-1-13 0,-3 3-4 16,-2-2 9-16,5-3-7 0,-3 3-2 0,2-2 5 16,-2-3-13-16,4 3 23 0,-5-3-9 0,3 1-5 15,-2-2 1-15,2-3-4 0,-1 0 6 0,2-1 0 16,0-1-11-16,-4-6 0 0,2 3 4 15,0-4-2-15,-2-4-5 0,3 1 8 0,-3 1-12 16,6 2 10-16,-6-2-10 0,3-1 9 16,-3-2-9-16,1 1-4 0,-3-2 1 0,1-1 4 15,1 1-18-15,-2-3 11 0,-1 2-5 0,3-1 9 16,-1-2 1-16,2 0-8 0,-2-1 17 0,0 0-15 16,-6 0 16-16,0 0-12 0,11 0 3 15,16-16 4-15,-16 10 7 0,5-8-1 0,-8 6 6 16,-1 1-6-16,3-3 13 0,-5 4-13 15,4-10 6-15,-3 8 1 0,0-4 4 0,-2 0-17 16,-1 5 1-16,1-3 0 0,4-9 8 0,-2 4-2 16,-2 4 13-16,-3-1-4 0,1 2-2 15,-2 0 2-15,0 1-15 0,0 2 17 0,0 1-9 16,0 6 0-16,0 0 13 0,0-9-8 16,-16-7-1-16,12 12-15 0,-1-2 23 0,-2 2-21 15,-11-3 31-15,4 1-13 0,2 3 3 0,1 1-3 16,-1 1-10-16,3-2-6 0,9 3-4 15,0 0 6-15,-11 0-27 0,11 0 7 0,-11 0 3 16,11 0 7-16,-18 16-9 0,12-10 2 0,4-3-31 16,2 1 32-16,-3 3-2 0,3-4-7 15,3 4 14-15,-1-1-11 0,3 0-11 0,-4-1 4 16,5 2 4-16,10 4-4 0,-2 1 6 0,-1 2 4 16,6-2 1-16,-4 1 5 0,0-3 1 15,-1 4 2-15,-3-3 2 0,-2-2-9 16,-2-2-2-16,7 7 27 0,-2 0-12 0,-1-6-12 15,-4 4 12-15,3-6 2 0,-3-1 0 0,-2 4-3 16,12 0 0-16,-6-2-11 0,-2 0 3 0,0-1 3 16,0-5 0-16,-6 1 19 0,7 1 2 15,-2-3-1-15,-1 1 1 0,0-1 8 0,-7 0-9 16,9 0-2-16,5 0 1 0,22-15-1 16,-20 10-8-16,-3-2 21 0,2-6 0 0,1 1-2 15,-1 2-14-15,2-2 6 0,-5-4-6 0,-1 1-9 16,-2 7 33-16,-5-4 8 0,-2-2-21 0,4 4 49 15,-3 0-8-15,-3 1 1 0,1-1 12 16,-1 10-5-16,0-16-2 0,0 3 0 0,-16-25 1 16,6 22-19-16,0-1 15 0,2 6-29 0,3 0 23 15,-5 1-9-15,-2-2 7 0,3 5-9 16,2-2 4-16,2 7-17 0,-2-3 2 0,3 1-1 16,-2 0-6-16,4 3 1 0,-1 1-7 15,3 0-19-15,0 0 28 0,0 0-16 0,0 0 3 16,-14 15 19-16,14-9-20 0,0 1-4 0,-1 3-10 15,4 12-1-15,-3-15 24 0,0 8-13 0,15 16-7 16,-7-10 13-16,-1-1 8 0,2-1-30 16,0 1 22-16,2-4-3 0,0 3 6 15,1-3 1-15,-5-2-8 0,1-4-2 0,2-4 5 16,5 4-3-16,-4-1 9 0,0 0-25 0,0-6-6 16,1 1-1-16,-2-4-28 0,-10 0-27 15,11 0 7-15,7 0 9 0,0 0-86 0,20-23-36 16,-23 13-65-16,-1 2 18 0,0-2-142 15,-2-5 12-15,-2 4 0 0</inkml:trace>
  <inkml:trace contextRef="#ctx0" brushRef="#br0" timeOffset="45870.309">10647-441 226 0,'-6'1'177'15,"1"-2"-31"-15,2 2-22 0,-2 2-45 0,0-3-10 16,5 0-8-16,-2 4 6 0,3-2-5 0,-1-1-9 16,1 4-4-16,5-4-19 0,-2 0-19 15,0 1-1-15,4-4 21 0,-2 2-4 0,1-2-2 16,-2-3 17-16,2 2-5 0,-1-1-3 16,-2 0-11-16,4-2 29 0,-5 0-19 0,1 2-1 15,-3-3 24-15,1 0 0 0,-2-1-10 16,-2 1-5-16,2 7 24 0,0 0-36 0,0-16 12 0,-20-16-5 15,10 20 2-15,-2 5-21 0,6-3-4 16,-1 6 6-16,0 0 19 0,1 0-22 0,1 4-9 16,-1 0-23-16,6 0-17 0,0 0-14 15,-9 0 5-15,9 0-45 0,-18 19-30 0,13-16-47 16,1 4-171-16,1-1 1 0,-1 2 32 0</inkml:trace>
  <inkml:trace contextRef="#ctx0" brushRef="#br0" timeOffset="46358.654">9944-331 422 0,'-4'0'135'15,"3"0"-20"-15,1-2-51 0,0 0-9 0,0 0 18 16,0-2 2-16,1 2-23 0,3 1 25 16,3-2-8-16,-1 1-56 0,2-2 1 0,15-2 26 15,1 1 6-15,-1-1-13 0,2-2 11 0,1 4-19 16,4-2-16-16,-4 1 20 0,4 2-8 15,5 0 6-15,-4 0-4 0,-2 2-29 0,2-5-22 16,-1 2-65-16,-3 1-41 0,-2-2-181 0,-2 2-10 16,-1 0 4-16</inkml:trace>
  <inkml:trace contextRef="#ctx0" brushRef="#br0" timeOffset="47653.995">11076-242 212 0,'0'0'114'16,"0"0"-10"-16,0 0-4 0,0 0-12 16,0-16 14-16,37-3-16 0,-27 18-7 0,-2 1-30 15,-1 0-5-15,2 0 18 0,-9 0-13 0,18 0 4 16,19 14-10-16,-19-7-5 0,-3 6-3 15,2-1 1-15,-3 5-21 0,-3 0 14 0,0 3-17 16,-3-2 8-16,-3 2 0 0,2-1-3 0,-4 3-2 16,-2-2-5-16,2 0-10 0,0 4 0 0,-3-24 1 15,0 14 15-15,0 2 11 0,-15 19-13 16,8-19-3-16,1-2 1 0,0-4 10 0,3-2-1 16,0-2-35-16,0 0 1 0,-1 0 43 0,1-2 16 15,1 1-8-15,-1-3-18 0,-1 2 24 16,2 0 15-16,-2-3-24 0,4-1-13 0,-2 0 4 15,-3 0 5-15,5 0 13 0,0 0-22 16,-1-16-8-16,1 10 17 0,1-4-15 0,6-13-9 16,-7 12-17-16,15-26 10 0,-2 12 9 0,1-1-14 15,-1 4 6-15,2 0 9 0,3 1-4 0,-3-2-13 16,-2 1 0-16,-4 6 1 0,5-2 15 16,-3 2 11-16,-3 5-3 0,5-3-2 0,-2 3-35 15,-4 1-12-15,0 1 25 0,-7 2 5 16,6-3 28-16,0 2-28 0,5-6 14 0,-6 3 6 15,1 0-19-15,-1 4 2 0,-2-3-2 0,1 6-1 16,-1-2 0-16,0 0 6 0,-3 0 5 16,1 2 8-16,-1-2-1 0,0 3-6 0,0 3-5 15,0 0 24-15,0 0-10 0,0-10 1 0,0 10-8 16,0 0-8-16,0 0 11 0,0-10-2 16,-14 0 10-16,12 13-9 0,-2-2-10 0,-2 2 5 15,1 0 3-15,-1 1-23 0,2 2-8 16,-8 8 11-16,3 1 7 0,0 1 9 0,2 0-9 15,-1 0 3-15,2-3 17 0,2 3-12 0,3-6-10 16,-5 11-6-16,1-5 17 0,3 8 14 16,2-11-18-16,-1 3 1 0,1-16 1 0,0 12-1 15,0-1-8-15,0-1 16 0,14 21 0 0,-3-14-8 16,-3 2-19-16,3-3 3 0,1 3 18 16,-1-6-1-16,4-1-1 0,-2 3-2 0,3-3-2 15,-2 1 6-15,4-10 10 0,0 9-10 16,6-6-1-16,-6-2 0 0,8-1-24 0,-2 1 28 15,-1 0 9-15,1 0-16 0,-4 0-9 0,2-4 17 16,-22 0-10-16,15 0 4 0,-2 0-17 16,-1 0 0-16,0 0-5 0,-2 0 20 0,-2 0 6 15,-8 0 6-15,10 0-33 0,-10 0 24 0,11 0 0 16,-11 0-4-16,10 0-24 0,-10 0-1 16,9 0-12-16,-9 0-12 0,0 0 5 0,8 0-134 15,-8 0 14-15,0 0 14 0,0 0-184 16,0 0-5-16,0 0 15 0,17-14 6 0</inkml:trace>
  <inkml:trace contextRef="#ctx0" brushRef="#br0" timeOffset="47978.796">12242-182 362 0,'6'0'310'0,"-5"0"-25"0,2 0-18 0,-2 0-34 16,-1 0-20-16,3 0-25 0,-3 0-4 0,3 2-17 15,-1-2-10-15,-2 0-23 0,4-2-16 16,-2 4 21-16,1-2-9 0,-3 0-32 15,2 0-21-15,-2-2-5 0,2 2 15 0,-2 0-10 16,0 0-26-16,2-1-60 0,0 1-44 16,-4-4-103-16,0 3 14 0,0-3-305 0,0 1 30 15,-20-11 28-15,-7-3 25 0,3 0 43 0,-10 3 16 16,0-2 5-16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1-27T05:10:49.543"/>
    </inkml:context>
    <inkml:brush xml:id="br0">
      <inkml:brushProperty name="width" value="0.26667" units="cm"/>
      <inkml:brushProperty name="height" value="0.53333" units="cm"/>
      <inkml:brushProperty name="color" value="#00FF00"/>
      <inkml:brushProperty name="tip" value="rectangle"/>
      <inkml:brushProperty name="rasterOp" value="maskPen"/>
      <inkml:brushProperty name="fitToCurve" value="1"/>
    </inkml:brush>
  </inkml:definitions>
  <inkml:trace contextRef="#ctx0" brushRef="#br0">202 296 0,'0'-40'157,"80"40"-157,41 0 15,-80 0-15,-1 0 16,41 0-16,-1 0 15,-40 0-15,41 0 16,0 0-16,40 0 16,80 0-16,-80 0 15,41 0-15,39 0 16,-80 0-16,-40 0 16,-41 0-1,0 0 1,1 0-16,-1 0 15,-40-40-15,81 40 16,-41 0-16,0 0 16,41 0-16,-41 0 15,41 0-15,-41 0 16,41 0 0,-41 0-1,81 0-15,0 0 16,0 0-16,-40 0 15,40 0-15,-81 0 16,0 0-16,0 0 16,1 0-1,39 0 17,-39 0-17,39 0 1,-39 0-1,-1 0-15,0 0 16,1 0 0,-1 0-1,0 0 1,41 0 0,-41 0-1,1 0-15,39 0 16,-39 0-16,39 0 15,-40 0 1,41 0 0,-41 0-1,41 0 1,40 0-16,-40 0 16,-1 0-16,-39 0 15,39 0-15,1 0 16,-41 0-16,41 0 15,40 0-15,0 0 16,-41 0-16,1 0 16,0 0-16,-1 0 15,-39 0 1,-1 0 0,0 0-1,41 0 1,40 0-1,-41 0-15,-39 0 16,39 0-16,-39 0 16,39 0-16,-39 0 47,39 0-47,-39 0 15,39 0 16,-39 0 32,39 0-47,-39 0 30,39 0-46,1 0 16,-1 0-16,-39 0 250,-1 40-250,0 0 16,1 1-1,-41-1 1,40 0 0,-40 1-16,40-1 15,-40 0 298,-80-40-298,39 0 1,-80 0 0,0 0-16,81 0 15,-121 0-15,40 0 16,81 0-1,-81 0-15,-41 0 16,41 0-16,0 0 16,81 0-16,0 0 15,-41 0-15,1 0 16,39 0 0,1 0-16,0 0 31,-1 0-31,-39 0 15,39 0 1,1 0 0,0 41-16,-41-41 15,81 40 1,-81-40-16,1 40 16,-41-40-16,40 0 15,41 40 1,-81-40-1,81 0-15,-41 0 16,41 0-16,-41 0 16,0 81-16,-40-41 15,41-40 1,-1 0-16,-80 0 16,121 0-1,-1 0-15,-80 0 16,41 0-16,-1 0 15,41 0 1,-41 41 0,41-41-1,-1 0 1,1 0-16,0 0 16,0 0-16,-1 0 15,-80 0 16,81 0-31,-41 0 16,41 0-16,0 0 16,-1 0-16,-39 0 15,-1 0-15,0 0 16,-80 0-16,121 0 16,-41 0-16,-40 0 15,-40-41-15,40 41 16,0-40-16,81 40 15,-81 0-15,81 0 16,-81-40-16,80 40 16,-80 0-16,-40-41 15,121 41 1,-1 0-16,1 0 16,0 0-16,-41 0 15,41-80 48,-81 80-63,40 0 15,1 0-15,-1 0 16,41 0-16,-41 0 16,-40-40-16,81 40 15,-1 0 1,1 0-1,40-41 220,0 1-220,40 40 1,1 0-16,39 0 16,1-40-1,-41 40 32,1 0-31,80 0-16,0 0 15,-41 0-15,41 0 16,-40 0-16,-41 0 16,81 0-16,-40 0 15,-1 0-15,41 0 16,-80 0 0,39 0-16,-39 0 0,79 0 15,-39 0 1,80 0-16,-80 0 15,40 0-15,-81 0 16,41 0-16,-41 0 16,41 0-16,0 0 15,39 0-15,1 0 16,0 0-16,-40 0 16,40 0-16,40-121 15,0 121-15,81 0 16,81 0-16,-121 0 15,-41 0-15,-40 0 16,-41 0-16,1 0 16,-41 0-16,41 0 15,-41 0-15,1-41 16,-1 41 0,0 0-1,41 0 1,-41 0-1,81 0-15,-81 0 16,1 0 0,-1 0-16,0 0 78,41 0-63,-41 0 17,1 0-17,-1 0-15,41 0 16,-1 0 0,1 0-16,40 0 15,-41 0-15,1 0 16,-41 0-1,1 0-15,-1 0 16,41 0-16,-1 0 16,-39 41-16,39-41 15,-39 0 1,39 0-16,-39 0 16,-1 0 62,0 0-16,41 40-62,-41-40 16,0 0-1,-40 40 235,0 1-234,-80-1 0,80 0-1,-81-40-15,41 41 16,-81-1-16,40-40 16,1 0-16,39 0 15,-80 0-15,41 0 16,-82 0-16,82 0 15,-41 0-15,-40 121 16,40-121-16,40 0 16,0 0-16,1 40 15,-1-40 17,41 0-1,-41 0 16,41 0-47,-41 0 15,1 0 17,39 0-32,-39 0 15,-41 0-15,80 0 16,1 0-16,0 0 15,-81 0-15,40 0 16,-40 0-16,0 0 16,41 0-1,-1 0-15,0 0 16,41 0-16,-41 0 16,41 0-16,-41 0 15,1 0-15,39 0 16,-39 0-16,-1 0 15,41 0-15,-41 0 16,41 0-16,0 0 16,-81-40-16,0 40 15,40 0-15,-40 0 16,41 0-16,39 0 16,-39 0-16,39 0 15,1-41-15,-41 1 16,1 40-1,39 0 1,1 0-16,-41 0 16,1 0-1,39 0 1,-39 0 0,-41 0-16,40 0 31,41 0-31,0 0 15,-1 0-15,1 0 16,0 0 0,-1 0-16,1 0 15,-41 0-15,1 0 16,-1 0 0,41 0-1,-41 0-15,0 0 31,1 0-15,-1 0 0,41 0-16,0 0 47,-1 0 46,1 0-46,0 0 63,-1 0 30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13:53:32.869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9109-3143 374 0,'0'0'186'0,"0"0"-7"0,0 0-27 16,0 0 2-16,0 0-29 0,0-17-27 16,0 17 14-16,0 0-11 0,0 0-5 0,0 0-2 15,0 0-7-15,0 0 4 0,0 0-7 0,0 0-10 16,0 0-17-16,0 0 10 0,0 0 12 15,0 0-16-15,0 0-10 0,0 0 3 0,0 0 6 16,0 0-18-16,0 0 1 0,0 0 2 16,0 0-3-16,0 0-3 0,0 0-10 0,0 0 0 15,0 0-11-15,0 0-2 0,0 0 3 0,0 0 3 16,0 0-16-16,0 0 15 0,0 0-11 16,0 0-7-16,0 0-1 0,0 0 9 15,-20 2-6-15,21 6 11 0,-1-1 5 0,8 13-9 16,-2-1 1-16,-1 1-7 0,1-4 4 0,-1-4-4 15,2 5-1-15,-1-2 9 0,0-4-13 0,0 7 15 16,6-1-10-16,-5-5 16 0,-1 0-24 16,2 4 13-16,2-5-20 0,-4 1 18 0,-1-3-2 15,4 8-13-15,-1-10-3 0,-1 2 6 16,-1-1 2-16,-3 2-8 0,2-1 6 0,-1-3-4 16,-2-1 20-16,-1 0-6 0,4 0-5 0,-5-1 13 15,5 2-8-15,-4-2-23 0,0 1 19 0,3 0-2 16,-2-3-13-16,-1 2 19 0,3 1-11 15,-4-1 12-15,0-2-11 0,7 3-5 0,-7-3 8 16,2 0 4-16,-2 0-7 0,2 1 30 16,0 0-14-16,-2-3 7 0,0 2 12 0,0-2 21 15,4 0-34-15,-4 0 9 0,0 0-28 16,0 0 13-16,0 0 3 0,7-15 26 0,-6 9 3 16,10-10-30-16,-10-2-8 0,4 4-1 15,-5 2 37-15,8-15 6 0,-3 5-35 0,2 6 43 16,-1-7-42-16,1 3 2 0,-2 0 19 0,1-1-2 15,0 3-12-15,-4 2 28 0,2 2-26 16,3 4-10-16,-6 0 0 0,2 1-1 0,-3 2-2 16,1-2 17-16,-1 3-18 0,4-3-1 0,-2 3-11 15,-1-4 22-15,3 5-26 0,-2-4-8 16,-2 3 30-16,4-3-4 0,-4 3 5 0,3-4-5 16,-3 5-13-16,0-2-9 0,1-1 18 15,-1 0 15-15,0 2-13 0,4 3-1 0,-4-3-3 16,1 2 16-16,-1-1-30 0,0 2 19 0,3-1-22 15,-3-2 18-15,2 5-6 0,-2-3 10 16,0 1-9-16,0 1-14 0,0-2-10 0,1 4 8 16,-1-3-1-16,0 3-32 0,0 0 17 0,0 0-38 15,0 0-7-15,0 0-17 0,0 0-30 0,0 0-24 16,0 0-18-16,0 0 14 0,0 0-95 16,0-9-60-16,0 9-87 0,-8-7 12 0,4 7 46 15,1 0-3-15,0 2 19 0,2-2 12 16,1 1-10-16</inkml:trace>
  <inkml:trace contextRef="#ctx0" brushRef="#br0" timeOffset="1022.533">9494-2845 317 0,'0'0'156'0,"0"0"-24"0,0 0-18 0,0 0 29 16,0 0-15-16,0 0-20 0,0-18-7 0,0 18-6 15,0 0 16-15,0 0-35 0,0 0 28 0,0 0-4 16,0 0-3-16,0 0-14 0,0 0 16 16,0 0-29-16,0 0 0 0,0 0-21 0,0 0 11 15,0 0-21-15,0 0 0 0,0 0-18 16,0 0-7-16,0 0-3 0,0 0 15 0,0 0-1 15,0 0-2-15,0 0 2 0,0 0-1 0,0 0-16 16,0 0 16-16,0 0-24 0,6 0 23 16,-2 8-9-16,-4 1 8 0,1-1-6 0,-1-8 2 15,0 8-18-15,0 11 2 0,0-3 13 16,0 2 6-16,0-2-1 0,0 4-8 0,0-1 12 16,0-2-14-16,0-2-4 0,0-2 19 15,0 0-21-15,0-3 23 0,0 0-23 0,0 0 19 0,0-1-8 16,0-3-3-16,0 3-7 0,0-9 9 15,0 10 4-15,0 0-6 0,0-10 9 0,0 10 10 16,0-10 0-16,0 8-2 0,0-8 14 16,0 0-14-16,0 8 8 0,0-8 13 0,0 0 12 15,0 9-36-15,0-9-4 0,0 0-2 0,0 0 25 16,0 0-33-16,-11 10-5 0,10-10-13 0,-1-2-35 16,2 1-12-16,-2-6-11 0,0 5-24 15,1 1-43-15,1-2 12 0,-3-1-151 0,2 2-111 16,1-1 10-16,-3-1 12 0,0 1 53 15,3 1-6-15,3-1 7 0</inkml:trace>
  <inkml:trace contextRef="#ctx0" brushRef="#br0" timeOffset="1483.014">9775-2511 474 0,'0'-1'168'0,"0"0"-9"0,0 1 27 0,0-3-43 16,0 3-5-16,0-1-33 0,0-1 11 15,0 2-12-15,-2 0 4 0,0 0-18 16,2 0-15-16,0 2-22 0,0-4 7 0,-2 5-5 15,2 1-16-15,0-4 12 0,-2 6 2 16,2-2-13-16,-5 5-3 0,4-3-2 0,-2 1-20 16,-5 12 18-16,3-4 1 0,-6 2-11 15,4 0-24-15,-4-1-18 0,-3-1-29 0,3 2 6 16,-3 0-152-16,6-7-181 0,-9 0 38 0,5-4 23 16,4-2 14-16,-2 0 19 0</inkml:trace>
  <inkml:trace contextRef="#ctx0" brushRef="#br0" timeOffset="2436.518">9844-3063 320 0,'-2'-5'227'0,"2"4"-52"0,-3-6 14 16,3 7-26-16,-2-2-8 0,0 1-32 0,1-2-23 16,1 2 2-16,-3 0-3 0,2 0-32 0,1-2 2 15,-2 3-11-15,0 0-5 0,2 0-17 16,0 0 17-16,0 3-16 0,0-1 3 0,2 2-24 16,0-3 6-16,-1 3-6 0,2 1-1 0,0-2 8 15,-1 3-6-15,1-4 5 0,4 3-8 16,-3 2-14-16,-1-1 5 0,2 0-17 0,11 9 26 15,-8-4-3-15,1 8 21 0,4-6-47 16,-4 0 29-16,1-4-10 0,0 5 17 0,1-5-6 16,-4 1-3-16,1-4-29 0,-5 1 23 15,2 0 8-15,2-1 16 0,-2 0-22 16,2-2 3-16,-3 2-32 0,-1-2 24 0,3 2 15 16,-1-2-9-16,-1 0-4 0,-1 1 9 0,3-3-41 15,-5 4 36-15,3-3-8 0,0-3 4 0,-1 4-1 16,1 1 4-16,-3-3-20 0,4-2 16 0,-3 4 6 15,2 1-3-15,-2-2-13 0,-1-2 15 16,2 0 6-16,0 1-22 0,-1 1 16 0,0-3-5 16,-1 0-21-16,3 0 7 0,-4 0 22 15,0 0-6-15,0 0 8 0,0 0 3 0,13-13-9 16,-11 7-1-16,1 0 6 0,0 1 16 0,1-4-10 16,4-6 0-16,-4-2 13 0,3-2-10 15,-5-3-2-15,3 3 5 0,-1-1 16 16,3 1-19-16,0-1 27 0,-3-2-16 0,-1 6 4 15,1 1-17-15,-3 0-2 0,-1 4 4 0,2 0-3 16,1 1 5-16,-2-2-1 0,0 5 1 16,2-2-11-16,-2-1 5 0,1-11-5 0,5 6 13 15,-5 0-20-15,1 4 2 0,-1-1 4 16,2 2 1-16,-3 3-9 0,2-2 2 0,0 2 1 0,-3 0 4 16,4 0-13-16,-2-1 17 15,1 2-22-15,0 2 1 0,-3-2-5 0,0 0 5 16,1 2-9-16,2 1-5 0,-2-3-25 0,-1 2-12 15,2 1-7-15,-2 0-27 0,3-1-23 16,-1 4 13-16,-2 0-81 0,0 0-56 0,-7 0-96 16,2 4-32-16,4 1 16 0,-4-4 51 15,-1 3 39-15</inkml:trace>
  <inkml:trace contextRef="#ctx0" brushRef="#br0" timeOffset="3323.737">10312-2900 455 0,'-4'-1'194'0,"3"-3"-72"16,0-1 18-16,-1 3-21 0,-1-3-35 16,3 1-28-16,0 1-12 0,0-3 61 0,0 2-44 15,0 1 4-15,3 0-7 0,0-1-10 16,-3 0 21-16,4 1-60 0,-1 0 18 0,2 1 5 16,-1 0 17-16,3-3-24 0,-3 4-5 15,1-1-11-15,0 2 25 0,1 0-15 0,0 0-23 16,-1 0 21-16,0 2-16 0,1 1 9 0,-6-3-41 15,0 0 38-15,0 0 20 0,15 7-19 0,-11-1-3 16,-3-2 22-16,1 0-56 0,3-1 34 16,-2 0-9-16,-3 3 2 0,3 1 24 0,-3-6-17 15,0 7-31-15,1-4 25 0,-2 4-2 16,1-8 14-16,0 11-41 0,-18 12 0 0,11-13 35 16,4 0 14-16,-1-2-7 0,-7 5-14 15,-1-3 15-15,9-1 25 0,-7-4 18 0,5 1-40 0,-1 0 14 16,2-3 0-16,-1 2 6 0,-1-3-25 15,1 4 19-15,-1 0 0 0,2-6-22 16,3 6 17-16,-5-2-4 0,1-2 6 0,3 2-4 16,-1 0-27-16,1-2 8 0,-1-2-6 0,0 0 20 15,2 1 2-15,1 2 2 0,-2-1 7 16,1 1 6-16,-2-1-29 0,3-2 3 0,-1 3 3 16,0-2 6-16,-2 0-3 0,3-1 6 15,0 0-11-15,0 0-11 0,0 0 10 0,15 7-3 16,-10-7-12-16,2 0 21 0,0 2-9 0,1-2-2 15,2-2-12-15,-2 2 17 0,2 0-13 0,-10 0 25 16,8 0-23-16,5 0 12 0,2 0-24 16,0 0 22-16,1 0-8 0,-3 0 21 0,-1 0-10 15,-1 0-25-15,-3 0 0 0,-8 0-3 0,13 0 9 16,-5 0 8-16,-8 0-4 0,11 0 16 16,0 0 2-16,-11 0-9 0,7 0 12 0,-7 0-16 15,11 0 7-15,-11 0-38 0,8 0 48 0,-8 0-13 16,0 0 16-16,11 0-6 0,-11 0-8 0,0 0-15 15,0 0 1-15,7 0 2 0,-7 0-24 16,0 0-9-16,0 0-33 0,0 0 5 16,0 0-120-16,15 2-98 0,-15-4-43 0,-3 2-1 15,8-3 21-15,-4-1 11 0,-1 3 4 0</inkml:trace>
  <inkml:trace contextRef="#ctx0" brushRef="#br0" timeOffset="3627.499">10754-2761 340 0,'0'0'246'0,"3"1"-51"0,-3 2-14 0,-3-3-7 15,6 1-54-15,-3-1 0 0,0 1-24 16,-3-1 2-16,3 5 0 0,-3 0-29 0,2 0-2 16,-2 1-5-16,0 2-18 0,1-2 1 0,-1 2-5 15,-4 11 6-15,1-5 2 0,2 0-19 0,-1-3 2 16,2-1-23-16,-1 0-49 0,-2 1 3 16,6-4-30-16,-2-1-59 0,-2 2-55 0,-2-2-113 15,1 0-37-15,2-2-2 0,-3 2 50 16</inkml:trace>
  <inkml:trace contextRef="#ctx0" brushRef="#br0" timeOffset="4115.348">11065-2982 374 0,'0'3'148'0,"-2"-2"2"15,2-1 20-15,0 2-97 0,0-2 52 0,-1 2-54 16,2-2 0-16,-1 0-26 0,2 1 35 16,0-1-10-16,0 0-7 0,1 0-5 0,-1 0-44 15,1-1 19-15,1 2-35 0,-1-2 15 16,2-1-1-16,1 2-70 0,-1-2-51 0,0 1 24 16,-3-2-101-16,5 2-106 0,-3-1-2 15,0-1 1-15</inkml:trace>
  <inkml:trace contextRef="#ctx0" brushRef="#br0" timeOffset="4302.463">11330-2974 312 0,'4'-2'86'0,"0"2"-10"0,2 0-11 15,-1 0-9-15,1-2-5 0,1 1-14 0,0-2-18 16,-1 2-48-16,0-1-9 0,15-2-23 16,-10-2-88-16,0 6-27 0</inkml:trace>
  <inkml:trace contextRef="#ctx0" brushRef="#br0" timeOffset="4480.183">11597-2988 285 0,'4'0'130'16,"2"0"-19"-16,-4-1-17 0,4 2-19 0,2-2-22 15,-1-2-30-15,0 0-2 0,4 0-3 16,-7 2 7-16,22-5-59 0,-9 0-17 0,7-1-20 16,-6 4-44-16,-7-3-101 0</inkml:trace>
  <inkml:trace contextRef="#ctx0" brushRef="#br0" timeOffset="4621.89">11996-3008 220 0,'8'0'9'16</inkml:trace>
  <inkml:trace contextRef="#ctx0" brushRef="#br0" timeOffset="6889.404">12824-2958 293 0,'4'-3'134'0,"-4"1"-27"0,2 1-27 16,1-1 8-16,4 2-26 0,-6-1-7 0,4 1 13 16,-5-2-10-16,2-2-6 0,2 4-6 0,-4 0-4 15,3 1-5-15,0 2-4 0,0-1 63 16,-1-1-71-16,1 2-4 0,1 2 1 0,-4-3 26 15,2 0 7-15,-1 6 28 0,2-6-30 0,-2 2-7 16,-1 2-35-16,3 1 21 0,-3 0 14 16,3 2-11-16,-3-1-17 0,1-1 12 0,0 0-2 15,-1-7 15-15,0 0-41 0,0 10-19 16,0-4 6-16,0-6 33 0,0 12 4 0,0-5-22 16,0-7-24-16,0 9 47 0,0-9-24 15,0 10 22-15,0-10 31 0,0 7-16 0,0-7 14 16,0 0 3-16,0 10 17 0,0-10-10 0,0 0-26 15,0 0 22-15,9 7-28 0,-12-8 6 16,3-5-13-16,3 3-5 0,-3-1 23 0,1-2-11 16,-1 1-21-16,1-3 14 0,4-2 8 0,-5 1-24 15,0 3 20-15,0 6-5 0,8-32-12 16,-7 22-11-16,2-1 22 0,0-1-13 0,6-5-2 16,-7 4-6-16,-1 4 15 0,2 3-11 15,4-3-2-15,-5 2-15 0,4 3 13 0,-1 0 0 16,0-1-6-16,0 0 7 0,-2 0-2 0,1 4 0 15,-1-1-9-15,2 2 18 0,1 0-10 16,1 0 10-16,-7 0-15 0,0 0 6 0,0 0-11 16,9 0 2-16,-1 0-4 0,-8 0 14 0,24 12-17 15,-17-8 26-15,-3 2-17 0,3-2 13 16,-2 2 4-16,1-2-13 0,-2 2-2 0,-1-1-20 16,9 8 21-16,-4-2 2 0,-2-1-2 0,-2-1 3 15,3 0 1-15,-2-2-11 0,-2 0 8 0,1-4-5 16,-1 2 9-16,0 4 3 0,-3-4 1 15,2 2 0-15,2-1-14 0,-2 2 15 0,-1 1-21 16,2-4 16-16,-3 1 2 0,1 1-13 16,-1 1 9-16,2 0 11 0,2-4 4 15,-4 3-26-15,1-4 4 0,-1 4-6 0,2-5 15 16,-2 3 3-16,0 0 6 0,2-1 0 0,-2 1 11 16,0-2-9-16,0-1-2 0,0 3-7 15,0-5 20-15,0 0-21 0,0 0 10 0,0 0 1 16,0 0 2-16,0 0 2 0,0 0-20 0,0 7 15 15,0-7 0-15,0 0-16 0,0 0 6 16,0 0 10-16,0 0-4 0,3 16 13 0,-3-15 0 16,0-1-11-16,0 1-9 0,0 0 15 0,3-1-15 15,-6 3 10-15,6-3 9 0,-3 1-1 16,0-1-20-16,1 0 18 0,-1 0-8 0,0 0-8 16,-1 0-36-16,1-1-49 0,0-3-27 0,0 3 10 15,0-3-223-15,-3-1-29 0,0 3 22 16,3-6 20-16,-4 3 24 0,3-4-6 0,-3 2 8 15</inkml:trace>
  <inkml:trace contextRef="#ctx0" brushRef="#br0" timeOffset="4779.65">12313-3017 336 0,'3'0'73'0,"1"0"-42"0,-1 0-38 0,1-1-141 16</inkml:trace>
  <inkml:trace contextRef="#ctx0" brushRef="#br0" timeOffset="5847.788">12466-3216 357 0,'0'0'180'16,"-21"0"19"-16,21 0-14 0,0 0-6 0,0 0-26 15,-19 0 2-15,-2-33-28 0,19 32-3 16,-1-4-22-16,-3 5-10 0,5-2-16 0,-2 2 9 16,1-3-2-16,-1 1-5 0,0 2-14 15,2-2-7-15,-2 4-5 0,2-4-8 16,-1 2-4-16,-1 0-8 0,2 0-3 0,0-2 3 16,-1 2 2-16,0 0 0 0,2 0-15 0,0 0 5 15,0 0-29-15,0 0 28 0,0 0-5 0,0 0-8 16,0 0 9-16,0 0-7 0,0 0 0 15,-3 2-8-15,3 0-6 0,3 0 8 0,1 2 7 16,1 2-9-16,-2-2 9 0,4 2-23 0,8 7 25 16,-3 1-15-16,2 1-15 0,-4-6 15 15,2 4 0-15,0 5-9 0,1-4-4 0,2-1 21 16,-5 5 2-16,3-3-7 0,0 0 11 16,-1 2-17-16,-1-4 6 0,-3 0-4 0,-1-4 2 15,-3 1-3-15,9 6 11 0,-4-6-5 0,-2-3-1 16,-1 2-5-16,-3-4 1 0,1 2 15 0,1-4-13 15,-2 3 0-15,1-2 8 0,-3-1-11 16,5-2 0-16,-1 5-3 0,-5-2-8 0,6-1 9 16,-3 0 1-16,-1 0-6 0,-2 0 21 0,3 1-18 15,1-2 9-15,-4-1-3 0,2 0 13 0,-1 1-13 16,2-1 18-16,-3 1-20 0,1 1-12 16,1-2 21-16,-1-1-3 0,2 0 14 0,-3 0-10 15,0 0-2-15,0 0-16 0,0 0 1 0,0 0 19 16,12-17-6-16,-9 11 11 0,0 0-10 15,2 0-3-15,2-14-14 0,1 1 12 0,-2-1 5 16,1-3 12-16,-1-2-14 0,4 0-2 0,-4 4 11 16,0-3-2-16,0 1 3 0,1-3 9 15,-2 5-19-15,2-3 14 0,-1 1-3 0,-1-1-9 16,2 4 20-16,-1 6 12 0,-4-9-25 16,2 11 9-16,-1-4-14 0,0 5-1 0,-2-1-2 15,1 3 12-15,0 2-12 0,-2 1 16 16,2-2-7-16,-1 0-6 0,-1 6 0 0,4-3-7 15,-4 1 11-15,2-2-11 0,-2 2 14 0,0 2-15 16,0-2-11-16,1 2-2 0,-1-2-29 0,0 2-19 16,0 2-24-16,0 0 3 0,0 0-27 0,0 0 10 15,0-10-69-15,0 10-21 0,0 3-54 16,0 0-94-16,-1-2-2 0,2 4 23 0,-2-4 14 16,1 3 18-16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13:54:15.777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-4 90 331 0,'0'0'121'0,"0"0"-16"15,0 0-8-15,0 0-11 0,0 0-21 0,0-17-10 16,0 17-8-16,0 0 37 0,0 0 34 0,0 0-55 15,0 0 36-15,0 0-22 0,29-34 21 16,-29 30-6-16,0 1 11 0,0 1-5 0,0 0-7 16,0-2-4-16,0 1 0 0,0 2-13 15,0-1 9-15,0 1-12 0,0-3 7 0,0 2 7 16,0 2-15-16,1 0-11 0,-1-3-9 16,0 3 3-16,0-1-11 0,0-2-2 0,0 2-2 15,0-1 4-15,0 2-11 0,0 0-6 0,0 0-3 16,0 0 1-16,-1 0-13 0,2 2 7 15,-1 2 1-15,0 0-18 0,0-1 5 0,2 4 16 16,-2 2-12-16,2 0 2 0,0 14-16 16,-2-10 22-16,0 5-14 0,0 6-4 15,0 0 9-15,7 27-15 0,-3-24 9 0,-3 1 11 16,-1-1-11-16,1-1 0 0,-1-13-4 16,0 6 0-16,0 4 19 0,0-2-16 0,0-3 2 15,0-2 9-15,0-3-6 0,0 2-15 0,0-5 7 16,0-1 4-16,0-9 11 0,0 12-17 15,0-4 25-15,0-8-9 0,0 9-2 0,0-9 3 16,0 10 16-16,0-10-3 0,0 10 13 0,0-10 6 16,0 0-20-16,11 19 17 0,-9-15-14 15,-2-4-15-15,0 0-4 0,0 0 10 0,0 0 14 16,0 0-20-16,0 0-1 0,0 0 5 16,0 0 25-16,0 9-52 0,0-9-13 0,-2 6-26 15,1-10-31-15,1 3-35 0,-4-4-35 0,4 0 13 16,0-2-123-16,-3 1-121 0,-1-17 28 15,4 5 22-15,-1 4 23 0,-2 1 20 0,2-1 15 16,1 2 10-16</inkml:trace>
  <inkml:trace contextRef="#ctx0" brushRef="#br0" timeOffset="1083.063">70 56 371 0,'-1'-4'229'0,"1"1"-25"0,0 2-42 0,0-2-13 16,0 0 29-16,-2-1-21 0,2-1-8 16,0 4-22-16,0-1-8 0,0 2-23 0,0-4 5 15,0 1-6-15,0 0-16 0,2 3-16 0,-2-3 2 16,4-1-9-16,-1 2-12 0,1-2 7 16,3-2 5-16,-2 3-14 0,2-1-6 0,0 1-4 15,11-7-26-15,-4 4 13 0,8-2 5 16,-9 3-6-16,0 0-3 0,-2 1 2 0,0 0 4 15,-3 1-10-15,2 3-6 0,-2 0 2 0,-1-3 4 16,0 3-18-16,1 0 21 0,-8 0-11 16,15 0 5-16,-3 0-18 0,13 15 10 0,-15-10 3 15,-2-1 1-15,-3 2-17 0,2-2 21 0,6 10-6 16,-8-7-7-16,5 2 18 0,-7-5-11 16,1 5-9-16,-3-3-6 0,-1 0 14 0,0-6 9 15,0 0-18-15,0 10 4 0,0 4 11 0,-18 20-7 16,17-23 8-16,-10 5-9 0,5-2 4 0,-6 3 3 15,0 0-12-15,-2-6 10 0,4 3 4 16,-4-2 9-16,2-3-22 0,-2 3-1 0,-4 1 12 16,2-3-2-16,1 0 4 0,2-4 9 15,0-2 11-15,3-2-19 0,-1 4 16 0,4-6 3 0,2 3 10 16,-1-3-15-16,1 3 15 0,-1 1-9 16,3-4 11-16,-1 2-10 0,3-2-12 15,-5 1-1-15,5-1 11 0,-2 0-23 16,2 0 15-16,0 3 5 0,2-6-26 0,-1 3-7 15,0-1 32-15,1-1-28 0,3 2 15 0,-2 0-11 16,3-4 0-16,-1 4-4 0,2-3 12 16,1 3-7-16,0-1-6 0,0-1 20 0,2 2 3 15,-1-3-22-15,1 0 10 0,0 3-12 16,-2-2-5-16,6 2 7 0,-2 0 2 0,-3 0 12 16,3 0 7-16,7 0-20 0,-2 0-5 15,21 18 2-15,-17-12 2 0,-7 0-10 16,0-2 1-16,-2 2 2 0,-3-2 6 0,8 5 17 15,-3 1-22-15,-2-1 1 0,1 2 3 0,-1-5 7 16,-4-2-15-16,7 10 14 0,-7-7-4 16,-2-1-6-16,-1 1 8 0,-1-4-5 0,0 3 11 15,-2-1-2-15,-1-2-1 0,0 5 9 0,0-8-12 16,0 0 16-16,0 0-25 0,0 10 0 16,0-10 7-16,-14 21 6 0,12-16 7 15,-4 0-8-15,3-3-3 0,-1 6-2 0,-3-3-2 16,2-1 1-16,-1 1 22 0,0-2-23 15,0 4 15-15,-1-5 1 0,2 3-1 0,-8 7 3 16,1-5 4-16,0-1-23 0,3-1 3 0,0 0 9 16,0-1-7-16,4-2 17 0,-2 2-2 0,0 0 13 15,-1-3-8-15,1 3-1 0,-8 3 14 16,-2-1-9-16,5-3-19 0,4 1 1 0,-2-3 22 16,2 1 6-16,0 0-18 0,4-1-1 15,-2-1 11-15,1 3-11 0,-1-3 1 0,-1 0 26 16,3 1-11-16,3-1 15 0,-5 0 1 0,1 0-16 15,5 0 9-15,0 0-36 0,0 0 13 0,-9 0 36 16,9 0-41-16,0 0 3 0,-11 0 0 16,11 0-1-16,-8 0-6 0,8 0-14 0,0 0-56 15,-22-14 1-15,18 13-22 0,0-3-47 0,0 2-33 16,-2 0 15-16,4 0-142 0,-3 0-156 16,0-4 60-16,2 4 24 0,-1 1-33 0,3-6 26 15,-3 6 9-15,1 0 10 0</inkml:trace>
  <inkml:trace contextRef="#ctx0" brushRef="#br0" timeOffset="2142.539">626 548 409 0,'0'-3'219'0,"-3"-1"2"16,0 3-32-16,2 1-35 0,1-1-9 0,-1 0-22 15,-1-2 5-15,2 2-5 0,-3 1-29 16,3-2-15-16,0 2-3 0,0 0-3 0,0-2-15 15,0 4-2-15,0-2-15 0,0 3-2 16,0 0-6-16,0-2 9 0,0 1-18 0,5 5-1 16,-5-5-19-16,1 5 20 0,-1-1 9 0,1 1-13 15,2 2-13-15,-2-1-5 0,1 0 6 16,-2-8 9-16,0 9-9 0,0-1 2 0,0 0 9 16,0 0-12-16,0-8-16 0,0 12 2 15,0-2 15-15,0-1-8 0,0-9 6 0,0 10 23 16,0-10 5-16,0 10-7 0,0-10 9 0,0 7 25 15,0-7-5-15,0 0 8 0,0 9 29 16,0-9-13-16,0 0 0 0,0 0-25 0,5 14 20 16,-6-14-44-16,-3-3-1 0,4 0 22 15,-3 0-17-15,0-2 12 0,2-1-26 0,0 0-2 16,1-2-2-16,0 0 4 0,0-2 7 0,1 1-20 16,-1-1 0-16,0-7 11 0,0 2-14 15,16-16 8-15,-10 17-7 0,-3 2-11 0,1 3 31 16,-1-2-27-16,2 2 13 0,-1 5-16 0,2-3-4 15,-4 2 25-15,3 1-4 0,0-1-18 16,-2 4-8-16,2-3 27 0,2 0-23 0,-1 3-14 16,3 0 38-16,-2 1-10 0,-1 0-11 0,2 0-3 15,-8 0-9-15,11 0 39 0,-3 0-28 0,7 0-5 16,16 15 7-16,-16-8 12 0,1 1-14 16,-1 0-1-16,-4-2 14 0,-1 1-26 15,-2-1 36-15,-1 3-18 0,5 4-7 0,-2-1 21 16,-3-2 2-16,-2 0-32 0,-2-1 5 0,1-1 13 15,-1-2 0-15,1 1 7 0,-2-2-2 16,0 3 4-16,0-1 6 0,-1-1-23 0,3 2 16 16,-1-4 0-16,0 3-17 0,-2-1-9 0,-1 1 23 15,1-4-13-15,2 4 13 0,-3-5 3 0,2 5 15 16,-1-6-28-16,-1 2-4 0,0 1 28 16,1 1-24-16,2-4 10 0,-2 1 2 0,-1-2-12 15,0 0 1-15,0 0 0 0,0 0 1 16,-6 6-31-16,1-6-27 0,4 0-37 0,-3-2-43 15,-3 0 13-15,4 0-166 0,-1-1-121 0,0 0 30 16,3-3 25-16,-2 2 13 0,0-3 22 16,3 5-30-16,0-8-8 0</inkml:trace>
  <inkml:trace contextRef="#ctx0" brushRef="#br0" timeOffset="2758.983">1394 174 317 0,'-1'0'272'0,"-2"1"-49"0,2-2-24 0,-2 1-30 16,0 1-24-16,2-1 0 0,0 0-10 16,1 0-28-16,-3 0-16 0,3 0-14 0,-1 0 0 15,-1 0-2-15,2 1-4 0,2-2-20 0,-1 1 8 16,3 1-17-16,2-1 3 0,-1 2-8 15,3-4 2-15,12-3 7 0,-3 5-13 16,-4 0-13-16,7 0-5 0,23-6 17 0,-17 3-11 16,0-1-2-16,3 4-8 0,-3-2-1 0,-1-2-6 15,-4 4 5-15,1-4 8 0,-2 4-2 16,-10 0-3-16,1 0 1 0,-3 0-8 0,-2 0-5 16,1 0 9-16,-7 0-15 0,0 0 12 0,0 0-6 15,0 0-2-15,9 0 2 0,-9 0-12 0,0 0-32 16,9 0-19-16,-9 0 5 0,0 0-64 15,0 0-37-15,0 0-57 0,12 4-66 0,-12-1 19 16,0-2 22-16,-3 1-66 0,2 1-7 16</inkml:trace>
  <inkml:trace contextRef="#ctx0" brushRef="#br0" timeOffset="3089.106">1566 362 544 0,'-2'4'191'0,"-1"-2"-10"0,0 3-16 15,2-4-48-15,-5 1 10 0,2 0-27 0,3 0 8 16,-2 2-1-16,3-2-29 0,0-2 5 16,3 4-11-16,-2-1 8 0,1-2-7 0,6 1-10 15,-4-2 1-15,4 0-8 0,0 4-6 16,3-4 1-16,2 0-14 0,12 4 0 0,1-2-19 15,1-2 5-15,-2 1 5 0,0-1 1 0,2 0 2 16,-14 0-12-16,3 0-20 0,2 0-5 16,-2 0 17-16,1 0-12 0,-5 0 10 0,3 0 14 15,-4 0-12-15,-1 0-2 0,-3 0-17 16,-7 0-23-16,12 0-10 0,-2 0-38 0,-10 0 8 16,8 0-59-16,-8 0-29 0,0 0-39 0,11 0-121 15,-11 0-15-15,10 12 36 0,-13-9 11 16</inkml:trace>
  <inkml:trace contextRef="#ctx0" brushRef="#br0" timeOffset="6733.734">4742 120 247 0,'0'-1'270'0,"1"-5"-10"0,2 4-50 15,-2 1-22-15,-1 1-23 0,0-3-20 0,0 3-18 16,-1 0-9-16,1 3-30 0,-4-2-1 0,4 7-20 16,-2-4 15-16,0 4-43 0,-3 13 12 0,0 2 11 15,-1-2-9-15,1 2-9 0,-1 3-10 16,5 0-22-16,-4-1 22 0,3-2-9 0,-2-1-16 16,4-11 7-16,0 3 4 0,0 4 5 15,0-2-12-15,0-2-18 0,0 0 19 0,0-4-1 16,0 0-15-16,0-10 18 0,0 9-1 15,0-9-3-15,-12 20-13 0,12-14 35 0,0-3 3 16,0 1-15-16,-2-1 11 0,2-3-5 0,0 0 18 16,2-3-4-16,-4-3-31 0,0 0 5 0,2-1 9 15,2-23-1-15,-2 18-13 0,0-7-2 16,0-7 8-16,0-3-4 0,0-3-7 0,15-30-7 16,-9 27 8-16,-1 4 11 0,1 2-22 15,-2 0 11-15,4 3-7 0,-2 8 17 0,1-6-5 16,-2 4-8-16,2 3 7 0,-1 5-14 0,-2 3-10 15,-2-1 12-15,4 3 1 0,-2 4 1 0,0-1-17 16,2 1 9-16,-1 3 8 0,-5 0-4 16,0 0-11-16,10 0 10 0,-10 0-6 0,12 0 1 15,20 23-4-15,-16-12 13 0,-1 1-8 16,2 3-2-16,1 2 13 0,-3-1-3 0,3 3 7 16,-4 3-11-16,-1-8-10 0,4 8 20 0,-1-2-7 15,1 0-7-15,-3 4 10 0,-3-6-6 16,1 3-4-16,0 1 21 0,-1-1-5 0,-2-1-8 15,3-2 5-15,-4-2-2 0,3 2 5 0,-4-5-8 16,-1-3 10-16,-1 1-1 0,-1-2-5 16,-1-5-4-16,2 5-7 0,-5-6 6 0,0 4-3 15,5-5-5-15,-4 5 13 0,3-4-12 0,-3 1-11 16,1 0-10-16,-1-2-2 0,-1-2 2 16,0 3-21-16,3-3-17 0,-3 0-17 0,0 0-9 15,-4-3 9-15,2 3-105 0,-2-7 4 0,2 4-85 16,-4-4-53-16,1 4 32 0,-1-3-17 0,-6-10 8 15</inkml:trace>
  <inkml:trace contextRef="#ctx0" brushRef="#br0" timeOffset="7068.904">4751 290 527 0,'-4'2'191'0,"-1"-2"-51"0,3-2-50 0,-2 3 4 16,4 0-5-16,0-1-2 0,0 0-10 16,4 0-22-16,-2-1 1 0,3 1 1 15,2 0-37-15,-1 1 18 0,0-1 5 0,4 0-8 16,-2 0-3-16,1 2 25 0,0-4-25 0,-9 2-9 15,8 0 8-15,13 0-15 0,0 0 1 16,1 0-6-16,-2 0 2 0,2 0 5 0,-7 0-3 16,2 0-18-16,-3 0-36 0,-3 0 8 0,0 0 23 15,-3 0-14-15,11-12 2 0,-19 12-19 16,0 0-68-16,10 0-40 0,-10 0-51 0,8 0-80 16,-8 0-24-16,12 0 8 0</inkml:trace>
  <inkml:trace contextRef="#ctx0" brushRef="#br0" timeOffset="7794.944">5176-190 340 0,'0'-3'200'0,"-1"-3"-37"16,1 2-9-16,-2-2 10 0,-2 0-44 0,4 0-27 15,4 0-2-15,-2 0-13 0,2 1-5 0,-1-1 10 16,1 2-59-16,1-2 5 0,-2 0 21 16,4 3 2-16,-2-3 6 0,1 3-60 0,1 0 13 15,-2-1 30-15,2 3-9 0,-1 1-4 16,1 0-32-16,-2-2 38 0,-5 2-28 0,0 0 10 16,10 0-3-16,-10 0-5 0,8 0-13 0,-8 0 32 15,22 16-15-15,-21-10-46 0,5-3 2 16,-5 3 55-16,1 1-32 0,0-1 31 0,0-1-10 15,-2 1 12-15,-2 0-44 0,2-6 27 16,0 0-33-16,0 12 19 0,-15 17 15 0,6-12 4 16,0-7-1-16,2 1 13 0,-4 6-13 15,5-7-6-15,-1 0 6 0,4-7-8 0,-1 3 5 16,-2 0 17-16,2-3-26 0,3 2-13 16,-2-3 6-16,0 4 21 0,2-3-9 0,0 0-9 15,-4 1 8-15,5 0 7 0,0-1-8 0,-2 0-20 16,-1 0 29-16,2 0 3 0,-1-2-11 15,2 2 2-15,0-2 6 0,0-1-11 0,0 0 26 16,0 0 4-16,0 0 11 0,0 0-28 16,14 8-7-16,-6-10 5 0,0 2 15 0,-1-1-30 15,4-3 13-15,-2 3 15 0,3 1-4 0,20-9-4 16,-16 7-8-16,-2 2 4 0,1-3 8 16,-5 3-9-16,-1-3 3 0,1 3 0 0,-10 0-6 15,11 0 12-15,-11 0 1 0,11 0-17 16,0 0-1-16,-11 0-18 0,9 0 19 0,2 0 10 15,-11 0-12-15,10 0-12 0,-2 0 10 0,-8 0-10 16,11 0-6-16,-11 0-29 0,9 0-28 16,-9 0-1-16,0 0 10 0,9 0-112 0,-9 0-129 15,0 0-49-15,0 0 33 0,8-11 30 0,-10 10 5 16</inkml:trace>
  <inkml:trace contextRef="#ctx0" brushRef="#br0" timeOffset="8537.418">5670 213 359 0,'-1'3'187'16,"1"0"-19"-16,1-3-11 0,-2 0-3 16,-2 2-15-16,1-2-19 0,2 2 4 0,0-2-19 15,-1 3-6-15,0-3-19 0,1 0 3 0,-3 3-7 16,3-3 5-16,0 0-8 0,0 0-4 0,0 0-21 15,0 0-9-15,0 0-1 0,0 0-2 16,37-6-28-16,-9 4 27 0,-15 2 3 0,31-14-13 16,-9 9-11-16,-5-1-3 0,3 1 8 15,1-4-21-15,-1 3 34 0,2 1-26 0,-5 0 12 16,-3 1-23-16,1 0 32 0,-3-2-25 0,-7 6 4 16,2-4-22-16,2-3 24 0,-7 7-6 0,-5 0 17 15,-2 0-26-15,-1 0 22 0,-1-1-6 16,-2 1-8-16,-2-3 1 0,-2 3 0 0,0 0 0 15,0 0-16-15,0 0 7 0,0 0-48 16,0 0 15-16,0 0 5 0,10 3-43 0,-10-3 10 16,-1-4-88-16,-2 4-35 0,3 0-107 0,-3 0-25 15,0-1 19-15,3 1-59 0</inkml:trace>
  <inkml:trace contextRef="#ctx0" brushRef="#br0" timeOffset="8927.911">6062 42 212 0,'-3'-4'219'0,"0"1"-65"0,-4 0 40 16,7 3-80-16,-5-2 36 0,5-2-4 15,-3 1-10-15,-2 0-39 0,1 1-7 0,2 1-21 16,1-2 13-16,1 2-8 0,-3-1-20 15,3 2-10-15,0 0 13 0,-1 0-12 0,-1 2-36 16,-2 2 9-16,4-1 13 0,-1 0 1 16,1 4-1-16,-2-1-17 0,2 20 12 0,-2-10 0 15,2 2-37-15,0 6 11 0,0-11-6 0,0 6 29 16,0 4 5-16,0 2-22 0,0-2 14 16,12 31-7-16,-9-25-30 0,0-4 11 0,1-1 1 15,-2-1 10-15,3-5 7 0,-4-2-14 0,4 4-13 16,-3-3 23-16,1-5 8 0,-3-2-27 0,0-10 26 15,0 0 0-15,0 9 0 0,0-9 13 0,0 9-10 16,0-9-3-16,0 0-1 0,0 7-13 16,0-7-31-16,0 0 0 0,0 14-26 0,0-18 5 15,2 4-87-15,-2-4-89 0,4-3-118 16,-2 1 49-16,5 0 14 0,5-10 11 0</inkml:trace>
  <inkml:trace contextRef="#ctx0" brushRef="#br0" timeOffset="4326.975">2555 368 416 0,'0'0'114'16,"0"0"5"-16,0 0 4 0,0 0-2 0,0 0-3 16,0 18-12-16,0-18-23 0,0 0-2 15,0 0 53-15,0 0-27 0,0 0 14 16,0 0-17-16,0 0 7 0,0 0 16 0,0 0-27 15,0 0 10-15,0 0 1 0,0 0-19 16,0 0-15-16,0 0-10 0,0 0 5 0,-26 0-21 16,27-25 2-16,-1 9-7 0,11-25-4 0,-8 11-1 15,5-2-17-15,2 0 7 0,-4 3 10 16,3 0-15-16,-1 3-19 0,-1 1 24 0,0 2-14 16,-4 7 10-16,2-8-14 0,-3 9-14 15,-1 3 22-15,3 2-15 0,-2 0 1 0,2 3-12 16,-4 0 8-16,3-1-10 0,1 4 15 0,-4-2 4 15,2 0 2-15,1 2-4 0,0 1-12 16,1-3-6-16,-3 2 2 0,4 0 2 0,-4 1 5 16,2 0 2-16,-3-1-3 0,4 2-7 0,-4-1 6 15,4-1-1-15,-4 1 14 0,0 1-17 16,1 1 6-16,1-2 13 0,0 3-2 16,-2-2-19-16,2 1 8 0,-1-2 5 0,-1 3-3 15,2-1-12-15,0-1 8 0,-2 0-9 0,0 1 3 16,3 1 7-16,-3 0-6 0,0 0 2 0,0 0 10 15,0 0-1-15,0 0-9 0,0 0 3 16,0 0-6-16,0 0 16 0,11 12 2 0,-10-8-22 16,4-2-2-16,-4 1 18 0,3 2-4 15,-4 0-12-15,3 0 11 0,1 0-11 0,7 8 23 16,-6-1-15-16,2-2 12 0,-1 0-10 0,1-1 0 16,-6 1 8-16,5-4-14 0,5 12 5 15,-2-1 13-15,-1 1-14 0,2 1 10 0,0 0-8 16,-2 0-6-16,-1-1 8 0,1 2-7 0,4-3 13 15,-3 2-4-15,2-3-13 0,-6 2 20 16,2-3-7-16,-1-4-3 0,0-1 11 0,0-3-8 16,-3 3-7-16,-1-4-8 0,5 1 14 15,-5 2-9-15,2-4 12 0,0 1-4 0,-1-2 13 16,2 3-12-16,-3-3-1 0,-1 2-10 0,3-3-4 16,-3 1 16-16,4 0 2 0,-3-1 2 15,2 2-12-15,-4-1-1 0,2 0 7 0,2-2 7 16,-4 2 2-16,0-3-14 0,3 3 4 15,-1-2 16-15,-2 1-21 0,0-1 3 0,2-1 20 16,-2 1-8-16,1-1-20 0,-1-1 26 0,2 1-4 16,-2-1 2-16,0 0-22 0,0 0-3 15,-2 2-48-15,1-4-13 0,-1 0-48 0,0 0-13 16,-1 1 12-16,-1-6-77 0,-4-7-74 0,2 1-109 16,-1 3 32-16,2 0 15 0,-1 1 17 15,-3-9 9-15</inkml:trace>
  <inkml:trace contextRef="#ctx0" brushRef="#br0" timeOffset="4788.504">2552 211 544 0,'-2'0'155'0,"0"0"-18"0,1 0-45 0,-2 0-8 16,2 0-3-16,-3 0 44 0,4 0-52 15,-2-1-19-15,1 1 1 0,0 1 27 0,1-1-27 16,0 1 17-16,-3 0 1 0,1-1-14 15,2 0-34-15,-1 0 46 0,4 0-7 0,-5 0-9 16,7 3-26-16,-5 0-12 0,2-3 26 16,0 0-17-16,6 0-23 0,-3 0 28 0,4 2-1 15,-1-2-12-15,0-2-5 0,2 4 23 0,-1-2-47 16,5 0 32-16,3 0-9 0,1 0-15 16,2 0 39-16,4 0-20 0,0 0-3 15,0 0 0-15,0 0-2 0,0 0-6 0,-4 0-13 16,-2 0 17-16,-1 0-21 0,-2 0 12 0,-3 0-17 15,1 0 3-15,-4 0 27 0,4 0-10 0,-6 0-15 16,1 0 1-16,-8 0-21 0,12 0 2 16,-4 0-107-16,-8 0-106 0,0 0-105 0,10 0 26 15,-10 0 16-15,11-2 21 0</inkml:trace>
  <inkml:trace contextRef="#ctx0" brushRef="#br0" timeOffset="5629.611">3555 202 454 0,'0'0'206'0,"0"0"-41"0,0 0-47 15,0 0 8-15,0 0 20 0,0 0-24 0,0 0-11 16,0 0-5-16,0 0-22 0,0 0 8 16,0 0-10-16,0 0 0 0,0 0-3 0,0 0-10 15,0 0-6-15,0 0-5 0,0 0-1 16,0 0-15-16,0 0 3 0,0 0 0 0,0 0-3 16,0 0-26-16,0 0 13 0,22 11-23 0,1-18 14 15,1-2 0-15,-1 7 2 0,2-1-7 16,1-2 7-16,1 0-3 0,1 1-1 0,2-8-3 15,2 7-7-15,4-4 13 0,-1 2-11 0,-4-1 8 16,4 2-5-16,-3-4-1 0,-6 2-6 16,-1 2 2-16,0 2-22 0,-9 2 16 0,-2-2 1 15,-2 3-8-15,-2-2 13 0,-2 1-2 0,-4 1-10 16,2-2 9-16,1 3 2 0,-2-1 0 16,-4 1-16-16,4-1 11 0,-4 1-26 0,-1-4 7 15,1 1-18-15,-1 1-6 0,0 1-20 0,0 1-22 16,0 0 8-16,0 0-76 0,0 0 1 15,0 0-12-15,-13-9-15 0,7 8-66 0,-1-2-92 16,6 3 24-16,-7-3 10 0</inkml:trace>
  <inkml:trace contextRef="#ctx0" brushRef="#br0" timeOffset="6016.498">3915-43 317 0,'-5'-4'158'0,"-1"3"28"0,2-2-47 16,-1 0-13-16,2 3 20 0,1-3-68 0,0 3 25 15,0-3-11-15,-2 3-12 0,1 0-41 16,3 0 25-16,-1 0-7 0,1 0-28 16,0 6-11-16,-3-3 36 0,3 1 4 0,0 2-1 15,-1 0-15-15,1 2-9 0,1 2 8 0,-1-2 0 16,0 5-6-16,0 4-7 0,0 4-3 0,17 24 14 15,-16-15-12-15,3-10-10 0,-1 8-2 16,1-3 10-16,-4-13 8 0,0 7-14 0,0 5 10 16,0-3-9-16,0 3 10 0,0-4 12 0,0-2-24 15,13 11 7-15,-13-29-2 0,0 9-1 16,0-1-2-16,0-8-4 0,0 12 5 0,0-4 7 16,0-8-9-16,0 10 0 0,0-10 7 15,0 6-25-15,0-6 8 0,0 0-9 0,0 10 14 16,0-10-8-16,0 0-8 0,0 0-20 15,0 0-52-15,1 10 6 0,-1-10-86 0,3-2-40 16,-6-3-103-16,6 1 21 0,1 3-108 0,12-11 17 16,2 2 69-16</inkml:trace>
  <inkml:trace contextRef="#ctx0" brushRef="#br0" timeOffset="9615.797">6733 161 454 0,'1'-3'207'0,"2"6"-13"0,-3-3-41 0,0 0-41 16,0 4 6-16,0-3-14 0,-3 7-20 16,3-6-15-16,0 4 5 0,0 2-4 0,0 2-19 15,0-3 5-15,0 5 7 0,0 5-29 16,0 3-4-16,0 4 5 0,0 0 17 16,0-3-45-16,-12 27-13 0,6-28 32 0,5-3-6 15,-2-2-17-15,3-1 7 0,-4-2 14 0,4-2-10 16,-4-2-6-16,4 0 5 0,-1-1 7 0,1-1 0 15,-2-1-26-15,1 2 33 0,1-3 10 16,0 0-2-16,0-4 6 0,0 0 21 0,0 0-12 16,-4 4-21-16,4-6 14 0,0-4-12 15,-2 2 13-15,0-4-19 0,2-2 3 0,0-13-5 16,0 10 1-16,0-7 0 0,0-4-6 0,0-3 0 16,0-1-12-16,12-27 18 0,-4 25-15 0,-4 2-6 15,1-1 15-15,0 4-10 0,2 1-7 16,-2 6 9-16,2-1 3 0,-3 5-9 0,2 1 3 15,-5 4-18-15,2 0 13 0,3 2 2 0,-2 3-1 16,3 1-6-16,-3-3-4 0,-2 2 4 16,0 4-11-16,3-3 8 0,4 2 9 0,-7 1 7 15,5 0-30-15,-7 0 9 0,0 0 7 0,32 14 15 16,-14-3-10-16,-2 1-10 0,1 0 1 16,1 4 3-16,-3 1 9 0,-2-2-2 0,5 6-1 15,-3 0 0-15,-2-1-2 0,1 4 3 16,-3 1 5-16,1-1-5 0,2 3-12 0,-3-3 10 15,0 2-5-15,-2-3 12 0,0 1 5 0,-3-3 0 16,0-2-17-16,-2-2-16 0,7-1 20 0,-1-3-1 16,-5-4-11-16,-2-2 21 0,1 1-5 15,-3-3 6-15,1 0-9 0,1-1-10 0,-3-3 14 16,2 2-4-16,-2 0 1 0,2 0 0 16,-2-2-10-16,0-1 5 0,0 0-42 0,0 0 3 15,-2-4-12-15,2 3 4 0,-2-3-89 0,2 3-11 16,0-4-44-16,-6 0-55 0,2 2-62 0,1-7-18 15,-11-2 18-15,2 1-35 0</inkml:trace>
  <inkml:trace contextRef="#ctx0" brushRef="#br0" timeOffset="9915.601">6715 406 291 0,'-3'0'211'0,"-5"-2"-53"0,8 2-72 16,-1 0 48-16,-1-2-31 0,2 0-12 0,0 2-44 16,3-4 37-16,5 2-35 0,-5 1 13 15,3-2-13-15,0-1 7 0,4 4 5 0,0 0-35 16,-2-2-21-16,2 2 42 0,14-4-12 0,-3 2-4 15,-5 1 20-15,11 0-2 0,-3-1-9 16,-7-1-40-16,-1 3-28 0,-3-3 4 0,-1 1-77 16,-2 0-4-16,-2 0-56 0,-3-3-150 15,2 3 6-15,-1-2 5 0</inkml:trace>
  <inkml:trace contextRef="#ctx0" brushRef="#br0" timeOffset="10596.549">7093-214 299 0,'8'-10'171'0,"1"-1"-27"16,-4 5-8-16,2 3-12 0,-4-4-7 0,2 5-6 15,-3-2-36-15,6 4 11 0,-5 0-63 0,1 0 20 16,1 0 13-16,-1 0-17 0,2 4 12 0,-6-4-28 16,0 0 14-16,15 9-10 0,-12-3-6 15,2-3 6-15,-3 5-8 0,3-5 14 0,-2 4-11 16,-2-2 18-16,1 2-23 0,-1-1-3 0,-2 1 1 15,1-7-20-15,0 0-13 0,0 10 18 16,0-1 37-16,0-9-3 0,-14 20-13 0,10-14-7 16,1-2-28-16,-4 2-13 0,3-2 42 15,3 1 7-15,-5 0 8 0,2-4-25 0,1 2 6 16,1-1 0-16,-1 0-15 0,0 1-4 0,2 0 17 16,-2-1-11-16,3 0-8 0,0-2 18 15,0 0-7-15,0 0-33 0,0 0 53 0,0 0-3 16,0 0-22-16,14 2 8 0,-12-2-38 0,7 1 33 15,-8-1-11-15,3 3 30 0,0-2 5 16,5-1-41-16,-7 2 28 0,4 1-53 0,-2 0 32 16,0 0 11-16,4 1 4 0,-4 1-23 15,1-3 28-15,11 14-12 0,-10-7 2 0,-2-1-1 16,4 0-10-16,-5-1 16 0,-3-1-11 16,0 3 38-16,1-2-66 0,-1-7 45 0,0 7-3 15,0 10-25-15,0-3 34 0,-16 10 10 0,10-14 8 16,2-1 21-16,-2-1-18 0,4-1 3 0,-7-1-24 15,0 5 13-15,2 1 34 0,-3-8-25 16,2 0 14-16,-3 0-7 0,1 0 2 0,2-3 6 16,0 0-28-16,4-1 2 0,4 0 2 15,0 0-6-15,-8 0 5 0,8 0 1 0,-13 0-19 16,13 0-16-16,-18-14-3 0,13 12-36 16,1 1-26-16,1 0 8 0,0-1-109 0,-2-4-122 15,3 2 21-15,0 4 21 0,-3-4-59 0,4 1 14 16,-3 0 9-16</inkml:trace>
  <inkml:trace contextRef="#ctx0" brushRef="#br0" timeOffset="11277.925">7737 373 287 0,'-4'0'247'0,"1"0"-11"0,0-2-25 16,3 4-28-16,-4-4-18 0,1 2-18 0,3 0-1 15,0 0-15-15,-2 0-11 0,0-3-35 16,1 3 15-16,1-1-14 0,0 0-9 0,1-1-13 16,3 0-1-16,3-1-11 0,-1-1-5 0,14-4-3 15,0 2-16-15,2 0-5 0,-2 0 9 16,5 2 6-16,-3 0-21 0,1-4 2 0,-3 6 8 16,-5 1-1-16,12-3-25 0,-2 0 7 15,0-2 7-15,-5 6-9 0,4-2-3 0,-12 2 3 16,5 0-20-16,-6 0-40 0,-5 0 14 0,4 0 1 15,-2 0-31-15,-8 0-10 0,0 0 10 0,10 0-59 16,-10 0 10-16,0 0-53 0,10 0-35 16,-10 0-106-16,0 0-9 0,13-10 16 0,-11 4-21 15</inkml:trace>
  <inkml:trace contextRef="#ctx0" brushRef="#br0" timeOffset="11611.364">7998 185 291 0,'-3'-3'209'15,"1"3"-17"-15,0 0-4 0,1 0-17 0,-2 0-54 16,0-1-1-16,2 1-13 0,-2 0-29 16,2 0-13-16,-1 0 8 0,2 0 0 0,0 0 9 15,0 4-35-15,-2-3 7 0,4 3-10 0,-2 2 6 16,0-1 16-16,0 4-28 0,6 12 4 15,-6-12-23-15,7 19 17 0,-4-6-34 0,2-1 29 16,-1 3 13-16,-1-2-13 0,2-2-21 0,0-1 12 16,0 4-10-16,-4-7 9 0,4 0-34 15,1 0 24-15,0 1 22 0,-5-6-15 0,2 0 4 16,0-1-4-16,-2-1-6 0,1 0 3 16,-2-3-28-16,2 2 12 0,-2-6-46 0,0-2 30 15,0 0-31-15,0 0 1 0,0 10 6 0,0-10-113 16,0 0-92-16,-2 14-89 0,2-14 58 15,0-4-25-15,0-3 7 0</inkml:trace>
  <inkml:trace contextRef="#ctx0" brushRef="#br0" timeOffset="11832.228">8540 407 222 0,'3'3'164'15,"2"-3"-63"-15,-1 0-13 0,-1 0-12 0,0 0-8 16,0 0-8-16,1 0-9 0,1 0 10 16,-2 0-76-16,1 0 18 0,2 0-76 0,0-3-17 15,0 2-92-15,-1-1-130 0</inkml:trace>
  <inkml:trace contextRef="#ctx0" brushRef="#br0" timeOffset="12048.096">9005 377 397 0,'0'1'202'15,"4"1"-71"-15,-3-2-3 0,5 0-28 0,-5 0-10 16,5 0-8-16,-4 0-17 0,4 0-8 16,-2 0-39-16,3 0-41 0,-2-2 17 0,2 1-76 15,0 0-13-15,-1-1-38 0,0 2-99 16,-6 0 7-16,0 0 3 0</inkml:trace>
  <inkml:trace contextRef="#ctx0" brushRef="#br0" timeOffset="12776.946">10531 274 224 0,'8'0'59'16,"-1"-3"-9"-16,3 3 0 0,-2 0-30 0,2 0 25 16,-2 3-23-16,2-3 55 0,-3 0-61 15,-7 0 30-15,8 0-10 0,7 0-2 0,0 0-11 16,2 0-11-16,-4 0 4 0,12-16-2 15,-18 16 12-15,-2-1 5 0,2 0 7 0,2 1-42 16,-3-1 9-16,0-2-29 0,-3 3-26 0,4 0 10 16,-2-1-61-16,-1 0-70 0</inkml:trace>
  <inkml:trace contextRef="#ctx0" brushRef="#br0" timeOffset="13739.385">10289 394 212 0,'-5'0'151'16,"2"0"20"-16,-1-1-17 0,2-2-46 0,-2 3 5 15,3 3-11-15,-1-3-13 0,2 0-19 0,0 0 1 16,0 0-12-16,6 0-1 0,-3 0-18 15,2 0-25-15,2 0 34 0,3 0 3 0,-2-3-24 16,19-1-22-16,-11 4 26 0,1 0 5 0,8 0-16 16,27-9 5-16,-21 6-4 0,-6 0 18 15,-1-4-20-15,1 5-12 0,-7 1 12 16,7-3-8-16,-3-4-45 0,-4 4 16 0,-3 1 36 16,-7 2-10-16,3-5-41 0,-3 6 50 15,2-3-50-15,-2 3 5 0,-2 0-55 0,0-1 42 16,-1-1-67-16,-5 2-13 0,0 0-79 0,0 0-100 15,8 0 8-15,-8 0-18 0</inkml:trace>
  <inkml:trace contextRef="#ctx0" brushRef="#br0" timeOffset="13220.883">10629 155 317 0,'-4'-4'244'0,"1"1"-38"0,0 3-25 15,0-3-27-15,1 0-8 0,0 1-1 16,0-1-34-16,-1 1 3 0,1 0-44 0,1 0 12 16,-2 2-10-16,2-1-30 0,0 1 4 15,1-3 4-15,-2 3-5 0,2 3-3 0,-3-2 1 16,3 3-18-16,0 1 8 0,0 0-6 0,0 1-5 16,-1-1-12-16,1 1-9 0,0 3 21 15,0-2-13-15,1 2-9 0,-1-9 2 0,0 16 16 16,0 4-9-16,0-1-9 0,0 0 4 15,0 0 9-15,0 1 8 0,0-2-28 0,0-4 14 16,0 1-12-16,0-1 7 0,0-4 1 0,0-3-9 16,0-7 3-16,0 12 6 0,0-12-7 0,0 10 0 15,0 0 20-15,0-10-5 0,10 8-21 16,-10-8 18-16,0 0-1 0,0 10-4 16,0-10-46-16,0 0 5 0,8 10-96 0,-8-10-57 15,0-4-85-15,0 0-61 0,2 2 56 0,0-3-39 16,-4 1-7-16</inkml:trace>
  <inkml:trace contextRef="#ctx0" brushRef="#br0" timeOffset="14907.84">10814 93 334 0,'0'0'170'0,"0"-18"15"16,0 18-31-16,0 0-26 0,0 0-41 0,18 0-7 15,-18 0 18-15,0 0-5 0,0 0-18 16,0 0-9-16,0 0-9 0,0 0-36 16,29 11 32-16,-23 13-1 0,-4-7-7 0,-2 8-18 15,0-6 29-15,0 7-17 0,0-12-11 16,0 6-23-16,0 5 4 0,0-1-2 0,0 2 36 15,0-3 12-15,0-1-48 0,0-6 1 0,0 0 12 16,0-3 16-16,0-3 2 0,0-2 1 16,0-8-14-16,0 9 11 0,0-9 11 0,0 9-9 15,0-9 38-15,0 9 22 0,0-9-33 16,0 0 20-16,3 10-12 0,-3-10-24 0,0-7-5 16,2 2 3-16,-4-5 7 0,2 0-12 0,2-16-16 15,-2 6 17-15,0-8-14 0,12-31-12 16,-1 24-10-16,-4-3 22 0,-4 7-12 0,9 0-8 15,-2 1 4-15,-2 2-2 0,0 3 7 16,2 3-17-16,1 4 13 0,-3 1-6 0,0-3-17 16,2 6 3-16,-5 0 8 0,5 9-4 0,-2 0 1 15,-4 0-7-15,3 0 16 0,0 2-3 0,0 3-14 16,0-2 2-16,2 2 18 0,-9 0-11 16,9 0-7-16,0 0-2 0,6 0-1 0,23 24 17 15,-21-17-5-15,4 5-9 0,-2 0 14 16,-4-2-13-16,6 7 14 0,-2-2-20 0,-4 2-3 15,2-1 20-15,-3 2-4 0,1-1-9 16,3 1 17-16,-6 2-13 0,-4 0 3 0,1-3 5 16,0 1 4-16,-1-2-1 0,3 3-20 0,-4 0 25 15,-1-5-17-15,-1-2-1 0,4 6 3 0,-4-6 9 16,1 0 2-16,-4-2 0 0,1-3-9 16,-2-1 10-16,2-2-18 0,-1 2 1 0,2-2-6 15,-3 0 13-15,-1-1-26 0,3 1 22 16,-3-2-13-16,0 3-18 0,0-4 12 15,0 1-26-15,0-2-14 0,0 0-46 0,0-2 10 0,-3 1-25 16,2-1-30-16,-3-3-6 0,-1 0-37 16,1-1-117-16,-1 0-18 0,-1 2 23 15,-9-10 13-15,0 2-2 0</inkml:trace>
  <inkml:trace contextRef="#ctx0" brushRef="#br0" timeOffset="15224.362">10953 250 357 0,'-4'0'166'16,"0"1"13"-16,0-1-46 0,0 1 10 15,1-1-54-15,0 0 22 0,3 0-12 0,0 0-15 16,0 3-14-16,6-3-3 0,-3 0 2 0,3-3-54 15,1 3 24-15,4-1-22 0,-2 0 36 16,15-4-1-16,7-3-38 0,-4 4 3 16,2-6 16-16,-3 6 3 0,0 4-26 0,0-6 38 15,3 3-24-15,-8-4-3 0,6 4-28 0,-3 3 2 16,-2-3 28-16,2 2-8 0,-14 1 8 0,4 0-44 16,0 0-9-16,-2 0 1 0,-1 0-73 15,0 0-10-15,-11 0-29 0,11 0-72 0,-1 0-123 16,-10 0 32-16,0 0 46 0</inkml:trace>
  <inkml:trace contextRef="#ctx0" brushRef="#br0" timeOffset="16721.314">11413-308 331 0,'0'0'232'0,"0"0"-99"0,0 0 16 16,0 0-26-16,0 0-33 0,0 0 13 15,0 0-44-15,0 0 22 0,0 0 15 0,0 0-29 16,0 0-1-16,0 0-27 0,-18 6 8 15,22-2-9-15,-1 4-27 0,-1 0 1 0,5 11 13 16,-3-3 11-16,0-4-21 0,1-1-2 0,-1-1 11 16,-3 1-2-16,0-6-7 0,1 3 2 15,-2 2 25-15,0-3-15 0,0 0 4 0,0 0-30 16,0-1 49-16,0-1-20 0,4 0 8 16,-4 0 10-16,0-5-14 0,0 0 23 0,0 0-16 15,0 0 5-15,0 0 5 0,0 0-15 0,-8 13 12 16,5-13-4-16,0-2-7 0,0-2-13 15,1 0-12-15,0-2 21 0,-2 0 0 0,3-1-28 16,-2-1 22-16,2 0-7 0,-1-15-1 16,0 7-27-16,2 0 25 0,0 16 3 0,0-13-27 15,0 0 21-15,0 3-17 0,16-21 5 0,-6 11-10 16,-1 6 13-16,4-3-9 0,-2 7 7 16,-2 3-5-16,0 1 13 0,-1 2-8 0,1-1-2 15,-2 1-9-15,2 3 4 0,-4 0 15 0,3 0-19 16,1 1 5-16,-9 0-18 0,0 0 21 15,11 0-12-15,-2 0 11 0,1 0-19 0,6 12 31 16,1 1-9-16,-1-6-1 0,1 6-21 0,-9-3 27 16,2-1-11-16,-6-3 2 0,4 4 8 15,-4 10-12-15,2-8 13 0,5 4-5 0,-7-3 7 16,1 1 0-16,-3-4-11 0,-1-1 2 0,-1 3 0 16,2-4-8-16,-2 2 6 0,0-4-1 15,0 2 6-15,0-1 12 0,2 2-6 0,-2-9-4 16,0 0-13-16,0 10 10 0,0-10 14 0,0 6-13 15,0-6 4-15,0 10 17 0,0-10 3 16,0 7 10-16,0-7 10 0,0 10-8 0,0-10-5 16,0 0 25-16,0 8-23 0,0-8-5 0,0 0-11 15,0 0 11-15,0 0 12 0,0 9-21 16,0-9-17-16,0 0-9 0,0 0-28 0,0 0-26 16,10 11-53-16,-10-11 11 0,0-1-257 15,0 1-36-15,-3-2 33 0,3 0 23 0,0-3 25 16,0 2 12-16,2 0 11 0</inkml:trace>
  <inkml:trace contextRef="#ctx0" brushRef="#br0" timeOffset="12518.916">10042 332 226 0,'6'3'81'16,"1"-3"-17"-16,0 0 19 0,3 3-85 0,-1-6-16 16,2 3-113-16</inkml:trace>
  <inkml:trace contextRef="#ctx0" brushRef="#br0" timeOffset="88642.265">-4915 2387 249 0,'0'0'164'0,"0"-19"0"0,0 19 6 16,0 0-35-16,0-16 5 0,-25-6-21 15,23 17 5-15,-1 1-3 0,2-2 7 0,1 2-21 16,0-2-2-16,-2-1-10 0,2 7-17 0,-4-11 7 16,3 6-4-16,1 0-2 0,-3 0-1 15,2-1-6-15,-1 2-19 0,2-2 10 0,-1 0-10 16,1 0-3-16,-3 2 3 0,2-4-6 15,-1 3-9-15,0-1 1 0,0 1-4 0,1 0-9 16,-1 0 20-16,0 0-18 0,0 0 8 16,2 1-1-16,0-1-8 0,-1 3-9 0,1-4 22 15,0 3-29-15,-3-1 10 0,2 1 5 0,1 0-2 16,0-1 7-16,-2 3 3 0,1-3-17 16,1 3 1-16,-3-2 18 0,2 2-32 0,1 1 8 15,0 0-5-15,0 0 8 0,0 1-2 0,0 7-4 16,0-2-6-16,0 4-14 0,1 0 2 15,-1 5 26-15,0 10-14 0,0 1 5 0,11 42 2 16,-4-27-25-16,-5-2 12 0,2 1-8 16,1-1 2-16,-2 2 9 0,1 6 0 0,0-9 2 15,-2-3-4-15,-2-4-5 0,6 1 15 0,-6-9-15 16,5-2 25-16,-5-21-26 0,0 11 4 0,0 1 3 16,0-1 6-16,0-3-4 0,0-8 23 15,0 10-12-15,0-10-28 0,0 9-18 0,0-9-11 16,0 0-25-16,0 11-43 0,0-17 2 15,0 2 10-15,1 0-68 0,0-4-41 0,2 0-38 16,0 0-94-16,2-12-20 0,2 3 59 16,0 1-1-16,-1 3-7 0</inkml:trace>
  <inkml:trace contextRef="#ctx0" brushRef="#br0" timeOffset="89048.326">-4942 2405 502 0,'-4'-10'205'0,"-1"2"-1"0,-3-9-43 0,3 9-22 15,1-1 15-15,1 2-11 0,-1 1-13 0,2 3-18 16,2-1 8-16,-1 1-5 0,-2 0-19 16,2-2-26-16,1 4 6 0,0-2 8 0,-3 2-27 15,3-1-1-15,0 2-8 0,-4 0-1 0,4 0-27 16,4 2 12-16,-1 2-5 0,2 0-9 15,2 1-1-15,10 8 5 0,2 4 2 0,0-1-4 16,5 2 1-16,0-1-6 0,2 3-6 0,2 1 1 16,-2-1 6-16,-1-1-1 0,2 5-16 15,-5 0 6-15,3-1 9 0,0-1-7 0,2 1 1 16,-3-1-19-16,0 1 18 0,-2 0-2 0,2-2-7 16,5-1-1-16,-6 0 8 0,-2-5-5 15,1 9 8-15,3-10-16 0,-8 0 15 0,0-1 6 16,-6-5-8-16,0 1-15 0,-4 0-1 15,0-7-6-15,-2 3-15 0,2-1-2 0,-4 1-5 16,0-2-28-16,-3-3 20 0,1 3-48 0,-1-3 24 16,0 0 7-16,-1-3-103 0,-1 3-51 15,-3-3-62-15,-1-2-29 0,-2-6-16 0,1-5 17 16,2 6-45-16</inkml:trace>
  <inkml:trace contextRef="#ctx0" brushRef="#br0" timeOffset="89389.929">-4476 2465 425 0,'-11'-15'241'15,"3"-2"-42"-15,-3 5-18 0,2-2-17 0,0-5 5 16,3 11-43-16,-1 1 15 0,2 0-35 0,3 1-3 16,1-1 2-16,-3 4-11 0,3-3-25 0,-4 4 1 15,5 0 5-15,-1-1-24 0,0 0-4 0,-2 2-3 16,2 0 3-16,1-1-16 0,0 0-15 15,0 2 6-15,0 0-4 0,1 4 2 16,-1 1 9-16,3 0-13 0,-3 3-6 0,1 2 10 16,10 15-10-16,-8 5-9 0,9-1-1 0,-6 3 14 15,1-1-14-15,-2 7 6 0,5-7 6 16,-3 0-3-16,1 1 1 0,-1-1-8 0,1-5 15 16,-1 1-15-16,-2-5-2 0,2 1-6 15,-5-7 20-15,3-6-17 0,-3 0-16 0,-1 0-11 16,2-2 11-16,-2-4-24 0,0 2-17 0,2-4 9 15,-3 2 5-15,0-4-106 0,2 0-26 16,-7-2-101-16,4-2-68 0,2-2 24 0,-1 0 17 16,3-4 10-16</inkml:trace>
  <inkml:trace contextRef="#ctx0" brushRef="#br0" timeOffset="89872.344">-4097 2546 467 0,'-5'0'194'0,"-2"-1"-42"15,0-1 11-15,0 2-28 0,0-2-14 16,2 4-28-16,-1-2 8 0,0 0-7 0,0 3-33 15,1 2-12-15,-9 6 18 0,4 2-4 0,5-2-25 16,-8 8-14-16,8-1 20 0,1 1-24 0,1 0 2 16,3-3 18-16,-1 1-7 0,1-4-10 15,0 0 7-15,0 6-3 0,17 23-4 0,-6-20 8 16,5-5-40-16,-4 2 34 0,0-5-50 16,5-2 32-16,1 1-3 0,2-4 14 0,-3-3-20 15,-3-2 3-15,2-4-12 0,-16 0 0 0,11 0 3 16,-1 0 9-16,20-23-13 0,-12 10-9 15,-6 0 44-15,1-6-3 0,-2-4-4 0,-5 4 14 16,4 1 25-16,-3-3-2 0,-6-4 13 16,-1 12-4-16,0-1 9 0,0-5-2 0,-20-17-17 15,9 20 10-15,-4-2-12 0,-1 5 4 0,-1-1-29 16,-3 2 13-16,-2 3-6 0,3 0-4 0,0-1-31 16,2 5 1-16,5 1-34 0,4 3-6 15,1-2-35-15,-1 3 4 0,8 0 6 0,0 0-96 16,0 0-13-16,0 0-88 0,-16 14-87 15,12-9 8-15,4 0 35 0,4-1-25 0,-2 1 0 16</inkml:trace>
  <inkml:trace contextRef="#ctx0" brushRef="#br0" timeOffset="90567.344">-3809 2600 291 0,'1'-2'273'16,"2"0"-33"-16,-3 1-33 0,3 0-24 0,-3-2-22 15,0 2-26-15,4-1 4 0,-4 2-33 16,0 0-17-16,0 0-10 0,-2 3 1 16,2 2-18-16,2-3-2 0,-2 5-27 0,0-2 13 15,1 2-4-15,3 2-3 0,-2 0-5 0,3 8-3 16,1 6-3-16,-1-4 1 0,2 1-16 15,0-2-2-15,4-1 3 0,-3 2-16 0,3-5 9 16,-3-2 0-16,3 0-21 0,2 4 5 0,-4-12 0 16,1 4-15-16,-2-3 2 0,2-2 12 15,-5-2-11-15,6-1 8 0,-11 0 5 0,0 0-4 16,11 0-6-16,21-14 0 0,-18 1 20 0,1 6-5 16,-5-6-18-16,1 1 14 0,0-3 16 15,-9 4 11-15,4-8-10 0,-1 3 8 0,-3 3 23 16,-2-1-11-16,2 4 6 0,-2 10 15 15,0-9-5-15,0 2 7 0,0 7-2 0,0-11 12 16,0 11-16-16,0-10 8 0,0 10-24 16,0-10-8-16,0 10 2 0,0 0 3 0,0 0-4 15,0 0-4-15,-11-12-3 0,11 14 0 0,0 4-26 16,0-2 6-16,2 3 3 0,1-1-19 0,-1 1-7 16,8 9 7-16,-2-5 2 0,-1-1-23 15,4 8 8-15,3-6-1 0,-2 0 7 0,5-1-15 16,-2-1 8-16,-4-4 6 0,1-3 3 15,1-3 4-15,-13 0-10 0,11 0 3 0,0 0 12 16,4 0 13-16,18-17-20 0,-21 15 9 0,3-8 2 16,2 0 14-16,-6-2-23 0,-3 2 31 15,-1 3-5-15,-3-3 18 0,4-8 3 0,-4 5 2 16,-1-7-8-16,-3 1 30 0,0 6-14 0,0 1 4 16,0-2 17-16,0-5-1 0,-19-13-10 0,12 13 15 15,0 3 0-15,-2-1 11 0,0 5-7 16,2 2-25-16,3 3 36 0,-1-1-29 0,1 0-12 15,1 2 18-15,0 2-15 0,-1 2 3 16,3-2-34-16,-1 1-15 0,0 0-2 0,0-1-10 16,-2 2-26-16,4-3-17 0,-1 3-51 15,-3 1-12-15,4 1-1 0,0 0 12 0,0 0-98 16,0 0-167-16,0 0-25 0,0 0 69 0,0 0 17 16,-7 10-4-16,5-2 66 0</inkml:trace>
  <inkml:trace contextRef="#ctx0" brushRef="#br0" timeOffset="91486.459">-2273 2511 403 0,'-15'-1'293'15,"2"1"-73"-15,5 0-25 0,-1-4-3 0,6 3-34 16,6-3-30-16,-1-1-3 0,18-1-26 0,3-4-7 16,4 0-37-16,5-1-10 0,4 1-22 15,-2 0-31-15,5-1 40 0,1 0-50 0,-1 1 2 16,8 1 2-16,-1-2 1 0,-1 0-60 16,0-3-31-16,-2 4-3 0,-2-3 15 0,-5-1-11 15,-2 2 2-15,-1 0 2 0,-1 2 16 0,-9-2 40 16,-3 4 6-16,-7-10 31 0</inkml:trace>
  <inkml:trace contextRef="#ctx0" brushRef="#br0" timeOffset="91212.945">-2068 2096 638 0,'-2'-9'293'0,"2"5"-36"0,-1-3-27 15,-2 1-15-15,3 3-26 0,0-1-32 0,0-2-10 16,0 2-33-16,-1 2-24 0,1-2 5 0,0 3-6 15,0-1-6-15,0 4-11 0,1-1-23 16,-1 3-10-16,3 1 5 0,-2 2-10 0,1 0-2 16,5 17-9-16,-3 0 20 0,0 2-15 15,3-4 2-15,0 8-8 0,0-4-3 0,-3 4-5 16,5-4-9-16,-3 3 10 0,-1-3-10 0,-1 3 21 16,2-3-17-16,1 3-2 0,-2-2 20 0,-1-1-14 15,5-1-5-15,-5-4-3 0,1 3 9 16,5-3 0-16,-5-2-14 0,4-1-7 0,-2-2 19 15,-2-4-10-15,2 4-1 0,0-3-2 16,1-3 13-16,-1-3-21 0,-4 2 3 0,5-6-15 16,-5 3 0-16,4-2 9 0,-2-2-16 0,-1-1-17 15,3 2 4-15,0-3-30 0,4 0-14 16,-3 0 8-16,-8 0 8 0,18 0 6 0,1 0-114 16,21-16-21-16,-25 4-73 0,-2 5 19 15,7-3-141-15,-5-3 24 0,3 6 10 0,-1-6-4 16</inkml:trace>
  <inkml:trace contextRef="#ctx0" brushRef="#br0" timeOffset="91869.297">-1551 2221 1174 0,'0'-8'48'0,"-3"3"8"0,2 0 11 0,-1 1-2 16,-2 0 10-16,1 1 32 0,1-2-42 0,0 3 21 15,1-4-2-15,1 4-22 0,-4-2 10 0,2 3-26 16,1-2 10-16,1 0-24 0,-3 3-12 16,1 0-22-16,2 0 42 0,0 1-32 0,0 1 0 15,0 6 0-15,1 0 10 0,3 13-14 0,3 3 13 16,-6 2-6-16,3 0 3 0,3 3 3 15,-1 2 8-15,-1 4-15 0,1-1-4 0,1-6 6 16,0 2-19-16,-2-1-5 0,2 0 16 16,-4-6 3-16,5-3-17 0,-4-6 25 0,-1 0 0 0,0-5-20 15,-1 1-2-15,1-2 24 0,-3-8 7 16,0 0 1-16,0 0 1 0,0 0 4 0,0 0-5 16,7 14-17-16,-4-18 10 0,-2-2-2 15,1-1-5-15,7-15-3 0,1 2 4 16,1 0-10-16,-2 0-3 0,4 1-2 0,-5 5 10 0,6 2-15 15,-5 1-17-15,0 2 24 0,0 3-13 16,0-1 9-16,0 5-3 0,-2-3 17 0,0 5-5 16,-7 0-8-16,0 0 2 0,11 0-10 0,14 15 1 15,-13-5 0-15,0 4 3 0,-3-3 5 16,0 5-11-16,2 2 6 0,-4-2-12 0,1 1 12 16,-1-3 12-16,3 5 9 0,-5-4-12 15,8-2-23-15,-6 0-36 0,-2-4 5 0,-2-2 4 16,2 2-107-16,0-3-9 0,-3-2-84 0,2-3 18 15,-2 1 20-15,2-2-131 0,-4 0 7 16</inkml:trace>
  <inkml:trace contextRef="#ctx0" brushRef="#br0" timeOffset="92284.3">-1041 2546 274 0,'3'3'182'0,"-3"-2"-31"15,0 0-19-15,3 0-50 0,1 3-12 0,-2 0 16 16,3-2-10-16,0 1-7 0,1-2-9 16,0 3-38-16,0-3-2 0,1 0 13 0,-2 2-4 15,4-3-2-15,-3 0-3 0,-6 0-3 16,0 0-2-16,14 0-3 0,-6 0 9 0,9-14-2 16,-3 3-2-16,-2-4 5 0,-6 3-16 15,-5 4 2-15,0-1-24 0,2-1-1 16,-3 2 46-16,0 8-6 0,0 0 12 0,0-8-7 15,-18-7 2-15,13 12-52 0,-5 0 71 16,2-1-14-16,0 1-6 0,-3 3-10 0,1 0-19 16,2 0 15-16,-10 0 5 0,-14 23-2 0,17-10-26 15,3 3 24-15,3 0-4 0,-2 4-8 0,9 1 18 16,-4 2-14-16,6 0-10 0,0-13 24 16,0 8-19-16,0-1 10 0,24 25-6 0,-11-25-14 15,2 1 17-15,7 1 25 0,-1-6-21 0,7-3 17 16,-8-3-7-16,5-3-10 0,4-2-36 15,-15-2 24-15,6 0-3 0,2 0 15 0,0 0-14 16,26-13-19-16,-34 7-18 0,-2 0-1 0,1 2 4 16,-1-8-171-16,1 5-148 0,-8-3 24 15,-5 4 20-15,0 6 12 0</inkml:trace>
  <inkml:trace contextRef="#ctx0" brushRef="#br0" timeOffset="93148.404">248 2543 585 0,'-2'0'170'0,"1"2"-31"0,1-1-26 0,-2 3-7 16,2-2-19-16,0 5 0 0,2-4-21 15,-2 6 20-15,1-4-50 0,-1 5 30 0,7 11-23 16,-3 1 13-16,-2 0-22 0,3-1 13 16,1 1 5-16,-1 1 20 0,-4-1-27 0,6 1 9 15,0 3-3-15,-1-4-31 0,-1 2 26 0,1-3-2 16,-1 2-2-16,-2-7-13 0,1-5-9 15,2-1 9-15,-5-1-2 0,3-4 3 0,-3 2 8 16,1-1 14-16,2 0 28 0,-3-5 30 0,-1 3 23 16,0 1 22-16,0-3-5 0,4 1-13 15,-4-2-15-15,0 2-6 0,0-3-25 0,0 0-11 16,0 0-8-16,0 0-9 0,-6 0 11 0,1 2-7 16,5-2-8-16,-1 0-5 15,-3-2-7-15,4 2-3 0,-1-3 13 0,-1 2 1 16,-2-2-5-16,3 2 10 0,-3-4-26 0,1 0-9 15,0-2-2-15,-2 1-3 0,-2-14 1 0,-4 1 3 16,8-9-9-16,-4 2-4 0,0-1 6 16,2-7-2-16,1-3-35 0,1-4-14 0,0-4 6 15,3 25-4-15,0-12-4 0,0-4 8 16,0-5 3-16,0 5-1 0,22-37 23 0,-15 43-22 16,0 2 8-16,4 4 0 0,-3 2-6 0,2 6-23 15,-5 2 21-15,3 4-12 0,-1 5 3 16,-1 0-13-16,3 4 6 0,1-2-5 0,-4 3 19 15,-6 0-9-15,0 0-7 0,35 14 16 16,-17-4-7-16,-3 1-18 0,-4 6 33 0,2-4-22 16,-4-1-1-16,-3 0 16 0,-3-4-8 0,1-2-5 15,-2 4 28-15,-2-2-9 0,0-3-5 0,0-5 8 16,0 0 1-16,0 18-10 0,-24 14 23 16,9-19-11-16,-1 1-11 0,1 2 10 15,-5-8 13-15,6 0-1 0,0 0 8 0,2-4-32 16,5 0 0-16,-3-3-24 0,10-1-43 15,0 0-4-15,0 0-55 0,-8 0 16 0,8 0 12 16,0 0-106-16,0 0-75 0,-15-9-70 0,19 7 15 16,3-2 33-16,-3 2 24 0,4 0 5 0</inkml:trace>
  <inkml:trace contextRef="#ctx0" brushRef="#br0" timeOffset="94323.291">893 2478 676 0,'-5'-2'245'15,"4"2"-14"-15,-3-1-36 0,-3 1-31 16,-1-3-13-16,1 3-22 0,-3 0-9 0,-1 0-13 16,2 0-22-16,9 0-11 0,-15 0 11 15,-3 0-28-15,-17 13 15 0,20-7-23 0,-4 3-4 16,11 1-16-16,-2 0-7 0,5 0 10 0,-4 9-4 15,5-7-13-15,1 2 8 0,1-5-9 16,0 3-6-16,2-12-7 0,0 0-22 0,0 10 16 16,0-10-3-16,17 20 0 0,-12-17-4 0,1-1 0 15,1 0 11-15,1-2-4 0,-1-2-9 16,2 0-10-16,0 2 20 0,22-12-1 0,-13 1-5 16,0 3-5-16,-6 1 4 0,5 0-7 15,-3-6 5-15,1 4 14 0,-6 7-16 0,2-6 13 16,-5 6 8-16,1-2-3 0,-6-1-23 0,5 4 20 15,-1 0 8-15,-1-1-16 0,-1 2 2 16,-3 0-29-16,0 0 26 0,0 0 17 0,11 0-10 16,-11 0-1-16,23 14-12 0,-5-4-3 15,-3 1-2-15,3-2 24 0,0 0-7 0,1-3 3 16,1 4 4-16,3-6-30 0,2 3 2 0,-2 1 32 16,1-4-19-16,0-2 24 0,-3-2-27 0,-3 0 4 15,-18 0-9-15,18 0 6 0,4 0 3 16,18-11-5-16,-20 1 3 0,-6 4 8 0,4-10-3 15,-6 0 13-15,-5 4-4 0,1-7 5 16,-2-1 10-16,-3 4-4 0,-1-11 14 0,-2-1 1 16,0 1-25-16,0 11 17 0,0-4 9 0,0-5 12 15,-19-32 14-15,8 25-13 0,3 1 12 16,-2 0-5-16,1 2 27 0,-7 0 0 0,14 8-14 16,-9 0 36-16,2 6-30 0,1-1-1 0,5 5-4 15,-1 2 6-15,2 2-4 0,-1 1-21 16,0 3-10-16,0 0 0 0,3 3 5 0,0 0-22 15,0 0 2-15,0 0-1 0,-1 22-11 0,2-12 4 16,2 16 2-16,-3-11-7 0,14 32 22 16,-7-19-22-16,0 5 30 0,5-3-8 0,0 0-24 15,-1-1 9-15,2-3-26 0,-1 0-6 0,3 2 7 16,0-2 11-16,-2-2-33 0,6 0 13 16,-1-3-26-16,-2-2 5 0,2-1-14 0,3-6-2 15,0-4-4-15,-5 1-3 0,1-2-7 16,-4-5-7-16,4-1-20 0,-3-1 41 0,-14 0-2 15,17 0-6-15,21-16 11 0,-16 7-14 0,-9-7-11 16,5 1 39-16,-5-3 16 0,-2 2-21 0,-3-4 26 16,-1-5 8-16,-2-1 7 0,-5-2 0 15,6 1 22-15,-6-1 0 0,0 15 25 0,0-7-1 16,-14-28 7-16,4 19 5 0,3 0 3 16,-1 7 1-16,-1 3 3 0,0-1 11 0,2 1-13 15,2 7 1-15,1 2-19 0,1 0 14 0,0 3-17 16,2 3 11-16,0 1-19 0,-1 3-8 15,2 0 5-15,0 0-8 0,-3 10 8 0,6-7-4 16,-3 7-18-16,2 11 23 0,-2-7-4 16,13 22-16-16,-2-10 10 0,-2 3-14 0,3 1 5 15,-1 0-7-15,3-1-5 0,-5-2 21 16,2 4-1-16,-1-3-11 0,0 0-9 0,-2-5 21 16,-1-1-5-16,2 0-4 0,-2-6-16 0,-5 0 14 15,6-6-8-15,-7-4 9 0,2-1 6 16,-3 0-22-16,3 0 3 0,-2-3 33 0,-1-2-34 15,0 0-7-15,0 0 5 0,0 0 10 16,4-17-30-16,4-3 1 0,1 2 1 0,4-2-13 16,0-1 9-16,-1 3-7 0,2 2 10 0,0-2 1 15,-2 6 19-15,-5 1-22 0,3 7 6 16,-4-2 2-16,4 0 5 0,-6 5-2 16,4-2 3-16,-8 3-1 0,0 0 3 0,9 0 9 15,-9 0-16-15,20 17 11 0,-6-4-1 16,-2-1 3-16,1 7-14 0,-1 1 15 0,-4-4-3 15,2 3 13-15,2-1-10 0,-7-2 6 0,7 3-5 16,-8-7-4-16,3 1 9 0,-3-2-4 0,2-2-11 16,-5-3 10-16,3 0-21 0,-3 2-9 15,1-4-19-15,-1-2-13 0,2 3 7 0,-2-1 7 16,1-1 3-16,-2-3-258 0,0 0-37 0,-7 0-19 16,4-2 42-16,-2 0 21 0,-4-4 10 15</inkml:trace>
  <inkml:trace contextRef="#ctx0" brushRef="#br0" timeOffset="94552.376">1272 2337 592 0,'-5'0'216'0,"-1"-4"-24"0,3 4-33 0,1-1-24 16,2 1-16-16,4-2-18 0,1-1-35 16,2-1-16-16,1 2-46 0,18-7 2 0,3 2 0 15,6-3-117-15,-4 2-76 0,-2-3-124 16,8 2 4-16,-1 0 47 0</inkml:trace>
  <inkml:trace contextRef="#ctx0" brushRef="#br0" timeOffset="95414.301">3129 2549 357 0,'5'3'136'16,"6"16"-19"-16,-4-6 20 0,0 4-15 0,-2 4-14 16,1-2 9-16,1 2-18 0,-2 1-16 0,1-2-20 15,-4-7-11-15,0-1-10 0,1-3 47 16,-1 1-31-16,1-7-5 0,-2 5 46 15,-1-5 4-15,0 3 22 0,0-3-9 0,2 1 19 16,-2-4-22-16,-2 0-25 0,1-3 4 0,-2 0 5 16,1-4-23-16,-1 0-12 0,-4-16-26 0,4-2-14 15,0-2 0-15,3 12-8 0,0-8 1 16,0-2 0-16,0 2-3 0,17-26-4 16,-9 31 14-16,-2 1-4 0,3 1-28 0,-3 4 17 15,1 2 1-15,1 3-3 0,2 4-7 0,-2 0 1 16,3 0 5-16,-4 3-1 0,4 0-16 0,19 14 17 15,-9-4-8-15,1 1 4 0,-3 3 5 16,-1 1-21-16,-3 4 10 0,3-6-3 0,-6 6 9 16,3-4 6-16,-2-1-8 0,-7 0-9 15,0-8 0-15,1 1 16 0,-6-1-3 0,3 0-5 16,-1-3 3-16,0 1 16 0,0-1 10 0,-1-1 6 16,-2-2-12-16,0 0-5 0,0 0-2 0,2-9 3 15,-2 6-1-15,0-5-12 0,0-1 3 16,1 2-9-16,6-20 6 0,0 7-1 0,5 1-9 15,2 0 5-15,0-1 2 0,-2 6-14 16,1 2 0-16,0 0-5 0,-3 2 9 0,-3 3-3 16,4 4 3-16,-2 0 8 0,1-2-12 0,-2 5 3 15,2-1-12-15,-3 1 18 0,-7 0-6 0,0 0 4 16,8 0 7-16,21 19-17 0,-17-9 0 16,-1 4 6-16,-1 0 20 0,4 1-7 0,-6 1-9 15,-3 2-11-15,4-1 11 0,-2-2 3 0,-2-2 2 16,-1-3-3-16,2 8 11 0,1-4-5 15,-6-5-2-15,2-2-17 0,-2 2-4 0,2-4-56 16,1 0-18-16,-3-1 9 0,2 1-34 16,-2-3-32-16,-1 0-74 0,6-2-143 0,-3 2 15 15,-3-2 42-15,0 0-6 0,34-14 62 0</inkml:trace>
  <inkml:trace contextRef="#ctx0" brushRef="#br0" timeOffset="96653.16">4149 2561 389 0,'-7'-2'250'0,"6"-5"-51"16,-5 6-2-16,1-1-39 0,-1-4 16 0,1 3-22 16,-2 0-17-16,1-1-26 0,-2 2 10 15,-13-4-22-15,8 2-16 0,0 0 3 0,1 2-14 16,0 2-10-16,-1 0 6 0,13 0-34 15,-9 0 6-15,-16 15-1 0,15-5-6 0,-8 2-14 16,3 6 17-16,3 0 4 0,2 1-25 16,-1-1 8-16,7-2-6 0,1-2-15 0,3-1 16 15,-4-1-8-15,4-12-12 0,0 8-5 0,17 18 1 16,-6-14 7-16,-3-2 4 0,0-3-17 16,2-2 16-16,2-4 8 0,-5 1-13 0,-7-2-12 15,10 0 1-15,-10 0 6 0,34-15-13 0,-16 5 5 16,1-2 12-16,-2-6-5 0,-5 3-13 15,2-1 13-15,-2 0-5 0,1 0 5 0,0 0-6 16,-9 5-8-16,5 1 25 0,-9 4 2 16,2 0 2-16,3-2-12 0,-4 7 11 0,-1-3 2 15,1 3 0-15,2-1-12 0,-2 2-2 0,-1 0 18 16,0 0-15-16,0 0 8 0,0 0 9 16,6 13-9-16,-5-8-24 0,-1 3 21 0,4-4 8 15,6 14-27-15,-2-5 24 0,1-3 13 16,3 3-15-16,0 1 16 0,-3-5-35 0,0 0 18 15,2-3-15-15,-1 0 15 0,-1-2-4 0,0 0-2 16,0-4 15-16,-2 2-12 0,-7-2-4 0,11 0-10 16,4 0-2-16,21-16-13 0,-14 7 46 15,-7-2-17-15,3-3 3 0,-1-3-22 0,-2 0 16 16,0-5 17-16,-3 2 3 0,-2-5 11 16,1 0 4-16,-6-1-14 0,-1-3-1 0,2-2 15 15,-3-2 7-15,-3 19-4 0,0-11-6 0,0-5 13 16,-17-34 9-16,10 33 22 0,0 2-24 15,1 0 9-15,-5 3 2 0,2 3 8 16,-2 1 13-16,0 1-31 0,6 7 14 0,-2 1-16 16,4 3 19-16,-2 3-33 0,3 1-15 0,-2 2-7 15,3 0 37-15,-2-1-40 0,2 3 21 0,1 2-17 16,0 0-6-16,0 0 1 0,-3 19 6 16,3-10 5-16,1 17-17 0,-1-15 5 15,0 10-12-15,13 33-3 0,-5-23-2 0,-1 3 20 16,2 5 11-16,2-4-19 0,-1-3 16 0,2 5-21 15,4-2 9-15,-3-7-6 0,1 4-15 16,1-1 28-16,-1-2-14 0,3-4-18 0,-5-1-10 16,2-2 2-16,-2-2 6 0,5-4-12 15,-5-2-1-15,-4-2-1 0,2-3-1 0,8 0 10 16,-11-1-9-16,2-6 11 0,-1-2-1 0,1 0-13 16,-9 0 8-16,0 0-2 0,0 0 1 0,19-14-12 15,-14 9 9-15,5-11 5 0,-6 4 2 16,0-2-11-16,0-1 14 0,-2 2-5 0,-1 4 8 15,-1-1-6-15,0 10 12 0,0-8-9 0,0 8 7 16,0-12-9-16,0 4 15 0,0 8 7 16,-15-20 1-16,11 15 1 0,3 0-7 0,-4 5 8 15,-1 0 6-15,1 0-11 0,4 3-10 0,-6 1 11 16,6-1-19-16,-3 3 3 0,4 0 3 16,-4 2 18-16,4 2-5 0,0 0-20 0,2-2 21 15,-2 4-7-15,0 3 2 0,15 16 8 16,-6-18-11-16,0 0-30 0,2-1 41 0,3 0-34 15,-2-4 27-15,4-6-1 0,-7 2-4 0,4-4-8 16,-2 0 3-16,4 0 4 0,-15 0 11 0,15 0-16 16,19-16 8-16,-15 4-15 0,-1 5 0 15,-4-3 14-15,3-3 9 0,-5-3-15 0,2 3 24 16,-2-4-7-16,-6 5-9 0,-5 2 2 16,3-3-6-16,-3 3 17 0,-1-2 6 0,0 2-29 15,0 10 16-15,0-14-6 0,0 0 23 0,0 1-19 16,-13-3 11-16,9 9-10 0,1 1 2 0,0 2-7 15,2 1 12-15,-1 1-30 0,0 1 28 16,0 1 3-16,1 1-26 0,-5 1 29 0,5-2 20 16,1 4-37-16,0 2-11 0,0-2 28 15,0 5-9-15,0-3-3 0,1 1 7 0,-1 2 6 16,6 0-31-16,1 6 10 0,5 6 19 0,0-3 5 16,1-4-9-16,2-2-6 0,0 2 13 15,-3-7 4-15,1 1 10 0,-4-4 1 0,1 2-3 16,1-2-20-16,0-4 13 0,-4 0-6 0,-7 0-9 15,19 0-14-15,-1 0 0 0,25-13 3 16,-24 2 0-16,0 2 4 0,2-7-203 0,-9-2-82 16,2 1-74-16,-3-3 53 0,-10-4 13 0,-1 7 10 15</inkml:trace>
  <inkml:trace contextRef="#ctx0" brushRef="#br0" timeOffset="97009.937">4271 2240 299 0,'-7'2'218'15,"7"-2"-37"-15,0 2-9 0,7-4-51 0,-1 0-6 16,19-6-15-16,-1 0-54 0,7 0-2 15,-1-2-19-15,7 3-1 0,0 3-93 0,-1-9-54 16,-3 3-130-16,8-1-63 0,-6 2 22 16</inkml:trace>
  <inkml:trace contextRef="#ctx0" brushRef="#br0" timeOffset="96826.052">4981 2038 251 0,'-14'-7'275'0,"2"1"-53"0,1 3-3 0,3-1-27 16,2-2-24-16,1 6-16 0,-1-4-17 0,5 4-19 15,-3-4-47-15,2 2 4 0,1-1-11 16,4 2-36-16,-3-1-59 0,2 0 5 0,1-3-153 16,1 2-144-16,-2 1 4 0,2-3 16 0,-3 4 6 15</inkml:trace>
  <inkml:trace contextRef="#ctx0" brushRef="#br0" timeOffset="97775.544">5464 2277 215 0,'5'0'260'0,"2"0"-51"16,-2 1-63-16,2-1-9 0,-1 0 0 15,4 4-17-15,-4-1-17 0,3-1 8 0,9 8-37 16,1 1 1-16,-1 2-4 0,0-1-11 16,-6 4-12-16,0-9-2 0,1 10-1 0,-1-1-16 15,-6 0 7-15,-1 4-20 0,-4-5 13 16,2-3-11-16,-3 2 8 0,0-14-15 0,0 10 18 16,0 0-13-16,0 0 1 0,0 0 5 0,-18 19-16 15,14-15 13-15,-1-7-28 0,-2-1 11 16,4 3 29-16,0-4-41 0,-2 0 35 0,3-2-17 15,-3-1 5-15,5 3-31 0,-1-5 52 16,-1 3-40-16,-1-2 9 0,2-1 12 0,2-1-10 16,-1-2-4-16,5 0-1 0,-4-1 2 15,3 0 0-15,3-1 2 0,5-10 5 0,2-4-2 16,-2 1-2-16,6-7-30 0,-1 2 9 0,-1 0 26 16,-1 2-8-16,2-3 1 0,1 5 4 15,-6-3-13-15,3 9 12 0,-2 0 14 0,-8 1-3 16,1-1-7-16,-1 5 12 0,-1 2 11 0,-1 2-4 15,-2-2 3-15,-1 3 10 0,3 0-18 16,0 0-3-16,-3-1-14 0,0 3 6 0,0 1-1 16,0 0 3-16,0 0-14 0,-3-4 6 0,3 4 5 15,-3 3-4-15,2-2-14 0,0 1 7 16,-3 4-7-16,1 0 20 0,0 1-8 0,-1 0-4 16,0 15-4-16,-6-3 7 0,7-2 4 0,-1-4-5 15,-1 8-8-15,3-1 8 0,1 0 5 16,1-20-13-16,0 15-3 0,0 3 8 0,0 0-11 15,23 21 17-15,-13-20-10 0,0-3 14 0,3 0 3 16,4-3-1-16,1-4 1 0,2 1-1 16,2 0 10-16,-2-1-6 0,0-2-6 0,2-2 0 15,-7 0-9-15,1-2 8 0,-8-3-3 0,4 2 9 16,-5-1 6-16,3-1 12 0,-5 0-15 16,2 3 3-16,-1-2-10 0,-4 2 19 0,2-3-11 15,1 0-5-15,-1 0-8 0,-2 0 14 0,1 2-3 16,3-2-14-16,-5 0-19 0,2 1-17 0,-3-1-13 15,0 0-22-15,0 0-30 0,0 0 10 16,0 0-137-16,0 0-162 0,0 0 26 0,0 0-11 16,12-16 22-16,-10 12 25 0,-4 1 36 15</inkml:trace>
  <inkml:trace contextRef="#ctx0" brushRef="#br0" timeOffset="100237.919">7705 2530 246 0,'0'-16'319'0,"0"16"-61"0,0 0-29 15,0-18-27-15,-12-6-35 0,12 21-18 0,-2-1-10 16,4-1-10-16,-2 4-14 0,0-2-22 16,4 6-5-16,-4 0-18 0,0 5-12 0,5 16 10 15,-2 3-8-15,3 4-13 0,-1 5-1 16,1 1-7-16,1 3-2 0,1-1-1 0,0 0 3 15,-1 2-6-15,-2-1 3 0,2-5-9 0,0 4 17 16,-3-5-15-16,5-2 0 0,-5 1-8 16,0-8 7-16,0 1-15 0,0-2 5 0,-4-7 10 15,3-3 1-15,0-4-14 0,-2-3 5 16,-1-2 2-16,0-5-45 0,0 0-16 0,-6 3-54 16,5-4 8-16,-2-6-134 0,-6-14-90 0,3 1 23 15,2-7 22-15,1-3-76 0,-1-3 28 16,0-2 15-16,0-6 6 0</inkml:trace>
  <inkml:trace contextRef="#ctx0" brushRef="#br0" timeOffset="100537.189">7764 2398 287 0,'2'-7'149'0,"2"1"38"16,8-13-80-16,2 9 25 0,5-3-6 15,3 4-26-15,4 2 0 0,3-8-16 0,1 8-40 16,6 3 33-16,-1 1-11 0,-1 3-29 15,-16 0 15-15,7 0 0 0,28 14-14 0,-25-3-30 16,1 3 54-16,-9 2-32 0,2 7 6 0,-7-2-18 16,0 3-5-16,-5 1 1 0,-2 1 14 15,-6 6-13-15,-2-21 20 0,0 11-31 16,-20 27 39-16,8-20-7 0,-3-5-7 0,-4 2 4 16,-6-1 4-16,2-5 13 0,-5-1-28 0,1 3 8 15,-4-5 2-15,0-4-2 0,-5-1 12 16,3-5 2-16,1 2-16 0,5-2-11 0,-1-7 12 15,8 0-13-15,10 0 3 0,-5 0-14 16,-10-13-15-16,17 6-44 0,2-1-25 0,5 1 6 16,4-2-89-16,6-8-51 0,4 3-135 15,1-1 13-15,9 6 18 0,-4-4 57 0</inkml:trace>
  <inkml:trace contextRef="#ctx0" brushRef="#br0" timeOffset="100800.155">8699 2622 570 0,'2'3'210'0,"-2"-1"-31"15,4 0-40-15,-4 2 5 0,3-1-8 16,2 0-15-16,2-3-22 0,3 2 2 0,16 3-5 15,-1-2-15-15,3-3-17 0,-14 0-7 16,8 0-6-16,3 0-13 0,5 0-35 0,31-18-10 16,-37 14-15-16,1 4-29 0,0-2 5 0,-6 2-92 15,-8 0-74-15,2-3-115 0,-13 3 24 0,0 0 16 16,0 0 4-16</inkml:trace>
  <inkml:trace contextRef="#ctx0" brushRef="#br0" timeOffset="100982.043">8936 2874 383 0,'-3'5'244'0,"3"-3"-84"15,0 4-2-15,4-5-8 0,-1 0-21 16,5 0-1-16,-1-1-12 0,18-1-22 0,-11 1-17 16,9 0-9-16,2 0-25 0,5 0-21 15,37-15-40-15,-31 12 2 0,3 1-83 0,-2-6-13 16,-1 5-139-16,-6-2-38 0,0 0 8 0,-4 0-13 15</inkml:trace>
  <inkml:trace contextRef="#ctx0" brushRef="#br0" timeOffset="101566.683">9775 2472 439 0,'-4'-6'277'15,"1"2"-21"-15,-3-3-33 0,5 4-19 16,-3 0-30-16,3 0-31 0,-4 6 1 0,4 0-23 16,-3 4-13-16,4-1-20 0,-1 23-12 15,1-16-1-15,0 13-16 0,0 3 2 0,0 5 1 16,0 3-21-16,16 41 4 0,-10-38-7 16,-2 3-14-16,0-4 7 0,3-1 4 0,-2-4-15 15,2 0 18-15,-3-3-24 0,-2-4 2 0,4 0 8 16,0-7-20-16,-2-6 27 0,-3-2-6 15,4-2-3-15,-4-1 16 0,0-5 40 0,-1 0-24 16,0-2-1-16,0-5-7 0,-1-1 16 0,-3-5-12 16,2-12-23-16,-2-9 1 0,2-5-12 15,-4-3 18-15,1-5-17 0,5-2-8 0,0 19-6 16,0-13 4-16,0-2-10 0,0-7-1 16,0 3 20-16,16-41-15 0,-8 46 20 0,-2 1-4 15,1 1-29-15,5 4 24 0,-1-1-17 16,1 7-15-16,5 0 5 0,-2 7-4 0,3-1 11 15,0 8-18-15,1 5 22 0,0 4-4 0,-2 4 3 16,-1-3 0-16,-7 4-22 0,21 17 13 0,-12-7-4 16,-2 0-12-16,2 6 23 0,-3 0-6 15,-2 0 8-15,-7 4-4 0,0 2-10 0,-1-2 10 16,1 2-4-16,-6-13 6 0,0 7-2 16,-18 22-10-16,6-18 17 0,-6 0 8 0,0-1-12 15,0-7 15-15,-5 3 1 0,2-1-9 16,-2 1-1-16,-2-4 7 0,0-1-2 0,0 0-15 15,5-4 10-15,-4 1 11 0,1-4-18 0,7 0 11 16,3 0-1-16,4-1 3 0,0-2-25 16,9 0-27-16,0 0-35 0,0 0-37 0,0 0 12 15,-13-11-104-15,13 7-79 0,4 1 21 16,4 0 23-16,-3 3 17 0,2-3 19 16,0-1 17-16,3 4 15 0,-2 3 11 0</inkml:trace>
  <inkml:trace contextRef="#ctx0" brushRef="#br0" timeOffset="102250.194">10240 2816 239 0,'-6'-6'241'0,"1"2"-72"0,0 2-44 0,1 1 13 16,-1-3 3-16,3 3-69 0,-2 1 31 0,4 0-60 15,-1 0 37-15,1 0-26 0,1 0-13 16,-1 2 41-16,3-2-49 0,0 0 32 0,4-1-28 15,-3 0 1-15,-1-1 37 0,2 0-2 0,-1 1 11 16,2-3-4-16,-4-1-10 0,3 2 0 0,-4-1-26 16,0-1 17-16,2-2-12 0,-3 3 1 15,0-6-4-15,-4 7-6 0,3-6 1 0,1 9-10 16,-14-17-4-16,4 6-13 0,3 4 4 16,-1 0-10-16,-2 4 6 0,4 3-20 0,-1 0 12 15,7 0-23-15,0 0 2 0,-10 0-33 0,10 0-25 16,-19 16 6-16,17-10-82 0,-2 1-37 15,3-1-71-15,1 3 21 0,1-2-152 0,2-1 20 16,-3-6 65-16</inkml:trace>
  <inkml:trace contextRef="#ctx0" brushRef="#br0" timeOffset="101963.441">10224 3065 553 0,'-2'-7'264'0,"-1"0"-38"0,-1 0-15 0,2 1-9 16,1 2-12-16,-2-2-24 0,2 2-21 0,-3-1 16 16,4 1-50-16,0-1-17 0,-2 2 2 15,1 0-5-15,-2 2-20 0,6-2-11 0,-7 3 2 16,4 3-3-16,1-2-18 0,2 2 13 0,-2 5-25 15,-1-1 5-15,5-1-6 0,0 17 0 0,5-2-1 16,-6 0 3-16,1-1-18 0,-2-6 18 16,4 7-14-16,-2-1-8 0,1-5 1 0,-2-1-9 15,-3-4-7-15,1-4-36 0,2 0-21 16,-3 2-27-16,2-3-42 0,-2-2 11 0,1 0 11 16,-2-3-183-16,0 0-63 0,0 0 24 0,11-30 25 15,-4 8 16-15,-3 0 15 0,-4-5 5 16</inkml:trace>
  <inkml:trace contextRef="#ctx0" brushRef="#br0" timeOffset="102671.496">10539 2929 293 0,'0'0'287'0,"5"0"-57"0,-4 3-40 15,-1-3-5-15,1 0-18 0,3 0-56 0,-2 2-5 16,-2 0 4-16,3 0-13 0,-2-1-21 16,0 2-10-16,1 0 13 0,2 4-30 0,-3-4 17 15,3 5-18-15,-2-1-4 0,7 16 2 16,-6-6-14-16,3 7 1 0,-5-7 8 0,4-3-23 15,-2 7 10-15,0 2-24 0,-3-4 28 16,0 5-3-16,4 1-14 0,-1-3-2 0,0-3 11 16,-3-2-14-16,0-4 13 0,0 1 5 15,0 0 2-15,1-4-25 0,-1 0 18 16,0 1-1-16,0 3 5 0,0-1-19 0,0 1 15 0,0 0-4 16,0-4 12-16,-17 10-18 0,12 2 11 15,-2-12-14-15,2 1 3 0,-4-3 9 0,0 0-10 16,-5 5-8-16,3-4 6 0,-4 0 9 0,-2-1 5 15,3-6-23-15,3 4-4 0,0-6-24 16,-1 3 4-16,2-3-2 0,10 0-80 16,-9 0 10-16,-5 0-64 0,-15-21-43 0,15 7-75 15,5-5-88-15,5-1 48 0,1-5 0 0,3 12-1 16,0-4-12-16</inkml:trace>
  <inkml:trace contextRef="#ctx0" brushRef="#br0" timeOffset="103024.51">10537 2816 348 0,'-4'0'198'0,"-2"-3"-40"0,6-1 9 15,-3 1-37-15,1 3-15 0,-1 0-48 0,-1-2 25 16,4 2-7-16,0 0-23 0,0 0-8 0,4 0-15 15,-3-1 26-15,1 1-44 0,2-3 15 0,0 1 12 16,0 0 12-16,-1-4 19 0,-1 4-27 16,1-2 18-16,0-1-19 0,-3 1-12 15,4-3 19-15,-4 1-11 0,0 2 0 0,0 4-10 16,0 0-9-16,0-10 1 0,0 10 1 0,0-10-3 16,-15-4-7-16,8 10 19 0,2 0-21 0,-2 2-15 15,1 4-20-15,-1-2-6 0,2 0-10 16,-2 1 3-16,1 2-73 0,4 0-36 0,2-3-17 15,-7 6-77-15,4-3-87 0,3-1-4 16,4-2 17-16,-3 2 31 0</inkml:trace>
  <inkml:trace contextRef="#ctx0" brushRef="#br0" timeOffset="103495.686">10667 2211 445 0,'0'-8'198'0,"0"4"-12"16,7 0-22-16,6-15-29 0,-2 1-29 16,5 6-8-16,2-3-8 0,0 2-2 0,4 1-8 15,-4 0-33-15,5 5 13 0,-4 3 0 0,1-2-4 16,-8 6-12-16,-1 0-8 0,-11 0 0 15,11 0 4-15,-3 0-7 0,-8 0-1 0,29 24-12 16,-23-11 21-16,-4-3-3 0,8 17 11 0,-2-5-3 16,-2 4-29-16,1-1 27 0,-3 7-14 15,4-3 12-15,-3-2-16 0,2 5 4 0,3 4-14 16,1-2 8-16,-1-4 3 0,2 8-4 0,-2-4-8 16,2 2-1-16,-4 0 4 0,2 2 5 15,-2-2-17-15,3 6 14 0,-3-7-3 0,3 5-18 16,-4-3 15-16,4 2 0 0,-4-1 11 0,4-2-14 15,-1-1 4-15,-6 1-2 0,1 2-5 0,6-6 2 16,-2 7 8-16,-4-4 1 0,2-2-3 16,1 2-10-16,-2-6 4 0,-2 0 0 0,-4-3 5 15,5-3-15-15,-5-4 22 0,6 3-16 16,-6-13 6-16,0 2 6 0,0 5-26 0,-15 14 15 16,5-9 2-16,-2-7 5 0,-2 1-7 0,-4 0-21 15,-7 2-30-15,-2 0-39 0,1-1-35 16,-3 2 10-16,-4-4-134 0,-2 2-154 0,-2-8 40 15,-3 2 49-15,-5-3 23 0,-6-3 9 0,-4-4 11 16</inkml:trace>
  <inkml:trace contextRef="#ctx0" brushRef="#br0" timeOffset="104272.706">9424 2124 345 0,'-5'-3'177'0,"-1"0"-20"0,-1 3 6 15,3-4-48-15,-3 4-9 0,0-2-28 0,0 2-31 16,-1 0 49-16,4-1-33 0,-4 2-2 16,5-1-14-16,-2 2-17 0,5-2 7 0,0 0 5 15,-7 10-15-15,4-3-19 0,2 2 24 16,2-5 2-16,2 5 7 0,2 14-15 0,3-3-5 16,3 1 1-16,0 2-41 0,2-1 18 0,-1 1-3 15,1-3 3-15,-4 3 53 0,2 2-22 16,-1-1 3-16,-2 3 6 0,3-1-32 0,-4 4 30 15,1 4-5-15,2-5 19 0,-3 7-8 0,1-4 4 16,2 2-17-16,-3 0 14 0,-1 3-26 16,1 0 12-16,3-1 11 0,-3 1 3 0,0 0-14 15,0 1 12-15,-2-3 4 0,2 3-6 0,1 1-10 16,-1-6 3-16,1 3 7 0,-6-5-6 0,2 3-19 16,3 1 19-16,-2-1 1 0,-1-3-9 15,-2 4-2-15,5-5-8 0,-6-3 12 0,10 1-5 16,-7-5-3-16,2 3-6 0,-2-4 3 0,4 0 4 15,-4-1-12-15,4-2 5 0,-2-4 1 16,2 2-13-16,3-1 16 0,1-8-9 0,2 2 3 16,4 0-30-16,5-3 5 0,-2-4-26 15,7 0-48-15,2-3 9 0,-15 0-137 0,33-13-201 16,-14 3 50-16,-1-5 28 0,-2 0 22 16,0 4-2-16,0-4 66 0</inkml:trace>
  <inkml:trace contextRef="#ctx0" brushRef="#br0" timeOffset="105189.052">11821 3260 620 0,'-5'4'179'0,"-2"0"-16"16,0 1-23-16,-6 10-30 0,7-4 2 0,-4 5-11 15,4-4-11-15,-2 5 2 0,7 1-28 0,-3-5 8 16,0 0-36-16,-1 8 19 0,5-5-9 15,-5-4 10-15,2-2-39 0,3 0 29 16,-1-3 0-16,-1-1-11 0,1-1 9 0,1-1 4 16,0-2-13-16,0 3 48 0,-4-1-2 0,3-4-27 15,1 1 3-15,0-1 5 0,0 0 1 0,0 0-15 16,-11-12-16-16,11 3-4 0,-7-14 4 16,8 3-10-16,-1 14 5 0,0-6-5 0,0-5-3 15,0-2-10-15,18-20 6 0,-10 22 1 16,2 2-15-16,5 3 16 0,-3 2-12 0,-2 3 0 15,-2 2 1-15,3 3-11 0,-4 2 10 0,-7 0 1 16,10 0-8-16,8 0 5 0,21 22 0 0,-18-12 3 16,-4 6-16-16,-1 1 15 0,-4 3-11 15,2-2 14-15,-1-1 0 0,2 2-3 0,-3 0-9 16,-1-8 11-16,1 4 1 0,-9-5-9 16,7 0-2-16,-9-4 14 0,2-1-10 0,0 2-3 15,-1-4-7-15,1-2 22 0,-3 2-4 0,0-3-3 16,0 0-16-16,0-4 9 0,0 1-13 0,0-4-3 15,0 1-7-15,2-3 4 0,3-10-14 0,1 3 14 16,-1-3 8-16,-1-1-5 0,6 4 1 16,-9 2 1-16,10 0-2 0,0-3 12 15,-3 7-9-15,5-2 8 0,1 1-8 0,1 5 0 16,-4 1 1-16,1 1 6 0,0 4 3 0,-12 0 6 16,7 0-6-16,2 0-6 0,18 16 3 0,-13-6-8 15,-2 6 3-15,2 0 6 0,-3 1 4 16,0 0-15-16,-6 6 17 0,2-3-4 15,2 2 6-15,-4-2-3 0,1 2-14 0,-2 1 12 16,0-2 14-16,0-6-10 0,0 0-20 0,-4-2 26 16,3-2-12-16,-2-2-51 0,2-6 8 15,-3 6-33-15,0-6 8 0,1 4-97 0,3-4-32 16,-2-3-116-16,-2 0-20 0,0 0 30 16,0 0 9-16,29-24 38 0</inkml:trace>
  <inkml:trace contextRef="#ctx0" brushRef="#br0" timeOffset="105667.757">12839 3238 318 0,'-6'0'221'0,"1"0"-44"16,-5 0-29-16,3 0 1 0,-1 3-14 0,-10 7-23 16,-4 1-35-16,4 3 32 0,3 0-22 15,-3 1-8-15,4 3-12 0,-1 2-10 0,3-3 6 16,0 3-10-16,-2 2 10 0,3 2-16 15,-2-3-4-15,0 5-18 0,0-4 13 0,1-1-20 16,0-1-19-16,-1 1-44 0,1-3 4 0,8-4 5 16,-7-1-55-16,8-1-43 0,-3-8-59 0,5 2 15 15,-2-6 16-15,7 0-177 0,-1-7 10 16</inkml:trace>
  <inkml:trace contextRef="#ctx0" brushRef="#br0" timeOffset="105440.896">12577 3347 320 0,'0'-3'244'0,"0"2"-61"0,0-1-11 16,0-1-25-16,2 3 5 0,-1 0-36 0,2-1-2 16,-2 2-16-16,3 2-20 0,3-1 7 0,-1 2-21 15,13 6 2-15,0-3-1 0,-1 2-10 16,3 0 8-16,-1 5-27 0,2-4 6 0,-1 0-13 15,0 4-1-15,2-1 4 0,-5-2 7 16,0-1-30-16,7 2 4 0,-6-3 18 0,0-2-30 16,-2-1-12-16,-9 1-14 0,3-4-30 0,-4 3-13 15,2-5 6-15,-2 2-35 0,-4-3-52 0,0 0-52 16,-3 0-119-16,0 0 21 0,0 0-61 16,0 0-3-16</inkml:trace>
  <inkml:trace contextRef="#ctx0" brushRef="#br0" timeOffset="106133.399">13099 3213 267 0,'4'2'219'16,"-3"1"-18"-16,0 2-26 0,2-1-49 16,-1 2-5-16,3 2-12 0,-5 2-15 15,3-2-22-15,5 11 27 0,-1 2-55 0,-4-1 24 0,1-2-27 16,-1-4 13-16,-1-5 12 0,-2 0-15 15,3-2-24-15,-3-7 30 0,0 0 2 16,0 6 4-16,0-6 17 0,0 10 8 0,0-10-24 16,0 0 19-16,0 0-24 0,0 13-3 15,-3-16-13-15,1-1 18 0,-1-2-17 0,1 2-8 16,0-4-22-16,-1 0 0 0,3-16-3 0,0-1-2 16,0 10-25-16,0-5 23 0,0-4-21 15,21-21 28-15,-10 24-29 0,1 3 19 0,2 0-7 16,1 3 5-16,5 3-4 0,-2 0 1 15,6 5 8-15,-6-2-27 0,5 5 24 0,-4 0 0 16,-9 4-1-16,2 0-14 0,3 0 11 0,18 14-3 16,-11-5-16-16,-7 1 10 0,2 5 13 15,-1 0 12-15,-2 1-25 0,-3 2 24 0,-1 3-5 16,-2-3 4-16,-1 4-6 0,-4-7-1 0,2 5 8 16,1 0 3-16,-5-7-6 0,3-1 4 15,-2-1-5-15,2-1 5 0,-4-4-6 0,1 2-12 16,1-4-42-16,-2 2-40 0,2 0-17 15,-2-2 10-15,2 0-207 0,-1-4-66 0,-4 0 16 16,3-4 23-16,0 1-9 0,0-4 46 16</inkml:trace>
  <inkml:trace contextRef="#ctx0" brushRef="#br0" timeOffset="112441.173">14875 2556 269 0,'-5'-1'275'0,"2"-2"-28"16,-1 2-36-16,0 0-27 0,2 0-9 15,0 1-46-15,-2-3-6 0,2 3-29 0,2-3 10 16,0 3-26-16,-3 2 5 0,6-1-21 16,-3 2 1-16,2-3-37 0,2 1-29 0,-4 0-27 15,1 0 8-15,0 2 2 0,1 2-85 16,-2-3-88-16,4 1-156 0,3 0 25 0,-2 0 14 16,2 1 8-16</inkml:trace>
  <inkml:trace contextRef="#ctx0" brushRef="#br0" timeOffset="112195.146">14886 3225 468 0,'0'0'190'15,"0"0"-52"-15,0 0 30 0,0 0-10 0,0 0-33 16,0 0-5-16,0 0-49 0,0 0 17 0,0 0-7 16,0 0-3-16,0 0-9 0,20-17-3 15,-4 12-21-15,5-2-30 0,-3-2 8 16,-2-4 18-16,-1 3-3 0,4 0-15 0,-8-1 8 16,2 0-2-16,-8-2-12 0,2 1 11 0,-3 4-8 15,2-2 2-15,-5 0 3 0,1-1-3 16,-2 11 18-16,0 0-10 0,0-10-7 0,0 0 6 15,0 0-8-15,0 0 3 0,-20-12-8 0,15 9 13 16,-1 3-1-16,4 4-10 0,-3-2 1 0,3 3 3 16,-1 1-20-16,2-1-2 0,-1 3-8 15,-2 2 13-15,4 0-1 0,-3 1 8 0,1 3 4 16,2-2-23-16,0 5 18 0,0-3-2 16,-2 6-4-16,4-1-9 0,0 16 10 0,-2-16-5 15,15 19 5-15,-2-12-5 0,-1-1 8 0,6 1 2 16,-4-2-21-16,4-2 17 0,2-4 2 15,0-3-22-15,0 5 9 0,8-6 9 0,-16-4-2 16,6 0-15-16,3 0 28 0,1 0-20 16,27-21 12-16,-27 9 7 0,1-1-7 0,-1 3-6 15,-4-6-6-15,-3-2 6 0,-2 1-6 0,-4-3 11 16,-2 1-4-16,-1-4 8 0,-3 9-13 0,-1 0 16 16,-2 1 0-16,0 13-13 0,0-10 27 15,0 0-13-15,0 2-1 0,-23-17-15 0,16 15 12 16,-3 0-4-16,8 2-12 0,-2 2 5 0,-2 1 16 15,1 3-13-15,2-1-18 0,-1 2 4 16,1 1 12-16,0 0 0 0,3 0 7 0,0 0-18 16,0 0 18-16,0 0-15 0,-14 17 8 0,14-11 7 15,0 1-9-15,2 0-1 0,1 1-22 0,6 13 19 16,-2 1 0-16,4-5 5 0,1 1-6 16,-1-2 4-16,2 1-14 0,1 0 14 0,-2 0 7 15,3 0-12-15,-5-6 2 0,1 7 3 16,4-5-1-16,-5 10 1 0,2-11 5 0,-5 4-22 15,-2 0 15-15,-1-2 7 0,-2-5 7 0,2 1-2 16,-1 0 3-16,-3-10-8 0,0 9-18 0,0-2 25 16,-15 18-11-16,2-7-9 0,4-7-24 15,-9 6-29-15,-3-5-33 0,-2-5 8 16,-1 2 7-16,-1-9-139 0,6 0-153 0,8 0 32 16,-7 0 25-16,-26-19 12 0,26 7 44 0</inkml:trace>
  <inkml:trace contextRef="#ctx0" brushRef="#br0" timeOffset="113105.472">16435 2926 214 0,'4'-4'279'0,"-3"-2"-28"16,3 3-25-16,-1-5-28 0,0 2-14 0,-2-3-31 16,-1 0-12-16,-1 2-17 0,-2 0 19 0,3 7-20 15,0-14-20-15,-14-15-15 0,3 11-6 16,7 8-9-16,-7 3-17 0,-4-7 1 0,5 8 7 16,-1 2-19-16,0 1-20 0,2 2 11 15,-1 1 0-15,-1 0-14 0,11 0 8 0,0 0-17 16,-26 16 5-16,12-3-14 0,6 0 12 0,-2 4-9 15,4 1-8-15,-3-6 12 0,9-1-20 0,0 6 5 16,0-17-7-16,0 10-1 0,0-1 0 16,0-1-14-16,25 19 8 0,-11-20 3 15,2 3 5-15,1-7-25 0,-3 0 25 0,-14-3-1 16,22 0 4-16,-3 0-25 0,23-13 19 0,-18 5 6 16,-5-2-2-16,-1-1 5 0,-1-2 2 15,-4 0 10-15,0-3-3 0,-2 6 15 0,-10 2-13 16,5-2 19-16,-4 1 3 0,1 1-3 0,-2 2 6 15,4 0 7-15,-5-2 1 0,0 6 0 16,1-2-24-16,0 0-3 0,-1-2 3 0,2 5 9 16,-2-4-22-16,0 5 11 0,0 0 0 0,-2 0-4 15,2 5 1-15,0 0 0 0,0 0-4 16,0 2-13-16,2 3 11 0,-2 17-13 0,0-16 15 16,0 9-1-16,0 4-14 0,0 3 21 0,0 1-23 15,12 29 7-15,-8-29 7 0,2 1-3 16,-4-3-3-16,1 0-1 0,-1-2-3 0,-2-15 16 15,0 6-15-15,0-2 8 0,0 0 7 0,0 1-4 16,0-3-13-16,0-1 6 0,-13 21 3 16,5-20 11-16,-4 7-3 0,-5-4-10 0,-1-2 14 15,-2-5-11-15,-7 6-2 0,7-3 3 0,-4-1-1 16,1-2-11-16,2-3-19 0,-2 1-31 16,5-5 1-16,4 0-34 0,14 0-5 0,-9 0 7 15,9 0-96-15,-13 0-64 0,1-15-115 16,12 9 34-16,3 1 25 0,-1-1 18 0,11-12-7 15</inkml:trace>
  <inkml:trace contextRef="#ctx0" brushRef="#br0" timeOffset="113478.441">16641 2714 339 0,'-3'-7'171'0,"-5"0"-68"0,7 3 44 15,-1 2-69-15,2 2-10 0,-1 0-71 0,2 2-48 16,1-4-82-16,-1 4 7 0,3-1 7 15</inkml:trace>
  <inkml:trace contextRef="#ctx0" brushRef="#br0" timeOffset="113353.165">16739 2910 645 0,'1'-2'204'0,"-1"-1"-30"0,0 2-12 16,-1 2-10-16,1-1-28 0,-2 5-20 16,1 0-11-16,1 2-5 0,0-3-12 0,0 8-11 15,0-2-13-15,0-3 4 0,0 5 6 16,0-2-21-16,0 6-18 0,0-3 4 0,12 13-55 16,-10-17-3-16,-1-2-10 0,0 3 6 0,-1-7-112 15,5-2-138-15,-5 1-38 0,0-4-14 16,1-2 48-16,-1 1-36 0</inkml:trace>
  <inkml:trace contextRef="#ctx0" brushRef="#br0" timeOffset="113801.242">16847 2800 275 0,'14'14'128'15,"-4"-2"-22"-15,2 4 36 0,2-3-21 0,-2-1 12 16,-4 0-38-16,9-1-7 0,-5 3-39 16,2-3 37-16,7 3-10 0,-9-5-8 0,-4-2-24 15,2 1 27-15,-6-2 11 0,4-2-23 0,-2 0-12 16,-3-1 9-16,1-2 9 0,1 2 5 16,-2 0-6-16,1-3 16 0,-4 0-3 0,0 0 6 15,0 0-5-15,0 0-9 0,19-17 1 0,-16 12-27 16,-3-5 10-16,10-10-8 0,-9-2-2 15,2-2 0-15,4 0-10 0,-6-2-20 0,3 0-17 16,-4 0-10-16,3 0-20 0,-3 11-9 16,1-1-23-16,2 3 8 0,-2 3-111 0,4 3-14 15,-5 1-100-15,0 2-93 0,2-1 23 16,2 2 16-16,2 1 76 0</inkml:trace>
  <inkml:trace contextRef="#ctx0" brushRef="#br0" timeOffset="114566.249">17298 2789 380 0,'6'4'88'0,"-2"-3"8"16,1 1-13-16,1-2-10 0,4-2 23 0,-2 2-11 15,-1-1-38-15,0-3-4 0,1 2-4 0,8-7-2 16,-5 0-30-16,-1 1 6 0,-3-2 16 0,-2 2-13 15,-3 1-1-15,-1-2-3 0,2 2-1 16,-3 1 43-16,0 6-26 0,0 0 1 16,-15-33 0-16,6 23 8 0,-2 1-26 0,3 3 12 15,3 1 8-15,-5 3 4 0,5 2-23 0,-2 0 47 16,7 0-66-16,0 0 37 0,-9 0-3 0,9 0-3 16,-19 17-2-16,7-2-10 0,6-2-30 15,-1-1 15-15,5-1 3 0,2-1 20 0,0 1-21 16,0-11 31-16,0 7-7 0,0-7-34 15,18 34 44-15,-9-24-22 0,-1-1 6 0,-1-1-20 16,4-1-20-16,-4-4 39 0,0-3 17 0,15 10-55 16,-4-10 48-16,-18 0-52 0,14 0 32 15,5 0 11-15,25-20-21 0,-23 13-10 0,6-4 11 16,-2-2 2-16,2 0 2 0,-5 2 4 16,0-1-2-16,-1 2 2 0,0 3 5 0,-6-1-6 15,0 0-6-15,-7 6-10 0,3-2 16 0,-11 4-8 16,0 0-27-16,8 0 4 0,-8 0 4 0,22 14 41 15,-20-5-9-15,3-3-23 0,2 13 20 16,0-2-29-16,0 6 32 0,-3-8 16 0,2-4-8 16,-4 1-35-16,1-2 4 0,-3-3 2 15,1 0 38-15,1 2 3 0,-2-7-11 0,0 4 42 16,0-2-5-16,0-4 2 0,0 0-20 0,0 0 7 16,0 0 21-16,0 0-22 0,-10 10 8 0,6-12-35 15,3-3 21-15,-2 2-5 0,2-4-25 16,-1 1-6-16,4-2 22 0,-2 0-4 0,4-14-14 15,-4 11-6-15,15-16 14 0,-6 10-2 0,4 1-15 16,-1 1-6-16,-6 3 20 0,7 0-7 16,0 2-17-16,3 0 33 0,-1 6-20 0,1-1-6 15,-7 5 22-15,4-1-9 0,-13 1-31 0,11 0 35 16,0 0-20-16,2 0 15 0,22 17-24 16,-20-4 17-16,1 1-10 0,-5 0 31 0,2-1 7 15,-5 7-15-15,3-4 15 0,-4-3-2 16,-2 1-5-16,-3-2 12 0,2-2-16 0,-1 2 6 15,-1 9-18-15,5-2-3 0,-4-3 18 0,0-5-2 16,-2 0-15-16,0 1 4 0,4-2 9 16,-5-5 3-16,1 5-17 0,-1-6-3 0,0 3 15 15,0-2-51-15,1-1-57 0,2 2 7 16,-3-2-225-16,0-4-24 0,0 0 32 0,1 0-6 16,-1-4 22-16,0-2 16 0</inkml:trace>
  <inkml:trace contextRef="#ctx0" brushRef="#br0" timeOffset="121176.445">1066 4277 413 0,'0'0'245'0,"0"-22"-2"0,0 22-25 16,0 0-19-16,18 0-36 0,-18 0-19 0,0 0-5 16,0 0-28-16,0 0-12 0,0-16-19 15,0 16-8-15,0 0-2 0,0 0-24 0,0 0 15 16,0 0-12-16,30 22-3 0,-25 4-18 15,1-4 6-15,2 5-6 0,-2 1 10 0,1-1-8 16,1 0-8-16,-4 1-1 0,1-1 7 0,5 0-1 16,-4-2-1-16,0 0 4 0,0-2 0 15,-1-1-8-15,2 0 24 0,2-1-19 0,-8-3 1 16,3 2 9-16,-3-5-3 0,-1-2-11 0,0-2 16 16,0-1-11-16,0-4 12 0,0-6-27 15,0 0 5-15,0 0-1 0,0 7 6 0,0-7-11 16,0 0 18-16,0 9-7 0,0-9 12 15,0 0-6-15,0 0-21 0,0 13-2 0,-1-14-10 16,1 1-8-16,-1-5-36 0,1 4-29 0,-3-5-17 16,3 2-44-16,0-1 11 0,0-1-138 15,-1 2-130-15,2 1 25 0,-1-5 25 0,3 2 25 16,-3 2 38-16,1-1 10 0</inkml:trace>
  <inkml:trace contextRef="#ctx0" brushRef="#br0" timeOffset="122539.046">2479 3919 592 0,'-5'-2'226'0,"-2"-1"-18"0,4 3-26 16,3-1-22-16,-1 1-40 0,2-3-12 0,2 3-66 16,0-1-10-16,2 1-2 0,-1 0-143 0,1 0-74 15,3-2-149-15,0 2 28 0,-1-2-20 0</inkml:trace>
  <inkml:trace contextRef="#ctx0" brushRef="#br0" timeOffset="122341.248">2529 4212 219 0,'1'-2'220'0,"4"0"-54"0,-3 1-28 0,0 1 15 15,3-1-43-15,1 1-11 0,-1 0-39 0,2 1 38 16,3-1-32-16,-5 1-4 0,8-1-21 0,-5 0 20 16,4 0 0-16,5 0-51 0,1 0 3 15,2 0 33-15,27-15-4 0,-26 9-42 0,-4-3 25 16,5 3-9-16,-6-3 15 0,-4 1-8 15,-2-1-23-15,-2 2 24 0,-3 0 4 0,-1-2-13 16,1 2-11-16,-3-2 26 0,-2 2-9 0,0 1-4 16,0 6 2-16,0 0 26 0,0-10-3 0,0-6 8 15,-22-7-20-15,17 17 11 0,2 0-15 16,-1 0 19-16,1 2-12 0,-1 0-18 16,3 0 5-16,-3 2 4 0,4 2-12 0,-3 0-9 15,0 0 12-15,3 6 3 0,-3-2 6 0,3-2-3 16,0 3-11-16,2 4-10 0,2-3-20 15,4 14 23-15,-1-7 1 0,0-3-9 0,8 3 18 16,-1 3 0-16,2-5-3 0,3 0-20 0,-1-5 15 16,3 0 4-16,2-4-7 0,-2-2-3 15,-7 0-4-15,5 0 9 0,0 0-26 0,27-20 10 16,-23 10-6-16,0 0 21 0,1-5-2 0,-6 1-5 16,-3-2 6-16,0 1-21 0,-3-3 30 15,-5 0-11-15,0-2 16 0,-3 1-22 0,-3 5 26 16,-1 14-12-16,0-15 12 0,0-4-12 15,-17-22 11-15,10 18 18 0,-4 3-6 0,2-2 2 16,1 6 8-16,-1-1-5 0,-1 1 5 0,3 3-1 16,6 5-1-16,-6 0-1 0,3 2-1 15,2 2-7-15,-2 2-7 0,3-2 7 0,-1 4-17 16,2-4 5-16,-2 4-16 0,2 0 21 0,0 0-5 16,2 10-14-16,-2-2-8 0,2 2 14 15,9 14-14-15,-4-1 9 0,-2 9 6 0,3-5-18 16,3 3 22-16,0 3-18 0,-1 0 6 15,2 0 7-15,-1-3 3 0,2 6-14 0,-1-7-2 16,-1 4-2-16,0 1 5 0,2-2 3 0,-1 2 5 16,0-3-7-16,2 4 6 0,-2-2-14 15,-1 1 15-15,2-3-15 0,-2 0 5 0,1 2 4 16,1-1-6-16,-1 0 14 0,0-9-21 16,1 0-9-16,-5-6-11 0,4 2-17 0,1-5 12 0,-4-4-28 15,0-7 29-15,0 0-17 0,-1-2 6 16,-8-1-10-16,0 0 6 0,11 0-3 0,10-23 28 15,-8 5-1-15,-4 1-16 0,-3-5-22 0,1 1 38 16,-5-3 6-16,2 0-2 0,-2 2-1 16,-2 3-6-16,0 9 40 0,0-6 5 0,-15-19-7 15,5 17 12-15,2-2 8 0,-6 5-22 0,-3 3 27 16,1-5-16-16,-5 6 7 0,-1 4-17 16,0-3 14-16,-5 4 1 0,1-1-23 0,1-2 24 15,0 4-8-15,-5 4-4 0,13-4-9 16,2 3 24-16,15 2 9 0,-13 0-5 0,3 0-11 15,10 0-3-15,-12 0 15 0,12 0-15 16,-11 0 8-16,-3-16-14 0,14 12 0 0,1-4-22 16,5 3 15-16,-5 0-5 0,11-9-14 0,2 2-23 15,4-4-1-15,-1 3 8 0,-1 2-19 0,-1-1-16 16,2 2 28-16,-5 0-21 0,0 4-34 0,-6 2 9 16,1 1-5-16,-2 0-56 0,4 1-36 15,-5-2-108-15,-3 1-38 0,0 0 12 0,-1-3 45 16</inkml:trace>
  <inkml:trace contextRef="#ctx0" brushRef="#br0" timeOffset="123852.179">4894 4380 337 0,'4'-3'130'16,"-1"0"-11"-16,3 2-2 0,1-5-16 0,15-4 0 16,4 4-11-16,3-7-12 0,-2 1-26 15,6 2-8-15,-3 0-4 0,-1-2-41 0,6 1-3 16,-4 1-28-16,-3 2 6 0,-4-2-22 0,-3-1 17 16,2 0 36-16,-5 1-26 0,-4-1-5 15,-4 2 4-15,-3 4 11 0,-2 1 6 0,-2-3 18 16,-3 0-37-16,0 7 25 0,0 0 33 0,0 0-4 15,0-9-4-15,-18-7-1 0,11 12 24 16,2-2 20-16,-2 3-9 0,4 0-1 0,-3-3-21 16,1 5 40-16,1-3-22 0,-2-1-29 0,4 5-7 15,-3-1 27-15,5 1 4 0,0 0-22 16,0 3-32-16,0 1 33 0,0 0-2 0,0 2 14 16,6 1-2-16,1 15-54 0,-2-3 37 0,2 2-22 15,4 4-4-15,0-3 14 0,-3 5 1 16,3-3 4-16,-4 2 21 0,4-4-31 0,-2 1 3 15,-3-2-23-15,3-1 7 0,-5-6 35 0,0-1-22 16,1-4-25-16,-3-2 8 0,2 2 35 0,-3-6-16 16,1 1-15-16,2 0 22 0,-3-2 8 15,-1 1-1-15,3-3 13 0,-2 0-20 16,-1 0-3-16,0 0-25 0,0 0 0 0,11-20 6 16,3 5-33-16,-2-4 1 0,5 2-7 0,-2-2 48 15,-3 6-2-15,6-3-27 0,2 3 21 16,-2 2-23-16,-1 0 7 0,-3 5 23 0,-3 2 19 15,-1 4-2-15,-3-3-23 0,1 3-24 0,-8 0 39 16,0 0-3-16,7 0-18 0,9 14-18 16,-10-8 38-16,5 12-4 0,-3-1-3 0,-2 3-18 15,0 1 16-15,4-4 6 0,-3 1 4 0,1-2 4 16,-1 1-4-16,-1 3-9 0,-1-7 15 0,1-2-6 16,-2-1-22-16,0-3-8 0,1 1-1 15,-1-3-9-15,-1 0 6 0,3-1-100 0,-2-4-67 16,-1 4-106-16,-3-4 9 0,0 0-10 15</inkml:trace>
  <inkml:trace contextRef="#ctx0" brushRef="#br0" timeOffset="123231.561">4971 4062 219 0,'2'-7'255'0,"-4"3"-23"0,2-4-4 0,-2 4-30 16,2-2-34-16,2 2-12 0,-2-2-16 16,-2 2-18-16,2 4-17 0,0-2-9 15,0 0-16-15,0 4-20 0,2 0 12 0,-2 2-12 16,0 2-4-16,2 0-1 0,3 14-11 0,-5-1 3 16,8 1-1-16,-8-2-18 0,5 9-7 15,-3-1 16-15,2 2-24 0,-2 1 13 0,3 0 1 16,2 0-24-16,-3 0 6 0,5-2 13 0,-4 0-5 15,7-3-5-15,-1 4 6 0,-4-1-11 16,4-7 12-16,-2 1-2 0,0-4 2 0,-1 4 0 16,5-6 1-16,-2 0-4 0,-4-4-7 0,5-2 5 15,-2-4-10-15,-3 0-11 0,2-4-22 16,2 0 0-16,-1-1-3 0,-10 0-20 0,18 0 4 16,2 0-108-16,19-17-18 0,-19 6-76 15,0 0 20-15,-5 1-155 0,-4 3 19 0,-2-3 73 16,-3 2 39-16</inkml:trace>
  <inkml:trace contextRef="#ctx0" brushRef="#br0" timeOffset="124722.643">5916 4442 403 0,'4'3'123'0,"-2"-3"-14"0,2 0-6 0,-2 1-15 16,3 1-12-16,-1-2-35 0,-2 0-25 0,5 0 13 16,-3-3 1-16,2 3-33 0,-3-3-2 15,1 0 0-15,1 0 38 0,-2 2-16 0,1-2-20 16,-2-3 17-16,-2 2 22 0,2-3-36 0,0 1 33 16,-2 0-42-16,-2-1 30 0,0-2 6 0,2 9-16 15,0 0 13-15,0-10-4 0,-18-14-2 16,5 10 0-16,1 8-2 0,2 1-17 0,-1-1-1 15,2 2 0-15,-1 2 2 0,0-1 23 16,5 2 5-16,5 1 21 0,0 0-25 0,-12 0-13 16,12 0-1-16,-31 26 0 0,24-16 9 0,2 2 1 15,2 1-4-15,0-5 1 0,3-8-30 16,0 12 1-16,0 3 2 0,24 22 1 16,-15-18 0-16,5 0 1 0,0-2 1 0,2-5 35 15,4 2-23-15,3-4 32 0,0-8-34 0,4 6 26 16,1-4-20-16,0-4-16 0,-12 0 20 15,5 0 35-15,4 0-12 0,27-18-56 0,-26 7 41 16,-2 2 19-16,2-2-27 0,-4-3-32 16,-7 4 40-16,0-6-19 0,-10 1 7 0,-2 1-3 15,4-3-16-15,-1-5 21 0,-6 6 7 0,0 16 9 16,0-16-40-16,0 5 32 0,-18-17-18 0,5 12 9 16,5 6 10-16,-2 3-10 0,4 2-11 15,-3 3 1-15,0-2 11 0,2 4-10 0,1 0-11 16,6 0 20-16,0 0-1 0,0 0-10 15,-18 15 2-15,17-9 2 0,0 4 0 0,-3-1 10 16,4 2-35-16,0 1-2 0,0 7 12 0,0 2 11 16,22 24 15-16,-10-21 8 0,-4-4-36 0,11 0 10 15,-3-3-1-15,3-2 2 0,6 1-9 16,-2-6 12-16,4 2-9 0,0-2 15 0,1-7-32 16,1 5 1-16,0-3 4 0,-3 1-11 15,2-6 4-15,-12 0 20 0,0 0 0 0,-1 0-20 16,22-15 9-16,-25 10-9 0,2-1 3 0,-4 0 2 15,1-10 3-15,-3 4 2 0,-3 2 39 0,1 0-4 16,-6-2-1-16,0 12-1 0,0-10-2 16,0 1 12-16,0-6-10 0,-19-9-4 0,6 8-12 15,1 6 39-15,-1 3-11 0,0-1-29 16,-4 3 47-16,5 3-23 0,12 2-17 0,-10 0 24 16,10 0-12-16,-25 14-4 0,23-10 18 0,0 6-65 15,0-4 42-15,2 5-2 0,6 10 3 16,-6-11-32-16,17 21-8 0,-3-11 42 15,6 0 18-15,1-1-34 0,2-6 14 0,3 0 4 16,-1-6-27-16,3 2 32 0,-2-4-4 16,-1-3 5-16,1 0 5 0,-6-2-8 0,6 1-8 15,-17-1 12-15,3 0 16 0,0 0-14 16,1 0-27-16,1 0 17 0,-2 0-18 0,-2 0 24 16,6-13-20-16,-9 11-31 0,3 2 5 0,-6 0-49 15,4-2-61-15,-5 0-78 0,-2 2-123 16,3 0 34-16,-8 0 32 0</inkml:trace>
  <inkml:trace contextRef="#ctx0" brushRef="#br0" timeOffset="125823.965">7922 4077 523 0,'-12'-5'285'0,"7"1"-78"0,-2 1-16 0,1 3-12 16,2-1-29-16,1 1-12 0,3 1-32 0,0 1-34 15,3 1-27-15,1 1-23 0,2 0-2 16,1 0-126-16,-2 2-68 0,13 3 14 0,-6 0 14 16,8-3 12-16,-7 4-222 0,0-3 7 15</inkml:trace>
  <inkml:trace contextRef="#ctx0" brushRef="#br0" timeOffset="125625.037">8155 4490 536 0,'-4'-3'186'0,"2"3"-29"15,1-1-21-15,-2-2-27 0,3 1-27 16,4 2 33-16,-4-1-11 0,6-2-31 0,-5-1-34 15,5 2 8-15,-1-3 18 0,1 3-15 0,-4-1-8 16,4-2 0-16,-1 1 5 0,1 0 16 0,-1-2-44 16,-2-1-4-16,1 0 30 0,2 1-6 15,-6-1-16-15,0 0 7 0,0 7 16 0,0 0-5 16,0-12-17-16,0 3 4 0,0 9 15 16,0-10 0-16,0 0 10 0,0 10-22 0,0-10-5 15,0 10-11-15,-15-18 13 0,13 17-3 16,1-4-6-16,-3 5-3 0,1 0-9 0,3 5-3 15,-3-2 13-15,3 3-12 0,3 0-3 0,-2 2-1 16,10 8-2-16,-4 5 10 0,2-1-3 0,6-2-11 16,0 2 7-16,3 0-4 0,4-3-5 15,-2-3 20-15,4-3 5 0,0 2-1 16,3-7-15-16,1-5 7 0,-1 2 6 0,6-3-13 16,-21 0 6-16,6 0-8 0,26-19 1 0,-18 6-17 15,-1 0 17-15,0-2 4 0,-3-4 4 16,-5-1-1-16,-1 6 1 0,-4-8-5 0,-2 3 6 15,-2-1 4-15,-4 3 5 0,-1 2 2 0,-3 15 1 16,0-13-6-16,0 3-1 0,0-6 1 0,-22-13-1 16,12 17-22-16,2 5 18 0,1 0 3 15,-3 3-4-15,3 0 0 0,1 0-6 0,0 3-5 16,-1 1-5-16,7 0 3 0,0 0 0 16,0 0-20-16,-9 0 25 0,9 0-30 0,-13 16 22 15,13-9-2-15,3-3 0 0,-2 6-1 0,2-2 9 16,7 8-34-16,2 1 25 0,0-1-2 15,-3-5 10-15,3 4-13 0,3 4 13 0,-2-3-2 16,-1-1-14-16,-4-2 11 0,5 2 5 0,3-2-22 16,-2 2 26-16,-2-2 4 0,-2-3-14 15,2 6-2-15,-4-4 11 0,-1-2-3 0,-1-3 2 16,-2-1-3-16,1 4 6 0,-3 2-6 0,-1-2-2 16,-1-10 3-16,0 6 5 0,0 10-10 15,-19 18 6-15,8-18-18 0,-1 2-37 0,-2-4-27 16,1-2 8-16,-4-2-101 0,-3-4-84 15,8-5-94-15,12-1 21 0,-18 0 21 0,-25-21 12 16,19 3 3-16</inkml:trace>
  <inkml:trace contextRef="#ctx0" brushRef="#br0" timeOffset="126590.038">10356 4461 299 0,'0'-7'218'0,"0"3"-7"0,0-4-25 0,0 2-36 0,0-2 8 15,-1 2-10-15,0-4-17 0,-3 3-20 16,-3-11 4-16,-4 5-15 0,-2-1-14 0,2 4-8 16,-2-2 1-16,-1 6-12 0,1 3-23 15,2 0 10-15,-1 3-10 0,1 0-6 16,11 0-1-16,-10 0-15 0,1 0-4 0,-20 13-6 16,14-2 13-16,1 2-19 0,-1 1 13 0,7 2-3 15,4-1 3-15,-3 5-12 0,5-2-7 0,2 0 4 16,0-6 17-16,0 5-11 0,25 21-4 15,-13-18 11-15,2 1-9 0,5-2 4 0,2-3-14 16,1-2 8-16,0-3-12 0,1 0-4 16,-3-4-10-16,0-3-3 0,0-4 18 0,-20 0-27 15,16 0 2-15,3 0 15 0,23-22 6 0,-25 8-11 16,4-2-5-16,-3-3 21 0,1-2-21 16,-1 0 8-16,-3 2 21 0,-2 3 6 0,-1-3-35 15,-4 5 45-15,-1 2 0 0,-1 3 14 0,-2 2-15 16,-1 1 22-16,2 3-1 0,-5-1-7 0,0 4-12 15,3-4 7-15,-3 4-3 0,1-2 0 16,-1 2-25-16,-4 0 5 0,4 2 9 0,0 2-6 16,0 0-14-16,0 2 23 0,0-3-6 15,0 4-10-15,0 1-14 0,4-2-11 0,-1 4 13 16,-3-3-36-16,12 21-35 0,-1-12 9 0,-4 1-20 16,14 1 9-16,-6-4-91 0,4-7-37 0,-1 3-113 15,7-4-9-15,2 1 29 0,1-4 12 16</inkml:trace>
  <inkml:trace contextRef="#ctx0" brushRef="#br0" timeOffset="127777.915">11492 4432 490 0,'3'0'186'0,"1"4"-27"0,-4 2 2 0,4 0-26 16,-2 0-1-16,2 1-22 0,-3 2-21 0,5 8 13 15,-1 3-14-15,-1-5-20 0,-4 0-8 0,2-2 18 16,-1-3-1-16,-1 1 7 0,0-11-15 16,0 0 7-16,0 10-7 0,0-2-9 0,0-8 4 15,0 10 8-15,0-10 2 0,0 8 0 0,0-8-13 16,-16 11-8-16,12-11-6 0,-2-1-1 15,2-1-18-15,-2-2 3 0,1-1-2 0,-3-10-15 16,1 0 8-16,3-9-20 0,2-2 17 0,2 17-16 16,0-7 4-16,0-2-18 0,21-20 0 15,-12 15 13-15,3 10 7 0,0-2-17 0,6 2 11 16,-10 5-6-16,3 2-12 0,-1 0 16 0,-1 2-5 16,-2 1 3-16,3 3-6 0,-10 0 7 15,0 0-6-15,8 0 4 0,18 19-21 0,-9-8 5 16,-1 4 15-16,-2 1-6 0,-6 1 4 15,5 3 1-15,-4-1 7 0,-2 0-16 0,5 2 6 16,-2-4 4-16,-3 5 2 0,-2-8-7 0,5 3 8 16,-3-5-4-16,1 0-9 0,-4-6 9 0,6 1-8 15,-3 0 5-15,2-5-17 0,-4-1 21 0,3 2-3 16,-4-3 4-16,-4 0-3 0,0 0-5 16,16 0 2-16,19-26-19 0,-26 16 25 0,7-3-8 15,-11 3-2-15,-1-1-8 0,0 0 9 16,2-1 6-16,-5 5 10 0,1-2-7 0,-2 3 2 15,0-1 24-15,0 3-6 0,0-1 4 0,2-2 4 16,1 1-9-16,-3 6-13 0,0 0 5 0,0 0 2 16,0 0-3-16,0-10-22 0,0 10 18 15,0 0-10-15,-3-7 12 0,5 8-3 0,-1 4-4 16,-1 0-13-16,3 0-1 0,-2 2-10 16,7 9-4-16,1-4 3 0,-2-1-2 0,-1-2-21 15,5 6 7-15,-1 0 16 0,0-4-26 0,1-2 24 16,-7-1-5-16,4-6-6 0,-4 2-6 15,6-2 19-15,-3 0-6 0,-3 0 4 0,-4-2 20 16,0 0-37-16,0 0 25 0,0 0 9 0,0 0-20 16,18-19 10-16,-18 13 3 0,0-3-2 15,-6 3 21-15,-3-9-10 0,2 1-4 0,0 4 1 16,-7-1-11-16,-4-1 25 0,-4 4 6 0,3 0-23 16,5 2 10-16,-11-4 5 0,8 9 1 0,4-4-17 15,2 5 19-15,2-4-3 0,4 3-2 16,-3-1-3-16,4 0 5 0,0 1 12 0,3 0-1 15,-2-5-42-15,3 6 20 0,0 0 17 16,20-15-10-16,-3 8-1 0,9-3 6 0,-1 0-12 16,0 1 3-16,-1 2 10 0,2 1-1 15,-1 0-1-15,-1-1-16 0,0 4 12 0,-3-1 7 16,-21 4-18-16,16 0-14 0,-2 0 33 16,-1 0-11-16,20 17-12 0,-21-6 8 0,3-1 32 15,0 0-48-15,0 0 23 0,-4 1-27 0,-4 0 36 16,-1 0 1-16,-2-2 8 0,-1-2-16 15,-1 3-4-15,1 0 10 0,1-2-7 0,-2-2 15 16,-1 0 17-16,2-1-15 0,-3 1 3 0,0-6-3 16,0 0 4-16,0 0 7 0,0 9-6 15,0-9 15-15,0 0-16 0,-3 14-28 0,2-15 17 16,2-1 5-16,-1-4-18 0,-1 1-22 16,1-4 21-16,1 2 0 0,9-11-9 0,-8 2-4 15,4 2 22-15,3-7-20 0,-4 7-3 0,4 4 22 16,-3 0-17-16,1 3-2 0,-3 2-21 15,3-2 26-15,-2 6 23 0,2-1-13 0,-2 0-36 16,0 2 24-16,-5 0 7 0,0 0-7 16,9 0-1-16,16 21 10 0,-11-8 21 0,-2 4-10 15,-4-6 7-15,1 9-9 0,2 1-21 0,-3-1 15 16,1-1 10-16,-3 0-16 0,1-1 1 0,-2-2 7 16,2-6 8-16,-1 9 14 0,-2-5-35 15,-1-3-14-15,2-2-1 0,-3-1 4 0,3-1-81 16,1-2-54-16,-6-1-59 0,0-1-112 0,1-1 48 15,0-2 10-15,-1 0 12 0</inkml:trace>
  <inkml:trace contextRef="#ctx0" brushRef="#br0" timeOffset="127918.829">12623 4556 465 0,'3'-1'233'0,"-3"-3"-52"0,0 3-13 16,2-1-27-16,-2 2-10 0,4 0-26 15,-1 2 10-15,3-2-12 0,1 0-24 0,-2 0-31 16,5 0-7-16,-3 0-12 0,1 0-14 16,1 0-25-16,-9 0-20 0,0 0 4 0,11 0-99 15,-1 0-105-15,-10 0-68 0,12 0-11 0,-2 0 15 16</inkml:trace>
  <inkml:trace contextRef="#ctx0" brushRef="#br0" timeOffset="128544.443">12975 4283 516 0,'5'-9'215'0,"1"2"-41"16,1 1-12-16,-5 0-26 0,4 2-2 0,12-8-3 16,1 1-19-16,-1 2-7 0,-6 8-16 0,1-5-14 15,-4 4-19-15,0-1-5 0,0 3 7 16,-9 0 7-16,0 0-19 0,10 0-4 0,-10 0 5 15,9 0 8-15,7 15-13 0,-14-10 0 16,1 1-8-16,-3 2 12 0,0-1-17 0,-1 0-11 16,-1 1 19-16,2 3-1 0,-12 21-18 15,0-16 2-15,-1 1-10 0,1-2-25 0,6-5 3 16,-1-1-33-16,2-5 13 0,1 6 0 0,2-4-26 16,1-5 45-16,-2 3-10 0,3-3-32 15,0 1 20-15,0-2-3 0,0 0-6 0,0 0 36 16,0 0 1-16,17 10-18 0,-12-9 16 15,-2 3 3-15,3-2-1 0,-1 2 19 0,1 2-10 16,0-2-4-16,-1 3-12 0,7 10-16 16,-2 0 36-16,-2 3 0 0,-5 3-29 0,1-7 51 15,-3 8-16-15,0-7-1 0,2-1-5 0,-3 0 9 16,0-4 3-16,0-12-3 0,0 10 13 0,0 6 6 16,-18 14-13-16,14-17-1 0,-8 0-26 15,4-3 28-15,-5-2-33 0,4 0 20 0,-12-1-2 16,10-2 0-16,-3-4-18 0,3 2-7 0,0-3-22 15,11 0 20-15,0 0 2 0,-8 0-26 16,8 0-9-16,-18-19 51 0,17 14-4 0,-3-1-15 16,2 2-16-16,2-1-1 0,-3 1 25 15,3-2-13-15,3 2-10 0,0-2 6 0,1 1 25 16,-3 4 5-16,4 1 5 0,-4-3 11 0,4 3-10 16,1 0-6-16,-1 3 29 0,0 2-35 0,0-3 21 15,1 4 9-15,9 7-9 0,-2 4 11 16,1-2-5-16,-1 1-14 0,-2 0-16 0,2 0 9 15,-3 0 16-15,2-3-2 0,-3 0 20 16,-3-6-12-16,4 3-3 0,-7-4-63 0,2 0 6 16,1-5-12-16,-1 4 3 0,1-4-129 0,-1 2-119 15,-2-3 24-15,-3 0 17 0,0 0-53 16,0 0 17-16</inkml:trace>
  <inkml:trace contextRef="#ctx0" brushRef="#br0" timeOffset="129478.868">13276 4522 368 0,'3'-1'136'0,"-2"-3"3"0,2 3-38 0,0-3 7 16,3 1-40-16,0 3-8 0,-3-3-8 0,6 2-7 15,-2-3 10-15,0 0-9 0,3 3-4 0,9-8-36 16,-8-1 15-16,3 3-3 0,-2-2 6 15,-1 2 1-15,-4 3 33 0,0-4-33 0,-2 2-19 16,-5 2 31-16,2-2-18 0,-2 2 27 16,0-3-46-16,0 7 3 0,0 0 47 0,0-17-29 15,-20-14 7-15,8 18-11 0,1 3-21 0,4 2 31 16,-1 1-8-16,-3 4 9 0,5-1-11 16,-3-2-17-16,2 3 7 0,1 2-24 0,0 1 36 15,0 0-7-15,6 0-23 0,0 0 24 0,0 0-4 16,-12 0 1-16,-3 14-6 0,5 1-1 15,4-2-1-15,-3 6-12 0,6-5 20 0,2-2 0 16,1 4-2-16,0-16-30 0,0 11 46 0,0 5-25 16,19 19 4-16,-9-15-22 0,2-2 21 15,0-2 10-15,3-3-12 0,1 0 10 16,3 0-6-16,0-7 27 0,0 0-28 0,3 1-25 16,-1-7 22-16,-3 0-19 0,-6 0 28 15,6 0-22-15,26-17 39 0,-20 7-39 0,0 3 23 16,-2-7-20-16,-2-1 6 0,-3-2 7 0,1 1-13 15,-5 0 0-15,0-5 2 0,-2 7 5 16,-5-2-5-16,1-4 34 0,-2 4-49 0,-3 0 36 16,-1 5-11-16,-1 11 26 0,0-10 19 15,0 1-8-15,0 9-25 0,0-11-14 0,-14-4 37 16,7 13 2-16,6-5-36 0,-3 6 2 0,-2-4-1 16,4 8 8-16,-1-3-8 0,2 2 21 15,-1 2-12-15,4 0-6 0,-2 2-3 0,11 10 0 16,-5-3 8-16,7 3 11 0,-1 4-27 15,2-8 33-15,1 4-18 0,-1-5-29 0,4 1 24 16,-5-5-14-16,5 2 22 0,4-2-34 0,-5-4 15 16,-5-1 7-16,-2-1-20 0,-10-1-10 15,12 0-5-15,-5 0 3 0,3 0 1 0,17-17-26 16,-10 3 6-16,-5 0 5 0,3 0-15 0,6-1 18 16,-12-1 3-16,4-7-7 0,-1 7-5 15,-6 1 5-15,-2 8 61 0,-4-3 6 0,1 2 37 16,3 2-32-16,-4 1 10 0,0 5 0 0,0 0-43 15,0 0 36-15,0 0-3 0,-5-9-21 16,1 9 27-16,4 4-12 0,-2 2-15 0,2-2-10 16,-1 2 21-16,2 2 1 0,1-1-13 15,2 2 11-15,3 12 10 0,2-3-43 0,-2 1 29 16,8-1 2-16,-4-1-35 0,7-4-3 0,-4 4 20 16,4-6-7-16,-7-1 32 0,8-3-4 15,-5-3 8-15,0 2 3 0,-6-3-45 0,-1-2 36 16,-7-1 7-16,0 0-19 0,12 0 0 15,-12 0 8-15,17-14 11 0,-15 7-2 0,-3 2-11 16,2-4 7-16,-2 2-5 0,1-2-6 0,-4-1-8 16,4-1 25-16,-14-20-21 0,3 14 7 15,1-2 12-15,-1 3-12 0,-1 2 1 0,1 4 9 16,4 8 1-16,-1-5-21 0,-2 7 24 16,2 0-15-16,8 0 5 0,0 0-40 0,-10 0-53 15,10 0 7-15,-19 17-114 0,7-7-145 16,1-1-17-16,4-1 40 0,0-3 12 0,6-2-55 15</inkml:trace>
  <inkml:trace contextRef="#ctx0" brushRef="#br0" timeOffset="130784.603">15255 4357 215 0,'0'3'182'16,"0"0"-33"-16,0 1-34 0,3-1 8 15,-3 4-10-15,1-4-8 0,0 1-56 0,3-1 22 16,2 3-33-16,-3-5 41 0,4 1-15 16,-2 0-35-16,2-2 43 0,-2-2-1 0,1 2-63 15,4-2 34-15,-4 1-7 0,-6 1-11 16,0 0 5-16,21-20 1 0,-14 8-7 0,-2 2 10 16,0 0-3-16,-4-2-21 0,0 2 29 0,-1 10-7 15,0-13-6-15,-15-20-23 0,6 23 26 16,2 0-36-16,1 1 24 0,-2 4 5 0,1-1-9 15,2 2 6-15,-2 3-17 0,1 0 24 0,1-3-50 16,5 4 36-16,0 0 14 0,0 0-24 16,-29 28 4-16,21-12 3 0,3 5-31 0,3 3 12 15,-1-3 26-15,3 3-9 0,0-11 7 16,0 4-4-16,0 5-5 0,21 23 19 0,-12-23-22 16,6-1-1-16,-2-2 10 0,7-4-6 0,0-4-18 15,3 2 16-15,0-7 8 0,3-5-11 16,-4-1 17-16,-9 0-43 0,6 0 28 0,28-20-1 15,-22 9-3-15,1-3 24 0,-6 0-26 0,-2-6-19 16,0 3 51-16,-1-7-54 0,-4 0 55 16,-6 0-15-16,3-3-6 0,-5-5 0 0,2 3 7 15,-4 0 11-15,-3 3 3 0,0 9 23 16,0 1-3-16,0-5-9 0,-15-20 20 0,11 24-6 16,-2-3 2-16,-3 5-28 0,0 2 15 0,5 4 0 15,2 1-6-15,-4 2-26 0,2 2 5 16,1-2 11-16,2 4-9 0,-3 2 5 0,4 0 0 15,-2 0-14-15,2 0-1 0,0 0-9 0,-1 18 10 16,-2-8-3-16,11 12-7 0,-8-11 0 16,16 24 11-16,-7-10-2 0,-1-2-10 0,5 0 11 15,-1-2-10-15,7 8-21 0,-1-8 1 0,4 3 4 16,2-4 2-16,2-1-6 0,-1-5-10 16,3-2-3-16,0-2 15 0,-1-5-6 0,1-4 8 15,1-1-15-15,-15 0 22 0,3 0-12 0,3 0 6 16,22-22 14-16,-24 12 6 0,-1-7-26 15,-6-1 10-15,-4-5-9 0,-1 3 23 0,0-2-6 16,-6 8 5-16,0-6-2 0,0-1 15 0,0-4 10 16,0 0-9-16,-18-25 9 0,11 28 5 15,-2-3 9-15,3 5 10 0,-2 0-11 0,4 5-16 16,-5 4 0-16,5 0 5 0,2 1 2 16,-3 4-1-16,0 2-2 0,5-2-24 0,-3 0 24 15,0 2-13-15,1 1-3 0,0-1-12 0,0 4 16 16,2 0-6-16,0 0 8 0,0 0-19 15,0 0 10-15,-3 19-12 0,0-11 5 0,3 1 8 16,0 16-6-16,0-12 7 0,0 7-18 0,0 2 12 16,0 1-1-16,18 26 7 0,-10-20-11 15,-1-4 11-15,3 0-18 0,-1-4 19 0,2 1-5 16,2 1-5-16,-1-5 8 0,-2 4-21 16,5-5 20-16,-3-2 5 0,3-2-17 0,-2 1 21 15,-1-4-16-15,0-4 6 0,6 4 16 0,4-4-14 16,-5-3-20-16,-3 3 4 0,9-6 2 15,-4 4-18-15,-19-4-4 0,14 0-18 0,0 0-41 16,4 0-2-16,24-14 7 0,-25 9-112 16,-5 0-109-16,0 0 21 0,-6-1 22 0,1 2-82 15,1-2 44-15,-4 2 10 0</inkml:trace>
  <inkml:trace contextRef="#ctx0" brushRef="#br0" timeOffset="131720.983">15967 4217 340 0,'0'0'231'0,"0"1"-54"0,0 0-50 0,-3 2 29 0,3-3-19 15,-1 1-9-15,0-1-24 0,2 3 9 16,-4-2-25-16,1-1-1 0,2 0-22 0,0 0 4 15,0 0 11-15,0 0-29 0,0 0 14 16,0 0-25-16,0 0 4 0,0 0 8 0,0 0-13 16,0 0-5-16,0 0 16 0,0 0-15 0,30-11-4 15,-21 7-26-15,11-2 18 0,-4 0-4 16,-2 3 1-16,7-4 9 0,1 1-14 0,1 2-21 16,-4 2 11-16,2-2 7 0,-2-3-1 15,3 3-3-15,-4 2 6 0,-4-3 3 0,-2 2-9 16,-5 2-5-16,4 0-8 0,-1-4 15 0,-6 4 3 15,4-1 9-15,-4 1-11 0,0 1 1 16,-2-3 6-16,6 1 0 0,-5 2 2 0,2-2-4 16,-1 2 1-16,-1-2-5 0,-2 2 0 15,2 0 6-15,0 0-11 0,0 0 8 0,-3 0-19 16,0 0 8-16,0 0-6 0,0 0 0 0,0 0 4 16,0 0 7-16,0 0-5 0,0 0-2 0,0 0 5 15,0 0 0-15,0 0-5 0,8 0 8 16,-8 0 4-16,0 0-5 0,11-4-2 0,-11 4-6 15,1 0 6-15,1 0-2 0,-2-1-8 0,0 1 15 16,-2 0 1-16,2 1-8 0,0-2-2 16,0 2-5-16,-1-1 6 0,1-1-12 0,0 1 12 15,0 0 5-15,0 0-7 0,0 0 0 0,-3 0-27 16,3-1-34-16,-3 1 15 0,-1 0-73 16,3-2 11-16,-1 0-52 0,-3 2-101 0,4-1 22 15,-5-3 18-15,3 3-90 0,1-4 30 0,0 1 6 16,-6 3 10-16</inkml:trace>
  <inkml:trace contextRef="#ctx0" brushRef="#br0" timeOffset="133427.573">16776 3798 320 0,'0'1'72'0,"0"1"9"0,3 1 17 16,1 2-22-16,0-3 8 0,1 1-27 0,2 0-1 15,1-1-8-15,1 2-23 0,0-4 0 16,1 0 51-16,1 0-30 0,-11 0-4 0,12 0-5 16,3 0 24-16,23-14-1 0,-23 6-33 15,-6 5 15-15,2-4 22 0,2-5 1 0,-6 2-38 16,-3 0 58-16,0 1-13 0,-4-1-26 16,0 10 25-16,0-7 0 0,0 7 7 0,0-10-13 15,-17-18-12-15,8 15 8 0,0 6-31 0,1 1 25 16,-1 0-4-16,0 4-23 0,0-2 6 15,0 3-5-15,3 1-12 0,6 0 6 0,0 0-5 16,-13 0-12-16,4 0 3 0,-18 15-4 0,15-7-22 16,1-2-13-16,1 11-55 0,6-8 5 15,-1-3-117-15,2 3-157 0,2-1 47 0,-1-5-22 16,2-3-3-16,0 0 75 0</inkml:trace>
  <inkml:trace contextRef="#ctx0" brushRef="#br0" timeOffset="132726.79">16935 4106 574 0,'3'0'205'0,"-2"0"-2"16,4 0-37-16,-5 0-28 0,2 0-41 0,2 1 12 15,-4-1-13-15,3 0-9 0,1 0 2 16,-1 0-8-16,1 0-42 0,2 0 1 0,-1 0 0 15,1 0-14-15,-1 0 12 0,2-1-18 16,0-4-1-16,-2 4 0 0,-5 1-26 0,14-9 33 16,-8 6 6-16,14-11-2 0,-5 1-27 0,-6 1-6 15,0 2 15-15,-3 0-19 0,1 0 16 16,-7 1 14-16,1 0-11 0,0 2-34 16,-1 7 35-16,0 0-18 0,0-10 16 0,0 1 12 15,0 9-29-15,-13-21 12 0,7 13 1 0,2 4 11 16,0 1-27-16,0-1-1 0,-2 3 11 0,4 1-5 15,-4 0-19-15,-1 0 16 0,3 1 10 16,-1 4-8-16,2 0 10 0,3 1 10 0,-4-1-19 16,2 3 1-16,2-4-9 0,0 6-7 15,0-3 24-15,2-1-25 0,2 2 25 0,8 6 15 16,-5-4-15-16,1 0-12 0,2-3-16 0,-2-2 29 16,14 3-9-16,-5-5 2 0,-6 2-14 0,1-4 18 15,-12-1 0-15,11 0-10 0,0 0 1 16,7 0 1-16,0 0 20 0,-2 0-21 0,17-16 20 15,-20 15-24-15,6-2 8 0,-5 1-29 0,-5 1 20 16,-9 1 0-16,0 0-26 0,10 0 19 16,-10 0-4-16,10 0 37 0,-10 0-13 0,0 0-5 15,19 13 7-15,-15-9 18 0,-3 2-50 0,-1-1 14 16,2 2 38-16,2-1-20 0,-3 2 3 16,1-2-41-16,0-3 32 0,-2 0 11 0,2 4 11 15,-2-4 20-15,1 0 1 0,2 1 6 0,-3-2-23 16,0-2 21-16,0 0 4 0,0 0-22 15,0 0 14-15,-4 3-36 0,2-6 23 0,2 1-12 16,-2-2-3-16,2-1-8 0,-2 1 1 16,4-3-1-16,0 0 9 0,0 1-4 0,2-4-13 15,3-6-11-15,5 3-6 0,-4 1-12 0,2 2 26 16,-2 4-1-16,-1 2-3 0,3-2-6 0,-5 0 14 16,3 5 4-16,-2 0-40 0,2-1 38 15,2 2 4-15,-10 0-5 0,0 0-24 0,11 0-7 16,5 0 29-16,17 16-31 0,-20-10 34 15,-5-2 7-15,2 3-6 0,-8-2-5 0,4 3-12 16,5 10 33-16,-8-7 7 0,-1-3-27 16,0 2 13-16,2-3 7 0,-4 2-10 0,0-3-12 15,1-1 7-15,5 1 14 0,-6 0-9 0,1 0-14 16,-1 1 26-16,2-3-4 0,-2 3 3 16,0-4-25-16,0 4 1 0,2-3-35 0,-2 1 4 15,0-5-83-15,0 0-54 0,0 0-50 0,0 0-144 16,0 8 54-16,0-8 17 0,15 13 8 0</inkml:trace>
  <inkml:trace contextRef="#ctx0" brushRef="#br0" timeOffset="116789.113">-5326 4481 442 0,'0'0'277'15,"0"0"-32"-15,0-20-11 0,19-9-29 0,-20 23-18 16,-2-2-21-16,2 1 7 0,-2 2 1 0,0-2-42 16,2 4-12-16,0-3-10 0,1 3-13 0,-3-1-14 15,1 1 6-15,1 0-21 0,-2 0-17 0,2 2 16 16,1-1-22-16,0 1-9 0,0 1 22 16,1 3-5-16,3 1-25 0,-4 3 4 15,6-1-15-15,1 16-6 0,-3-2 12 0,1 2 0 16,0 0-9-16,-1 2 5 0,1-3-15 0,2 0 7 15,-3 3 11-15,0-1-12 0,0-3-15 16,-2-2 26-16,2-2-15 0,-3-2-5 0,3-4 0 16,-2 0-4-16,-1 1 3 0,2-4 24 15,-2 0-25-15,-1 0-2 0,2-1 2 0,0 1 4 16,-2-2-8-16,2 0 30 0,-2 1-27 16,0-1 10-16,0-3 3 0,1 0 10 0,1 0-6 15,-2-2-13-15,0 0 22 0,0 0-18 16,4-18-13-16,-4 12 3 0,1-2-10 0,2-2 0 15,-2 2 21-15,6-12-14 0,1 3-3 0,1 5 13 16,-1-6-12-16,1 3-15 0,0 4 9 16,3-2-1-16,0 3 1 0,5 3 5 0,2-3-4 15,-1 0-3-15,0 9 4 0,-18 1-6 16,14 0 7-16,5 0-6 0,25 17-1 16,-22-8 17-16,-1 3-12 0,1 1 10 0,-3 3-7 15,-3 0-3-15,-2 0 0 0,3 2 7 16,-5-1-1-16,-2-1-10 0,-1 4 11 0,-2-8-4 15,-3 1 7-15,-2-3-1 0,-2 2-7 16,0-12 8-16,0 0-2 0,0 11 13 0,-20 20 2 16,8-16-15-16,-5-1 9 0,-2-3-10 0,-7 0 2 15,-3 0-4-15,4 1 15 0,-3-5-10 16,3-2 0-16,-4 0 6 0,3-1 7 0,1-2-10 16,7 1-1-16,6-2 1 0,-1 1 2 15,5-2 6-15,-1 2-13 0,2-2-3 0,3 0 11 16,-1 0 1-16,5 0-15 0,0 0-5 15,0 0 8-15,0 0 1 0,-9 0-1 0,9 0-5 16,0 0 9-16,4-2-2 0,-1 2-11 0,2-3 22 16,1 0-10-16,1 2-3 0,2 0 5 0,12-3-9 15,2 1-5-15,2-4-2 0,4 0-2 16,-3-2 6-16,7-5-14 0,1 5 13 0,3-2 13 16,-1-3-35-16,-4 2 3 0,4-2 21 15,-1 1-4-15,-3-3-5 0,0-1-1 0,-5 1 0 16,-1 1 3-16,-5 2 14 0,-1-3-3 15,-4 5-11-15,-5-4-15 0,0 4 26 0,-6-1 8 16,-2 3 15-16,1 0 6 0,-4 4-8 0,0 5-4 16,0 0-4-16,0-10-5 0,0 10 10 15,0-8 0-15,-18-6 14 0,13 11-9 0,0 0 4 16,3 0-16-16,-2-1 15 0,1 3 5 16,-1-4-20-16,-2 5 10 0,6 0-3 0,-1 3-5 15,-1 0-5-15,2 1 6 0,0 2-10 0,3 1 11 16,-3 0-12-16,6-2 8 0,3 15 4 15,4-5-4-15,2-1 4 0,0 2-11 0,0-4 15 16,3-2-5-16,1-3-4 0,-4-1 1 0,6 0 0 16,-2-4 1-16,-4 0-16 0,-15-2 7 0,14 0 16 15,5 0-5-15,23-17 7 0,-19 6-12 16,-4 1-14-16,1-1 25 0,-1-1-9 0,-5-4-1 16,1 4 0-16,-2-2 13 0,-3 5 11 15,-3-1-3-15,-4 3-3 0,6-2 7 0,-6 3 2 16,-3 1 4-16,0-1 12 0,3 1-14 15,-3 0 5-15,0 5-18 0,0 0 4 0,0 0-6 16,0 0 10-16,0-8 8 0,0 8-9 0,0 0-13 16,0-11-7-16,0 11 13 0,0-9-6 0,0 12 1 15,1-2-7-15,-1 4-5 0,3 0 8 16,0 4 5-16,-2-3-11 0,5 14-2 0,-2 4 11 16,-2 0-9-16,5-2 12 0,-1 3-16 15,-1 2 12-15,1 2-10 0,-5-1 0 0,6 4-2 16,-1-1-4-16,-1-3 11 0,6 0-1 0,-8 2 1 15,2-4-1-15,-5 2 2 0,0-3-12 16,0-1 10-16,0-14 17 0,0 0-10 0,0 4 7 16,0-4 23-16,0 1-23 0,-15 8 17 0,11-11 17 15,-7 9 16-15,-1-4-22 0,-1 0 13 16,-2-2-8-16,-3 0-4 0,0-1-32 0,1 0 11 16,-3-2-5-16,2-2-14 0,-4-1 10 15,7 0 2-15,-1-1 3 0,3 0 14 0,1-3-20 16,1 0-12-16,1-1-25 0,1 1-19 0,2-1-53 15,0 3-44-15,0-3 13 0,7 0-169 16,0 0-124-16,-9 0 30 0,9 0 29 0,-14-14-39 16,12 12 27-16,4-3 76 0,3-2 11 15</inkml:trace>
  <inkml:trace contextRef="#ctx0" brushRef="#br0" timeOffset="117628.595">-2851 4688 723 0,'-1'-5'210'0,"1"3"-2"15,0-3-27-15,-1 2-22 0,-2 2-36 0,1-1-8 16,1 2-5-16,-2 0-26 0,7 0 13 16,-2 3-20-16,1 5-10 0,-1-1-19 0,8 20 3 15,2 5 0-15,-3 0-4 0,2 3-4 16,0 1-7-16,1-4-4 0,-4 3 4 0,0 1-11 15,2-5-4-15,-3-4 2 0,3 0 11 0,-6-2-13 16,1-3-5-16,1-3-14 0,-6-5 15 16,1-2-5-16,3-4-7 0,-2 0-3 0,0-5 23 15,1 3 13-15,-3-2 18 0,0 0 21 0,1-2 13 16,-1 1 8-16,0-3-12 0,-2-3-41 16,0 0 28-16,-3-5-38 0,-6-16 25 0,0-5-39 15,0-6 5-15,3 2-24 0,-1-2-2 0,-2-4 0 16,4-3 8-16,1-4 2 0,-4 6-3 15,4-3-3-15,4 0 0 0,-1 2-6 0,2-6-17 16,1 26 15-16,0-13-21 0,13-34-10 0,-3 34 21 16,2 1-4-16,2 4 7 0,3-1-18 15,0 5 11-15,5 3-7 0,-1 5 11 16,1 6-4-16,-1 4-2 0,-2 3-5 0,-4 4 6 16,-15 0-1-16,30 16-3 0,-12-4 5 0,-3 2 0 15,-2 9 4-15,0-2-1 0,-4-1 0 16,0 0 6-16,2 5-2 0,-6-2 3 0,0 2 8 15,-2-4-12-15,0 3 20 0,-3-7-15 16,0-17 5-16,0 14-4 0,0-2 0 0,0 5-1 16,-24 17 9-16,16-18 3 0,-6-1 8 0,-7-1-9 15,5-4 8-15,-2 0-4 0,2-8 6 0,-5 5 4 16,3-4-16-16,3-2 15 0,15-1 1 0,-14 0-14 16,0 0-5-16,3 0-4 0,0 0-2 15,3 0-18-15,8 0-44 0,-11 0-4 0,11 0-35 16,-8 0 10-16,8 0-106 0,0 0-7 15,-11-11-111-15,12 11-42 0,1 0 26 0,3 1-1 16,-1 2 9-16,2-3 35 0</inkml:trace>
  <inkml:trace contextRef="#ctx0" brushRef="#br0" timeOffset="118375.135">-2321 4762 254 0,'0'-2'165'16,"0"2"-27"-16,-4-1-22 0,4 1-31 0,1 1 23 15,2 1-23-15,-3 0-4 0,3 0-9 0,2-2-7 16,-1 3-1-16,2-2-16 0,1 1-7 15,-2-2-3-15,-1-2-5 0,4 1 14 16,-2-2-25-16,1 1 41 0,-4-2 8 0,1-2-8 16,-2 2 19-16,1-1-15 0,-1 1-13 0,-1-3 21 15,-2 1-13-15,1 0 4 0,-2 1-22 0,-2-1-34 16,1 4 4-16,3 2 34 0,-5-7-15 16,1 3-6-16,1 4-17 0,-1-3-36 0,2 3 21 15,-2-2-13-15,0 4 2 0,3 1-46 16,1 1 8-16,0-1-68 0,0 3-9 0,0 0-53 15,1 2-133-15,2-2-17 0,2 0 54 0,-3 2 8 16</inkml:trace>
  <inkml:trace contextRef="#ctx0" brushRef="#br0" timeOffset="118072.324">-2248 5030 483 0,'-3'-2'265'0,"3"1"-52"0,-1-2-24 16,-1 0-13-16,2 2-32 0,0-1-9 0,0 2-22 16,-3 0-13-16,2 0-17 0,0 2-15 15,-1 2-5-15,2 2 5 0,0-1-2 0,2 2-2 16,-2 0-22-16,1 3-5 0,-1 0 3 0,0 3-13 16,0 2 9-16,17 21-13 0,-15-17 4 0,5 2-9 15,-4-5 5-15,4 4 2 0,-3-3-6 16,3-5-2-16,-7-1 8 0,5-2-6 0,-2 1 0 15,1-5-3-15,-2 2-3 0,-1-3-6 0,2 1 10 16,-2 0-5-16,0 0 1 0,4-1-4 16,-5 0-1-16,1-1 4 0,-1 0-1 0,0-3-35 15,0 0-19-15,-1 0-52 0,-4-4 9 0,3-1-111 16,-1 0-97-16,0-3 22 0,-1-14-116 16,-4-3 23-16,2-2 75 0,2-2-4 15</inkml:trace>
  <inkml:trace contextRef="#ctx0" brushRef="#br0" timeOffset="118785.097">-1855 5020 380 0,'-1'4'225'15,"-4"-1"-46"-15,3-2 9 0,-1 1-45 0,2 1-47 16,-1 2-8-16,2 2 18 0,-3 0-13 16,2 0-15-16,1 0-16 0,0 2 16 0,1 1-52 15,-1 2 30-15,0 4 0 0,16 23-17 16,-16-16-17-16,5-1 8 0,-2-1-6 0,1 1 26 15,-1 1-33-15,2 3 16 0,1-5-12 0,-2 8 8 16,-1-3 2-16,6 2-9 0,-6-8-3 0,1 3 12 16,-3-1-8-16,2-5-4 0,-1-5-8 15,-1 1 17-15,-1-13-1 0,0 7 6 16,0-7 11-16,0 10-8 0,0-10 23 0,0 10-1 16,0-10-13-16,0 10 4 0,0-10-12 0,-21 20-11 15,5-10 10-15,-1-1-5 0,2-5-9 0,3-2 9 16,5 3-23-16,-4-2 20 0,-1-2-21 15,-10 1-3-15,8-2-21 0,14 0-22 16,-11 0-3-16,3 0-61 0,-3 0 14 0,11 0 8 16,-20-13-148-16,15 7-155 0,-3-7 2 0,-1-2 49 15,7 1 24-15,2-1 13 0</inkml:trace>
  <inkml:trace contextRef="#ctx0" brushRef="#br0" timeOffset="119256.506">-1964 4769 532 0,'0'-5'152'15,"-2"1"-20"-15,2 3-3 0,0-2-10 0,0 3-24 16,1 0-22-16,3 0-45 0,3 0 24 16,-2 0 21-16,1 0-15 0,1-2-31 0,2 2 42 15,0-4-41-15,11-1 21 0,-3 1-2 0,3-5-10 16,-7 4 29-16,-4-3 5 0,-2 0 9 16,-1 2-5-16,-3 0-13 0,-1-1-5 0,-2-2 6 15,0 3 5-15,0 6-16 0,0 0-10 0,0-10-5 16,0 3-12-16,0 7-7 0,-16-19 0 15,12 14-15-15,1 1-28 0,-3-1 9 16,1 3-35-16,4-2 5 0,-5 4-60 0,5 4-10 16,-2-4-21-16,0 1-101 0,5 0-103 0,-1 0 42 15,2 2-7-15,-1-2-23 0</inkml:trace>
  <inkml:trace contextRef="#ctx0" brushRef="#br0" timeOffset="119436.063">-963 4644 331 0,'6'3'271'16,"-1"-3"-41"-16,0 3-39 0,-4-3-27 15,6 2-14-15,-3-2-21 0,3 0-13 16,0 0-18-16,0 0-6 0,4-2 0 0,0 2-16 15,20-13-5-15,-10 7-19 0,-2-4 7 0,-4 5-6 16,4-4-16-16,-2 4 12 0,-7-2 3 0,2 3-23 16,-2-1-11-16,-4 1-40 0,5-1-27 15,-4 1-31-15,11-3 8 0,-5 5-103 0,-1-1-67 16,-1 3-94-16,-3 0 24 0,-8 0 14 16,0 0-22-16</inkml:trace>
  <inkml:trace contextRef="#ctx0" brushRef="#br0" timeOffset="119637.064">-708 4864 339 0,'-6'6'177'0,"6"-2"0"0,-1-2-14 0,1 2-26 16,1 0 14-16,2-3-14 0,3 2-12 0,-1-3-28 16,5 0-3-16,-1 1 1 0,1-2-30 15,-2 1 2-15,5 0-2 0,3 0-3 0,2 0-12 16,1 0-7-16,20-14-24 0,-17 9-18 15,1 0 0-15,1 0-107 0,-4-1-50 0,1-4-102 16,-1-2-42-16,-2-4 17 0,4 1-69 0,3 1-4 16</inkml:trace>
  <inkml:trace contextRef="#ctx0" brushRef="#br0" timeOffset="120318.975">268 4033 290 0,'-15'-4'278'0,"1"0"-47"16,3 2-28-16,-1 2-29 0,0 2-18 16,12-2-24-16,0 0-6 0,-13 0-17 0,5 0-17 15,-4 14-12-15,6-10-1 0,-1 15-14 16,2-4 4-16,5-1-4 0,0-1-35 0,0 2-5 15,13 22 8-15,-6-10-12 0,-1 2 10 16,5 3 1-16,-3 6-11 0,2-8-14 0,-2 5 10 16,-4 1 5-16,-1-1-13 0,-3 1 11 15,3 0 2-15,-3 0 6 0,0-21-17 0,0 8-4 16,0 6 14-16,0 4-4 0,-18 24 0 16,11-29 9-16,-3-5-9 0,-1-1 11 0,3 2-7 15,-4-5-10-15,-1-1-3 0,1-4 12 0,1 2-5 16,5-8-7-16,-1 1 9 0,2-4-5 0,2 0 5 15,-1-3-4-15,3 2 0 0,-2-2-10 16,3 0-2-16,0-2 3 0,0 0-5 0,0 0-6 16,5 0 2-16,-2 0 0 0,0 0 0 0,2 1-6 15,0 2-3-15,-3-1 6 0,4 0-4 0,1 4 4 16,-2 0-1-16,8 5-1 0,-4 3 9 16,6 3-5-16,-2 1-19 0,-2-2 14 0,-4 4 4 15,4 1 7-15,-3 7 8 0,1-2-22 0,-3 0 17 16,1 6-2-16,-6-2 6 0,1 1-12 15,0 4 14-15,4 0-12 0,-3 0 10 0,-2-2-13 16,2 3 13-16,-2-1-12 0,5-3 14 0,-5 1 2 16,-1 2 3-16,4-1-3 0,-1-3-1 0,1 1 0 15,-1-4-15-15,5 2 16 0,-1-2 2 16,1-1-17-16,-2-2 15 0,6 1 2 0,0-7-6 16,3 0 6-16,-2 1-9 0,3-2 6 15,1-3-9-15,6 0-3 0,1-4-10 0,-2 4-35 16,2-5-5-16,3 2-28 0,-5-5-26 0,0 3 7 15,-2-4-208-15,2 0-60 0,-8 1 23 0,-2-5 25 16,-2 3-19-16,-3-3 34 0</inkml:trace>
  <inkml:trace contextRef="#ctx0" brushRef="#br0" timeOffset="135439.099">3778 5059 247 0,'2'0'150'16,"0"3"-91"-16,-2-2-11 0,3 2 25 0,-1 0-12 15,1 0-7-15,1 0 18 0,-4 1-30 0,6-4 10 16,-6 0-14-16,2 0-1 0,3 0 11 16,-1-3-4-16,-3 2 3 0,2-1 7 0,1-2-6 15,0 4-4-15,0-6-12 0,0 5-7 16,-4-5 12-16,6 2-15 0,-6-2-2 0,0 2-2 15,-2-2 11-15,-2 1 33 0,4 1-32 0,0-2 10 16,-5 3-3-16,3-1 0 0,-2-2-15 0,-1 6 24 16,2-4-29-16,-2 1-2 0,0 6-12 0,0-3-19 15,2 0 3-15,2 0-29 0,-5 4-28 16,6-4-43-16,-2 6-17 0,-1-2-115 0,4-2 13 16,3 3-120-16</inkml:trace>
  <inkml:trace contextRef="#ctx0" brushRef="#br0" timeOffset="135032.349">3875 5218 403 0,'0'0'181'0,"0"0"10"0,0 0-45 15,0 0-44-15,0 0 25 0,0 0-24 16,0 0-30-16,0 0 14 0,0 0-15 0,0 0 10 0,0 0-19 15,0 0-11-15,0 0-10 0,0 0-13 16,0 0-18-16,0 0 32 0,0 0-12 0,0 0-4 16,-13 1 16-16,11 8 8 0,-1-1-30 0,3 2-9 15,0 3 30-15,0 3-16 0,0 6-9 16,0 0-14-16,0 1 26 0,0-3-9 0,0 2-26 16,0-3 16-16,0 4-3 0,0-3 11 15,0-5 3-15,0 2 4 0,13 7-38 0,-13-14 18 16,4 0 3-16,-3-3-2 0,2 0 0 0,0-2-4 15,1 1-16-15,-1-2-16 0,2 2 18 16,1-2-30-16,-1-2 4 0,3 2-48 0,2-4-56 16,-10 0-18-16,8 0-108 0,9 0-56 15,21-19 15-15,-18 10 7 0</inkml:trace>
  <inkml:trace contextRef="#ctx0" brushRef="#br0" timeOffset="136394.511">4222 5417 383 0,'20'-6'87'0,"2"-4"6"0,3 2-31 0,0 5 2 15,4-3-27-15,1 2 38 0,0-1-66 16,3-1-20-16,-2-1 8 0,-3 4-31 0,-1-4 44 15,-1 3-38-15,-3-2-9 0,1 2 0 0,-5-2-13 16,-5 2 4-16,-2-1 40 0,-4 0 30 0,-2 0-21 16,-4 1 7-16,0 2 36 0,-2-4-14 15,0 2-19-15,0 4 5 0,0 0 32 0,0 0-1 16,0-12 2-16,0 12-24 0,0-10-6 16,-14-3 1-16,10 6-3 0,3 4-2 0,-2-1-1 15,-1 0 64-15,2 0-22 0,0 2-7 0,0-2-4 16,2 3-23-16,-1-2 16 0,1 3-4 15,-2 3-4-15,4 0 4 0,-2 1-23 0,1 2-1 16,-1 2-1-16,2 0 3 0,0 1-8 16,0 17-2-16,-2-16 1 0,8 31 22 0,-5-20-28 15,2 6-1-15,-2-3 1 0,2-2-1 16,-3-6 0-16,-2-3 0 0,3-3 21 0,-3-4 1 16,1 0-23-16,-1 1 17 0,0-4-1 0,1 1-10 15,2 0-8-15,-3-3 9 0,0-1 0 16,3-1-39-16,-2-3 26 0,2 0 0 0,-2 1 6 15,1-5 1-15,9-9-18 0,-6 4 0 16,9-1 3-16,-3-2-1 0,1 1-16 16,-3 5 5-16,0 2 38 0,-2 0 2 0,4 1-34 15,-4 4 33-15,0 2-2 0,2-4-1 0,0 5-1 16,3 0 4-16,-12 0-3 0,10 0 0 0,19 16-3 16,-9-4 19-16,-6 2-2 0,4 4-2 15,-4-2-47-15,-2 1 4 0,0-1 53 0,-1-3-2 16,-2 6-2-16,2 0-32 0,-6-7 19 0,1-2 1 15,-1 0-4-15,-4 0-1 0,6-3-55 16,-4 1-10-16,-3 0-6 0,3-5-82 0,-3 1-162 16,1 0-17-16,-1-4-4 0</inkml:trace>
  <inkml:trace contextRef="#ctx0" brushRef="#br0" timeOffset="135792.88">4387 5142 445 0,'-4'-2'213'0,"-2"2"-31"0,2-2-14 0,0 1-44 16,-2-2-8-16,5 3-16 0,-4 0-16 15,5 0-15-15,-5 3 2 0,3-3 3 0,2 3-8 16,0 3-52-16,0 0 34 0,-2 4 0 0,2-1-11 16,2 18-10-16,-2-16 12 0,0 9 11 15,0 6-4-15,0 3-34 0,0 1 6 0,0 0-3 16,12 35 11-16,-9-35-5 0,1-1 19 0,-4 0-28 15,1-3-19-15,3-1 29 0,-1 1-9 16,1-8-17-16,2 1-24 0,-2-5 6 16,-1-4 2-16,-2 0-67 0,3-3-29 0,-2-4-50 15,-2-3-91-15,2 0-77 0,-4-3 18 0,4-4 41 16</inkml:trace>
  <inkml:trace contextRef="#ctx0" brushRef="#br0" timeOffset="136794.846">5439 5192 348 0,'9'0'132'16,"0"0"22"-16,3 0-21 0,13 5-9 0,-13-5-10 16,30 11-50-16,-16-2 44 0,-3-3-27 0,6 4-46 15,-4 3 3-15,1 3 29 0,-1-5-1 16,-3 5 0-16,-2 4-9 0,-2-1-15 0,-4-3-17 15,1 2-11-15,-8-6 34 0,-3-1-28 0,4 7 0 16,-8-4 24-16,0-14 11 0,0 10-23 16,0 2 6-16,0-12-18 0,-19 22-4 0,12-17-6 15,-9 3 6-15,2-4 11 0,-1-2-32 16,2-2 34-16,13 0 12 0,-12 0-21 0,-21-14-3 16,16 4 3-16,0-1 6 0,4-7-14 0,2 0-8 15,4 0 5-15,6-5 8 0,-5 7 22 16,6-1-24-16,0 5-1 0,0-4 18 0,18-20-17 15,-11 17 1-15,-3 1-10 0,5 10-22 16,-4-1 0-16,2-1-51 0,-2 4 34 0,2 2-32 16,-1 0 5-16,1-1-67 0,-2 2-35 0,5 1-28 15,-3 1-141-15,13-6 16 0,-9 5-20 16,3 2 39-16</inkml:trace>
  <inkml:trace contextRef="#ctx0" brushRef="#br0" timeOffset="137614.748">6066 5244 251 0,'-12'19'185'0,"-6"2"-29"0,1-1-16 0,12-1-58 15,-8 0 29-15,6-2-25 0,5 4-28 0,-1-5 5 16,3-1 5-16,0-15 1 0,0 15-12 15,18 17-11-15,-9-22-23 0,5 6 13 0,-6-7 12 16,2-1-7-16,-2-3-4 0,1-4-4 0,-3 1-11 16,0-2 2-16,-2 0-11 0,-4 0 12 15,0 0-1-15,0 0 2 0,11 0-25 0,3-18 32 16,-11 11 0-16,-1 3 0 0,-2-4-8 0,0 0 27 16,0 2-17-16,0-1-8 0,0 7-23 0,0 0 15 15,0-12 11-15,0 0-6 0,0 5-9 16,0 7 6-16,0-13 6 0,-12-4-33 0,9 10 14 15,3-1-13-15,0 8 10 0,0 0 5 16,0-10-28-16,0 10 46 0,0-9 0 0,15-8-16 16,-9 14-16-16,1-1 15 0,1 1-8 0,-4 2 1 15,2 1-9-15,3 0-8 0,-2 0 17 16,1 0 4-16,5 0-26 0,17 24 14 16,-18-14 18-16,1 6-42 0,5-1 35 0,-3-1-35 15,-6 4 47-15,1-4-17 0,-3-1 5 0,4 6-12 16,-4-9 24-16,4 5-46 0,-2-5 33 15,4 5-3-15,-4-4-6 0,-2-4-5 0,-1 1 10 16,1-4-36-16,-2 0 35 0,1-3-22 16,-6-1-1-16,0 0 30 0,0 0-5 0,15-15 17 15,-10 9-27-15,5-12 14 0,-7 1 6 0,3-5 4 16,-1 2 5-16,-4 3-37 0,2 3 36 0,-2 4 9 16,-1 0 23-16,1 2-19 0,-1 0-6 15,0 1 4-15,0 3 6 0,3-1-18 0,-3 1-1 16,0 1 1-16,0-1 0 0,0 2-13 0,0 2-8 15,0 0-15-15,0 0 30 0,0 0-11 16,0 0 7-16,10 13 10 0,-6-7-13 0,4 10-21 16,-2-6 5-16,-1 2-7 0,3-2 7 15,2 8 14-15,-2-7-27 0,1-1 6 0,-2-3 20 16,2-1-5-16,-3 0-12 0,3-3 19 0,-2-2-17 16,1 0 3-16,2-1-19 0,-3 0 16 15,-7 0 20-15,8 0-23 0,21-14-2 0,-11 4-2 16,-4-2 28-16,-3-5 7 0,-2 5 8 15,0 2 1-15,-5-4 7 0,0-4 0 0,-4 6 8 16,0-3 3-16,0-1-5 0,0 3 17 0,0 1-7 16,-17-21 1-16,9 20-4 0,4 1-14 0,-4 1 13 15,2 1-10-15,-1 1 14 0,2 6-13 16,2-5-14-16,-1 4-12 0,-2-1 7 0,5 3-40 16,0-2-42-16,-1 0-2 0,-2 2-14 15,4 2-4-15,0-3 10 0,2 6-95 0,0-1-18 16,1 0-55-16,3 0-111 0,0 2 8 15,1-1 5-15,17 5 67 0,-1 2-18 0</inkml:trace>
  <inkml:trace contextRef="#ctx0" brushRef="#br0" timeOffset="138270.863">7759 5472 507 0,'1'2'267'15,"2"-1"-39"-15,-6-1-9 0,0-3-35 0,-2 3-5 16,-2-1-3-16,-11-6-26 0,6 1-5 0,-12-1 1 16,5-5-14-16,-6-1 3 0,2 0-18 15,5-1-38-15,-5-2 3 0,4-5 5 0,1 1-6 16,-3-2-39-16,5-1 20 0,2-5-11 15,3 2-36-15,1-3-6 0,6 0-10 0,4-1-11 16,0 17-6-16,0-5-14 0,18-24-9 16,-4 19-1-16,-1 7-19 0,1 1 14 0,3 2-17 15,-5 6-8-15,-2 0-6 0,-2 4 15 0,2-1-1 16,-2 4-15-16,-8 0-9 0,0 0 48 16,11 0-2-16,1 14 14 0,-6-7-27 15,1 11 30-15,-5-2 3 0,-2-2-34 0,0-2 47 16,0 1-34-16,-13 23 45 0,4-12-23 0,-3-1-11 15,2-1 21-15,2-1-14 0,-4 5 4 0,-1-2 47 16,4-1-29-16,0 0 3 0,1 2-11 0,4-4 14 16,0 1 23-16,3-7-51 0,-2 1 7 15,3-16-8-15,0 11 40 0,0-1-10 0,12 7-29 16,9-3 6-16,-14-7 34 0,4-7-3 16,1 4-15-16,-12-4 35 0,15 0-18 0,15-14 5 15,-12 3 6-15,0-6 26 0,-1 0-13 16,1-3-17-16,-5 2 17 0,1-3 10 0,3-4 20 15,-5 0-18-15,-4-1-10 0,2-3-14 16,2-2 6-16,-2 0 4 0,1-3 1 0,4-1 1 16,-5-1-26-16,-1 0-10 0,4 1 21 0,-8 3-14 15,3-2-2-15,3 6-19 0,-2-1-11 16,2 5-40-16,0 1 6 0,1 2-98 0,-7-4-79 16,8 6 18-16,-1 2 17 0,-9 1-152 15,0 1 50-15,-3 15 11 0</inkml:trace>
  <inkml:trace contextRef="#ctx0" brushRef="#br0" timeOffset="138946.447">9001 5107 527 0,'-2'0'199'0,"2"0"-20"0,-1 0-62 0,-3 0 2 16,2 1 23-16,2 1-33 0,-1 5-20 15,-2-4 2-15,2 5-20 0,1 2 4 0,-4 0-27 16,4-3 5-16,0 7 24 0,0 5-25 0,16 29-15 16,-10-19-4-16,1-1 9 0,-2 2 0 15,2-1 2-15,0 2 4 0,-2-1-15 0,2-1-5 16,-1 1 2-16,-1-1 9 0,1-3-6 16,-6-2 1-16,4 2-3 0,-4-2-10 0,0-14 26 15,0 1 1-15,0 2 2 0,0-3-12 0,0 0-4 16,-17 11 0-16,5-7 3 0,-2-1-2 15,-2 0-4-15,-2-6-6 0,-3 0-6 0,5-6 7 16,-2 2-6-16,5-2-1 0,13-1-28 0,-12 0 8 16,0 0-23-16,-1 0-13 0,-16-16-15 15,12 4-23-15,3 1-44 0,7 1 12 0,0 0-29 16,0-9-43-16,3 4-37 0,0 1-97 0,3 2-28 16,1 12 27-16,0-13 18 0,0-3 3 15</inkml:trace>
  <inkml:trace contextRef="#ctx0" brushRef="#br0" timeOffset="139261.254">8790 5063 322 0,'3'-4'140'0,"-3"4"-21"0,0-4-4 0,4 1-12 16,-4 0-11-16,1 3-12 0,4-4-14 16,-3 1 34-16,2-1-56 0,1 1 38 0,-1-2-23 15,0 3 10-15,1-1-29 0,-5-2 17 16,3 3 15-16,1-5-7 0,-2 4-13 0,0-1 13 16,0 0-32-16,-2-2 20 0,0 3-33 0,0-1 25 15,0 1-11-15,0 3-21 0,0 0-9 16,0 0-24-16,0 0-2 0,0-9 3 0,0 9-65 15,0-11 12-15,-2 11-26 0,4 1-31 0,-2 0-19 16,1 2-114-16,2-2-40 0,0 1 8 0</inkml:trace>
  <inkml:trace contextRef="#ctx0" brushRef="#br0" timeOffset="140132.387">9298 5213 367 0,'-2'-4'133'15,"-1"2"-5"-15,3-4-26 0,3 3-10 0,0-1 15 16,2-1-14-16,12-6-10 0,1 2-6 16,2 2-24-16,0-3 15 0,3 0-39 0,2 1 0 15,0 0-23-15,5-1 21 0,0 3-3 16,5-3-55-16,-7 1-41 0,1 0 20 0,0-4-8 15,-3 2 32-15,2 1-25 0,-8 0 48 0,-2 0-40 16,-4 0 11-16,1-1-1 0,-7 5 38 16,-2-2 13-16,-5 2-15 0,-1-3 8 0,0 9 16 15,0 0 8-15,0 0-3 0,-13-15-4 16,7 14-3-16,1-5 25 0,-1 6-18 0,-1-3 28 16,3 3-8-16,0 0-63 0,-2-3 0 0,2 3 29 15,3 6-4-15,-5-6-9 0,6 6-2 16,-1-1 8-16,1 3 8 0,0 0 0 15,1 2-3-15,6 11-4 0,-1 1-6 0,1-3 23 16,-2 2-14-16,5-1 3 0,-3-6-5 0,-6-1 5 16,3 1-15-16,0-4 1 0,-1-1-39 0,-2 0 4 15,-1-3 44-15,2-1 1 0,1 0-4 16,-3-5 59-16,0 0-12 0,0 0 12 0,0 0-37 16,0 9 5-16,0-9 23 0,0 0-19 15,0 0-4-15,8 10-20 0,-8-13-19 0,1-2 14 16,5 1-49-16,-5-2 21 0,10-10 7 0,0 1 5 15,3 1 21-15,-2 0-3 0,5 2-20 16,-6 4 1-16,-3-1 3 0,-1 3-2 0,2 3-10 16,0 0 11-16,-4 0-16 0,2 2 4 15,-1 1 26-15,-6 0-6 0,0 0 16 0,0 0-19 16,35 19-16-16,-21-6 0 0,-3 0-12 0,0 4 37 16,-1-2-10-16,1 1-23 0,0 4-2 0,-4-10 15 15,5 9 15-15,-7-7-19 0,2 1 20 16,-3-3 11-16,2 1-7 0,-3-3-28 15,-3-8 3-15,0 0-83 0,0 10-61 0,0-2-124 16,16 7-24-16,-10-12 12 0,2-3-5 0</inkml:trace>
  <inkml:trace contextRef="#ctx0" brushRef="#br0" timeOffset="139549.076">9449 4959 254 0,'0'-4'246'15,"-3"2"-67"-15,2 2 4 0,1-3-25 0,-2 3-32 16,0-3-40-16,0 6-15 0,4 0-21 16,-2-1 28-16,2 3 10 0,0 1-7 0,-1 3-27 15,-1 1 0-15,7 13 3 0,-3-1-27 0,2 1-18 16,-4-1 29-16,2 3 10 0,1-1-40 0,-4-2 17 15,-1 3 4-15,1-3-9 0,-1-12-12 16,0 4 15-16,0-1-4 0,0 1-16 0,0 0-46 16,0-3 9-16,0 0 4 0,0-4-75 0,0-7-10 15,0 12-51-15,0-4-74 0,0-8-108 16,0 10 68-16,0-10 9 0</inkml:trace>
  <inkml:trace contextRef="#ctx0" brushRef="#br0" timeOffset="141059.965">10779 5182 293 0,'-7'3'207'0,"-8"6"-69"15,0 4-12-15,-3-2 15 0,4 4-23 16,3 0-14-16,1 1-25 0,1-2 18 0,0 5-48 15,5 1 30-15,-1-1-17 0,5-11-13 0,0 6 26 16,0 1-59-16,16 23 9 0,-5-19 7 16,2-3 12-16,-4-1-4 0,9-2-26 0,3-3 22 15,-6-3-1-15,7-1-7 0,-3 0 17 16,-8-6-22-16,2 0-7 0,0 0-13 0,1 0 7 16,4 0 0-16,26-12-9 0,-26 3 11 0,-2 1-21 15,2-5 20-15,-4 0-37 0,-7 0 57 16,5-5-20-16,-1 4 20 0,-4 4-27 0,3 0 15 15,-8 0 12-15,3 1 21 0,-4 3 10 0,0 0-2 16,2 0 3-16,-2-1-11 0,1 4-11 16,-2-1 3-16,0 0-13 0,0 2-9 0,0 1 6 15,0 1-1-15,0 0-1 0,0 0-7 16,0 0 1-16,0 0-18 0,0 0 10 0,18 19-9 16,-6-4 8-16,0 0-20 0,1-2 9 0,-1-1-15 15,-1-2 4-15,3-2-23 0,1 1 19 16,-4-3-8-16,-1-1 12 0,1-3-42 0,-3 1 31 15,2-3 8-15,-2 3-26 0,-8-3 26 16,0 0-15-16,9 0-19 0,-9 0 7 0,21-15 18 16,-17 11-19-16,-1-2 8 0,0-1 29 0,-1 1-5 15,-2-2-28-15,0 2 22 0,-2-3-13 16,2 0 27-16,-17-14-13 0,6 10 18 0,-1 2-11 16,-3-3-13-16,-3 7 29 0,0-3 12 0,1 6 10 15,4 0-18-15,2-1-1 0,1 4-10 0,2-2-8 16,0 1 5-16,1-1 24 0,0 2-35 15,3 0 37-15,0 1-52 0,4 0 35 0,0 0-29 16,0 0 37-16,0 0 10 0,17-4-36 16,-10 0 23-16,17 1 10 0,-1-4-17 0,2 6 2 15,-6-4 8-15,2 2-26 0,-2-3 8 0,-4-1 5 16,-3 2-12-16,9-3 11 0,-7 2-4 16,-6 0 13-16,3 1-3 0,-4-1-7 0,0 1-16 15,-3-2 0-15,0 1 16 0,-4 0 9 16,1-2-8-16,-1 1 22 0,0 7-7 0,0-9 12 15,0 0-27-15,0 2 30 0,0-2-16 16,-13-18 11-16,4 15 20 0,7 2-8 0,-4 4-9 16,2-4-11-16,3 4 0 0,-3 2 4 15,4 1-11-15,-3 0 9 0,1 2-15 0,0 1-2 16,2 0 7-16,0 3-18 0,0 1 26 0,4 2-16 16,-3 2 11-16,1 1-12 0,6 12 0 15,1 0 3-15,0-2 3 0,-1 2-6 0,-1 4-10 16,0-3 18-16,4 3-11 0,-3-3 7 0,2 3-8 15,-2 1 9-15,0-2 0 0,-4-3-2 16,6-3 11-16,-3 4-13 0,2-5-6 0,-5-5-3 16,1 1-39-16,0-4-41 0,-2-3 1 0,1-1 9 15,1 0-84-15,-2-2-57 0,3-3-137 16,-6 0 48-16,0 0-8 0,0 0 10 0,9 0 7 16</inkml:trace>
  <inkml:trace contextRef="#ctx0" brushRef="#br0" timeOffset="142117.205">11560 5271 270 0,'0'-2'207'0,"-2"1"-64"16,2 1 29-16,0 1-27 0,-1 1-40 15,-2 0 6-15,3 3-58 0,0-2 28 0,-1 3-22 16,2 1-31-16,-1 0 44 0,0 0-21 16,0 2-27-16,4-3-7 0,-2 0 25 0,7 13 4 15,-3-5-16-15,4 2 15 0,1-9-10 0,-2 1-18 16,-1-2-16-16,2-4 20 0,-6 0 9 16,6 2-20-16,1-4 24 0,-11 0-18 0,0 0-23 15,7 0 2-15,-7 0-3 0,9 0 23 16,8-16 9-16,-12 10-6 0,-1 1-2 15,-2-1-6-15,9-10 2 0,-7 2 15 0,4-1 7 16,-6 6 15-16,-2 2 1 0,1 1 15 0,0-2-7 16,-1 8-2-16,0 0-5 0,0 0-7 0,0-8-5 15,0 8-10-15,0 0 7 0,0-8-30 16,0 8 17-16,0-9 0 0,0 10-2 16,0 2-5-16,0-1-9 0,4 1-6 0,-4-1 7 0,6 2 0 15,-6 1-13-15,5 0 7 0,-2 0-14 16,1-1 29-16,0-2-32 0,-1 2 14 0,-1-1 4 15,6-2-1-15,-4-1 8 0,0 0-11 16,2 0-1-16,-1-1 1 0,2-2-3 0,-7 3 8 16,0 0-3-16,11 0-28 0,10-10 27 0,-12 9 5 15,-1-3-5-15,2 4 12 0,-2-1-18 16,1 0-6-16,0 1 3 0,2 0-14 0,-11 0-3 16,13 0-2-16,17 17-10 0,-18-12 34 0,-4 4-7 15,5 2 6-15,-6-4-26 0,0 1 32 0,1 0-18 16,-5-2-2-16,2-1 7 0,-1 2 12 15,-4-6-2-15,3 2 11 0,0-3-13 0,-3 1 10 16,0 1-5-16,0-2 10 0,0 0 3 16,0 0-14-16,0 0-12 0,0 0 23 0,0 0 0 15,7-16-32-15,-7 9 10 0,8-9 7 16,3-3-11-16,0 0-8 0,1 6 2 0,2-1 16 16,2 0-8-16,-6 8 4 0,0-2 11 15,1 5-7-15,-3-3 10 0,-1 2-35 0,2 2 0 16,-9 2 38-16,0 0-12 0,0 0-9 0,9 0 15 15,0 0-8-15,12 23 4 0,-14-13 7 0,2 6-4 16,-4-1-24-16,-1-1 18 0,0-4 0 16,-4 1-9-16,1-2 24 0,1-3 1 0,-2 2-19 15,2-2 10-15,-2 0 11 0,0 1 12 16,0-4-13-16,0-3 3 0,0 0 16 0,-4 6-1 16,4-9-25-16,0 0-7 0,2-1 4 15,-2-3-9-15,2-4 15 0,7-5-42 0,-3-2 23 16,4-3-18-16,-2 5 12 0,1-2-14 15,-1 7 30-15,-3 1 1 0,2 2 15 0,-4 2-30 16,1 1 12-16,2 1 0 0,-1 3-19 0,-2-1-11 16,2 2 30-16,-5 0-13 0,0 0 35 0,0 0-5 15,9 0-16-15,14 23-12 0,-13-9 12 16,-4-4 28-16,0 0-22 0,1 8 8 0,-2-2-26 16,2 2 13-16,-3-5 7 0,0 1 7 0,-1-3-19 15,-1-1-8-15,-1-3 2 0,2-1-7 0,-3 1-40 16,2-1 7-16,-2-4-109 0,5 0-164 15,-5 2-9-15,0-4 24 0,0 0 14 0</inkml:trace>
  <inkml:trace contextRef="#ctx0" brushRef="#br0" timeOffset="142557.931">12498 5259 480 0,'0'3'138'15,"1"-2"-18"-15,-1 4-15 0,4 2-20 0,-2 1-7 16,0-2-7-16,1 3-10 0,3 13 13 16,0-3-10-16,-4-2 1 0,-2-2 11 0,4-2-21 15,-4-4-7-15,1 5-6 0,1-8-15 0,-2 1 49 16,0-1-26-16,0 0 18 0,2-1 8 16,-2 0 9-16,0-1-7 0,0-4-3 0,0 0-5 15,0 0-23-15,-2 2 3 0,0-3-19 16,2-1 20-16,0-2-10 0,0-1-18 0,0-4-1 0,0 1-2 15,2 0-27-15,2-16-4 0,-4 12 16 16,12-21-12-16,-4 9-2 0,2 3-1 16,2 2 1-16,-1-1-7 0,6 2-21 0,-2 4 29 15,3-2 7-15,-3 5-34 0,2-1 19 0,0 0 20 16,-3 6-4-16,0 2 17 0,1 2-41 16,-7 2 15-16,-8 0 7 0,10 0-6 0,4 0-11 15,15 12 31-15,-21-2-18 0,1-3 7 0,0-1-19 16,2 9-1-16,-3-2 33 0,-3-6-4 15,0 4-9-15,3 8-17 0,-1-1 32 0,0-5-16 16,-5 0-7-16,4-2 34 0,-5-1-23 16,1-3 9-16,2-3-19 0,-3 3-18 0,0-1-32 15,2-2 5-15,-3 2-101 0,0-6-94 0,0 0-98 16,0 0 15-16,0 0 15 0,0 0 6 16</inkml:trace>
  <inkml:trace contextRef="#ctx0" brushRef="#br0" timeOffset="142727.534">13111 5298 455 0,'4'3'317'0,"-3"-3"-62"0,1 0-22 16,1 2-21-16,-3-2-28 0,2 0-17 16,-2 1-38-16,4-1-37 0,-4 0-33 0,0 0-56 15,2 0-65-15,2-1 5 0,-4-1-287 0,0 0 22 16,0 0 22-16,-6-1 21 0,5 0-45 0</inkml:trace>
  <inkml:trace contextRef="#ctx0" brushRef="#br0" timeOffset="143985.14">1652 6323 285 0,'0'24'193'15,"-24"-6"-33"-15,-13 18 3 0,29-15-39 16,1 0-27-16,2 3 29 0,-1-3-14 0,1 3-33 16,3-6 15-16,2 7-21 0,0-13 5 0,0 5-30 15,15 26 0-15,-2-22 18 0,-4-1-45 16,8 0 19-16,-1 1 8 0,1-4 5 0,5-3-13 15,-6 0 7-15,10-4-26 0,-5-4 1 0,2-1-2 16,-3-3 8-16,-2-2-15 0,-18 0 5 16,19 0 1-16,22-16 6 0,-22 3-14 0,-1 1 38 15,1-2-14-15,-5 1 18 0,3-4-10 16,-9-1 12-16,3-4 7 0,-4 0 11 0,1 4-4 16,-7-3 9-16,-1 2-5 0,0 9-16 15,0-7 2-15,-17-17 3 0,7 15-4 0,-4 2-9 16,2-1-4-16,-7 0-22 0,-3 2 6 0,0 2-21 15,0 3-6-15,-2-5 0 0,4 5-35 0,-2-1-11 16,2 2-20-16,2 1-18 0,5 6 8 16,4 3-102-16,9 0-7 0,0 0-109 0,-22 25-73 15,11-9 6-15,10 4 28 0,-6 2 16 0,6 1 9 16</inkml:trace>
  <inkml:trace contextRef="#ctx0" brushRef="#br0" timeOffset="144624.744">4548 6412 445 0,'-10'18'135'0,"6"1"-17"0,-4-1-10 0,0 3-4 0,6-5-13 16,-1 1-18-16,3-2-6 0,0-15-10 16,0 19-3-16,0-2-25 0,21 21-4 0,-11-20-3 15,2-1 4-15,2-3 17 0,-2-6 6 16,7 0 4-16,1-2-11 0,-1-2-16 0,-9-4-37 15,6 0 35-15,23-14-5 0,-16 10-2 0,-4-5 4 16,0-2 8-16,-2 2 6 0,-3 1 0 16,-5 0 10-16,0-1-11 0,-4 0 4 0,-2 2 14 15,0-3-2-15,-3 1-3 0,0 9 16 16,0-19-28-16,0-1-2 0,-20-18-11 0,11 19 11 16,-5 0-10-16,-1 5-23 0,1 2 12 0,-4 1 20 15,0 2-28-15,5 3-20 0,2 2 3 0,0 1 1 16,2 1-53-16,2 2 8 0,7 0-65 15,0 0-49-15,0 0-70 0,-11 0-93 0,11 0 11 16,0 0 11-16</inkml:trace>
  <inkml:trace contextRef="#ctx0" brushRef="#br0" timeOffset="145518.193">4918 6484 392 0,'1'-2'142'0,"3"-2"-19"0,-1-1-24 16,15-5 3-16,0 2 6 0,6-4-36 0,1 1-12 15,5 1-8-15,-5 0-64 0,12-1 5 0,-1 2-41 16,-4-5 29-16,1 4-64 0,1-4-1 15,0 0 25-15,-3 3-13 0,-1-1-2 0,2-1 43 16,-4 1-3-16,0 4-43 0,-10-4 29 16,-2-1 27-16,-5 0-5 0,2 4 36 0,-11 1 27 15,8 0-9-15,-7 4 9 0,2-2 23 0,0-1-8 16,-5 4-7-16,1 0-2 0,-1-2 63 0,1 1-39 16,-1 0 28-16,0 4-4 0,0 0-35 15,0 0 15-15,0 0-25 0,0 0 22 0,0 0-25 16,0-9-25-16,0 9-5 0,-8-7 1 15,9 10-10-15,-1 1-1 0,2 3-1 0,1 2 2 16,3 12 18-16,0 3 6 0,1-3-2 0,-2 3-3 16,1 3-6-16,1 7-5 0,-2-3-13 15,-2 0 11-15,4-3 8 0,1 2 5 0,-5-5-11 16,1 3 21-16,1-7-21 0,-2-6-1 0,1-2-1 16,-2-2-28-16,-2-11 33 0,0 0 11 15,0 8 20-15,0-8-16 0,0 0-8 16,-6 14-4-16,3-14-2 0,3-1-8 0,-2-5 0 15,2-2-14-15,0 2-30 0,2-2 28 0,0-16 12 16,-2 12-19-16,12-17 20 0,2 9-32 0,-2 3 10 16,-2 0 11-16,2 6-4 0,-3-1-5 15,3 5 1-15,-7 3 1 0,2 0-6 0,3 1 22 16,-3 3-28-16,-7 0 2 0,0 0 3 16,11 0 1-16,16 14 3 0,-14-5 2 0,-1 2 1 15,0 3 2-15,-1 0 30 0,-4-3-34 0,6 5 44 16,-5 0-11-16,2 0-2 0,-4 1-3 15,4-5 15-15,-2 0-23 0,-2-5-25 0,1 2 1 16,-2-4-83-16,6-3-32 0,-5 4-189 16,-1-3 16-16,2-3 9 0</inkml:trace>
  <inkml:trace contextRef="#ctx0" brushRef="#br0" timeOffset="144921.56">5069 6158 620 0,'-3'-4'198'15,"6"0"-13"-15,-2 4-34 0,-1-4-37 16,2 6 1-16,2 0-17 0,-3 2 1 0,1 5-16 16,7 11-3-16,-1 2-6 0,-3 7-7 15,1-1-22-15,0-1-1 0,5 7-18 0,-3-1 23 16,-1-4-19-16,5 3 10 0,-2-6 10 15,-3 4-21-15,1-2-13 0,-2-3 14 16,5-3-15-16,-9-5-24 0,3-4-22 0,1-3 8 16,-4 0-43-16,2-1 3 0,0-3-71 0,-1 1-36 15,-3-5-100-15,0-2-65 0,0 0 12 16,-3-2 21-16</inkml:trace>
  <inkml:trace contextRef="#ctx0" brushRef="#br0" timeOffset="146708.85">6051 6463 348 0,'3'0'143'0,"-2"0"-24"0,0-1 6 0,2 1-39 16,0 4-9-16,0-3-47 0,1-1-5 16,0-4 33-16,1 3-6 0,2 1-6 0,0-3-5 15,0 1-4-15,0 1-4 0,-2-2-5 0,12-11-26 16,-9 5-2-16,-2 1 47 0,0 3 1 0,-1-3 2 15,-4 0-39-15,2 2 23 0,-3 6-34 16,0 0 26-16,0-10-22 0,0 10-2 0,0-11-11 16,-24-10-1-16,12 11 10 0,1 4-1 15,0 3-1-15,-1-1 15 0,-1 3-4 0,6 1 0 16,-4-2-2-16,11 2-5 0,-7 0 13 0,-1 0-15 16,8 0-1-16,-34 19 17 0,20-5 8 0,4-3-2 15,2 10-1-15,4-9-4 0,1 1-1 16,3 0-7-16,0 0-16 0,0 1-2 0,21 23 1 15,-9-14-10-15,6-8-1 0,-3 2 23 16,5 3-3-16,0-5 1 0,5-2-15 0,2 0 2 16,4-7 1-16,3-5 14 0,-17-1 0 15,6 0-1-15,4 0 17 0,33-14-11 0,-34-1-7 16,4 5 22-16,-1-1-27 0,-4-1 13 16,-6-10-25-16,3 6 3 0,-8-7 0 0,-2 1 25 15,-2-1-17-15,-9 1 34 0,0 4-2 0,-1 1-4 16,0 3 4-16,0 0-25 0,-23-20 1 15,16 17 16-15,-7 3-2 0,-2-2-2 0,-3 5 13 16,-5 1-2-16,12 3-24 0,4 2 0 16,-3 4 9-16,2-2-9 0,1 3 5 0,8 0-17 15,0 0-7-15,0 0 9 0,-8 0 9 0,8 0-3 16,-11 14-17-16,15-6 15 0,-1-4-29 0,-3 3 29 16,12 15-12-16,-6-10 1 0,9 5 22 15,0 2-24-15,0-3-6 0,1 1 3 0,2-1 1 16,4 3 19-16,-2-3-8 0,2 1 2 15,0 0-2-15,0-2-11 0,4 0 2 0,-3 0-17 16,-2 1 4-16,1-5 30 0,-2 5-2 16,2-6 0-16,-8-3-19 0,-1-1-12 0,-4-2 3 15,1 1 2-15,-2-4 21 0,-4 2 0 0,4-3 2 16,-8 0-19-16,0 0 1 0,0 0-22 16,0 0 35-16,20-14-25 0,-19 8-7 0,-1-3 14 15,6-11 41-15,-2-4-14 0,-3 7 15 16,2 0-2-16,-3 4 20 0,0-1-5 0,0 3-2 15,0 11 38-15,0-10 14 0,0 10-40 16,0-13 27-16,0 6-6 0,0 7-28 0,0-11-20 16,0 11 25-16,0-10-1 0,0 10-5 15,0 0 8-15,0 0-17 0,5-13 12 0,-2 15-16 16,3-1-1-16,-5 6-11 0,4-4-5 0,8 11 33 16,1-1-21-16,-1-2-9 0,2 6-13 15,3-1-19-15,-1-5 34 0,-3-4-18 0,2 3 18 16,-5-2-1-16,1 0-9 0,-2-6-2 15,-3 3 23-15,1-4-20 0,-2-1-17 0,-6 0 30 16,0 0-15-16,0 0 1 0,11 0-17 0,4-14 26 16,-11 8-4-16,0-1-6 0,-1-2-7 0,4-13-22 15,-3 5 39-15,0 4-29 0,-1 2 14 16,-3 1 32-16,1 2 0 0,3 1 10 0,-2 1-16 16,0 2-21-16,-2 2 20 0,2-2 2 15,-1 1-28-15,0 2 43 0,2 1-7 0,-1 0-9 16,2-2-31-16,-4 2-1 0,0 0 43 0,0 0-41 15,24 26 21-15,-6-12-42 0,-4 3 44 16,-2-7-25-16,5 6-12 0,-2 0 33 16,3-6-14-16,0 0-20 0,-6-3 32 0,-4-1 4 15,3-3 3-15,-1-3-27 0,-2 3 40 0,-8-3-51 16,0 0 38-16,10 0-34 0,-10 0 13 16,16-18 21-16,-11 10 10 0,7-9-9 15,-7-1 29-15,0-1 5 0,-3-4 9 0,2 8-1 16,-4-3-13-16,0 3 4 0,0 15 3 0,0-13-9 15,0-6-1-15,0-1 4 0,-19-18-21 16,14 19-16-16,1 3 12 0,-1 1-41 0,1 4-47 16,4 1-2-16,0 10 8 0,0 0-59 15,0-10-41-15,0 10-22 0,0-10-104 0,0 10 21 16,0-11 15-16,0 11 9 0</inkml:trace>
  <inkml:trace contextRef="#ctx0" brushRef="#br0" timeOffset="147020.391">7496 6078 291 0,'-4'-5'154'0,"1"1"-28"0,2 1-28 16,-2 1-11-16,3 1-84 0,3-1-15 0,-3-2-81 16,0 4-109-16,1 0 2 0</inkml:trace>
  <inkml:trace contextRef="#ctx0" brushRef="#br0" timeOffset="146876.252">7503 6229 436 0,'7'19'135'0,"3"1"10"0,-10-4-18 0,2 5 0 16,1-6-50-16,4 5 36 0,-2-4-58 0,4 6 37 15,-2-2-42-15,-2-1 5 0,1-4 10 16,-2-4-15-16,0 1-58 0,0-5 2 15,0 0-72-15,-3-3-62 0,1 0-120 0,1-3-59 16,-2-1 0-16</inkml:trace>
  <inkml:trace contextRef="#ctx0" brushRef="#br0" timeOffset="147969.251">7716 6414 212 0,'7'-5'231'16,"7"-9"-16"-16,-3-3-63 0,1 7-9 0,1-9 19 16,-2 0-17-16,0 2-20 0,-5-1-32 15,7-3 14-15,-9-3-15 0,3 2-22 0,1-3 2 16,-2 4 0-16,-2 3-31 0,-2 4-3 0,3 1-1 15,-5 3 17-15,1 1-17 0,-1 0 20 16,0 3-15-16,0 6-2 0,0 0-2 0,0 0-10 16,0-10-10-16,0 10 0 0,0 0-9 0,-7-11-1 15,6 11 1-15,1 3-3 0,0 1-30 16,0 2 11-16,1 0 12 0,0 1-9 0,4 2 12 16,0-4-18-16,5 13-10 0,5-2 12 0,-3 2-3 15,-4-3 30-15,5-1 0 0,-4-3-30 0,4 6 13 16,1-5-19-16,2-1 18 0,-4-5 0 15,1 6-18-15,2 0-6 0,-5-2 24 0,3 1-11 16,-3 1-10-16,-3-6 20 0,5 8-1 16,-6-1-10-16,1-3 2 0,-5 1-2 0,1-4 17 15,-3 3 3-15,0 0-21 0,1-3 36 16,-1-7-18-16,0 0 6 0,0 9-15 0,0-9 27 16,0 9-18-16,0 1 10 0,-16 4-3 0,2-1-20 15,3-2 21-15,4-7 2 0,-1-1-8 0,3-3-7 16,-2 6 24-16,1-6-9 0,6 0-14 15,0 0 2-15,0 0 10 0,0 0-10 0,0 0-18 16,0 0 10-16,-12-17-10 0,13 10-27 16,10-7 31-16,2-2-29 0,-1 0 9 0,2 3-6 15,2-3 17-15,3 3-4 0,2-3-7 0,0 4 4 16,-2 1-3-16,-1-2-12 0,2 2-5 16,-3 1 4-16,2 0 5 0,-1-1 27 0,0-3 4 15,-3 5-1-15,-4 0 3 0,0 3-1 16,-4 0 3-16,0 0 13 0,2-1 20 0,-3 4-11 15,-5-4-4-15,3 4 10 0,-2-2 0 0,1 0-3 16,-3-1-31-16,2-1 34 0,-2 1 24 0,0 1-23 16,0 5-26-16,0 0-2 0,0-8 43 15,0 8-10-15,0-10 0 0,-18-3-7 16,14 9 17-16,3-1-14 0,-6 4-26 0,2-1 25 16,-5 0-7-16,3 2 2 0,-1 2 12 0,2 0-21 15,6-2 8-15,0 0-6 0,-19 13 4 0,15-9-5 16,3 4 2-16,-1-2 1 0,4 2-6 15,-2-1 16-15,2 2-23 0,9 7-18 0,6 1 23 16,-2-4-17-16,6 3 28 0,-4-6-3 16,0 2-1-16,5-2 1 0,-3-3-8 0,5-1 19 15,0 2 15-15,2-7 6 0,-6-1 17 16,-5 0 5-16,3 0 7 0,1 0-8 0,24-12-2 16,-27 8 4-16,-2-1-14 0,-3 0 5 0,-4 1-7 15,2 2-16-15,0-2 5 0,-2 0-1 16,-2 2 9-16,1 0-21 0,-5 0-31 0,6-2-39 15,-6 3-12-15,3-2 6 0,-4 1-197 16,0 0-136-16,-1 2 24 0,-3 0-20 0,-3 0 21 16,1 0 11-16,-2 0-4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13:58:18.835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32 572 222 0,'0'0'53'0,"0"0"-5"0,0 0-18 0,0 0 65 16,0 0-54-16,0 0-1 0,0 0 2 15,0 0-28-15,0 0 32 0,0 0-23 0,0 0 45 16,0 0-44-16,0 0 0 0,0 0-10 0,0 0 32 16,0 0-47-16,0 0 23 0,0 0 3 15,0 0-3-15,-26-18 0 0,26 16-3 0,0 0 12 16,0 2 12-16,0-1-16 0,0-2-4 0,-2 3-3 16,2 0-1-16,0 0-28 0,0-1 31 15,0 1-10-15,-2-1-1 0,2 1 39 0,-2 0-9 16,2 0-28-16,0 0-10 0,0-1-1 15,0 1-1-15,0 0 1 0,0 0 0 0,2 0-1 16,-2-3 0-16,2 2 1 0,0 1 17 0,-1-3 24 16,-1 3-6-16,4-1-42 0,-1 1-7 0,2 0-7 15,0 0 3-15,-4-2 37 0,6-2-5 16,-3 4 1-16,4 0-3 0,-2 0-17 0,3-2 3 16,-2 0-9-16,12-5 0 0,-3 7 1 15,-1-1 0-15,-3 1 41 0,-12 0-12 0,11 0-16 16,1 0 7-16,-3 0 0 0,7 0-19 15,2 0 0-15,-1 0 1 0,5 0-15 0,22-16 2 16,-28 14 29-16,-1 2 1 0,0-4-19 0,-2 3 1 16,-1-2 39-16,-1 3-24 0,1 0 15 0,10-3-3 15,2-1-40-15,-6 1 20 0,0 2 0 0,-2-1 14 16,-3-1 0-16,11-2-20 0,-9 4 1 16,1 1 21-16,4-7-15 0,-3 5 0 0,-4 1 0 15,11-2 16-15,-12-1-7 0,2 2-2 0,-4 2-23 16,2 0 0-16,-2-4-7 0,-1 4-1 15,-1-2 4-15,2-2 31 0,-2 3-7 16,14-2 1-16,-8-3-1 0,3 3 14 0,-2 2-1 16,-4 1-40-16,0-3 1 0,-3-2 3 0,4 4 1 15,-2 0 22-15,-2 1 1 0,2 0 13 0,-2-2-4 16,15-1 0-16,1-1-1 0,-10 2-28 16,-1 2 3-16,-2 0 27 0,-2-4-2 0,0 1-35 15,-2 3 14-15,0 0-1 0,3-1-14 0,-4 1 4 16,-6 0 3-16,0 0 0 0,13 0 2 15,-1 0 28-15,-4 0-2 0,10 0-17 0,0 0-25 16,-1 0 34-16,-4 0 0 0,4 0 1 16,-5 0-2-16,-1 0-1 0,-1 0-4 0,1 0 1 0,8-12-1 15,-9 12 0-15,-1 0 14 0,1-4-3 16,-2 4-40-16,5 0 32 0,-13 0-9 0,9 0 5 16,6 0-10-16,2 0-8 0,-1 0 17 15,0 0 1-15,-4 0 1 0,6 0 0 0,1 0 21 16,-1 0-1-16,-2 0-31 0,2 0 18 0,20-8-3 15,-25 8 2-15,2 0-1 0,-15 0-9 16,10 0 3-16,1 0-2 0,0 0 2 0,-3 0 5 16,5 0 2-16,3 0-3 0,5 0-9 0,1 0 7 15,-2 0 1-15,-2 0-1 0,0 0-1 0,-3 0-13 16,-1 0 22-16,-2 0-17 0,1 0 2 16,5-7 0-16,0 7 10 0,-3 0 1 0,14-15 18 15,-17 15-3-15,-4-1-18 0,6-2 2 16,-6 3-15-16,-8 0 1 0,11 0 3 0,7 0 10 15,0 0-31-15,-2 0 29 0,0 0 8 0,-3 0-25 16,-2 0 13-16,0 0 17 0,2 0-25 0,-5 0 21 16,3 0-6-16,0 0 5 0,-3 0-9 15,0 0 3-15,3 0-5 0,7 0-1 16,18-17 0-16,-15 11 1 0,-1 6-1 0,-6-4 7 16,0 4-31-16,13-3 27 0,-13 0-8 0,9 0 1 15,-5-1 2-15,-3 2-10 0,1-1 16 16,-4-1 4-16,0 3-12 0,8-1 1 0,3-4 2 15,-9 3 23-15,-1 2-26 0,3-2 0 16,-7 2 36-16,1-3-4 0,-2 3-40 0,2-2 1 16,12 1 15-16,-2-6 13 0,-2 6-19 0,-3 0 1 15,7-5 0-15,-22 7-1 0,14 0 2 16,0 0 1-16,1 0 24 0,4 0-3 0,21-11-30 16,-16 10 28-16,-8-2-1 0,-1 1-2 15,2-1 24-15,-4 1-27 0,3 0-2 0,-7 2-8 16,17-2-2-16,-6 1-14 0,-20 1 10 0,15 0 12 15,5 0-30-15,0 0 14 0,-5 0 10 16,5 0-17-16,19-17 1 0,-23 17 40 0,-3-2-3 16,-1 2-10-16,0-1-3 0,-2 1 0 0,1 0-5 15,6 0 0-15,-5 0 1 0,2 0-1 16,-2 0 2-16,-1 0-2 0,0 0-18 0,-3 0 18 16,-8 0-13-16,14 0 2 0,-3 0 1 0,-1 0-5 15,2 0 20-15,-4 0-2 0,2 0 0 16,11-13-13-16,-10 13-14 0,12-3 11 0,-8 0-12 15,0-1 2-15,-5 4 1 0,-1-1 2 0,-2 0 3 16,2-2 26-16,0 3 0 0,-3 0 0 16,1-1 19-16,-1 0 3 0,3-1-14 0,-1 0 1 15,-1 2-2-15,1-4-23 0,-1 4 1 0,3 0 11 16,-2-4 26-16,1 4-3 0,0 0-33 16,15-2-17-16,-4 2 1 0,-20 0 2 0,15 0 1 15,0 0 22-15,0 0 1 0,-3 0-1 16,-2 0 10-16,4 0-12 0,2 0-2 0,8 0 0 15,-2 0 0-15,-3 0-6 0,-1 0-20 0,0 0 16 16,-3 0 12-16,-3 0-1 0,3 0 0 0,-2 0 0 16,6 0-1-16,-1 0 0 0,0 0-1 15,0 0-10-15,-5 0 0 0,1 0 15 0,5 0 0 16,2 0-5-16,-3 0-1 0,3 0 0 0,-2 0 12 16,-1-10-1-16,-2 10-27 0,3 0 1 15,-1 0 1-15,0-8 2 0,-3 8 1 0,14-13 0 16,-16 11 2-16,9-5 10 0,-3 4-9 15,-5 1 10-15,-1-2-1 0,0 4 0 0,-2 0-2 16,0-3 3-16,13 0-6 0,-10-1 7 0,1-2-1 16,-2 5 0-16,-4-5-19 0,2 5 2 0,-1-2 43 15,-2 0-13-15,-1 0-5 0,16 0 6 0,-10 0-10 16,-2 1-1-16,-3-1-33 0,3 2 1 16,-5-2 4-16,0 2 2 0,3-1 36 15,0 1 3-15,-2 1-1 0,-1-3-3 0,2 0-2 16,0 3-21-16,0 0 1 0,-2-1 0 0,2 1 1 15,3-2 0-15,-5 2 1 0,5-4 5 0,-11 4-20 16,0 0 20-16,12 0-1 0,-2 0 15 16,-10 0 3-16,13 0 1 0,-4 0 0 0,3 0-3 15,-5 0 2-15,3 0-2 0,-2 0-3 16,2 0 1-16,-10 0-45 0,12 0 27 0,-4 0-16 16,11-13 2-16,-9 12 43 0,-10 1-2 0,0 0-54 15,12 0 5-15,-2 0 2 0,7 0 18 16,-1 0 11-16,-2 0-24 0,11-14 18 15,-16 14-3-15,-1-1 31 0,1 0 3 0,-1 1-20 16,-4-4 2-16,4 3-8 0,-4 1-2 0,1-3 15 16,1 2-2-16,0 1-28 0,-1-1 4 0,2 1-2 15,-3 0 14-15,-1 0-2 0,3-2 5 16,-2 2 0-16,-3-2-2 0,3 1 4 0,-1 1 10 16,1-3-5-16,-4 3 0 0,0 0-2 0,0 0 4 15,0 0-16-15,0 0 0 0,0 0-1 16,0 0-12-16,0 0-17 0,0 0 4 15,7 0 1-15,-7 0 3 0,0 0 34 16,0 0 3-16,0 0-3 0,0 0 1 0,0 0-4 16,0 0 1-16,0 0 0 0,11 0-39 0,-11 0 15 15,0 0 5-15,0 0-18 0,0 0-64 16,10 8-85-16,-12-7 13 0,1 0 10 0,-3-2-147 16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13:59:20.569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-2 4179 259 0,'0'0'37'0,"0"0"50"0,0 0-49 15,0 0-20-15,0 0 17 0,0 0-2 0,0 0 4 16,0 0 7-16,0 0-12 0,0 0-6 16,0-19 30-16,0 19-19 0,0 0-28 0,0 0 53 15,0 0-12-15,0 0-13 0,0 0-27 16,0 0-12-16,0-16 40 0,28-4-38 0,-23 15 45 15,2 1-51-15,7-6 0 0,-2 3 46 0,1 1-49 16,-1-8-10-16,0 0 27 0,3 3-31 16,-1-3 37-16,-1 3-18 0,0-4 18 0,2 0-23 15,-2 2 17-15,-1-1 16 0,2 4-28 16,2-7 25-16,-2 4-7 0,4-2-9 0,-7-1-16 16,3-1 21-16,2-1 17 0,-1 3-22 0,-2-3-11 15,3 2-4-15,-5 6 22 0,3-6 11 0,0 1-32 16,-2 1 14-16,6-2-1 0,-5 1 1 15,-1 0 11-15,4 0-21 0,-5 5 16 0,3-5 2 16,-3 1-28-16,-1-4 27 0,5 4-9 0,-7 1 15 16,9-6-23-16,1 3-5 0,-6 0 16 15,3-4 5-15,-3 4-34 0,4-2 21 0,-4 1 27 16,3 0-33-16,-3 1 0 0,4-2 2 16,-7 6 14-16,9-6-19 0,-11 9 18 0,3-1 10 15,-4 2 7-15,0 0-20 0,-1-2-37 16,13 1 39-16,-12-3-18 0,1 4 33 0,0 0-35 15,-2 0 19-15,1-2-10 0,0 7 3 0,-4-6 0 16,12-3 9-16,-1-1 4 0,1-1 1 16,-6 2-4-16,-2 1-8 0,8-4 11 0,-1 4-1 15,1-4-8-15,-6 5 4 0,7-1-30 0,-8 0 13 16,2 1 2-16,8-3-8 0,-6 4 2 16,-2-1 25-16,-4 4 0 0,2-1-1 0,1-1-16 15,6-3 19-15,-6-2-19 0,2 3 3 16,-5 4-13-16,1 0-7 0,1-1 41 0,-2 1-15 15,-1 0-19-15,2 2-10 0,6-10 31 0,-2 2 6 16,-2 5-19-16,-1-5 1 0,-4 2 1 0,4 4 34 16,5-7-40-16,-1-3 3 0,-1 7 37 15,-2-1-17-15,-4 0 1 0,2 3-18 0,3 1 5 16,-6-1 7-16,2 2-2 0,1 1 10 16,8-8-28-16,-6-2 25 0,-1 7-34 0,1-2 21 15,-1 0 9-15,-2 3 22 0,2-1-36 0,6-5 15 16,-1-4 4-16,0 1 6 0,-3 6-28 15,3-4 8-15,2-3 26 0,-3 6 0 0,3-3-11 16,-2-1-15-16,2 0-2 0,-2 0-19 0,1 1 35 16,-2-1-22-16,-5 6-12 0,4-1 10 15,-4 2 13-15,0-3 13 0,1 6-29 0,0-4 1 16,-1 5 16-16,-1-3 0 0,6-8 1 0,-3 4 0 16,-1 3-1-16,0 0 10 0,3-2-14 15,2-2-12-15,-4 1 23 0,2 0 2 0,-2 5-3 16,10-10-26-16,-8 9 17 0,-2-4 22 15,6 0-38-15,-2-8 4 0,5 4 0 0,-6 2 11 16,-3-1-14-16,4 3 46 0,-2 0-26 16,-2 1-25-16,-1 2 3 0,1 0 33 0,6-7-1 15,-6 4 3-15,10 0 5 0,-11 0-30 16,3 4 33-16,-2-3-39 0,-1 2-13 0,5-6 35 16,2 3 7-16,0-1 10 0,-1-2-15 0,5 2-18 15,-8 1 21-15,2 0-23 0,-2-6 3 16,-3 6-2-16,9-3 12 0,-3-1-16 0,-4 4 21 15,5-1-3-15,-6-2-3 0,13 2 3 0,-13 1 3 16,0 2 5-16,2 1-44 0,4-4 28 16,1-5-23-16,-3 3 35 0,1 2 8 0,-4 1 0 15,4-4-21-15,-1 1 5 0,-4 2-16 0,7-5 5 16,-2 2 33-16,2 2-23 0,-3-3 10 16,1 1 14-16,0 0-26 0,1 0-5 15,-3 1-4-15,2-3 35 0,-1 2-14 0,-5 2-18 0,0 2-1 16,5-3 1-16,-1 1 6 0,1-2-5 15,4 1 19-15,-4-2-11 0,0 1-7 0,2-1 23 16,-2 0-1-16,2-3-41 0,1 5 47 16,-2-2-19-16,-1 5-26 0,2-6 20 0,-3 2-12 15,3-1 6-15,-5 6 36 0,6-5-33 16,-1 0 19-16,-3 0-3 0,2 0-1 0,-2 5-13 16,5-7-16-16,-4 0 14 0,1 9-6 0,-8-2 0 15,5 3 4-15,2-9-1 0,3 3 1 0,-6 2 18 16,7-3 14-16,-2-2-46 0,2 2 15 15,-3 3-4-15,1-2 34 0,3-2-38 0,0-1 17 16,2-1 12-16,-1 2-9 0,0-2-13 16,1-1 26-16,0 2-39 0,5 0 31 0,-6 0 3 15,1 0 1-15,2 1-29 0,-4-2 27 0,3 1 18 16,0-4-18-16,2 7-27 0,-4-4 17 0,0-1-19 16,0 0 22-16,1 3 4 0,0-3 0 15,-2 0-2-15,-1 0 1 0,0 0-28 0,1 0 26 16,3 0-33-16,2 0 34 0,-4-4-5 15,-1 7-10-15,1 2-13 0,0-4 31 0,-3 3-17 16,2-1 13-16,-5-2-11 0,6 5 2 0,-3-5 9 16,2 2-2-16,2 0 18 0,-3 0-26 15,2-1-17-15,2 1 9 0,0-2 37 16,-2 9-20-16,-1-12-11 0,2 4-7 0,-5 1 2 16,8 1-1-16,-7 3 10 0,5-2-4 0,-4 1 14 15,-1-2-8-15,3 1 13 0,-3 0-14 0,1-5 18 16,3 4-22-16,-2 2 10 0,-1 0-11 0,2 1-11 15,0-3 13-15,-1 6 14 0,-4-5-1 16,5 1-15-16,-1-1 15 0,2-1 2 0,-5 3 1 16,2 0-23-16,-3 4 16 0,0 0 2 15,5-4-21-15,-4 2 3 0,1 0 18 0,3-1 6 16,-4 0-8-16,-3 4 11 0,-3-1-13 0,2 1-24 16,-1 1 33-16,0-1-18 0,-1 1 11 15,8-3-19-15,-3-2-16 0,0-1 34 0,0 2 7 16,-2 1 9-16,4-3 3 0,0 3-30 15,3-4 12-15,-4-1-8 0,-3 2-20 0,2-2 23 16,1 1 34-16,-3 2-29 0,0 2-12 16,-4 0 12-16,1 0-3 0,9-1 4 0,-6 0-8 15,3-3 20-15,3 1-17 0,1 2-4 0,-7-2 2 16,-1 4 3-16,6-4-23 0,-5 1 48 16,-2 1-24-16,-4 4-2 0,5-4 10 0,-2 3 20 15,-2-1-36-15,0 2-12 0,0 1 34 0,10-6-44 16,-2 0 39-16,0-4 2 0,-2 6-15 15,4 2-4-15,-1-5 20 0,3 0-28 16,-1 1-6-16,1-1 15 0,-5 6 9 0,-1 0-20 16,-4-2 2-16,3 0 16 0,-4 5-1 0,0-4 19 15,1 4-35-15,-1-2 11 0,-1 2 2 0,-1-1 20 16,-1 2-34-16,5-2 23 0,-7 1-28 16,4 1 5-16,-1 0-6 0,1-1 19 0,-3 1-5 15,1 0 5-15,1 0 7 0,-2 0 7 16,1-3-16-16,0 1 18 0,-2 2 19 0,-1-1-19 15,3 1-16-15,-4-2-1 0,1 2 48 0,-1-1-2 16,5 0-7-16,-3 1-2 0,0 0-29 16,-2 0 12-16,0-2-9 0,2 2-68 0,-2-3-20 15,0 3-184-15,0 0 8 0,0 0-129 16</inkml:trace>
  <inkml:trace contextRef="#ctx0" brushRef="#br0" timeOffset="-64672.16">107 4176 241 0,'0'0'13'0,"0"0"37"0,0 0-26 16,0 0-1-16,0 0-11 0,0 0-15 15,0 0 26-15,0 0-32 0,0 0 47 0,0 0-28 16,0 0 4-16,0 0 14 0,0 0 12 16,0 0-21-16,0 0 22 0,0 0 4 0,0 0 6 15,0 0 13-15,0 17-18 0,0-17-20 16,0 0-5-16,0 0-2 0,0 0 2 0,0 0 7 16,0 0 8-16,0 0-5 0,0 0-19 0,0 0-4 15,0 0 38-15,0 0-2 0,0 0 4 0,0 0 16 16,0 0-8-16,0 0-5 0,0 0-25 0,12 31 8 15,-6-30-3-15,-1-1-3 0,-1 2-23 16,0-2 8-16,5 0 14 0,-5 2-4 16,7 0-41-16,-6 0 16 0,4-2 0 0,2 4 12 15,-5-4-10-15,18 4-1 0,-6-2 1 0,-2-1 8 16,-2 2 7-16,0-3 25 0,1 0-29 16,10 4 6-16,-5-4-15 0,-2 0-1 0,-1 2 0 15,-4-2 13-15,16 4-3 0,-9-2-1 16,-4-2-18-16,-2 1 23 0,0-1-15 0,-2 0 13 15,0 0 18-15,-2 3-24 0,-2-3 3 0,17 3-4 16,0 0-5-16,-7-2 1 0,9-1 6 0,-8 0-13 16,-1 0 30-16,-3 3-21 0,-2-3-10 0,2 0 6 15,-3 0 0-15,-2 0-2 0,1 2 22 16,14-1-21-16,-1-1-1 0,-2 2 0 0,-4-1 11 16,-3-1-2-16,-15 0-25 0,11 0 18 15,0 0 0-15,-2 0-32 0,3 0 4 0,-1 0 3 16,0 0 2-16,7 0 46 0,1 0-1 0,-4 0-4 15,3 0-22-15,-3 0 12 0,-1 0-4 16,-2 0 0-16,-1 0 0 0,-2 0-12 0,3 0 2 16,-1 0 0-16,7 0 3 0,1 0 4 0,-1 0 1 15,0 0-9-15,-4 0 15 0,1 0-1 16,4 0-28-16,0 0 8 0,0 0 18 0,-2 0 6 16,-2 0-5-16,7 0 15 0,-1 0 1 15,1 0-13-15,-3 0-5 0,-3 0 14 0,15-10-21 16,-17 10 3-16,-3-1-12 0,-2 1 3 0,4-2-12 15,10 0 23-15,0-2-9 0,1 4 25 0,-5-1 3 16,-3 1-18-16,6-5 1 0,-4 5-2 0,-1-1 0 16,-1-1 5-16,-6 0 2 0,2 2-25 15,1 0 34-15,-4 0-20 0,2 0 19 0,-1 0-36 16,-3 0 2-16,4 0 21 0,-11 0-16 16,11 0 13-16,-3 0-9 0,4 0 7 0,-1 0-18 15,0 0 40-15,0 0-30 0,-1 0-1 16,11 0-7-16,-5 0 1 0,2 0 3 0,3 0 21 15,-2 0 9-15,0 0-23 0,-1 0 12 0,-3 0 3 16,11 0-4-16,-1 0-6 0,-3 0 22 16,0 0-1-16,-4 0-3 0,5 0-10 0,-6 0-27 15,1 0 23-15,-2 0 3 0,1 0 6 0,-4 0-25 16,0 0 9-16,6 0 6 0,-1 0-8 16,25-16 3-16,-26 16 11 0,0-2-8 0,-2 0-2 15,-3 0-28-15,1 2 9 0,-4 0 23 16,1-2-7-16,1 2-17 0,-1-1 42 0,-1 1-25 15,1 0-10-15,1 0 21 0,1-1-14 0,-3-1 18 16,2 2-7-16,12-3-16 0,-4 0 0 16,-1 2 13-16,-4 1 7 0,12-1-1 15,-9 0-1-15,-1 1-18 0,-4-3 29 0,2 2-29 16,-1-2 8-16,-2 3 19 0,-2 0-15 0,5 0-12 0,-4 0 27 16,14 0-6-16,-2 0 2 0,-4 0 1 15,0 0-2-15,4-1-20 0,-12 1 14 16,9 0 0-16,3 0 5 0,-1 0-6 0,-2 0-13 15,0 0 11-15,-2 0-7 0,-1 0-12 0,-4 0 20 16,1 0-19-16,-1 0 44 0,6 0-28 0,0 0 1 16,25-12 6-16,-30 12 4 0,11-6 7 15,-2 4-12-15,-4-2 7 0,-1 2-28 16,5-3 4-16,3 1 6 0,-1-1 31 0,0 1-30 16,1-2 12-16,-10 3 1 0,10 0 10 15,4-4-28-15,-4 4 11 0,-2-2 10 0,0 1-26 16,2 0-9-16,-3 0 31 0,2 1-3 15,-1-1 1-15,0-1-1 0,-5 1 16 0,-3 3-27 16,0 0 10-16,5-6 9 0,-2 5-36 0,-5 1 19 16,1 0 22-16,-2-3-9 0,1 2 9 0,-2 0-11 15,16-2 5-15,-10 1-6 0,-2 0-2 16,0 2 15-16,-3 1-5 0,1-3-10 0,1 3 6 16,-6 0-19-16,3-3 23 0,11 0-25 15,0 2 3-15,-6 1 1 0,-2 0 2 0,0 0 11 16,-2-3 0-16,12 3 6 0,-5 0-16 0,-19 0 8 15,12 0 14-15,3 0-34 0,-5 0 41 16,2 0-27-16,-1 0-7 0,9 0 3 0,0 0 0 16,-3 0-4-16,-1 0 27 0,2 0-11 0,7 0-25 15,0 0-7-15,-2 0 41 0,-4 0-22 16,-1 0 7-16,1 0-3 0,1 0 10 0,0 0 11 16,1 0-16-16,17-7 4 0,-21 5 0 0,-1 0-1 15,-3 2 14-15,-4-1-2 0,2-3-2 16,-1 2-6-16,-2 2-1 0,2 0-1 0,-2-1-7 15,0 1-7-15,1-2 13 0,-1 2-16 16,3-1 27-16,-4 0-8 0,5 1-26 0,-4-2 37 16,2 2-22-16,1-2-22 0,-3 2-3 0,2 0 33 15,-2-2 7-15,5 2-9 0,-5-2 8 16,3 1-14-16,12 1-19 0,-5 0 30 0,-6-2-6 16,1 1-5-16,-2 1-17 0,-2-2 18 15,1 2-2-15,-3 0 3 0,0-1 12 0,0-2-3 16,1 3 13-16,-4 0-22 0,0 0-26 0,2 0 35 15,1 0-11-15,-6-4 7 0,3 4 11 16,3 0-4-16,-6 0-2 0,3 0-2 0,1 0-4 16,-3 0-21-16,-2 0 8 0,4 0 10 15,-2 0 13-15,-1 0-4 0,-1 0-34 0,0 0 5 16,0 0 35-16,0 0-7 0,0 0-1 0,7 0-20 16,-7 0 8-16,3 0 13 0,-3 0-14 15,1 0-9-15,-1 0 28 0,2 0 0 0,0 0-2 16,-2 0-45-16,2 0-42 0,-2 0-49 0,0 0-69 15,0 0-118-15,0-2-9 0,-4-2 28 16</inkml:trace>
  <inkml:trace contextRef="#ctx0" brushRef="#br0" timeOffset="3736.743">-35 842 241 0,'0'0'82'0,"0"0"-26"0,0 0-14 0,0 0-1 16,0 0 11-16,0 0-40 0,0 0 13 15,0 0-5-15,0 0-11 0,0 0 60 0,0 0-19 16,0 0-27-16,0 0-6 0,0 0 3 0,0 0-5 16,0 0 10-16,0 0-28 0,4 0 50 15,3 4-24-15,-1-4-2 0,-2 6-3 0,5-2 17 16,9 4-2-16,0 1-4 0,0-1-3 15,-1 0 25-15,3 0 2 0,-1-4-5 0,-5 4-46 16,-1-3 11-16,10 4 7 0,-4 1-1 0,3-3-21 16,-1 1-1-16,-3-2 34 0,1 2-1 0,0-2-12 15,3 4-1-15,-4-3-3 0,1 2 17 16,3 0-3-16,-1 1-50 0,-2 0 0 16,3 3 38-16,-2-3-2 0,-3 1-1 0,1-4 15 15,-4 3-14-15,5-2 0 0,3 4-19 0,-7-3 2 16,3 0 18-16,-3 2 20 0,1 1-1 0,-4-8-15 15,4 9-15-15,2-3-2 0,-4 0-2 16,-2-4 2-16,1 0 0 0,-2 2 5 0,7 0 0 16,-5-1 1-16,-2-2 3 0,0 1-17 15,5 4-3-15,-1-4 23 0,-6 1-2 0,2-3-38 16,0 2-4-16,-2-4 3 0,0 3 38 0,10 2 1 16,-5-1 7-16,-1 0-5 0,-4-1-17 15,6 3-2-15,-2 2-16 0,-4-4 3 0,0 0 32 16,2-2-23-16,-5 0 36 0,5 1 4 0,7 2-23 15,-3 0-1-15,-4-2-1 0,7 2 3 16,-4-3-4-16,-3 2-18 0,0-4 37 0,-3 2 2 16,2 0-39-16,-2-2 22 0,-1 0-15 0,3 0 4 15,8 5 2-15,-5-1-3 0,1-1 1 16,-4-1-1-16,-2-2 10 0,3 2-1 0,-3 0-25 16,3-3 0-16,7 7-7 0,-1-4 3 15,2 6 53-15,-1-3-1 0,-5-1-4 0,4-3-4 16,1 5-1-16,-3 1 0 0,1-3-24 15,-2-2 4-15,-1 1 0 0,5 1-3 0,-6-1 16 16,7 3-15-16,3-1 5 0,-9-2-12 16,-1 2-13-16,-4-5 26 0,5 2-28 0,3 6 0 15,-2-3 4-15,2 6 20 0,-2-7-16 0,-2-1 45 16,-2 1-42-16,1-1 29 0,8 4 2 0,1-2-20 16,-7 7 10-16,4-4 6 0,-5-4-10 15,-1 3 13-15,4 0-8 0,3 1-10 0,-1 0-12 16,1 3 1-16,-5 0 1 0,5-1 1 15,0 1-15-15,-3-3 1 0,3 2 49 0,0-2-34 16,-2 0 24-16,1-1-34 0,-2 3 2 0,3-3 1 16,0 1 10-16,0-3-1 0,2 2 42 0,1 2-10 15,-5-4-12-15,1 5 11 0,-1-3-30 16,-3-3 19-16,-1 0-21 0,3 6 0 0,3-2 2 16,-5-3 15-16,-2 2-12 0,-3-5-16 15,10 8 1-15,-6-5 3 0,-1 2 42 0,-1-2-4 16,-2-1-1-16,2 0-31 0,5 4 14 0,-3-4 0 15,-1 1 0-15,0-1-22 0,7 4 23 16,-2 0-3-16,-2 0 2 0,-4-4-8 0,1-2 11 16,5 6-23-16,2-1 2 0,-5 1 1 15,-1-5 35-15,0 2-25 0,-3-3-1 0,-2 4 20 16,9 2-12-16,-5-4 19 0,1 1-36 0,-3-3 12 16,0 2 4-16,0 2-26 0,4 4 14 15,2 1 27-15,-2-4-13 0,1 2 20 0,-2-3-2 16,-4-2-2-16,3 1-27 0,6 7 5 15,-6-4 17-15,1 1-48 0,0-2 35 0,-3-2 8 16,4 6 0-16,0 0-2 0,-4-3-13 0,2-1 2 16,-1 8-16-16,1-10 16 0,-1 3-11 0,-3-4 14 15,5 9-27-15,-1-6 27 0,-3 1 1 16,-1 0-1-16,0-6-24 0,0 4-7 0,7 5 44 16,-8-5 2-16,3-2-28 0,0 0-9 15,-6 4 21-15,4-7 7 0,0 4-22 0,9 2 46 16,-6 1-18-16,-2-4-2 0,-1 2 6 0,0-3-29 15,-2 0 29-15,1-1-20 0,1-2-10 16,-2 3 10-16,2-1-8 0,3 0 18 0,-5 1-34 16,2-3 39-16,7 8-19 0,-3-1 8 15,-3-1-22-15,2-2 31 0,-5 0 4 0,2-1-21 16,0-1-1-16,-1 1 6 0,-1-3 33 0,1 3-8 16,-2 0-29-16,11 8 12 0,-7-6-36 15,3 0 37-15,-4-1-40 0,-2-2 38 0,1 2-9 16,-3-4 17-16,2 4-26 0,1-2 12 15,-2 2-11-15,1-2 12 0,2-1-25 0,-1 4 29 16,1-4 9-16,-5 1 5 0,4 2-25 0,1-4 0 16,8 12 0-16,-1-8 12 0,2 6-6 0,-6-7 27 15,-1 1-45-15,0 0-8 0,-4-2 16 0,5 2 0 16,-5-2 2-16,-1-2 28 0,2 1-6 16,-2 0-4-16,1 1 6 0,1-1-21 0,-2 1 15 15,2 1-37-15,-1-2 57 0,-1 4-58 16,2-2 39-16,1-3-28 0,-2 4 17 0,1-2 6 15,-2 0 7-15,1 1-3 0,1-1-39 0,-1 1 26 16,1 0 8-16,-1 0-29 0,1 0 40 16,1-4-33-16,-2 4-7 0,3 0 2 15,6 8 49-15,-3-9-12 0,-4 3-9 0,3-1 28 16,-5 0-35-16,2-2 11 0,-2 0 4 0,1 0-24 16,-3 0 7-16,2-1 1 0,-1 2 7 15,2-1-2-15,-3 0-30 0,2-2 35 0,1 2 3 0,-4 0-38 16,3-1 62-16,0 0-34 0,-2 0 11 15,2-1-28-15,-1 3 11 0,2-4 20 0,-1 3-15 16,-2 0 15-16,1-2-27 0,2-1 23 16,-1 3 4-16,-2 1-43 0,1-4 38 15,3 2-6-15,-1 1 23 0,-4-4-26 0,4 3 0 16,-1 0-10-16,1 1 13 0,-1-2 0 0,1 2-35 16,1-2 22-16,-2 1 20 0,2-1-8 0,-4 2 2 15,2 0 21-15,4-1-36 0,-5 0 34 0,1-2-26 16,-1 2-33-16,3 0 41 0,-1 0 21 15,1 1-27-15,-2 0-37 0,1-1 42 0,0 0-14 16,1 0 6-16,-3 1 15 0,3 1-46 0,-1-4 56 16,-3 2-33-16,1 0-18 0,1 1 13 15,2-3 41-15,-4 0-15 0,2 5-2 0,1-5-16 16,-2 2 24-16,1 0-16 0,1-2 5 16,-2 1-3-16,2 2 8 0,-1-1-8 0,2 1-6 15,0 1-1-15,-2-3 14 0,4 1-12 0,7 6 31 16,-1-2-16-16,-5-2-10 0,1-2-2 15,0 1 12-15,-4 0 2 0,2-2 3 0,-2 1-54 16,0-2 36-16,1 2-21 0,2 0 31 16,-3-3-10-16,0 6 23 0,0-5-30 0,2 2 8 15,9 6 15-15,-4-1-2 0,-3-3-3 16,-3-2-4-16,3 1-10 0,-5 0 19 0,2-2-9 16,-3 4-47-16,2-4 40 0,0 0 21 0,3 4-2 15,-8-4-46-15,8 2 30 0,-4 0 7 16,13 7-8-16,-7-4-11 0,-1 0-30 0,0 0 61 15,-3-2-22-15,1 3 3 0,-1-6-4 16,6 12-26-16,-2-8 23 0,-5 1 8 0,4-1 8 16,0 0 8-16,-4 0-13 0,-2-2-14 15,2 0-16-15,-1 2 46 0,-1-2-22 0,-2-1 0 16,2 2 0-16,1-1-8 0,1-1 24 0,-3 1-22 16,0 1-10-16,2 0 3 0,-2 0 40 15,1-2-49-15,-2 1 16 0,1 0 30 0,0-2-18 16,-1 2 10-16,2 0-45 0,-3-2 24 15,5 2 15-15,-3 0 0 0,1-1 0 0,-3 0 11 16,3 2-47-16,-3-1 33 0,2-1-11 0,0 3-6 16,0-3 8-16,0 1 8 0,0 0-1 0,0-2 0 15,0 4-8-15,1-2 5 0,-4 0 3 0,6 2-10 16,-7-3 17-16,5 1-16 0,1 1-15 16,-1-2 46-16,-2 4-24 0,1-5 8 15,3 5 10-15,-7-3-45 0,6-1 13 0,-4 2-16 16,2-3 16-16,2 1 23 0,-1 2-3 0,1-1-47 15,-5 0 18-15,6 2 1 0,-3-4 33 16,-2 2-8-16,3 1-22 0,2 0 21 0,-3 0-23 16,0-3 31-16,2 2-19 0,-2 1 14 15,3-1-15-15,-2 1 17 0,2-1-29 0,-1 0 49 16,-2-1-2-16,0 1-15 0,0-2-6 0,2 6-6 16,1-7 14-16,-3 3-1 0,-2 1-34 15,4-4-5-15,-1 2 38 0,2 3-28 0,-3-5 33 16,2 2 16-16,-2-1-21 0,2 3-8 15,-1-2-22-15,1 0 16 0,-1 4 15 0,2-7-5 16,-2 2 7-16,2 2-23 0,-3 1 8 0,3-4 2 16,-4 0-19-16,3 1 18 0,0 2 8 15,-1-1-4-15,0 0 14 0,2-3-10 16,-2 6-11-16,2-2 3 0,-1-4 21 0,1 2-16 16,-2 2-23-16,1 0-16 0,1-4 58 0,-2 3-27 15,1 0 10-15,-4 1-26 0,4-2 45 16,1 2-26-16,-3-1 1 0,3-2-6 0,-3 2 1 15,1-1 14-15,-1 2-2 0,1-2-28 0,-1 1 34 16,-2-2 8-16,4 1-15 0,-1 2-1 16,1-1 14-16,-3 0-45 0,2 1 41 0,2 0-11 15,-1-2 15-15,-1 2-9 0,1-1-3 16,0 0 7-16,0 0-9 0,4 2 9 0,-4-3-41 16,1 1 28-16,-1 2 10 0,1-4-33 0,0 5 34 15,-2-3-12-15,1 1-12 0,-1-1 13 16,2 4 5-16,-2-4-3 0,2 1-13 0,-1-1 15 15,1 0-2-15,0 0-4 0,-2 2-8 0,2-1 22 16,-2-2-6-16,12 9-7 0,-5-3-30 0,-3 1 17 16,2-3 22-16,-5 1-9 0,3 0 11 15,6 8-25-15,-7-8 21 0,2-1-2 16,-2 2 4-16,-3 0 6 0,9 5 3 0,-4-4-8 16,-3-4-29-16,-2 1 15 0,2 0 12 0,-3 2-11 15,-1-4-12-15,2 0 21 0,2-1-6 0,-3 1-26 16,-2 2 4-16,5-2 6 0,-3 2 26 15,1-2-9-15,-2 3-3 0,3-3-20 0,-1 3 49 16,-1-4-19-16,-1 3-26 0,2-2 10 16,0 2-13-16,-3 1 30 0,4-5-3 0,-5 5 10 15,5-4-2-15,-2 3 1 0,1-3-12 0,-2 1 5 16,3 2 5-16,-2-2-5 0,-3 2 3 0,3-2-3 16,-1 0 4-16,2 1 2 0,0-2-7 15,-3 1-18-15,2-1 22 0,2-2 6 0,-3 2-20 16,1-1 2-16,-1 3 5 0,2-3 11 15,-5 0-8-15,4-1-4 0,-2-1-20 0,-1 0 7 16,2 3-19-16,-3-3 4 0,1-4-197 0,-5-1-150 16,3-1 23-16,-5 2 24 0,-13-8 16 15,-5 1 16-15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13:59:42.587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-4615-274 623 0,'0'-17'229'0,"-19"17"-35"0,-12-45-5 0,27 36-13 0,0-1-5 16,-1 4-17-16,0-1-14 0,-1 4 0 16,4-3-9-16,-2 2-1 0,3 2 5 0,-5-2-24 15,6 2-20-15,-5 1-7 0,5-2-27 16,-2 1 3-16,0 0-10 0,-1 2-6 0,3 0-16 16,0 0 18-16,0 0-16 0,0 4-4 15,1 0 13-15,5 2-3 0,2 12-31 0,0-2 14 16,0 3-2-16,5-3 14 0,-2 5-12 0,0 1-24 15,-3 0 3-15,9 1 8 0,-8-1 6 16,6-2-15-16,0-1 12 0,1 4-9 0,-4-4 5 16,0-2-1-16,-2 2 13 0,4-3-20 0,-2 0 1 15,-2-2 8-15,1-3-6 0,-4-1 0 0,-2-2 20 16,1-2-20-16,-2-1 1 0,-2 0 11 16,3 0-17-16,-4-2 7 0,0-1 4 0,3 2-8 15,-2 0-2-15,-1-4 9 0,3 2-4 16,-2-2 1-16,0 0-7 0,1 0 8 0,-3 0-1 15,0 0 19-15,0 0-19 0,10-15 0 16,-10 8-1-16,8-15 9 0,-4 1-13 0,3-3-4 0,-4-2 8 16,1-3 2-16,0-2 16 0,0-2-24 15,0 1 16-15,0 3-12 0,1-1-6 16,-3 0 0-16,0 5 7 0,-1 6-1 0,2 3 1 16,-2 2 6-16,-1 3-2 0,0 1 13 0,2 1-17 15,-1 3 10-15,-1-1-17 0,0-1 26 16,3 3-14-16,-2 0-1 0,-1 0-12 0,4-1 7 15,-4-1 12-15,2 5-38 0,-2 2 0 16,0 0-18-16,0 0-9 0,0 0-44 0,0-8-2 16,0 8-52-16,0 0 16 0,0 0-42 0,0-13-4 15,0 13-66-15,0 0 21 0,0 2 16 16,0 2-151-16,0 1 26 0,1 0 13 16,4-1 2-16</inkml:trace>
  <inkml:trace contextRef="#ctx0" brushRef="#br0" timeOffset="376.861">-4034-213 317 0,'3'3'283'0,"-6"-2"-64"0,6 2-17 16,-6-1-28-16,3-2-17 0,0 1-30 0,0 2-15 15,-1-1-7-15,2-1-12 0,2 0-33 0,-3-1 10 16,-4 3-2-16,4 2-11 0,0-3-4 0,0 6-4 16,1-5-23-16,2 7-3 0,-1 0 7 15,-2 0 0-15,0 5-12 0,11 27-2 0,-10-21 7 16,6 3-6-16,-6-2 7 0,7 1-4 16,-5-1-17-16,1-5 15 0,-2-4 4 0,2 0-10 15,-1-1-13-15,-3-2-1 0,2 0 15 0,0-4 1 16,-1 1-2-16,-1 2 8 0,4-5-9 0,-4 3 3 15,2-1-4-15,-2 0 0 0,0-2 3 16,0 2-2-16,1-3-1 0,2 0 4 0,-3 0-2 16,1 0 5-16,-1 0-15 0,0-3-28 15,-1 0-45-15,-2 0 8 0,2 0-250 0,-1-2 23 16,-1-2 21-16,1-2-60 0,-4 1 17 0,-8-9-46 16,-1-3 7-16</inkml:trace>
  <inkml:trace contextRef="#ctx0" brushRef="#br0" timeOffset="-30259.786">-4384 2269 227 0,'0'0'71'0,"0"0"34"16,0 0-5-16,0 0-29 0,0 0 6 0,0 0-9 16,0 0 23-16,0 0-18 0,0 0-5 15,0 0 37-15,0 0-31 0,0 0-30 0,0 0 29 16,0 0-24-16,0 0 27 0,0 0-13 16,0 0-14-16,0 0-14 0,0 0 33 0,0 0-53 15,0 0 4-15,0 0 43 0,0 0-2 16,0 0-23-16,0 0-35 0,-4 0 2 0,6-6 30 15,1-2-9-15,1 1 6 0,3-9-28 0,-1 1 21 16,-5 4-3-16,5-2-19 0,-2 1 22 16,-2 3-7-16,8-8-3 0,-7 4 8 0,1 0-14 15,-3 6 10-15,3-4-6 0,-2 5-15 16,-1 1 19-16,3-1 3 0,-2 0-21 0,-2-1 5 16,1 4-14-16,2-4 11 0,-2 3 4 15,1-1-5-15,-1 2 14 0,2-1-50 0,-2-1 49 0,0 1-10 16,4 1-4-16,-5-1-10 0,4 0 10 15,-4 2 9-15,2-5-28 0,-2 4 31 16,5 0-3-16,-4-2 0 0,3 1-27 0,-1 0 35 16,-3-2 5-16,5 5-14 0,-1-5-9 0,-2 2-13 15,-1 2-14-15,3-4 42 0,-2 2-7 0,2-2-6 16,-3 2 7-16,3-2-6 0,-2 0 7 16,-1 4-8-16,5-6-5 0,-6 6 15 0,1-6-35 15,2 6 51-15,-1-2 0 0,-2-1-26 16,2 3 6-16,1-2 3 0,-3 0-10 0,1 0 27 15,3 4-5-15,-3-4-39 0,1 1 39 0,-2 0-6 16,0 2-7-16,0 0-14 0,1-1-11 16,-1-1 28-16,3 3 2 0,-3-4-10 0,1 3-4 15,-1-3 11-15,0 3-5 0,0-3-1 0,2 3-6 16,0-3 12-16,-2 2 9 0,0 1-16 16,2-1 16-16,-1 1-16 0,-1 0-1 0,0 1-12 15,2-4 5-15,-2 2-2 0,2-1 16 0,-2 0-12 16,2 3 20-16,2-4-5 0,-4 1-15 15,1 0-9-15,-1 1 16 0,0-2 14 0,4 3-8 16,-4-2-30-16,2 1 12 0,-2 2 12 16,0 0-4-16,0 0 0 0,0 0-9 0,0 0 10 15,0 0-31-15,0 0 32 0,0 0-13 0,0 0-10 16,1-10 18-16,-1 9 9 0,0 1-4 16,1 1 17-16,2-1-6 0,-3 0-15 0,2 1-8 15,2 1-9-15,-3 0 23 0,0 2 3 0,4-3 2 16,-4 1 11-16,-1 2-19 0,4 2 15 0,-1-6-2 15,1 6-27-15,-3-2 6 0,3 2-3 16,-1 0 22-16,1-4-29 0,2 7-2 0,-3-4 18 16,8 10-8-16,1-3-16 0,-5 1 28 15,2-3 5-15,-2 0-5 0,-1 0 18 0,3 4 2 16,1-3-17-16,-3-2-27 0,0 0 11 0,-2-1 30 16,6 10-47-16,-4-8 32 0,-1 3-4 0,1 5-2 15,5-2 8-15,-5-2-2 0,-2-3 4 16,2-3-7-16,-3 1 4 0,2-2-11 0,-1-1-28 15,-2 4 15-15,1-6 29 0,-1 6-36 16,1-2 32-16,2-3-14 0,6 11 20 0,-5-4-3 16,-2-4-2-16,1 1-30 0,-1-2 33 0,-2 2 3 15,3-4-10-15,-1 2-11 0,-4-3 4 0,5 2 18 16,-2 0-7-16,-1-2-16 0,1 0 19 16,-1 0 8-16,2 0-15 0,-5-2 2 0,4 3 14 15,-2-1-14-15,2-2-31 0,-1 5 9 0,-1-5 9 16,0-1 19-16,-1 2-2 0,0 0-10 15,2-1 19-15,-1-1-10 0,2 0-21 0,-4 2 12 16,1 0-19-16,1-3 38 0,-2 4-1 0,0-2-24 16,1-2 3-16,2 1 44 0,-3-1-11 15,1 0-3-15,-1 3 5 0,0-3 11 0,0 2 1 16,1-1-13-16,2-1 6 0,-3 0-6 16,0 0 10-16,0 0-20 0,0 0 7 0,0 0 1 15,0 0-5-15,0 0 3 0,0 0-13 16,0 0 4-16,0 0 0 0,0 0 4 0,3 0-5 15,-3 0 4-15,0 0 3 0,0 0-9 0,0 0 1 16,-1 0-20-16,1 0 16 0,0 0 0 16,0 0 1-16,0 0-8 0,0 0-10 0,1 0-4 15,-2-1 21-15,2 2-4 0,-1-1 7 16,-1 3-9-16,1-3 9 0,0 0-25 0,0 0 8 16,1 0 6-16,-1 0-9 0,0 0 5 15,-1 0 8-15,2 0-16 0,-1 0-4 0,0 1 18 16,0-1-11-16,0-1 9 0,0 1 1 0,-1 1 11 15,1-1-13-15,-2 0 13 0,2 0-25 16,0-1-13-16,-3 1 3 0,6-3-7 0,-7 3-56 16,4-3 20-16,-1 3 7 0,-2 0-115 15,0-2-101-15,-1 4-102 0,3-4 23 0,-4 1 24 16,4 0 15-16,-4-5 7 0</inkml:trace>
  <inkml:trace contextRef="#ctx0" brushRef="#br0" timeOffset="-131005.011">-4152 575 325 0,'0'0'152'0,"-18"0"-43"0,18 0 21 15,0 0-36-15,0 0 27 0,0 0-4 16,0 0-35-16,0 0-8 0,0 0 16 0,0 0 2 16,0-16-21-16,0 16 5 0,0 0-8 15,0 0 19-15,-18 0 1 0,18 0-11 0,0 0 2 16,0 0-7-16,0 0-2 0,0 0 8 0,0 0-3 16,0 0-14-16,-28-36 0 0,28 36-22 15,-2-3 12-15,2 3-7 0,0-3-1 0,0 3-5 16,-3 0-15-16,3 0 2 0,0 0-3 0,0 0-3 15,-4 0-2-15,4 0-9 0,0 0 5 0,0 0 9 16,0 0-22-16,-1 0 5 0,-2 0-12 16,6 3 17-16,-3-2 4 0,0 1-4 0,0 2 8 15,0 0-6-15,1-1-10 0,-1 3 3 16,0-2 2-16,0 2-5 0,-1 0 1 0,1 0-3 16,0 2 3-16,0 0-12 0,0-8 11 0,0 0 7 15,0 10 1-15,0 0-8 0,0-2-12 0,0 2 19 16,0-1-8-16,0 1 6 0,0-2-3 0,0 10 2 15,0-1-6-15,0-1 4 0,0-3 0 16,0 1-6-16,0-2 3 0,0-3 5 0,0 1-15 16,0 0 22-16,0 0-17 0,0 0 2 15,0 5 7-15,0 4-12 0,0-2 5 0,0-1 10 16,0-4-5-16,0 1-4 0,0 6 5 0,0-5 2 16,0 3-5-16,0-2 4 0,0-4-8 15,0 3 3-15,0-3 9 0,0 1-4 0,0-4-12 16,0 4 7-16,0 5 3 0,0 0 5 0,0 0 10 15,0-1-10-15,0-3-1 0,0-1 4 16,0 2 0-16,0 4 2 0,0-1-6 0,0-1 4 16,0 1-4-16,0-1 4 0,0-4-7 15,0 2-3-15,0 4-2 0,0-1 3 0,0-1-5 16,0 0 6-16,0-3 9 0,0 1 1 0,0-3-13 16,0 2 2-16,0-3 12 0,0-1-13 0,0 1 10 15,0-1-7-15,0 8-10 0,0 2 18 0,0-3-3 16,0 0-4-16,0-2 10 0,0-2-20 15,0 0 5-15,0-2-1 0,0 0 17 16,0 0-12-16,0 0-8 0,0 1 3 0,0-1-4 16,0 0 11-16,0 7 5 0,0 2 11 0,0 0-14 15,0-4-14-15,0-1 11 0,0-2 1 16,0-2 3-16,0 0 7 0,0 0-17 16,0-1 6-16,0 1 3 0,0 0-4 0,0-3-5 15,0 5 8-15,0-5 10 0,0 3-23 0,0 0-1 16,0 1 10-16,0-1-12 0,0-3 26 15,0 3-22-15,0 0 2 0,0-1 4 0,0 1 2 16,0 0-3-16,0-4 8 0,0 4 1 0,0 0-20 16,0 8 22-16,0-5-8 0,0 3 15 0,0 2 3 15,0-3-10-15,0 0-17 0,0-2 23 16,0-3-17-16,0 1 0 0,0-3-6 0,0 0-8 16,0 0 23-16,0-8-16 0,0 12 4 15,0-2 17-15,0 0-19 0,0-1 3 0,0 1-1 16,0-3 15-16,0 3-17 0,0 0 4 0,0 0 3 15,0 0-7-15,0 11 5 0,0 2 5 16,0-5-5-16,0-1 11 0,0-1 9 0,0-4-1 16,0-1-21-16,0 2 21 0,0-6-6 15,0 5-4-15,0-5 2 0,0 3 5 0,0 9-20 16,0-3 12-16,0 0-15 0,0-2 11 0,0-2 1 16,0 0 10-16,0 0-21 0,0-2 23 15,0-1-21-15,0 2-4 0,0-2 16 0,0-1-14 16,0 2 16-16,0-2-18 0,0 2 10 15,0 0-4-15,0-1-4 0,0 1 16 0,0-2-14 16,0 2 1-16,0-1 24 0,0 2-23 0,0-11 3 16,0 10-5-16,0 1 24 0,0-1-29 15,0-1 17-15,0 0-5 0,0 1-7 0,0-3 16 16,0 2-14-16,0 0-5 0,0-2-3 16,0-7 1-16,0 10 1 0,0 0 7 0,0-1-2 15,0-9 6-15,0 11 0 0,0-1 1 0,0-2 12 16,0-1 4-16,0-7-6 0,0 12 15 15,0-4-20-15,0 2-16 0,0-2 1 0,0 2 5 16,0-3 5-16,0 2 8 0,0-2-4 16,0-7 5-16,0 11-25 0,0-1 12 0,0 1-2 15,0-5-7-15,0-6 36 0,0 13-22 0,0-3-10 16,0-2 3-16,0 0 27 0,0-8-13 16,0 12-16-16,0-4 24 0,0 1-34 0,0 1 25 15,0-10-3-15,0 8-9 0,0 5 17 16,0-6-32-16,0 1 9 0,0 1 4 0,0-9 0 15,0 11 6-15,0-1 8 0,0-3-14 0,0-7-8 16,0 13 22-16,0-3-9 0,0-4 8 16,0-6-14-16,0 10 27 0,0-1-25 0,0-9-8 15,0 10 2-15,0 0 3 0,0-10 16 16,0 10-14-16,0-10-8 0,0 9 7 0,0-9-3 16,0 10 25-16,0-10-19 0,0 9 1 0,0-9 9 15,0 10-22-15,0-10 11 0,0 10 25 16,0-10-35-16,0 8 9 0,0-8-8 0,0 0 17 15,0 9-15-15,0-9 34 0,0 8-27 16,0-8-3-16,0 0 27 0,0 9-30 0,0-9 4 16,0 0 10-16,0 10-20 0,0-10 8 0,0 0 36 15,0 7-30-15,0-7 0 0,0 0 6 16,0 10-12-16,0-10 28 0,0 0-36 0,0 7 29 16,0-7-24-16,0 0 5 0,0 9 0 0,0-9 23 15,0 0-19-15,0 9 12 0,0-9 10 16,0 10-21-16,0-10-7 0,0 6 30 0,0-6-26 15,0 10-6-15,0-10 34 0,0 10-18 16,0-10-21-16,0 10 7 0,0-10 1 0,0 9 4 16,0-9 3-16,0 10 5 0,0-1-13 15,0-9 8-15,0 7 24 0,0 3-28 0,0-10 27 16,0 9-25-16,0 1 32 0,0-10-17 0,0 10-21 16,0-1-17-16,0-9 44 0,0 10-5 0,0 0-21 15,0-1-2-15,0-2 18 0,0-7-19 0,0 12 1 16,0-4 2-16,0-8 30 0,0 11-37 15,0 0 37-15,0-3-36 0,0 1-7 0,0-1 30 16,0-8-10-16,0 12-12 0,0-6 16 16,0 2 5-16,0 2-17 0,0-1-2 0,0 0 22 15,0-2-19-15,0 2 14 0,0 1-18 0,0-3 3 16,0 3-8-16,0-3 13 0,0 2-1 0,0-1-4 16,0 0 5-16,0 1 6 0,0-9-8 15,0 11-10-15,0-2-2 0,0 0 11 16,0 0 3-16,0-9-11 0,0 11 17 0,0-2 8 15,0-9 14-15,0 13-19 0,0-6-19 0,0-7 6 16,0 11 0-16,0-2 3 0,0-9 0 0,0 10 20 16,0-2-30-16,0-8 10 0,0 10 5 15,0 0-13-15,0-10 14 0,0 8 12 0,0 1-15 16,0-9 30-16,0 10-23 0,0-10-13 16,0 11 22-16,0-2-11 0,0-9-13 0,0 11 40 15,0-4-35-15,0-7-10 0,0 9 12 0,0 0-3 16,0-9 29-16,0 10-12 0,0-10 13 0,0 10-30 15,0-1-17-15,0-9 39 0,0 10-16 16,0-10-23-16,0 9 12 0,0-9 20 0,0 10-24 16,0-10-3-16,0 10 26 0,0-10-5 15,0 10-13-15,0-1 20 0,0-9-15 0,0 10-11 16,0-10 31-16,0 10-4 0,0-10-19 0,0 10 7 16,0-10-12-16,0 12 2 0,0-12 41 15,0 8-55-15,0-8 34 0,0 8-9 0,0-8-6 16,0 0 24-16,0 10-24 0,0-10-1 15,0 0-2-15,0 9 2 0,0-9-1 0,0 0 25 16,0 9-25-16,0-9 2 0,0 0 18 0,0 0-7 16,0 0-12-16,0 9 18 0,0-9 7 15,0 0-24-15,0 0 17 0,0 8 1 0,0-8-1 16,0 0-18-16,0 0 8 0,0 0-8 0,0 0 15 16,0 8-3-16,0-8 21 0,0 0-14 0,0 0 23 15,0 0-42-15,0 0-5 0,0 0 2 16,0 0 0-16,0 0-1 0,0 9 1 0,0-9 1 15,-7 6 1-15,7-3 0 0,0-3 35 16,0 0-11-16,1 1-26 0,-1-1 11 0,0 0 20 16,-1 0-12-16,1 0 0 0,0 0 0 0,0 1 10 15,0-2-15-15,0 1-7 0,0 0 6 16,0 0 10-16,0 1-8 0,1-1 10 0,-2 1-18 16,2-1 7-16,-1 0 12 0,0 0-35 15,-1 0 3-15,1 0 2 0,0 0 33 0,0 0-9 16,0 0-15-16,-4 0-3 0,4 3 17 0,0-3-12 15,1 0 9-15,-1 0 7 0,0 1-34 0,3-2 25 16,-3 2-13-16,0 1 3 0,0 0 9 16,0-1-9-16,0-1 0 0,0 1 31 0,0-1-4 15,1 0-22-15,-2 3-18 0,1-3 8 16,1 0 8-16,-1 0 0 0,0 1-1 0,2-1 0 16,-4 0 1-16,4 0 14 0,-2 0-1 0,0 0-25 15,0 2 13-15,0-2-10 0,0 0 4 0,0 0 2 16,0 0-1-16,0 0 2 0,0 0-1 15,0 0 1-15,0 0 24 0,-2 0-2 0,4 0-2 16,-2-2-96-16,0 2-17 0,-2 0-37 16,1-1-48-16,-2 2 18 0,2-2-148 0,-5-2-142 15,5 6 23-15,-4-6 33 0,-1 2 31 0,1-2-5 16,2 1 78-16,-1-2-10 0,-2 2-24 0</inkml:trace>
  <inkml:trace contextRef="#ctx0" brushRef="#br0" timeOffset="4575.276">-4919 4890 400 0,'0'0'238'15,"0"-16"-34"-15,0 16-35 0,0 0-20 0,0 0-20 16,12-34-23-16,-9 30-1 0,-6 0-16 16,3 3-23-16,4 1 5 0,-4 0-8 0,2-1-3 15,2 2-18-15,-1-1 4 0,1 4-38 0,1 3 30 16,1-3-10-16,6 12 1 0,1-3 14 0,-1 3-18 15,0 3-22-15,2 0 22 0,1-2-12 16,-5 1 4-16,1 4-23 0,0-3 21 0,1 1 14 16,-1-3-24-16,2 4 25 0,-5-4-12 0,1-1-22 15,0-1 13-15,-1-4 10 0,-3 2-21 16,1-6 8-16,-1 2-2 0,-3-5 9 0,2 2-16 16,0-3 6-16,-1 3-17 0,1-2 36 15,-3-2-23-15,1 2-2 0,2 0 18 0,-1-2 8 16,1-2-44-16,-4 0 17 0,5 0 7 0,-5 0 17 15,0 0 2-15,0 0-2 0,24-27 4 0,-16 7 1 16,3-7-16-16,0 1 15 0,-4-4-4 16,6-4 3-16,0 3-7 0,-1 1 0 0,-1-5 16 15,2 0-20-15,-2 9 12 0,-3-1-4 0,1 5-8 16,-2 3 21-16,-1 3-15 0,-3 5 6 16,-2 0 9-16,2 4-19 0,-2 1 12 0,-1-1-1 15,4 4-12-15,-4-1-15 0,2 0-13 0,-2-1-23 16,0 4-36-16,0 1 5 0,0 0-65 15,1 4-34-15,-2-2-105 0,-1 3-93 16,-2 0 23-16,-1 3 18 0,3-2 13 0,2-1 4 16</inkml:trace>
  <inkml:trace contextRef="#ctx0" brushRef="#br0" timeOffset="5093.541">-4135 4896 363 0,'0'0'247'0,"1"0"-61"16,-2 0-23-16,1 0-13 0,1 1-53 15,-1 2 13-15,0 0 0 0,-1 4-14 0,1 2-18 16,0-2-3-16,-3 2-17 0,3 6-31 15,0 1 36-15,0 3-38 0,0-3 13 0,0 5-10 16,0-1 16-16,0 2-16 0,0-2-3 16,0-4-5-16,0-1 7 0,0-2-8 0,0-2-12 15,0-2 13-15,0-2-15 0,0 2 7 0,0-9-9 16,0 10-4-16,0-1 13 0,0-9-14 16,0 10-1-16,0-10 26 0,0 10-13 0,0-10-1 15,0 7-35-15,0-7 0 0,0 9 52 16,0-9-19-16,0 0-21 0,0 0 12 0,0 10 32 15,0-10-22-15,18 10-5 0,-13-10 15 0,2 0-25 16,3-1 11-16,-2-3-18 0,4 4 1 16,24-10 20-16,-10 4 0 0,2 0 2 0,-2 2 0 15,6-8-3-15,-2 5 13 0,-1-3-15 16,-3 1 10-16,4 0-7 0,-1-1-10 0,-3-2 1 16,-1 4-6-16,-2-1 6 0,1 5-9 0,-6-5-6 15,-3 6 16-15,-6-3-13 0,0 3 3 0,-3 0-3 16,0 0-42-16,-2 2 43 0,-3-2 2 15,4 3 2-15,-4-1 0 0,-1 1 1 0,0 1-102 16,-1 2 25-16,-4-2-38 0,3-1-51 16,-2 3-74-16,-3-1 19 0,1-1 15 0,-1 2 11 15</inkml:trace>
  <inkml:trace contextRef="#ctx0" brushRef="#br0" timeOffset="5454.318">-3816 5076 458 0,'-4'-3'184'0,"1"-2"25"0,-3 3-39 0,2 0-39 16,3-1-7-16,-5-1-17 0,5 1 1 0,-3 1-19 16,4 1-11-16,-3 1-24 0,0 0 10 15,2 1-6-15,1 3-9 0,0 1 1 0,0 0-17 16,4 3 3-16,-1 2 0 0,1 14-18 15,3-1-14-15,-6 9 25 0,6-2-3 0,-1 1-6 16,-4 0 14-16,1 0-14 0,1 3 7 0,-2-1-4 16,2-1-18-16,-1 1-5 0,1-1 14 15,-4-3 1-15,1-2-11 0,6 1 8 0,-7-9 4 16,0 0 1-16,1-6-4 0,2-3 0 0,-3 0 4 16,0-2 5-16,0 0-35 0,1-2 25 0,-1-1 1 15,0 0-1-15,0 0 4 0,2-1-4 16,1-2 7-16,-3 0-18 0,0 4 6 15,0-6-40-15,0 0-44 0,0 0 8 0,-3-3-289 16,1 0 26-16,2 1 22 0,-5-4 20 0,2 1-53 16,-8-14-2-16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13:58:27.113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100 3812 272 0,'0'0'42'0,"0"0"26"16,0 0-5-16,0 0-17 0,0 0-14 0,0 0 34 15,0 0-20-15,0 0 7 0,0 0-33 16,0 0 7-16,0 0-12 0,0 0 24 0,0 0-24 15,0 0 0-15,0 0-8 0,0 0-3 16,0 0 1-16,0 0 15 0,0 0-13 0,0 0-17 16,0 0 40-16,11-23-30 0,-9 20 5 15,-1 3-21-15,2 0 28 0,-2 3 3 0,0-3-15 16,4 0 36-16,-5 0-46 0,2 0 21 0,2 0-17 16,-4 0 8-16,5 0-14 0,-4 0 55 15,2 1-51-15,0-1 45 0,-2 0-40 0,-1 0 21 16,4 0 6-16,-4 0-11 0,0 0-10 15,0 0 23-15,0 0 4 0,0 0-39 0,10 0 4 16,-10 0 14-16,9 0-21 0,-9 0 1 0,13 0 35 16,-13 0-16-16,11 0-1 0,2-15 34 15,-6 15-4-15,-1-2-45 0,-1 0 7 0,1 2-20 16,-1 0 30-16,-5 0-24 0,0 0 3 0,0 0-1 16,9 0 18-16,-9 0 19 0,12 0-37 15,-12 0 24-15,10 0-27 0,-10 0 5 0,20-13 6 16,-14 12-4-16,1-2-7 0,-2 0 6 15,2 3 5-15,-3 0 20 0,2-3-6 0,-2 3-1 16,1 0-21-16,1 0 24 0,-1-1-15 0,1 1-5 16,-4 0 0-16,-2 0 1 0,0 0 6 15,0 0 12-15,10 0-25 0,-10 0 13 0,11 0 18 16,-11 0-31-16,8 0 9 0,-8 0-1 0,10 0 32 16,-10 0-3-16,8 0-16 0,-8 0-33 0,0 0 30 15,8 0 9-15,-8 0-22 0,10 0 21 16,-10 0-6-16,0 0 6 0,11 0 5 0,-11 0-17 15,8 0-14-15,-8 0 39 0,0 0-5 16,10 0-2-16,-10 0-33 0,8 0 22 0,-8 0 2 16,0 0-18-16,8 0-3 0,-8 0 2 0,10 0 14 15,-10 0 6-15,0 0-23 0,11 0 12 16,-11 0 14-16,8 0 14 0,-8 0-40 0,0 0-6 16,0 0 26-16,10 0-1 0,-10 0-8 0,0 0-18 15,8 0 34-15,-8 0-19 0,0 0 30 0,0 0-25 16,11 0-3-16,-11 0 11 0,0 0-16 15,0 0 13-15,7 0 12 0,-7 0-11 0,0 0-21 16,0 0 18-16,11 0 12 0,-11 0-3 0,0 0-1 16,0 0 9-16,8 0-17 0,-8 0-8 15,0 0-7-15,0 0 6 0,0 0 26 0,10 0-51 16,-10 0 6-16,0 0 35 0,8 0 0 0,-8 0-29 16,0 0 9-16,10 0 31 0,-10 0-14 15,0 0-24-15,8 0 8 0,-8 0 30 0,0 0-30 16,11 0-1-16,-11 0-17 0,0 0 33 0,8 0 10 15,-8 0-7-15,10 0-26 0,-10 0 23 16,0 0 1-16,8 0 0 0,-8 0-1 0,0 0 14 16,13 0-49-16,-13 0 24 0,6 0 8 15,-6 0 23-15,0 0-39 0,10 0 26 0,-10 0-3 16,0 0 10-16,8 0-41 0,-8 0 18 0,0 0-7 16,0 0 19-16,10 0-32 0,-10 0 51 0,0 0-25 15,0 0-18-15,8 0 11 0,-8 0 0 16,0 0 18-16,0 0 0 0,0 0 9 0,0 0-32 15,10 0 33-15,-10 0-40 0,0 0-3 16,0 0 22-16,0 0 21 0,0 0-46 0,0 0 14 16,0 0 20-16,8 0 3 0,-8 0-36 15,0 0 16-15,0 0-14 0,0 0 42 0,0 0-2 16,0 0-26-16,0 0 20 0,0 0 7 0,12-8-21 16,-12 8 1-16,0 0 36 0,0 0-8 15,0 0 9-15,-1 2-2 0,-2 2-25 0,2-4 15 16,0 2-3-16,-1-1-25 0,-2 5-2 15,0-3-11-15,1-2 13 0,-1 5 6 0,-1-2 0 16,-1-1 4-16,2 1-2 0,-2 1 0 0,0-3 22 16,0 0-1-16,1 3-3 0,-2-2-2 15,1 0 3-15,-1 2-4 0,2-3-2 0,-2 2 8 16,-1-1-37-16,4 0 32 0,-5 1-2 0,5-4-2 16,-5 6-27-16,3-3 10 0,-1 0 0 15,2-1-35-15,-2 2 3 0,0-2 31 0,-3-2 0 16,3 3-18-16,1-1 2 0,-3 2 28 15,1-3 12-15,0 3-9 0,1-3 7 0,0 2-10 16,-4 0 10-16,6-3-17 0,-2 3 7 0,1-3 3 16,1 1-13-16,-1 2-7 0,3-2-7 15,-1 1 24-15,-1-2-31 0,5 0 15 0,0 0-9 16,0 0 1-16,0 0-67 0,-7 0 19 16,7 0-5-16,0 0-55 0,0 0-47 0,0 0 11 15,0 0 12-15,0 0 10 0,0 0-213 0</inkml:trace>
  <inkml:trace contextRef="#ctx0" brushRef="#br0" timeOffset="62167.987">870 3838 272 0,'0'0'114'0,"0"0"-42"0,0 0-10 16,-19 0 52-16,19 0-16 0,0 0-56 0,0 19-10 16,0-19 28-16,0 0-26 0,0 0-3 15,0 0-4-15,-32 32-4 0,30-30-2 0,0 3-5 16,4-1 9-16,-2-2 14 0,2 2-12 0,-2 0 0 16,0-2-3-16,2 2-1 0,-2-2-3 15,1 1 17-15,2-2-6 0,-3-1-26 0,0 0 0 16,0 0-3-16,7 10 3 0,-6-12 10 15,1 4 20-15,0-2-1 0,1 0 14 0,0-2-33 16,-2-2 16-16,1 0 0 0,2 2 8 0,-3-2-8 16,0 0-7-16,2 1-6 0,-3-4 14 15,3 0-42-15,-6 1 22 0,0-3 24 0,3-1-15 16,-12-14 17-16,5 13-2 0,2 1 17 16,-2 1-4-16,1 5-4 0,-1-6-18 0,2 8 12 15,-1-3-12-15,0 2 19 0,0 1-27 0,-2-2 15 16,1 1-6-16,-1 3-1 0,-1 0-2 0,9 0-14 15,-13 0-8-15,-4 0 17 0,-16 16 1 16,18-13-12-16,-4 7-2 0,1 0 16 0,6-4-12 16,-1 1 14-16,8-4-20 0,-2 4-7 15,1-2-3-15,-1 2-15 0,3-4 14 0,3 4 23 16,-2-3-1-16,-1 5-11 0,4-6-18 0,-1 5 9 16,1-8 0-16,0 0 11 0,0 11-22 0,0-2 30 15,0 0-13-15,20 15 2 0,-13-17-11 0,3-1-18 16,-2 0 34-16,3-3-6 0,-4-2-3 15,5-1-6-15,-2 0 0 0,-10 0 12 16,15 0-10-16,0 0 0 0,18-21 8 0,-16 10-8 16,-4-2 8-16,4 2-10 0,-2 0 12 0,-4-4 18 15,1-3-42-15,-5 8 9 0,0-2 15 16,-1 2-9-16,-2 0 14 0,-3 1 7 0,-1-1-14 16,0 3 19-16,0 0-32 0,0 7 20 15,0 0-7-15,0-12 10 0,0-4-6 0,-18-11 25 16,10 18-1-16,1 4-6 0,-2-2-4 0,2 3-19 15,-3 2 4-15,2-2 12 0,2 1 9 16,-1 2-13-16,-1-1 10 0,-1 2-10 0,3 0 5 16,-2 0 0-16,8 0-17 0,0 0-2 15,-11 0-2-15,11 0 9 0,-13 0-3 0,5 0-7 16,8 0-9-16,-22 13 10 0,18-9 0 16,0 2 3-16,-2 0-22 0,1 13 12 0,4-6 6 15,-4-3 0-15,5 2 14 0,0-12-6 0,0 10-3 16,0-1-10-16,0 1 14 0,13 17-11 15,-2-9-7-15,-3-5-6 0,-1-3 19 0,5 3-3 16,-1-4 4-16,2 0 7 0,-6-4-19 0,2 0-2 16,-1-1 16-16,2-4-10 0,-2 1 3 15,-2-1 4-15,-6 0 4 0,0 0-21 0,19 0 24 16,10-16-28-16,-18 8 16 0,-4 1 14 0,1-1-10 16,-2 1-15-16,-2-2 29 0,1 3 4 0,-2-2-14 15,-3 1-5-15,0-2-5 0,0 2 6 16,0 7 5-16,0-9-8 0,0-4 14 0,-14-19 2 15,7 20 7-15,2 1-3 0,1 2 2 0,-2 5-2 16,-1-2-10-16,0 5 10 0,2-1-9 16,-2-1 1-16,2 5 9 0,5-2-4 0,0 0-8 15,-13 0 4-15,13 0 1 0,-8 0-14 0,-10 14 3 16,14-8-5-16,-2 1 11 0,4-1-9 16,-8 11 2-16,7 1-1 0,-1-8-2 0,4 3-1 15,0-13 7-15,0 10 9 0,0 0-11 0,0 0-2 16,0 5-1-16,18 16-3 0,-11-21-6 15,-2 0 17-15,2-1-10 0,-1-1-11 0,1-1 5 16,-3-2 10-16,1 0-11 0,2-3 1 16,-1 2 0-16,1-2 7 0,-2-2 3 0,2 0-4 15,-7 0 12-15,0 0-14 0,8 0 4 0,-8 0 15 16,24-17-5-16,-20 11-7 0,1 1 6 0,-2-4-3 16,1 4-10-16,-3-5-1 0,-1 1 10 15,0 9 10-15,0 0 5 0,0-11-7 0,0 3-7 16,0 8 6-16,0-12-3 0,-17-4 5 0,14 9-9 15,-3 4 12-15,1-3 4 0,1 5-8 16,-3-1 4-16,1 2-10 0,-1-1 11 0,2 2-6 16,-2-1-20-16,7 0 8 0,0 0 2 15,0 0-2-15,-19 14-10 0,13-7 12 0,2-3-8 16,1 2 6-16,3 2 1 0,-2-2-2 0,2 0-4 16,-2-2 5-16,6 4-2 0,-4-8-2 15,0 0 5-15,0 0-9 0,13 17-26 0,-8-15-37 16,-2-2-28-16,3 0 10 0,-1-6-150 15,9-5-118-15,-3-3 0 0,0-6 30 0,-3-12 0 16,2 3 34-16,-3 3-8 0</inkml:trace>
  <inkml:trace contextRef="#ctx0" brushRef="#br0" timeOffset="78346.881">1020 4488 442 0,'0'0'227'0,"0"0"-20"0,0-16-16 0,-20 16-36 16,20 0-23-16,-25-29-33 0,23 22 10 15,2 4-30-15,-1 0 19 0,-3-1-42 0,4 2 15 16,0-2-20-16,0 3-10 0,0-3 29 0,4 3-32 16,-4-1 7-16,1 4-12 0,4-2 0 15,-4 1-31-15,2 3 8 0,2-2 28 0,1 3-14 16,-2-1-7-16,1 2-4 0,8 11 5 16,0-1-12-16,0 3 14 0,-2 1-20 0,1-2 11 15,-1 5 1-15,-3-1-2 0,5-2-2 16,-2 3-19-16,0-4 22 0,3 3 1 0,-1-6-6 15,-3 4-14-15,2-4 19 0,-3-5 15 0,-2-1-35 16,-1-2 26-16,0-1-31 0,2-4 25 0,-5 3 10 16,1-5-16-16,-1 1 38 0,1-2-22 15,-4 0 18-15,0 0-6 0,8-13 5 16,-1-7-7-16,1-4 2 0,-1-1-8 0,0-6-12 16,0-4 12-16,0-3 12 0,2 1-20 0,-3-4 3 15,-5 3 0-15,6-3 0 0,-1 1-17 16,-1 5 19-16,1 3 7 0,-4 3-1 0,-2 6 7 15,5-2-13-15,-4 8-7 0,-1 7-8 0,0 10 2 16,0-10 3-16,0 10-20 0,0-9-14 0,0 9-61 16,0-9 24-16,0 9-28 0,-1-7 9 15,2 11-126-15,-1 0-69 0,0 1-103 0,4 4 25 16,-1-4 26-16,1 3 47 0,4 12 15 16</inkml:trace>
  <inkml:trace contextRef="#ctx0" brushRef="#br0" timeOffset="78963">1657 4632 568 0,'1'-4'244'0,"1"2"-29"0,0-2-26 0,1 0-40 16,0-1-11-16,0 2-18 0,2 0-17 15,1-2-6-15,10-4-9 0,-2 3-12 0,-3 0-22 16,-1 2-9-16,5 2 2 0,-8 0 9 16,4 2-18-16,-2 0 2 0,-9 0-2 0,0 0-2 15,10 0-24-15,-10 0 16 0,11 0 5 0,-11 0-11 16,20 18-8-16,-15-12 6 0,-4 0 2 16,-1 1-8-16,0 1-4 0,0 4 5 0,0 1-8 15,0 2 9-15,-19 21-16 0,9-17 13 0,0 0-3 16,2-8 1-16,1-1 2 0,2-1-26 15,-2-4 8-15,1 1 17 0,5-2-3 0,-3 0 9 16,1 0-13-16,2-2-1 0,-2 2-24 0,2-2 7 16,-1-1 16-16,2 2-15 0,0-3-1 15,0 0-5-15,7 0-4 0,-4 0 23 0,5-4-13 16,-1 4 3-16,-1-2 3 0,0 2-12 16,1-4 4-16,2 4-9 0,0 0 5 0,-9 0 18 15,8 0-4-15,3 0 1 0,-4 0-9 16,4 0-12-16,0 0 30 0,-1 0-19 0,20 10 18 15,-15 0-3-15,-5-6-30 0,1 4 4 16,-4-4 34-16,-2 3-4 0,2-5-7 0,-1 8-10 16,-4-7 22-16,1 4-11 0,-1 3 11 0,-2-10-1 15,0 14-6-15,0 1 17 0,-20 24-2 16,9-19 25-16,-2 4-15 0,-5-7 4 0,4 3 7 16,-4-2 11-16,-1-2-11 0,1-1-1 0,0-2 6 15,-1-2-5-15,1-4 11 0,6-1 6 0,-10 3-5 16,8-6-30-16,-4 0 11 0,6-1-11 15,-1-1 14-15,2 2-21 0,2-3 5 0,-2 0-31 16,11 0-28-16,-10 0-33 0,10 0-71 16,-12 0 13-16,-1 0 12 0,-1 0 10 0,-21-18-265 15,14 9 6-15,-1 2 13 0,4 0 47 0,-2-2 2 16,-2 5 24-16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14:00:07.444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419 21 491 0,'0'0'134'0,"17"0"-15"16,-17 0 3-16,0 0-39 0,0-18 3 0,0 18-5 15,0 0-16-15,0 0 19 0,0 0-17 0,0 0 14 16,0 0-3-16,0 0-12 0,0 0-14 16,0 0-4-16,0 0 19 0,0 0-19 0,0 0-13 15,0 0-15-15,0 0-8 0,-10-16 36 16,-13 22-48-16,3 1 14 0,-3-3 26 0,4 3-17 15,-6-4-7-15,3 6 1 0,1-6-19 16,3 2 21-16,-5 0-3 0,2 4-20 0,4-8 4 16,4 3 15-16,1-2-33 0,2 2 6 0,2-2 20 15,-2 2-26-15,8-4 27 0,-4 3-17 16,1 0 0-16,-1-2 16 0,5 2-25 0,-6-1 3 0,3-2 33 16,2 1-13-16,-3 2-5 0,3-3-7 15,-2 2 4-15,3-2 24 0,-3 1 1 0,2 2-11 16,2-3 9-16,-5 1 5 0,4-1-10 15,-4 0 16-15,0 0-5 0,2 1-8 0,-1 0 15 16,0 3-14-16,0-3 10 0,1-1-23 0,0 3 4 16,-1-2 3-16,1 0 16 0,1-1-12 15,-1 3-4-15,-1-2 13 0,2-1-6 0,-2 2-24 16,4-2 18-16,-1 2-13 0,0-2-2 16,1 1 11-16,-5-1-6 0,5 3 0 0,-1-1 4 15,1 0-21-15,-4 4 20 0,3-2-2 0,-1 2 3 16,2-2-7-16,0 2 0 0,-4 1-3 15,4 2 5-15,-1-3 7 0,1 1-16 0,-5 16-7 16,5-7-3-16,0-16 20 0,0 15 0 16,0-2 0-16,0 3 5 0,0 3-6 0,0-3-5 15,0-2-11-15,0 7 17 0,0-3 2 0,0-2-11 16,0 0 10-16,10-1 8 0,-10-2-8 16,13 23-11-16,-13-12 15 0,5 0 8 0,-4-8-17 15,-1 3 9-15,2 2-8 0,3 0 2 16,-1 2-19-16,-2-4 11 0,3 7 8 0,-2-6 14 15,0 4-13-15,0 0 4 0,1 1-8 16,-3-3 6-16,3 1-14 0,-1 0 19 0,1 1-4 16,2 0 1-16,-4-1 14 0,2 5-17 0,2-5 1 15,-1 3-9-15,0-5 19 0,-1 3-7 16,0 0 7-16,-1-3 7 0,1 5-3 0,1-3-11 16,-1-1 6-16,5 0 4 0,-7 0-7 0,2 2 0 15,2-2-2-15,-5 0 2 0,3 1 9 0,1 5-11 16,0-4 2-16,-1 1-5 0,2-3-8 15,-5 5 17-15,3-2-9 0,-1 0 3 16,1 0 0-16,2 1-1 0,-4 0 0 0,2 1 18 16,2-4-11-16,2 5-10 0,-4-5-3 0,-2 5 23 15,2-5-9-15,-1 0-3 0,1 0-4 16,-2 1 7-16,1 0-11 0,0-3-8 0,2 0 3 16,0-2 13-16,-3 3 2 0,4 4-8 15,-1-6-4-15,-1 2-1 0,-4-3-2 0,5 3 2 0,-1 1-1 16,3-3 7-16,-3-2 11 0,1 2-6 15,2 1-15-15,-4 3 5 0,2-3 0 0,-1 0-3 16,2 3 4-16,1-4 6 0,-2 5-10 0,-2-5 12 16,3 6 0-16,-1-1 0 0,2 0-13 15,3 2 24-15,-5 0-15 0,-1 1-11 16,4-1 12-16,-3-2-11 0,3 4 5 0,-5 0 8 16,2 0-6-16,-1 0 8 0,2-3-9 0,-4 6-5 15,3-3 23-15,-3-1-26 0,4-1 22 0,-6 3-13 16,4-3 8-16,-1 1 17 0,-1 3-26 15,0-6-7-15,-1 4 5 0,3 0 25 0,-4 0 2 16,0-17-3-16,0 12-6 0,0-2-6 0,0 5-18 16,0-2 14-16,0 1 13 0,0-1-19 15,0 1-1-15,0-3 13 0,0 6 0 16,0-3-17-16,0-5-1 0,0 4 30 0,0-1-33 16,0-3 1-16,0-1 0 0,0-3 4 0,0 5 11 15,0 0-14-15,0-5-11 0,0 7 10 0,0 0 29 16,0-1-28-16,0-4 26 0,0 1-23 15,-9 2-3-15,9 0-2 0,0-5 11 0,0 7-20 16,0 1 8-16,0-1 2 0,0-1 31 0,0-1-17 16,-9 1-15-16,-2 23 14 0,10-22-17 15,1-17-7-15,0 7-1 0,0 6 24 0,0-1 16 16,0-2-43-16,0 0 24 0,0 4-7 16,0-3 10-16,0 5-8 0,0-3 1 0,0 1 33 15,0 2-32-15,0-2 2 0,0-3 6 16,-19 20-10-16,16-19 23 0,2-5-4 0,-1-1-15 15,2-1-22-15,-4 0 52 0,3 0-37 0,1-12 0 16,0 15-6-16,0 4 25 0,0-3 1 0,0 0-23 16,-13 16 16-16,12-20 18 0,-2-1-37 15,1-1-3-15,2 1 7 0,-5-4 18 0,5 3-34 16,-2 10 15-16,-4-1-7 0,3-7 44 0,2 1-33 16,0-2 21-16,1-11-29 0,0 9 20 15,0 1-38-15,0-4 33 0,0 3-1 0,0 1 19 16,0-3-33-16,13 22 12 0,-7-13-29 15,5 3 35-15,-3-3-2 0,5-1-17 0,-2 4 11 16,1-5 14-16,-1 2 5 0,4 0-36 0,2-2 43 16,-5 1-37-16,6 0 5 0,1-1-11 15,0 0 21-15,3-1 0 0,-1 1-19 0,2-1-10 16,-3-2 8-16,4 2 46 0,4-4-32 16,-2 2 24-16,-3 4-50 0,5-5 27 0,-1-4 5 15,-2 4 17-15,1-1-30 0,3-5 34 0,-4 5-32 16,1-2-14-16,3-1-15 0,1 0 23 0,0-2-56 15,-3-1-6-15,1-3-25 0,-14 0-39 16,10 0-13-16,4 0 14 0,29-16-217 0,-24 6 28 16,5-2 25-16,-3-3 24 0,5-3-123 15,-3-1 25-15,5-3 23 0,2 1 107 0,-1-6-8 16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14:00:09.507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412 57 323 0,'0'0'147'0,"-18"0"-28"15,18 0-1-15,0 0-20 0,0 0-2 16,0 0-16-16,0 0-24 0,0 0 22 0,0 0-44 15,0 0 22-15,0 0 7 0,0 0 16 0,0 0-43 16,5-21 9-16,5 21 1 0,1-3-6 16,-2 3 6-16,8 0 7 0,2 0-46 0,-1 0 30 15,26-11-6-15,-19 11-5 0,2-4 6 16,-2 3-6-16,1-3-29 0,-2 3 39 0,-7-4-14 16,-1 1-4-16,-4 4-8 0,3-1 13 0,-15 1-9 15,8 0 0-15,-8 0 2 0,11 0-21 16,-11 0 22-16,11 0-24 0,-11 0 16 15,10 0 7-15,-10 0 14 0,11 0-38 0,-11 0 25 16,10 0-6-16,3 16-9 0,-11-12-12 0,2-2 15 16,1 4 7-16,-3-3-3 0,-1 4-18 0,2 0 26 15,-2-1-3-15,1 3-13 0,-2-3 0 0,1 3 3 16,-1-2 9-16,0 4-8 0,0-2 11 16,0 4 9-16,0 2-14 0,0 6-9 0,0 0 8 15,0 2-5-15,0 1 5 0,0 0-26 16,0-1 31-16,-15 29 8 0,13-26-17 0,2 2 16 15,-2-2-22-15,0 3 13 0,2 0 2 0,-1 0 2 16,-2 0-12-16,2 2 14 0,1-1-8 0,-2 2-1 16,2-2-12-16,-2 2 5 0,2-19 0 15,0 8 6-15,0 6 2 0,0 1 6 0,0-1-23 16,0 1 12-16,0-2 12 0,0 1-14 16,0-2-19-16,0 0 22 0,0 1 12 0,0 0-2 15,15 23-5-15,-14-24-10 0,-1-3-2 0,2 1-8 16,-2-10 28-16,0 6-15 0,0-1 10 15,0 6 4-15,0-5-12 0,0 1 12 0,12 25-3 0,-9-27 5 16,-3 5-8-16,1-6-2 0,0 8-9 16,-1-2 15-16,0-10 3 0,0-1-11 15,0 6-16-15,0-4 14 0,0 7 6 0,0-3 1 16,0 1-20-16,0 1 6 0,0 4 11 0,0 0 4 16,0 0 0-16,0 0-5 0,0 0 0 15,0 0 0-15,0-1 2 0,0-2 0 0,0 3 9 16,0-3-16-16,0-2 3 0,0 1-18 15,0 0 21-15,0 0-6 0,0 3 4 0,0-4-10 16,0-1 10-16,0-2-4 0,0-1-1 0,0 0-5 16,0-2 8-16,0 7-4 0,0-1 2 15,0 2-9-15,0-2 9 0,0 5 2 0,0-2 1 16,0-2-12-16,0 4 3 0,0 0 4 0,0-1 1 16,0 2-3-16,0-2-9 0,0 2 12 15,0-1-1-15,0 3 1 0,0 0 5 0,0-1-13 16,-8 3 4-16,8-3-4 0,0 2 17 15,0-1 1-15,0 1-16 0,0-5 6 0,0 5 7 16,0-2-13-16,0-3 1 0,0 3 0 0,0-6 3 16,0 4 7-16,0-1-10 0,0-1-7 0,0-1 7 15,0 4 12-15,0-1-12 0,0-3-7 16,0-1 13-16,0 1 7 0,0 3-24 0,0-4 11 16,0 1 2-16,0 3 4 0,0-4-10 15,0 4 8-15,0-6-1 0,0-2 4 0,0 1-11 16,0-4 10-16,0 7-4 0,0 0 9 0,0 1-21 15,0 1 28-15,0-5-10 0,0 3 8 16,0 0-18-16,0-2 2 0,0-1 19 0,8 3 0 16,-8 4-19-16,0-3 1 0,0-1 12 0,0-2 0 15,0 6-3-15,0-3-14 0,0 0 21 0,10 3 6 16,-10 0-13-16,0-3-10 0,0 3 14 16,0 2 2-16,0-5-13 0,8 3 9 15,7 25 2-15,-13-29-6 0,-2 1 7 0,1 2-3 16,-1-3-10-16,0-5 5 0,2-2 2 15,-2 3-1-15,0-5-3 0,2 0-5 0,-2-11 14 16,0 10 1-16,0 0-8 0,0 0-2 0,0 1 6 16,0 4-13-16,0 7 7 0,0-6 7 0,0-3-3 15,0 2 5-15,0-4-6 0,0-1 2 16,0 2 4-16,0-5 8 0,0 3-20 16,0-2 18-16,0 2-11 0,0-2-1 0,0 2-7 15,0-2-13-15,0 1 34 0,0-1-5 16,0-8-17-16,0 12 0 0,0-2 5 0,0-2 21 15,0-8-26-15,0 11 11 0,0-1-8 16,0-1 17-16,0-9 10 0,0 10-16 0,0 0 8 16,0-1-10-16,-7 4 17 0,-4 6-9 0,-1 0 39 15,-10-4-25-15,4 3 5 0,-2 0-36 0,-11 1 13 16,2 1-6-16,-1 0 2 0,-7-3-41 16,-8 5-50-16,-2 1-70 0,-4 8 14 0,-9-7-313 15,-2 4 40-15,-6-4 15 0,4-4 26 16,-5-5 22-16,7 3 36 0,4-11 13 0,7-4 4 15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13:59:14.577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-2132 28 219 0,'0'0'107'0,"0"0"-38"0,0 0 33 0,0 0-6 15,0-16-12-15,0 16-11 0,0 0 0 16,0 0-22-16,0 0-8 0,0 0 41 0,0 0 14 16,0 0-40-16,0 0 27 0,0 0-12 0,0 0-10 15,0 0 20-15,0 0 6 0,0 0-32 16,0 0-6-16,0 0 10 0,0 0-30 0,0 0 24 15,-18-23-18-15,16 23 11 0,2 0 10 16,-2 0-1-16,2 0-29 0,0 0 15 0,0 0-4 16,0 0-27-16,-2 0 15 0,4 1 6 15,0-2-10-15,-2 2-11 0,-4-1-7 0,4 0 17 16,0 0-30-16,-3 3 17 0,3-2-6 16,3-1-3-16,-1 1 9 0,0 2 4 0,0-2 10 15,4 2-12-15,-3-3-3 0,1 2-17 0,1 3 0 16,-1-2 5-16,5-3 24 0,-5 4-14 15,4 2-9-15,-1-4 20 0,16 7-11 0,-6-3-16 16,3 0 17-16,1 2 3 0,1-4-3 16,-4 0-18-16,3 2 21 0,-5 0-2 0,5 0-10 15,-3-1-1-15,-2-2-5 0,2 3 17 0,7-3-10 16,-11 2 5-16,-1-2 0 0,0-2-9 16,-2 5 5-16,-2-3 3 0,0-2-2 0,-3 2-10 15,1-3 12-15,0 3-1 0,-1-2-4 0,-1 1 2 16,1-1 9-16,-2-1-23 0,1 3 21 15,-1 0-1-15,1-2 20 0,-1-1-13 0,-2 2-8 16,3-2 7-16,-3 1-20 0,1-1 25 0,0 0-6 16,-3 0 13-16,1 0 1 0,-1 3 11 15,4-3-25-15,-2 0 6 0,-2 0-17 0,0 0 2 16,0 0 8-16,0 0 3 0,0 0 0 0,0 0 12 16,0 0-16-16,-2 0 1 0,2 0-21 15,0 0 26-15,0 0-14 0,-1 0-7 0,-2 0 26 16,3 0-13-16,3 0-7 0,-6 0 0 0,3 0 10 15,0 0-13-15,0 0 9 0,0 0 9 0,0 0-14 16,0 0-3-16,0 0 1 0,0 0-14 16,0 0 18-16,0 0 5 0,0 0-1 0,-1 0-8 15,1 0-5-15,0 0 13 0,0 0-12 16,0 3 2-16,0-6 6 0,0 3-14 0,0 3 11 16,0-3-6-16,0 1 6 0,0-1-3 15,0 2-4-15,0-2 11 0,-2 1-7 0,2 1 13 0,0-1-21 16,-1 2 24-16,2-2-21 0,-1 3-4 15,2-4 12-15,-4 0 10 0,2 1-17 0,-1-1 20 16,1 2-33-16,0-2 22 0,0 1-4 0,0-1-9 16,1 0 26-16,-2 2-17 0,2-2 0 15,-1 1-15-15,2-1 20 0,-2 0-2 0,-2 0 12 16,2 0-9-16,0 3-1 0,0-3-13 0,2 0 9 16,-2 0-3-16,0 1-6 0,0-1 18 15,0 0-26-15,0 0 26 0,1 0-1 0,-1 0 0 16,-1 0-11-16,1 0-3 0,0 2 1 15,0-2 2-15,0 0 0 0,0 0-2 0,0 0 16 16,-2 0-3-16,1 0 5 0,2 0-17 0,-2 0 4 16,2 0 4-16,1 0 2 0,-4 0-4 15,2 0-5-15,-1 0 13 0,1 3-11 0,0-3 8 16,0 1-18-16,0 2-5 0,0-2 19 0,0-1-4 16,-3 2-10-16,2 2 12 0,0 0-9 0,-4-2 12 15,3 2 11-15,-2 2-24 0,2-2 1 16,-3 4 3-16,-5 8 22 0,3-1-23 0,-4 0 7 15,-1 1 0-15,4 0 10 0,-6 6-5 16,3-2 8-16,-3 1-4 0,-2 3 1 0,-2-3 2 16,4 3 10-16,1-2-8 0,1 1-2 0,-3-1-4 15,3-3 11-15,2 1-20 0,-1-6 8 0,4-2-8 16,0-3 7-16,3-2-11 0,3-1 13 16,-5-1-7-16,3-3 7 0,2 2 1 0,1-2-1 15,-3 2-2-15,3-1-7 0,-2-3 13 16,0 1 2-16,-2 1-4 0,4-2 4 0,-1 3-5 15,1 0-14-15,-2-1 20 0,1-2-7 16,1 1-16-16,-3 2-4 0,3-3-18 0,-1 0-28 16,1 0-41-16,0 0 10 0,0 0-127 0,0 0-135 15,0 0-24-15,0 0 11 0,-2-6 22 16,0 3 11-16,4 0-42 0</inkml:trace>
  <inkml:trace contextRef="#ctx0" brushRef="#br0" timeOffset="12759.909">42 159 425 0,'0'0'64'0,"0"0"10"0,0 0-8 0,0 0 0 16,0 0-17-16,0 0 17 0,0 0-25 15,-17 0 6-15,17 0-2 0,0 0-7 0,0 0-8 16,0 0-6-16,0 0-12 0,0 0-4 0,0 0 9 15,0 0 4-15,0 0-26 0,0 0 11 16,0 0 24-16,0 0-39 0,0 0 31 0,8-17-5 16,-4 10-19-16,6-7-12 0,6-2 14 15,2 1 8-15,-6 2-11 0,5-3 17 0,-1 4-40 16,2-2 31-16,3-2 18 0,0 1-52 16,-2-1 21-16,4-4 11 0,2-1 2 0,0 2 11 15,-2 3-26-15,2-3 15 0,-5 3 6 0,1 0-31 16,-7 3 25-16,0 6 1 0,-3 1 10 0,-2-1-4 15,-5 2-1-15,2 1-11 0,1-1-6 16,-3 3 30-16,-4-1-12 0,5 0-26 0,-3 1 25 16,-2 1-4-16,0-2 1 0,1 3-9 15,-1-3 12-15,0 2 1 0,0 1 12 0,0 0-1 16,-8 0-4-16,4 4 0 0,1-2-25 0,-3-1-7 16,1 0 13-16,-2 4-16 0,2-2 13 0,-4 1 4 15,0-1 0-15,-9 6 24 0,-1-2-11 16,1 3-2-16,5 0-42 0,1-6 35 0,-6 6-19 15,3 1 10-15,-2-3 9 0,0 0-10 16,4 0 9-16,2 0-12 0,4-2-10 0,-4-1 25 16,4 1-12-16,-8 4-10 0,4-2 0 0,4-1 2 15,-8 6 11-15,0-3 11 0,4 1-24 16,4-9 1-16,0 7 1 0,-2-4 29 0,3 3-25 16,1-2 1-16,1-2 36 0,-1-1-3 0,1 5-1 15,-3-6-4-15,2 6-1 0,1-4-24 0,-6 9 9 16,3-4-24-16,2-1 24 0,-2-2-21 15,1-2-17-15,2-1 23 0,2 3 22 0,-4-3-5 16,6 2-1-16,0-1-2 0,-5-4 14 16,3 6-1-16,1-2-41 0,-3-1 19 0,4 0 1 15,0 1 2-15,-2-1 2 0,2-3-11 16,0 0-8-16,0 0 19 0,0 0-8 0,0 0 10 0,0 0-5 16,0 0 17-16,18 13-43 0,-16-12 21 15,4-2 19-15,0-1 6 0,1 1-4 0,0-2 9 16,0-1 0-16,1 1-13 0,8-7-1 0,-1 1 0 15,-1 1-6-15,0-3 8 0,-4 1-26 16,-4 4 28-16,0-2-12 0,-3 2-4 0,2 0 14 16,-1 2 1-16,-4-2 24 0,2 2 8 15,1 0-13-15,-3-1 29 0,1 2-30 0,-1-4 1 16,0 7-7-16,0 0 1 0,0 0-5 0,0 0 10 16,0 0-34-16,-18-15-11 0,12 12 55 0,0 2-23 15,0 2 8-15,-1 2 7 0,-2-3-6 16,0 3-6-16,2-3 11 0,7 0-43 0,0 0 14 15,-23 10 17-15,16-8-30 0,0 2-1 16,2 1-13-16,-1-3 8 0,1 6 28 0,-6 6-11 16,5-2 13-16,2-2-20 0,0 1 12 0,4-2 26 15,0-9-22-15,0 0 8 0,0 9-27 0,0-9-11 16,18 20 0-16,-2-3 0 0,-2-10 4 16,0-3 36-16,0-3 0 0,8 2 20 0,-22-3-25 15,16 0-34-15,1 0 39 0,5 0-8 16,20-16 5-16,-18 7-14 0,2-1-30 0,-7 0 14 15,5-1 20-15,-7-4 7 0,4 3-21 16,-4-6 28-16,-1 3-5 0,-4 0-14 0,1 0 30 16,-5 0-17-16,2 4-1 0,-5 0-17 0,-2 2 15 15,-3-1 26-15,0 1 6 0,1 3 2 16,-1 6 6-16,0 0-16 0,0-10-12 0,0 10-9 16,-13-17 8-16,6 14-2 0,-3 2-6 15,2-5 4-15,-3 6 18 0,1 3-45 0,-5-3 26 16,-4 0 0-16,-6 0-2 0,-19 14-8 0,22-6 16 15,7-6-12-15,0 3-16 0,-3 2 8 0,6 2 3 16,2-4-2-16,2 3-7 0,1-2-4 16,4 0 11-16,-2 3-3 0,-7 5-11 0,6-2-15 15,6-1 35-15,0 2-8 0,0-2 12 0,0-11-16 16,0 8 1-16,0 2 8 0,0 2 9 16,15 17 2-16,-10-16-21 0,4-6-4 0,3 10 27 15,0-8-20-15,-3-3 5 0,2 0 13 0,0-3-7 16,-2 0-34-16,2-3 29 0,-3 0-12 0,-8 0 29 15,17 0-29-15,-3 0 12 0,24-18-9 16,-19 6 20-16,1 2-16 0,-8 2 18 0,2-2-10 16,-3-2-10-16,-4 0-15 0,-2 2 36 15,-1 0-35-15,-2-1 25 0,-1 1 13 0,0 0-15 16,-1 10 6-16,0-8 12 0,0-7-15 0,-20-18 15 16,7 17 0-16,1 0-4 0,0 4-23 0,-6 2 24 15,1 0-6-15,4 5-13 0,-4 3 27 16,3-1-9-16,2 0 2 0,0 1-42 0,3 1 20 15,-2 1 6-15,2 0 0 0,9 0-6 16,-9 0 0-16,9 0-6 0,-13 0 21 0,2 0-10 16,-20 15-5-16,15-10 8 0,6-3-14 15,1 4 6-15,2-3-8 0,1 2 4 0,-10 7 2 16,7 4 0-16,1-5 6 0,0-1 3 16,5 1-13-16,2-5 8 0,-2 3-18 0,2 1 5 15,-1-1 23-15,2-3-18 0,0 0-5 0,0 3 8 16,0-9 15-16,0 0 3 0,0 13-29 0,0-3 15 15,0-4 1-15,0-6-21 0,18 21 16 16,-14-17-8-16,2 2 15 0,10 4-2 0,2-2-2 16,-5-2-7-16,-1-3 2 0,-1-3 5 15,-3 0-14-15,3 0 11 0,-11 0 8 0,7 0-14 16,10 0 0-16,10-17 0 0,-16 11 11 0,-3 0 7 16,5-5 9-16,-4 4-1 0,-2 0-34 0,-3 0 27 15,2 4 6-15,-3-4 9 0,-2 4-11 16,2-4-12-16,-3 3 6 0,0 4 11 0,0 0 6 15,0 0 4-15,0-11-16 0,-17-1-7 16,12 7 8-16,-2 1 0 0,0 2-3 0,0 2 8 16,-4-4-9-16,4 4-8 0,-4-2-3 0,4 2 18 15,-5 0-19-15,12 0 10 0,-7 0-9 16,-4 0-7-16,11 0 9 0,-12 0 3 0,4 0 4 16,-23 18-5-16,20-9-4 0,4 1 2 15,3-4-1-15,1 2-24 0,-1 2 15 0,4-4 16 16,0-6-14-16,0 0-10 0,0 11 27 0,17 19-4 15,-9-19-10-15,0 2 0 0,3-1 5 16,0-3-2-16,-2-2-22 0,0-4 26 0,-2 4-14 16,0-6 11-16,3 1 1 0,-6-2-7 15,-4 0 4-15,0 0 4 0,9 0-4 0,-9 0 9 16,25-23-19-16,-18 11 11 0,-1-4 4 16,-2 6 7-16,-4-3 19 0,0 3-6 0,0 10 5 15,0-8 7-15,0-2-9 0,0 10-5 0,0-10-7 16,0 0 8-16,-18-3-3 0,12 8-4 15,1 0 5-15,1 2-9 0,-5 0-8 0,4 0-1 16,-2 3 12-16,2 0-14 0,-1 4-22 16,1 0-19-16,5-4-12 0,-9 11-49 0,4-6-14 15,3 3 10-15,-2-2-132 0,4 1 20 0,0 0 16 16,2 0 16-16,0 0-207 0,-2-7 17 0,10 4 8 16</inkml:trace>
  <inkml:trace contextRef="#ctx0" brushRef="#br0" timeOffset="29375.756">1222-580 270 0,'0'0'246'16,"0"-18"-46"-16,0 18-40 0,-19 0 1 16,19 0-13-16,0 0-21 0,0-17-12 0,0 17-20 0,-30-20 6 15,27 16-17-15,0 4-22 0,1-3-6 16,0 0-17-16,1 1 22 0,0 2-37 15,-2 2 17-15,3 0-15 0,0 3-10 0,4 0 9 16,-3-1 13-16,1 3-34 0,6 12 30 0,-4-4-28 16,6 3 15-16,2 1-24 0,-5 3 20 15,3 2-8-15,2-2 20 0,-2-3-36 0,-1 5 13 16,-1-4 7-16,3 3-5 0,-2-3 3 16,0-2 14-16,0-1-12 0,2-1-9 0,-5-4-2 15,0-1-6-15,1-1 8 0,-4-1 0 16,-1-2-19-16,2-1 32 0,-1 0-6 0,1-2-6 15,-2 2-3-15,2-5-4 0,-3 3-9 0,1 1 24 16,-2-3 2-16,2-1-22 0,0-1 30 0,-2 0-38 16,0 0 29-16,0 0-15 0,13-13 10 15,-6-7 1-15,3 0-2 0,-2-1 6 0,-2-3-21 16,3-4 35-16,-2-1-14 0,-1-4 4 16,-4 3 2-16,4-3-3 0,-1 0-2 0,0-1 5 15,-3 2 2-15,5 5-4 0,-4 1 10 0,-2 8-4 16,-1 3-6-16,0 3-7 0,2 4 12 15,-2-1 7-15,0 2-21 0,1 2-6 0,-1-1-4 16,0 0-9-16,0 3-34 0,0-1-33 16,0 4 0-16,0 0 6 0,0 0-62 0,10-3-51 15,-10 3-43-15,1 3-121 0,2 1 23 16,0-1-21-16,-2 5-25 0</inkml:trace>
  <inkml:trace contextRef="#ctx0" brushRef="#br0" timeOffset="29932.48">1836-375 418 0,'-2'-2'188'0,"-2"-4"-1"0,1 2-35 15,-1 1-4-15,4-2-35 0,-2 0-20 0,-1 0 13 16,6 0-4-16,-1 2-59 0,1 0 0 0,1-3 34 16,-1 2-23-16,2 1-36 0,0 0 6 0,0 0 17 15,1 2-16-15,0-3 0 0,0 6-38 16,-2-2 37-16,-1 2-6 0,2-1-7 0,1 2-2 16,-2 3 21-16,-1-2-29 0,-3 3 10 15,2 1-13-15,1 2 4 0,-3-2 10 0,0 2-13 16,0 1-17-16,0 5 23 0,-18 21 23 0,10-17-15 15,1-6 2-15,-2 2-14 0,3-1-6 16,-4 3 13-16,-2-2 5 0,1 2-6 16,1-7 11-16,5-2 10 0,-2-2-11 0,2-1 1 15,5 4-2-15,-5-7 12 0,1 0-22 0,3 1 7 16,-2-1-10-16,3-2 22 0,0 3-5 0,-3 0-27 16,1-3 39-16,2 0-10 0,0-1-6 0,0 0-18 15,0 0 19-15,13 1 7 0,-4-1 5 16,11-3-23-16,4-6 19 0,0 0 3 0,1 2-6 15,4-4 1-15,1 2 2 0,6-7 1 16,-3 4-9-16,3-4-9 0,-2 2 10 16,1 1 6-16,-1 1-8 0,2-1-5 0,0 0 1 15,-2 2-5-15,-5 0 8 0,0 4-11 0,-5-2 6 16,-8 4 7-16,-5-1-14 0,1 3 5 16,-5 0-1-16,0 3 2 0,-2 0-23 0,-1-3-31 15,-4 3-61-15,-4 3 11 0,-5 9-314 0,-15 3 29 16,-6 0 22-16,-2 6 48 0,-10-3-6 15,-5 1 7-15</inkml:trace>
  <inkml:trace contextRef="#ctx0" brushRef="#br0" timeOffset="-10982.083">1473 1746 264 0,'0'-19'93'0,"-18"19"-11"0,18 0 33 0,0 0-9 15,0 0 4-15,0-19-18 0,0 19 2 16,0 0 32-16,-30-22 10 0,30 21-46 0,-2-2 3 16,-1 2 20-16,3 1-3 0,0-2-1 0,0 2-19 15,-1 0-6-15,1 0-14 0,0-4 4 16,-1 4-20-16,1-2 10 0,0 2-26 0,-3 0 12 16,2 0-15-16,1 0 0 0,0 0-9 15,-2 0 6-15,2 0-2 0,0 0-3 0,0-1-8 16,0 1 6-16,0 1-5 0,0-1-22 15,2 0 2-15,-2 2 9 0,0 2-3 0,0-4 13 16,1 0-23-16,2 2 16 0,-1-1 5 16,3 3-6-16,0-1-7 0,-2 0-4 0,2 1 7 15,1 1-16-15,-2-1 18 0,10 8 2 0,-1-3-12 16,4 1 5-16,-3-2-7 0,-3-2 11 16,2 6-6-16,4-1 4 0,1 0-11 0,-3 0 7 15,3-1-3-15,-2-1 2 0,4 4 0 0,-1-4 5 16,-1 5-10-16,-2-4-6 0,-3-2 20 0,4 3-10 15,-1-1 5-15,-1 0-19 0,-3-4 20 16,3 4 2-16,-4-1 2 0,0-4-8 0,-4 0 5 16,0-4-5-16,0 4-6 0,-2 0 11 0,2-4-5 15,-3 3 1-15,0 0 3 0,1-3 0 0,-1 2-17 16,1-1 2-16,-2 0 7 0,0 4-5 16,-1-6 14-16,4 0-2 0,-2 4-12 15,-1-2-3-15,-3 2 13 0,5-4 2 0,-2 1 2 16,0-1-7-16,-2 0 9 0,-1 0-1 15,0 1-15-15,4-1 5 0,-4 2 9 0,2-2 2 16,-2 2 3-16,2-2 3 0,0 0-5 0,-2 4 3 16,1-4 4-16,1 0 3 0,0 1 0 0,0-1-1 15,-2 0 0-15,0 0-8 0,0 0 0 16,0 0-19-16,0 0 23 0,0 0-2 0,0 0-20 16,0 0 17-16,0-10 2 0,0 6 2 0,0 1-16 15,-2-1 10-15,2 1-12 0,-2-2 9 16,2-1-2-16,2-2-8 0,-2 2 3 0,0 0 9 15,0 6-5-15,0-19 2 0,0-2-10 16,14-27 6-16,-10 20-7 0,0 1-5 0,2-5 15 16,-1 7 2-16,2-3-3 0,1 1 8 15,-3-1-10-15,0 3 12 0,5 1-23 0,-3-1 18 0,-2 1-3 16,-4 1-10-16,6 1 2 0,0 0 10 16,-1 6-3-16,-2 3-15 0,4-7 11 15,-2 8-7-15,-2 0 20 0,-3 2-14 0,5 3 2 16,-4 0 6-16,-2 1 3 0,3 1-9 0,-2 0 2 15,1 0-1-15,-2 0 7 0,4 2-2 16,-4 0-6-16,0-2-1 0,1 1-1 0,-1 4-12 16,3-3 11-16,-3-1 14 0,1 1-11 0,-1 2 9 15,2-1-25-15,-1 0 14 0,-1 0 2 16,0-1-13-16,3 2 2 0,-2 1 12 16,1-4 3-16,-2 4 1 0,0 0-4 0,0 0 7 15,0 0-3-15,0 0-20 0,0 0 21 0,0 0 1 16,0 0-12-16,0 0 12 0,0 0-7 0,0 0 4 15,4-15 6-15,-6 14-2 0,2 1-9 16,0-1 1-16,0 1 8 0,2-3 0 16,-2 3-25-16,0 0 10 0,0 0-12 0,0-1-49 15,-4 1-24-15,-2 0 10 0,2 1-169 16,-4 2-144-16,-13 3 24 0,-1 0 26 0,-4 4 19 16,-7-1 22-16,-3-3-26 0</inkml:trace>
  <inkml:trace contextRef="#ctx0" brushRef="#br0" timeOffset="-7673.064">102 2156 212 0,'0'0'60'16,"0"0"21"-16,0 0-31 0,0 0-28 0,-18 0 26 16,18 18 26-16,0-18-56 0,0 0 27 15,0 0-13-15,0 0 9 0,0 0-22 0,0 0 18 16,0 0-2-16,0 16 29 0,0-16-23 15,-35 20-42-15,33-20 16 0,0 0 26 0,2 3-40 16,-3-2 9-16,1-1-8 0,2 3 18 16,-2-3-14-16,2 1 38 0,2-1-5 0,-4-1-6 15,2 1-2-15,0-3-11 0,4 2-2 0,-2-2 33 16,-1-1-8-16,3-2-2 0,-2 0-27 0,3 0-2 16,2-10 1-16,4-1 1 0,-1-3 20 15,-1 3-3-15,4-1-2 0,-5-2-16 0,2 2 5 16,2 2-3-16,-5 3-1 0,0-4 7 15,2 1-15-15,-3 4 0 0,-2-2-2 0,2 4 26 16,-2 1-17-16,-2 0 0 0,3 3-26 0,-5 1 62 16,4-1-32-16,-3 1 16 0,0-2 2 0,1 4-15 15,2-4-7-15,-4 4-33 0,1-1 29 16,2 1 9-16,-2 0 0 0,-1-1-11 0,0-1-20 16,2 2 29-16,1 0-10 0,-2 2-21 0,0-4 40 15,-1 2-9-15,0 2-10 0,2 0-2 0,-2-3-28 16,0 0 43-16,2 3-14 0,-2-2-4 15,0-1-35-15,2 2 58 0,-2-2-21 16,0 4 6-16,0-2-2 0,0 1-41 0,1-2 42 16,2 2-1-16,-3 1 0 0,0-3-1 0,0 3 10 15,0 0-36-15,0-2 25 0,0 2 6 16,1 0-9-16,-1 0-3 0,0 0-20 16,0 0-15-16,0 0 13 0,0 0 6 0,0 0 35 15,0 0-4-15,0 0-33 0,0 0 0 16,0 0 9-16,2-5 23 0,-2 5 2 0,1 0 12 15,2 1-15-15,-3 2 1 0,1-2 4 16,1-1-17-16,0 0-24 0,0 2 15 0,-1-2-13 16,3 4 31-16,-1 0 2 0,1-2-9 0,-1 2 24 15,1 0 0-15,1-2-55 0,0 2 41 0,-3 0 15 16,4 0-34-16,-1 0 11 0,1 3-13 16,-1-4-23-16,9 9 33 0,-2-5 0 15,-1 3 16-15,3 2-29 0,-1-6 36 0,-1 0-5 16,4 4-24-16,0-1 13 0,0-1-8 0,2 0 6 15,-4 1-2-15,5 0 8 0,-1-2-1 16,-3-2-2-16,1 4-18 0,2-2-13 0,-1 0 41 16,-5-1-9-16,1-2-10 0,-1-2-24 0,-2 2 10 15,-2 0 21-15,11 2-9 0,-1-1-11 16,-6 0-5-16,-5-2 11 0,4 2 9 0,-1-4-18 16,-3 2 47-16,0 0-19 0,-2 1-3 0,3-2-3 15,-2 2-31-15,-1 0 39 0,1-4 8 16,-1 2-18-16,1 2 24 0,-3-1-55 0,2 0 39 15,-1-2-4-15,-1 2 23 0,1 0-13 0,-3 0-31 16,4-2 24-16,-3-1 25 0,2 2-10 16,-2 0-17-16,2-2 7 0,-3 2 10 0,1-2 12 15,2 3 18-15,-3-3-5 0,1 2-6 16,0-2 1-16,0 0 3 0,-1 1-20 0,-1-1 11 16,4 0-5-16,-4 0-8 0,0 0-10 0,2 0 7 15,-2 2-2-15,0-2 1 0,0 1-12 16,4-1-15-16,-4 0 16 0,0 0 12 0,0 0-3 15,0 0-12-15,0 0 10 0,0 3 0 0,0-3 3 16,0 0-19-16,0 0 15 0,1 0-1 0,-1-3-4 16,0 6-1-16,0-3 10 0,1 0-11 15,2 0 3-15,-3 0 2 0,0 0-9 0,2 0 1 16,-2 0-17-16,0 0 7 0,0 3 13 16,-2-6-8-16,4 6-8 0,-2-6 0 0,0 6-16 15,0-3-15-15,0 0-19 0,-2 0-38 0,2 1 8 16,-3-1-86-16,2 0-87 0,0 0 21 15,-3 0 18-15,2-1 17 0,-2-2-172 0,-1 0 22 16,-1 0-13-16</inkml:trace>
  <inkml:trace contextRef="#ctx0" brushRef="#br0" timeOffset="37205.715">4248 1925 385 0,'-6'2'154'0,"1"-2"-14"0,-1 0-45 16,4 0 27-16,0 0-21 0,2 2-19 15,0-4 0-15,2 2-39 0,0 0 34 16,4-2-10-16,3 1-29 0,0 1 32 0,14-7-21 16,3 1-2-16,2-1-41 0,-2-2 24 15,3-2-11-15,4 2-2 0,1-4-2 0,3 0-25 16,-4 0 1-16,6 2-39 0,-10-2-27 0,1 2 17 15,4-5-52-15,-4 2 11 0,-1-1-83 16,-7-1-95-16,2 3-38 0</inkml:trace>
  <inkml:trace contextRef="#ctx0" brushRef="#br0" timeOffset="36914.638">4491 1634 251 0,'0'-20'240'0,"0"20"-5"0,0 0-13 0,-16-41-23 15,16 38-18-15,-2-6-1 0,2 4-9 0,-1-1-3 16,2 0-24-16,-2-1 12 0,1 7-2 16,0 0-22-16,0 0-11 0,0-7-2 0,0 7-38 15,0 0-8-15,0-11-4 0,0 11-17 0,0 0-8 16,0 0-6-16,0-7 1 0,0 7 19 16,-15-10-28-16,15 13 9 0,0-2-8 0,-2 1-16 15,2 5-8-15,0-3 24 0,0 3-21 16,-1 3 9-16,1-2 7 0,0 1-16 0,0 1 18 15,0 7-30-15,0 0 2 0,0 2 13 16,0 1-4-16,0 0 6 0,0-4-3 16,0 4-4-16,0-1 12 0,0-3-16 0,0-1-10 15,15 22-7-15,-12-19 30 0,-2-3-21 0,-1-3 1 16,0 0 10-16,0-2-7 0,6 13-3 0,-6-23 12 16,0 15-24-16,0-4 33 0,0 3-19 15,0-2-6-15,0 0 8 0,0-5 5 0,0 3-12 0,0-2 19 16,0 2-22-16,0 0 29 0,0-3-19 15,0 2 14-15,0-9-17 0,0 10-3 0,0-1-6 16,0-9 8-16,0 10 1 0,0 0-2 16,0-10 16-16,0 12-14 0,0-3 0 0,0-9-8 15,0 10 24-15,0-10-14 0,0 10-6 0,0-10 20 16,0 10 2-16,0-10-24 0,0 10 1 16,0-10-8-16,0 10 22 0,0-10 6 15,0 7-13-15,7 5 10 0,-3-6-15 0,-3-3 18 16,2-2-5-16,1 1-7 0,2 2 14 0,-1-4-16 15,2 3-10-15,-2-2 11 0,2 1-23 16,0-2 4-16,-7 0-4 0,0 0-9 0,13 0-8 16,3 0-6-16,17-19-8 0,-11 15-10 15,-3-5 3-15,-1-3-48 0,-1 5-15 0,-5-3 37 16,3 0-41-16,-4 3 13 0,6-5-46 0,-9 6-39 16,-3-4-58-16,-2 4 17 0,3-2 20 15,-4 6 19-15,-2 2-148 0,0 0 7 0,0 0-15 16</inkml:trace>
  <inkml:trace contextRef="#ctx0" brushRef="#br0" timeOffset="37702.722">4876 1512 397 0,'0'-6'219'0,"-5"2"3"16,1-3-48-16,1 0-6 0,-1 2-3 15,-2-2-26-15,3 2-10 0,-2 1 1 0,1 0-23 16,0 1-13-16,0 0-25 0,-1 3 11 16,3-4-22-16,0 2 7 0,-2 2-14 0,3 2-13 15,-2 2 3-15,2 2 0 0,-1 1-12 0,0 3-21 16,2-2 17-16,5 12-2 0,-5-6-2 16,0 5-3-16,0 3-4 0,10 31 1 0,-8-24-3 15,3-1-15-15,0 4 22 0,2-3-4 16,-6-2-5-16,3 3 9 0,-1 2-3 0,5-6-21 15,-6-3 16-15,1-5-9 0,1 3 5 0,-3-3-8 16,3-7 7-16,-4 1-4 0,2-6 8 0,0 4-4 16,0-6 6-16,-1 2-8 0,0-2 15 15,2-1-6-15,-1 1 2 0,-2-4 7 0,0 0-2 16,0-1-17-16,0-5-7 0,0 3 2 0,0-6-2 16,4 3-22-16,4-14 25 0,-3 0-12 15,2 1 6-15,3-1-25 0,4 5 19 0,-2 1-6 16,-1-2-2-16,1 1 7 0,2 2-2 0,0 0-1 15,-3 5 10-15,0 2-36 0,-3 2 14 0,2 2 18 16,-3 1-15-16,1-2-8 0,-8 3 29 16,0 0-9-16,11 0-6 0,-3 0 11 0,14 20 25 15,-5-8-19-15,-9 4-9 0,0-3 0 16,-2 5 7-16,3-2-1 0,-3-1-1 0,1 5 20 16,-2 0-11-16,1 0-27 0,-3-3 29 0,2 3-7 15,-1-7 9-15,-1-1 10 0,0-4-15 16,-2 0-13-16,0-2-59 0,1 1 7 0,1 0-83 15,-3-5-82-15,1-1-122 0,-1-1 7 0,0 0 17 16,0 0 9-16</inkml:trace>
  <inkml:trace contextRef="#ctx0" brushRef="#br0" timeOffset="38577.438">5300 1915 285 0,'4'0'100'15,"3"0"-12"-15,-2-1-27 0,6-2 15 0,-4 3-17 16,0-6-9-16,11-2-15 0,1-1-17 16,-8 0-1-16,6-4 36 0,-9 6-37 0,0-2 29 15,-2 3-32-15,-1-2-17 0,-3 5 8 0,-2-6 6 16,0 2-1-16,0 7-1 0,0 0 25 15,0 0 9-15,0-8-4 0,0 8 8 0,-17-14-6 16,9 10-18-16,0 4-3 0,1 0-17 0,-4-2 1 16,2-2 57-16,0 7-5 0,-4-3-52 0,1 0 7 15,-4 0-1-15,-13 13-3 0,15-2 0 16,0 1-1-16,3-2 38 0,3 0-10 0,2-2-5 16,5 0-56-16,-3 2 25 0,3-1 1 15,1 1 27-15,0 0-4 0,0-2-2 0,0 6-15 16,16 17-1-16,-8-15-17 0,3-5 2 0,-4-1 13 15,10 1 0-15,-5-1 0 0,0-5 1 0,1 0 17 16,1-2-2-16,-2-3-1 0,-12 0-2 16,19 0-7-16,-1 0-2 0,29-19 18 0,-28 12 0 15,0-1-4-15,-2-3-51 0,-3-3 3 0,5-1 3 16,-5 1 3-16,2-4 29 0,-4 0-10 16,-1-1 26-16,3 5-4 0,-4-6 1 0,2 4-4 15,-4 7-1-15,2-3-2 0,-6 4-24 0,0 2 24 16,2 0-24-16,-2 1 6 0,-1 2 2 0,2 1 0 15,-1-2 20-15,-1 2-23 0,3 1 1 16,-1 1 2-16,-5 0 25 0,0 0-21 0,0 0-11 16,0 0 22-16,21 19 9 0,-19-11-12 15,12 8-3-15,-7 3-35 0,0-3 1 0,-2 2 4 16,1-8 2-16,-2 1 2 0,-1-5 2 0,1 3 3 16,-3-2 0-16,3-3 2 0,-1 2 1 15,-3-2 31-15,3 0 59 0,-2 0-34 0,-1-3-2 16,0 0 40-16,-1-2-31 0,1 1-3 0,0 0-10 15,-3-4 19-15,2 1-20 0,-1 0-2 0,-2-4-1 16,3 1-16-16,1-4 7 0,-3 0-15 16,6 4 9-16,-2-1 11 0,-1 7-31 0,0-10 13 15,0 1-8-15,0 0-14 0,0 9 22 16,20-32-8-16,-9 19-9 0,0 3-15 0,-3-1 33 16,1 6-22-16,7-6 15 0,-4 5-3 0,-1 3-24 15,1 0 5-15,1 3 10 0,-13 0 38 0,0 0-27 16,19 0 4-16,15 16-34 0,-25-7 14 15,6 5 26-15,-3-2-3 0,-5 2 1 0,1 1 12 16,-1 5 14-16,1-3-6 0,-5-1-8 0,1-4-1 16,-1 2 3-16,0-2-8 0,-2-3 20 15,-1 4 2-15,0-6-19 0,0 5 4 0,1-8 0 16,-1-4-22-16,0 0 14 0,0 12 9 0,0-5-6 16,0-7 0-16,0 10 4 0,0-10-4 0,0 10-23 15,0-10 13-15,0 12-13 0,0-12-33 16,0 0 2-16,0 0-63 0,0 0 10 0,0 10-213 15,0-14-68-15,0 0 25 0,-2-1 20 16,-1-2 12-16,-9-5 55 0</inkml:trace>
  <inkml:trace contextRef="#ctx0" brushRef="#br0" timeOffset="39702.16">4528 3189 322 0,'-19'18'123'0,"19"-18"21"16,0 0-19-16,0 0-18 0,0 0-4 0,0 17 14 15,0-17-12-15,-29 24 7 0,29-23-7 16,-1 2 21-16,1-2-26 0,-2-1-13 0,0 0-12 15,0-1 19-15,2-2-43 0,0-2 2 16,0 1 2-16,0-6-8 0,-4-12-2 16,4 9-6-16,0-7 0 0,0-2-36 0,18-33 24 15,-11 23 4-15,-2 1-27 0,4-3 5 0,-1 3-6 16,-1 4 2-16,4 0 18 0,-3 3-7 0,-1 4 8 16,3 8-1-16,-5-1-40 0,-2 4 12 15,1 2 4-15,1 0 15 0,-2 4-28 0,3-4 20 16,-2 7-4-16,1 0 16 0,-5 0 0 15,0 0-1-15,9 0-13 0,18 27-2 0,-12-13-7 16,2 3 11-16,-5 7-6 0,7-4 11 0,-5 1 1 16,3 6-10-16,-1-6-16 0,-2 4 8 15,-2-1 12-15,1-2-1 0,-1 1-5 0,4-2 7 16,-2-1-5-16,-1 0-17 0,-9-5 8 0,4 2-3 16,0-4 17-16,-2-1 2 0,-1-2-3 15,1-3-28-15,-1-1-5 0,-5 2-3 0,2-6-32 16,2 6 8-16,-3-6-44 0,0 4-30 0,-1-3-23 15,0-3-53-15,0 0-97 0,0 0-46 0,0 0 37 16,-20 13 36-16</inkml:trace>
  <inkml:trace contextRef="#ctx0" brushRef="#br0" timeOffset="40917.856">4579 3224 249 0,'-4'-1'207'0,"-4"-2"-58"0,4 2-16 16,0 1-14-16,-1-1-29 0,3 0 6 0,2 1-19 16,1-3-43-16,3-1 7 0,2 3 4 15,2 0 42-15,15-5-34 0,1-1 7 0,3 0-58 16,2 2 37-16,1-3 13 0,-2 2-36 0,6-4-7 16,5 0 13-16,-5 1-35 0,3 0 2 15,2-2 1-15,-2 1 1 0,3-2-46 0,-3 0 5 16,-4-3-31-16,1 3 24 0,2 0-14 15,-4 0 16-15,-1-5-4 0,0 7-2 0,-3-3-7 16,-4 0 59-16,-4 2-22 0,-3 3 12 0,-3-8 15 16,-7 9 22-16,-2-2-15 0,-5 5 42 0,0-2-5 15,0 1-5-15,0 5-3 0,0 0 59 16,0 0-25-16,-14-14-3 0,7 11 8 16,-1 2-45-16,0-1 34 0,1-2-15 0,-4 4-30 15,-7-6 42-15,18 6-15 0,-15 0-52 0,-1 0 42 16,3 0 17-16,-17 19-22 0,16-15-10 0,-2 8 2 15,-1 2 3-15,7 4-40 0,-1-6 45 16,6 2-39-16,1-2 6 0,0-1 19 0,0 2 6 16,4-2-17-16,0-2 16 0,0-9-4 15,0 0-8-15,0 12-12 0,0-3-12 0,17 20 32 16,-6-22-4-16,-2 3 11 0,-4-4-11 0,6 0-25 16,-4-6 29-16,0 3-20 0,-7-3 18 15,0 0-1-15,11 0-2 0,17-17-15 0,-12 5 10 16,-2-1 9-16,-2 1-38 0,-1-6 4 0,-4 3 42 15,-1 0 9-15,-1 0-7 0,-1-6-10 16,-2 5 39-16,-2-11-15 0,0 17 12 0,0-7-21 16,0-3-8-16,0-4 32 0,-18-24-15 0,12 27 4 15,-2-2 9-15,1 7 9 0,-1-6-11 16,0 4 9-16,2 9-4 0,-1-2-2 0,2 3 7 16,-1 0-8-16,3 3-7 0,1-1-9 15,0 2-2-15,1 2-20 0,-2-2-1 0,3 4 5 16,0 0 10-16,0 0-6 0,-1 4-5 0,1-1-3 15,0 3-17-15,1 1 9 0,2 0 7 0,-2 2-4 16,8 10 5-16,-5-3-5 0,4 3-19 16,0-3 14-16,2 1 3 0,-2-1 0 0,0 6-5 15,5-6-4-15,-5 1-3 0,0 1 17 0,0-1-5 16,-2-4-7-16,1-1-4 0,-2-5 9 16,2 3-6-16,-1-1 5 0,-2-4-9 0,-3 3-14 15,6-4 15-15,-6 3-4 0,4-5-7 0,1 6-19 16,-1-6 22-16,0 2-2 0,-2-2 1 15,2 2-20-15,2 0 29 0,-1-2-19 0,-2 1 14 16,3 0 7-16,-2-3-16 0,1 2 7 0,-2-2 8 16,1 1-10-16,2-1 21 0,-7 0-6 15,0 0 4-15,11 0-10 0,-11 0 6 0,30-16-2 16,-16 5-4-16,-3 1 6 0,2-7-13 0,2 5 6 16,-3-2 9-16,3 2-9 0,-5 3 5 15,-3-1-14-15,0 2 9 0,-1 1 14 0,0 1 0 16,5-8 10-16,-6 4-17 0,-2 0 2 0,1 2-19 15,-2 5 22-15,-2-3 14 0,1 3-10 16,2-1-6-16,-3 0 19 0,3-1-5 0,-3 2 5 16,0 3-2-16,0 0 7 0,0 0-3 15,0 0 7-15,0 0-8 0,0-10-7 0,0 10 12 16,0 0-5-16,0-9-5 0,0 9 1 0,0 0-4 16,0-10-9-16,-14 2 7 0,8 6 6 0,5 2-9 15,-2-1-3-15,0 1 8 0,2-3 5 16,1 3-19-16,-4 0-4 0,0 0 1 0,2 1-8 15,2 1 4-15,-2 2 11 0,-1-1 3 0,2 3-5 16,1-2-11-16,-2 6 18 0,-1-3-2 16,6 2-16-16,-3 0 6 0,0 4 3 0,0 4-12 15,0 6 10-15,14 27 3 0,-7-24-3 16,-2 3-9-16,2 0 2 0,-1-1 5 0,-2 1 6 16,3 1-12-16,-5-1 6 0,3 1 8 0,1-1-2 15,-4 0 0-15,2-1 11 0,-4-2-19 0,1-1 3 16,-1-13 19-16,0 2 6 0,0 2-5 15,-13 20 4-15,6-17 1 0,0 0-11 0,1-6 9 16,-5-3-6-16,-1 5-2 0,0-2 13 0,-5-3-11 16,3 4 3-16,1-11 8 0,-4 4-28 15,-2 2-5-15,1-6-4 0,4 0-9 0,2-3-21 16,-1 0-13-16,13 0-19 0,-16 0-27 0,4 0-16 16,-12-15 10-16,17 5-136 0,-5-1-65 0,6-10-79 15,0 1 23-15,6-3 32 0,0 9 17 16,0-7-26-16</inkml:trace>
  <inkml:trace contextRef="#ctx0" brushRef="#br0" timeOffset="41113.108">5480 2587 212 0,'-4'-4'271'15,"4"1"-88"-15,0-1-10 0,-2-1-5 0,4 4-51 16,-2-2-20-16,0 3-60 0,1-2 6 16,2 1-4-16,-2 2-96 0,3-1-67 0,-1 2-118 15,1 1-90-15,-2-2 57 0</inkml:trace>
  <inkml:trace contextRef="#ctx0" brushRef="#br0" timeOffset="41710.688">5877 2870 418 0,'2'0'192'0,"-2"0"-47"16,0 0 30-16,4 0-53 0,-7-1 3 0,3-2-46 15,-1 2 22-15,1 0-18 0,0-2 5 16,-2 3-3-16,2-1-7 0,0-2-12 0,-1 1-20 16,-2 1 2-16,3-3 14 0,-3 2-16 15,-1-1-13-15,3 2 10 0,-2 0-10 0,2-1-36 16,-2-1 4-16,-2 0 22 0,2 2 13 0,0 1-35 16,-2 0 20-16,-1 0-13 0,1 1 11 15,2 5-19-15,-3-3 13 0,1 1-26 0,-8 9 13 16,2-2 17-16,3-3-20 0,3 4 13 15,1-2 6-15,-5 7 4 0,5-2-12 0,-3-2 9 16,6-3-23-16,-2 2-20 0,2-5 10 0,1-7 6 16,0 9-4-16,0-9 8 0,0 13-8 15,0-3-30-15,0-10 30 0,15 20 0 0,-12-14-17 16,4-3-8-16,-2 2 25 0,2-2 5 0,0-1-12 16,1-2-7-16,0 0 4 0,-1-1 28 15,-7 1 9-15,0 0-34 0,36-15 41 0,-25 5-15 16,-3 3-42-16,-2-2 39 0,1 2 26 0,-3-5-32 15,-3 5 15-15,3-3-9 0,-2 4 15 16,-2-4 17-16,1 2 1 0,2 0 9 0,-2 2-10 16,0 0 11-16,-1 0-28 0,0 1 11 0,0 0 0 15,2 1 3-15,1-1-7 0,-3 4-6 16,1 0-15-16,-1 1 28 0,0 0-13 0,0 0-3 16,5-6-15-16,-3 12-4 0,-2-4 11 15,4 3 3-15,-3-1-1 0,5 1-3 0,-2 1 2 16,0-1-16-16,13 10-11 0,-4-2-24 0,5-2 4 15,-5-4-84-15,4 2-16 0,0-7-68 16,-5 1-135-16,1-3 24 0,-13 0 17 0,11 0-7 16</inkml:trace>
  <inkml:trace contextRef="#ctx0" brushRef="#br0" timeOffset="42573.234">6195 2773 400 0,'-22'7'116'0,"10"-1"-16"0,-1 0 3 16,-1 9-12-16,2-4-10 0,1 5-14 0,3 0-7 16,2-2-30-16,2 1 1 0,3-4-2 0,1 7-6 15,0-18-27-15,0 8-1 0,0 6 2 16,16 22 14-16,-7-23-3 0,-3-4 0 0,4 1 0 15,5 2 30-15,-2-4-2 0,-1-5-12 16,3 1 4-16,-2-3-5 0,-1-1-12 0,0 0-18 16,6 0 1-16,32-15 1 0,-30 5 0 15,4-1 40-15,-5 0-10 0,4-2-3 0,-6 0-2 16,-2-3-10-16,1 3 7 0,-2-1-2 0,-1-4-2 16,-7 6-8-16,0 4 23 0,-2-3-3 15,-1 3-8-15,0-1 9 0,-2 2-21 0,-1 7 5 16,0 0 46-16,0-10-26 0,0 10-16 0,0-9-20 15,-17-2 29-15,13 6 5 0,-1 3 1 0,-1 2-49 16,-1 0 30-16,-2 2-23 0,3-1 22 16,1 3 10-16,-9 7 11 0,3-2-22 0,-1 5 5 15,3-1-13-15,5-3 4 0,4 1-1 16,0-11 4-16,0 10-15 0,0-3-7 0,0 1-12 16,0 1 55-16,0-9-30 0,0 10 9 15,15 6-32-15,-10-11 43 0,3-2 9 0,-1-1-26 16,1 0-2-16,-1-2 2 0,4-2 15 0,0 2-45 15,22-14 24-15,-10 3-13 0,-4 0 0 16,5 0 6-16,-2-5 16 0,-2 4 2 0,0-3 12 16,-2 4-2-16,-2-2-2 0,-2 3-15 0,2 4-20 15,-9 0 1-15,1-1 3 0,-2 5 25 16,-1 0 5-16,2 2 0 0,-3 0-3 0,-4 0-42 16,0 0 16-16,0 0 8 0,9 0 11 0,11 23 2 15,-16-9-3-15,-1-2-17 0,0 0-4 16,0-5 4-16,-1 2-4 0,0-2 29 0,1 1-23 15,-2 0 23-15,0-4-7 0,2 2 11 16,0-4 17-16,0 2-4 0,-2 1 12 0,-1-4 4 16,1-1-12-16,1 0 0 0,-2 0-2 0,0 0 19 15,0 0-29-15,0 0 2 0,5-18-20 16,-1 14-13-16,2-5 28 0,3-8 0 0,-3 4-25 16,1 1-15-16,-4 6 39 0,3-4-31 0,7-3 5 15,-5 5-8-15,-2 1 31 0,3 3-19 16,-3 3 38-16,1-4-63 0,-1 5 44 0,1 0-39 15,-3 0 11-15,3 0 26 0,-7 0 2 0,0 0-8 16,9 0 24-16,-9 0-39 0,22 14 15 16,-17-11-2-16,9 14-13 0,-2-1 24 0,-4-6-1 15,-5 1 3-15,8 5-1 0,-7-4-10 16,0-2 11-16,-2-1-8 0,3 0 22 0,-3-2-55 16,0 1 40-16,-2 0 5 0,3-4-30 15,-3 2 6-15,4-4 1 0,-1 3-13 0,-3-1 8 16,4-3 1-16,-2 0-71 0,2-1-33 0,-4 0-52 15,0 0-59-15,0 0-106 0,13-13 14 0,0-5 9 16</inkml:trace>
  <inkml:trace contextRef="#ctx0" brushRef="#br0" timeOffset="43435.749">7177 2664 333 0,'-10'3'160'0,"-3"10"-25"16,2 0-44-16,2 5-10 0,1-4-11 0,1 4 16 15,2-7-21-15,3 1-5 0,2 2-26 16,0-4-3-16,0 0 11 0,0-10-6 0,0 10-10 16,0-2 0-16,0 1 13 0,19 17-4 15,-12-15-4-15,2-3-9 0,-2-4 13 0,-1 2 8 16,1-3-18-16,3-3-5 0,-10 0-3 0,0 0-6 15,33-13-1-15,-11 5-16 0,-7-3 20 16,-1-1-1-16,2-2-1 0,-5-2-2 0,0 3-1 16,-2 1 5-16,-4 2 9 0,2-9-17 0,-2 6 38 15,-2 4-4-15,0-1 0 0,-2 2-28 0,-1-1 21 16,0 2-17-16,2 2 14 0,-2 0 29 16,2 0 19-16,-2 2-19 0,0 0 0 0,2-1-13 15,-2 1-3-15,0-3-12 0,0 5-14 16,0-1 18-16,0 2-8 0,0 0-24 0,0 0 2 15,0 0 16-15,0 0-5 0,0 0-2 0,7 16-3 16,-6-10 15-16,3-3-20 0,0 4-11 16,-1-2 13-16,1 1 12 0,2-2-20 0,-2 0 7 15,4-2 4-15,-4 2-4 0,6-3-3 0,-3-1 1 16,2 0 5-16,-9 0-7 0,0 0 1 16,17 0-4-16,17-21 8 0,-17 11-25 0,1-1 13 15,-6-3 13-15,0 0 2 0,1-2-27 16,-5 1 21-16,2 3 11 0,-8 2-5 0,2 0 28 15,-1 2-6-15,-3 3 17 0,4-1-13 0,-2-2 22 16,-1 6-10-16,-1-4-18 0,0 3 2 16,3-2-11-16,-2 3-2 0,-1 0 4 0,4 1-6 15,-4-2 2-15,0 1-11 0,0 2 3 16,0 0-6-16,0 0 0 0,0 0 14 0,4 16-7 16,-4-10-9-16,3 0 14 0,-1 1-8 15,-1 2-7-15,3 12-1 0,-1-3 5 0,1 4 5 16,0-1-4-16,-3-2-3 0,4 1 4 0,-1 0-12 15,1 2-1-15,-1-2 18 0,-2-3-19 16,-1 1 9-16,7-1-6 0,-6-1 8 0,-1-2-11 16,-1-2-3-16,1-3 6 0,2 1-1 15,-3-1 3-15,0 2-4 0,0-11 12 0,0 0-12 16,0 9 20-16,0 0-7 0,0 1 10 16,0-10 11-16,0 11-21 0,0-3 10 0,-23 19 2 15,9-15-8-15,2-2 27 0,-1-2 5 0,1 0-26 16,-6 2 22-16,2-3-19 0,-1-2 23 0,5 0-22 15,2 0 22-15,2-5-6 0,-6 2-2 16,6 1-9-16,1-2 24 0,-3 2-46 0,3 0 35 16,2-3-33-16,-3 1-18 0,-1 1 22 0,5-1-4 15,0 2-6-15,-1-3-11 0,2 0 1 16,-1 4-6-16,0-4-44 0,2 0-2 0,-2 0-20 16,4 0-5-16,0-4-36 0,4 4-19 15,2-4 13-15,1 1-98 0,6-6-41 0,9-3-112 16,-2-1 27-16,2 0 24 0,-4 0-6 0,1-4 18 15,-1 5-23-15</inkml:trace>
  <inkml:trace contextRef="#ctx0" brushRef="#br0" timeOffset="44115.572">7918 2562 451 0,'-1'-6'283'0,"1"1"-44"0,0 0-37 16,0 1-23-16,0 3-23 0,0-2-36 16,0-1-7-16,0 4-3 0,0-2-7 0,0 4-36 15,0 0 3-15,0 3-3 0,0 0-4 0,0 1-20 16,0 2 6-16,0-1-6 0,0 2 0 15,1 1-1-15,-2-3-7 0,1 6 3 0,0 0-12 16,0-1-8-16,0-1 7 0,0-1-15 0,0-10 13 16,0 8 9-16,0-8-10 0,0 10-2 15,0-10 8-15,0 0-20 0,0 7 9 0,0-7 3 16,2 9-17-16,-3-9 3 0,0-5-14 0,1 0-10 16,0 1 7-16,0-4-23 0,1 0 9 15,0-1 14-15,9-11-15 0,-4 2 1 0,0 2 5 16,0 6-9-16,-2 0 10 0,2 1-12 0,-1 5 9 15,-1-2-11-15,2 3 28 0,-4-2-36 16,4 1 26-16,1 4 4 0,-2 0 16 0,5 0-26 16,-10 0 18-16,0 0-19 0,0 0 12 15,12 0 4-15,-3 0 14 0,7 12-10 0,-10-6 11 16,0-4 9-16,-3 1-20 0,3-1 9 0,-5 2-32 16,7-2 15-16,-5 1 21 0,1 1 2 15,2-3-24-15,-5-1 24 0,3 0-3 0,-2 0-6 16,-2 0-1-16,0 0 2 0,0 0-13 0,0 0-10 15,2-14 26-15,1 11-18 0,-3-5 3 16,1 4-25-16,4-2 23 0,-4 2 8 0,0-4-5 16,3 5-14-16,2-3-3 0,-2 2 21 0,10-10-1 15,-2 8-11-15,-3 2-2 0,2-2 16 16,-3 2-11-16,1 4-5 0,-3 0-2 0,1 0 18 16,-2 0 8-16,-5 0-20 0,0 0 10 15,0 0 4-15,31 22-7 0,-25-4-14 0,3 1 8 16,0 2 23-16,1-2-12 0,1-3 1 0,-4 3 23 15,-2-4-19-15,1-4 1 0,-2-2-12 0,3-1-16 16,-6 0-2-16,3-3-33 0,0 1 6 16,-1-2-46-16,3 0-44 0,-5-3-81 0,6-1 18 15,-7 0 17-15,0 0-127 0,0 0 12 16</inkml:trace>
  <inkml:trace contextRef="#ctx0" brushRef="#br0" timeOffset="45248.698">8530 2460 616 0,'0'-5'185'0,"-3"4"4"0,-2-1-38 0,1 1-4 16,1-2-37-16,-3 1 12 0,1 2-13 0,-2 0-12 15,-3 2-1-15,4-1-48 0,-3 4 7 0,4-4 1 16,-12 14 15-16,4-2-27 0,0 3-3 15,4-6-11-15,0 0 13 0,4-2 0 0,1 1-30 16,2 3 2-16,1-6 3 0,1 2 4 0,0 0 0 16,0-8-12-16,0 0 1 0,0 0-31 15,0 7 34-15,18 5 4 0,-15-10-7 0,2-2-12 16,2 1 14-16,-2-2-28 0,2 1-18 16,-1-2-6-16,-1-1 27 0,2-2 16 0,-1 1-18 15,1 0-3-15,-3 1 2 0,4-2-6 0,-3 4 2 16,1-3 35-16,-2 2-23 0,-1-2 19 0,2 1-28 15,1 0 30-15,-2 3-47 0,-1-4 18 16,1 4 1-16,-1 0 14 0,2 0-8 0,-5 0-24 16,0 0 32-16,0 0-8 0,10 0 12 15,-10 0 14-15,9 0-32 0,-9 0 9 0,22 14 0 16,-16-12-20-16,2-1 18 0,-1 0 3 0,-7-1 13 16,0 0-23-16,11 0 19 0,5 0-5 0,12-20 9 15,-18 14-10-15,2-5-13 0,2-5 43 16,-2 0-38-16,-2 4 33 0,-3-5 16 15,-2-5-10-15,2 6-2 0,-2-1 16 0,-5 5 13 16,0-6 4-16,0 6-11 0,0 0 1 0,0-4 2 16,0-1-8-16,-16-27 8 0,8 24-5 0,2-3-2 15,-3 5 18-15,3 5-22 0,2-1-1 16,-2 4 2-16,1 2 12 0,1 1-3 0,1-2-26 16,0 6 0-16,1-1-7 0,2 0-2 15,-5 1 12-15,5-4-17 0,-2 7 1 0,2 0 7 16,0 0 3-16,0 0-20 0,0 0-12 0,-9 20 11 15,12-10 4-15,-7 13-1 0,4-11-11 16,0 6 4-16,0 6 9 0,0-1-4 0,0 0 4 16,0-2 10-16,18 25-16 0,-14-24-1 15,3 0 8-15,-2 1-12 0,4-3 6 0,0 2 0 16,0 1 0-16,-3-11-4 0,4 6 8 0,0-8-20 16,-1-1 14-16,-3-1-14 0,-1 0 0 15,2-2 5-15,0 0-16 0,0-5 7 0,0 1 6 16,-2 1-1-16,5-3-1 0,-10 0 2 15,0 0-18-15,10 0 7 0,18-16-4 0,-14 3 4 16,1 0-6-16,-8 4-2 0,-1-1 16 16,1 4-5-16,-2-4-13 0,-2 4 13 0,1-1-8 15,-3 0 7-15,1-1-15 0,0 3 20 0,-2-1-15 16,0 3 18-16,0-2 16 0,2 1-15 0,-2 0-13 16,0 2-3-16,0-2 9 0,1 4 2 15,-1 0 0-15,0 0 17 0,0 0-5 0,0 0-5 16,3 10-26-16,-3-4 29 0,1-2-14 0,-1-1 8 15,2 5 7-15,-1-4-15 0,2 2 21 16,2 1-25-16,-5 0 25 0,7-1-24 0,-4 0 4 16,1 0 16-16,10 6-6 0,-7-7 16 0,2 1 4 15,-3-3-27-15,1-3 20 0,-7 0 0 16,0 0-22-16,11 0 6 0,20-14 11 0,-13 6 12 16,0-2 7-16,0 2-20 0,-6-6 19 0,1 7-29 15,-5-3 16-15,6-6-8 0,1 4 6 16,-8 2 2-16,-2 0 10 0,1 3-6 0,1-1-19 15,-7-1 2-15,1 4 26 0,-1-1 4 0,1 0-18 16,-1-1 0-16,0 1 8 0,0 2-7 16,0-1-4-16,0 1 1 0,0 4-12 0,0 0 24 15,0 0-20-15,0 0 0 0,0 0-28 0,0-7 11 16,-1 11 21-16,2-3-6 0,2 4 3 16,-3 0 8-16,0 0 1 0,3 0-11 0,1 3-14 15,-4-2 28-15,3 1 13 0,2-2-30 0,-1 4 6 16,2-4 8-16,-3 1 1 0,12 10-34 15,-3-9 25-15,-4 3-14 0,2-8 30 0,-3 2 4 16,1-1 2-16,2 0-36 0,-3-3-3 0,-7 0-48 16,0 0-3-16,8 0 7 0,21-15-113 15,-22 2-97-15,-3 2 22 0,4-6 18 0,-4 0-70 16,-4 17 10-16</inkml:trace>
  <inkml:trace contextRef="#ctx0" brushRef="#br0" timeOffset="45587.622">8481 2293 359 0,'-5'4'187'0,"1"-2"-3"16,4-2-49-16,3 0-24 0,1-1-21 15,2 0-10-15,20-8-106 0,-1-6-113 0,6 3-138 16,4-4 9-16</inkml:trace>
  <inkml:trace contextRef="#ctx0" brushRef="#br0" timeOffset="45414.592">8919 2126 695 0,'-9'0'229'0,"2"0"-37"15,-2 0-38-15,5 0-13 0,-3-1-9 16,3 1-29-16,2-2-50 0,-3 2-17 0,5-1-28 16,3-1-1-16,0-3-118 0,9-6-85 0,-1 1-101 15,3-6 0-15,4 3-8 0,-7 3-5 16</inkml:trace>
  <inkml:trace contextRef="#ctx0" brushRef="#br0" timeOffset="46276.74">9299 2088 280 0,'5'0'159'0,"1"2"7"16,1-1-24-16,-2 3-66 0,3-1-3 16,9 7 9-16,-2 0-2 0,0 1-8 0,-1 5-10 15,-3-6-7-15,1 5-3 0,1 5 14 0,-6-4-26 16,2 1-10-16,-6-2 9 0,-2 0-20 15,-1-1 46-15,0-4-11 0,0-10-35 0,0 11 25 16,0 4 9-16,0 0 0 0,-15 12-16 0,8-9-10 16,-1-7-15-16,4-2 31 0,-2-1-22 15,1 0 4-15,5-1 21 0,-6-3-27 0,5 2 1 16,-2 0-13-16,1-3-6 0,0 1 37 16,2-1-15-16,-3-3 2 0,2 2 1 0,1 0-23 15,-1-2-12-15,1 0-20 0,1-4-21 16,3-3 31-16,9-8-7 0,0-2 16 0,0-5-4 15,-1-4 2-15,5 3-66 0,-1-1 18 0,1-7 5 16,0 2 6-16,-3 1 11 0,7 2-1 16,-9 1 4-16,1 1 22 0,-4 4 2 0,2 3 1 15,-5-1 18-15,-1 3 23 0,2 5 19 0,-6 5-22 16,4 0 5-16,-4-1-23 0,0 0 40 0,2 6-18 16,-2-4 3-16,-1 1 7 0,0 2-3 15,2-1-13-15,1 2-3 0,-3-3-7 16,0 3-11-16,-3 3 24 0,1-1-15 0,-2 6-3 15,2-5-10-15,0 6-16 0,-2-2 20 16,3 1-1-16,-5 12 6 0,1-3 6 0,5-3-8 16,0-2-10-16,-4 0-9 0,4-12 16 0,0 10-8 15,0 0 4-15,0 7-2 0,20 17-12 16,-7-18-11-16,-4-3 36 0,8 5 2 0,-5-4 10 16,0-3-3-16,2 0 6 0,3-1-10 0,-5-1-6 15,0-4 15-15,-3-2 12 0,0 3-9 16,0-4 17-16,0 0-4 0,-2 1-7 0,-1 0-3 15,2-2-16-15,-1-1 20 0,-2 1-8 0,3 2 2 16,1-3 0-16,-4 1-8 0,-2-1 0 0,5 0-4 16,-1 4 3-16,-4-4-5 0,-3 0-4 15,0 0-2-15,0 0-9 0,0 0-44 0,11 0-25 16,-11 0-38-16,0 0 10 0,0 0-259 16,18-16-15-16,-18 13 43 0,-4 0 32 0,2-1-9 15,-5-3-9-15</inkml:trace>
  <inkml:trace contextRef="#ctx0" brushRef="#br0" timeOffset="47550.329">10202 2190 356 0,'-4'-6'267'0,"3"2"-65"0,1 1-31 16,-2-2-21-16,0 0-56 0,2 0-66 0,0 2-3 15,4-1-50-15,1-2-35 0,2 3-55 0,15-4-162 16,3-3 4-16,-11 6-44 0</inkml:trace>
  <inkml:trace contextRef="#ctx0" brushRef="#br0" timeOffset="47394.259">10239 2399 347 0,'0'6'196'0,"-4"-3"5"0,4-3-71 0,0 0 3 15,0 0-25-15,0 0-5 0,0 0 0 0,0 0-18 16,0 0-20-16,0 0-10 0,0 0 8 16,0 0-7-16,0 0-37 0,0 0 24 0,0 0 0 15,24-17-27-15,-23 10 22 0,3 0 17 16,0 1 13-16,-2-2-29 0,2-1 4 0,-1 0 11 15,-3 6 8-15,0-6-6 0,0 9-9 16,0 0 8-16,0-10-16 0,0 10 1 0,0-10-10 16,0 10 1-16,0-7-2 0,0 7-6 0,0 0 6 15,0 0-17-15,0-16 1 0,0 16-12 16,0 3 5-16,0 1-16 0,0-2 13 0,0 2 0 16,0 1-4-16,0 0-4 0,4 0-7 15,-4 1 6-15,1 3 20 0,3-4-32 0,4 15 7 16,1-7 10-16,2 3 11 0,0-4-35 15,1 5 18-15,-1-11-13 0,1 0 33 0,-2-2-26 16,1-4 0-16,-1 0 7 0,-10 0 8 0,18 0-7 16,-3 0-9-16,20-14 16 0,-15 4 0 15,-2 0-1-15,-1-1-4 0,-4-5 3 0,-1-1-2 16,1 1-9-16,-8 1 18 0,3 0-1 0,-4 4-12 16,1-3 4-16,-3 3 8 0,-2 2 10 15,0 1-16-15,0 8 28 0,0 0-6 0,0-12-17 16,0 3 3-16,-12-3 4 0,5 7-4 0,3 2 2 15,1-1 0-15,-1 2-10 0,-3 0-17 16,2 0 12-16,-2 4 11 0,3-1-14 0,0 2 3 16,-1 0 6-16,0 4-38 0,2-3 22 0,-1 5-12 15,3-3 4-15,-2 3 14 0,2 1 3 16,2-1-1-16,-1-9-11 0,0 15 7 0,0 0-6 16,23 21 16-16,-17-16-16 0,6-2 12 15,-1 0-29-15,0-2-1 0,-1 1 21 0,2 3 19 16,1-7 1-16,-2 5-7 0,1 2 0 0,-2-4-15 15,-2 1 17-15,-1-7-5 0,-3 5 1 0,1-8 10 16,1 2-18-16,-3 0 15 0,-3 1 14 16,4-4-32-16,-3 3 10 0,-1-9 2 0,0 0-31 15,0 8-8-15,-18 20 6 0,2-15-101 16,-6-6-127-16,-6 0 19 0,6-7 22 0,7 0-122 16,-6 0 32-16,-25-17 11 0</inkml:trace>
  <inkml:trace contextRef="#ctx0" brushRef="#br0" timeOffset="48320.492">11241 2436 424 0,'-6'0'199'16,"2"0"-75"-16,1-2 30 0,2 2-30 16,2-2-9-16,2 2-15 0,2 0-33 15,2-3 6-15,4 2-5 0,-1-2-62 0,15 0 30 16,2 3-4-16,-2-6-65 0,5 0-63 0,-8 2-34 15,3-4-174-15,1 1-9 0,-3 0 1 16</inkml:trace>
  <inkml:trace contextRef="#ctx0" brushRef="#br0" timeOffset="48113.638">11267 2159 395 0,'7'0'207'0,"-5"0"7"0,1 0-71 15,0 3 4-15,1 2-18 0,-4-2-23 16,4 4-1-16,-3 0-10 0,-1 2-35 0,0 20 16 16,5-3 8-16,-5-11-20 0,0 5-19 0,0 5-9 15,0 0 2-15,0 0-23 0,0 0 17 16,0-2-9-16,0 3 23 0,0-7-20 0,0-5-7 15,0 1 9-15,0-4 18 0,0-3-13 0,0-8 30 16,0 10 17-16,0-10-11 0,0 0-15 16,-17 10 4-16,17-13-13 0,0-3 0 0,-3 1-21 15,1-3 11-15,-1-16-13 0,-1-1-13 16,4-4-3-16,0-2 4 0,0 16 2 0,0-9-9 16,0-2-15-16,0 1 11 0,16-25 6 15,-10 26-18-15,1 6 14 0,-2 2 2 0,-2 6 2 16,1 2-2-16,-3-2-1 0,6 4-24 0,-1 2 20 15,1-2 4-15,-2 5 1 0,2-1-12 0,-2 2 10 16,-5 0-12-16,0 0 9 0,13 0-3 0,16 16-17 16,-11-5 25-16,-3 3-1 0,1 2-10 15,-2 6 15-15,4-5-6 0,-6 5 0 0,1-1 5 16,-1-3-4-16,-1 6-11 0,-4-5 12 0,2 2-5 16,-3 2 3-16,4-7-10 0,-8 6 11 15,1-1-6-15,3 0 10 0,-5 1 8 0,2-6-10 16,-1-6-2-16,-2-10-19 0,0 10 24 15,0-1-7-15,0 1-2 0,0-10-14 0,0 10-18 16,0-10-25-16,0 11-4 0,0-11 8 16,0 11-78-16,0-11-59 0,0 0-134 0,0 0-9 15,-8 13 26-15,4-15-9 0,-1-2 5 0</inkml:trace>
  <inkml:trace contextRef="#ctx0" brushRef="#br0" timeOffset="48639.684">11949 2098 241 0,'2'0'266'0,"-2"0"-42"0,0 0-44 16,0 0-22-16,5 0-45 0,-4 2 1 0,2-2-2 15,1 0-13-15,1 0-17 0,1 0-28 16,-1 0 21-16,4 0-7 0,-4 0-7 0,7 0-15 15,-1 1-5-15,-11-1-11 0,10 0 4 0,0 0-4 16,1 0-1-16,7 0-18 0,-1 0-11 16,-1 0-24-16,0 0-4 0,-2 0-28 0,-3 0 6 15,-1 0-59-15,-2 0-38 0,1 0-48 16,7-13 16-16,-7 13 14 0,-6 0-153 0,2-4 10 16</inkml:trace>
  <inkml:trace contextRef="#ctx0" brushRef="#br0" timeOffset="48958.282">12019 2329 650 0,'-2'3'215'0,"2"-2"-45"0,2-1-4 0,-2 0-25 15,5 1 7-15,2-1-33 0,-1 0-4 0,3-1-31 16,16 0-8-16,-14 1 8 0,6 0-20 16,25-14-14-16,-20 6 20 0,2 6-12 0,-2 0-2 15,-6-4-25-15,6 3 3 0,-1-5-30 0,-3 6-38 16,-2-1 4-16,-6 1-129 0,-2-2-82 16,-4 0-86-16,4 2 23 0,-6-2-1 0,1 3 5 15</inkml:trace>
  <inkml:trace contextRef="#ctx0" brushRef="#br0" timeOffset="60059.229">12969 2043 242 0,'-1'2'159'15,"-2"2"-26"-15,3-1-6 0,0 0-24 16,0-2 9-16,3 3-12 0,-2 3-51 16,2-4 51-16,1 1-36 0,0 3-20 0,0 0-9 15,6 12 9-15,4-4 5 0,-2 2-7 0,-1-3 4 16,1 0-25-16,-2-4-1 0,2 3 20 0,-5-3-40 16,-1 3 0-16,1-4 0 0,-2-3 30 15,2 0-13-15,-2 2-2 0,-2-5-2 0,3 1-23 16,-1 2 39-16,-1-3-22 0,3 0 35 15,-5-1 8-15,2 0 9 0,3 0 17 0,-7-2-44 16,0 0 31-16,0 0-1 0,0 0-4 0,18-19 2 16,-16 14-26-16,2-4 24 0,3-7-14 0,0-2-14 15,-1-2 18-15,-2 3-28 0,-4 3-7 16,3 0-6-16,1-6 13 0,-4 0-17 0,1 5 4 16,3 3-29-16,-2 3-20 0,0-1-7 0,2 4 4 15,1-4-67-15,0 6-28 0,7-12-36 16,-3 7-9-16,-5 0-64 0,4 5-79 0,-1 2-9 15,-2 1 33-15</inkml:trace>
  <inkml:trace contextRef="#ctx0" brushRef="#br0" timeOffset="60539.532">13378 2129 272 0,'1'0'217'0,"4"0"-57"0,1 0-21 15,-1-3-53-15,2 2 47 0,-1 1-29 16,2 0-27-16,-1 0 3 0,3 0 3 0,-2 0-31 16,-8 0 1-16,9 0-33 0,-9 0 17 0,13 0-44 15,-5 0 49-15,-8 0-38 0,12 0 2 0,-2 0 25 16,-10 0 4-16,10 0-4 0,-10 0-4 16,9 0 18-16,4 14 0 0,-13-8 7 0,0-2-22 15,0 6 7-15,-4-4-13 0,1 1-12 0,0-1 9 16,-7 14-21-16,5-10 16 0,-1-4 13 15,0 3 8-15,0 0-51 0,2-7 25 0,1 3 19 16,-1-1-43-16,3-2-22 0,-3 2 19 16,2 0-5-16,1-2 11 0,1 1-2 0,0-3-12 15,0 0 3-15,0 0 2 0,0 0-5 0,0 0 10 16,0 0 0-16,0 9 2 0,0-9-19 0,15 12 12 16,-11-9 24-16,2-2-29 0,-4 3 24 15,4-3-8-15,-1 1-3 0,1 5 25 0,-1-6-14 16,1 1-7-16,1 4-2 0,-6-3 1 15,3 4 2-15,-1-1-1 0,1 1-4 0,-4-3 28 16,1 5 22-16,-1-2 3 0,0-7-16 0,0 9 15 16,0 0 8-16,0 3-2 0,-24 25 1 0,10-19 3 15,-3-1-14-15,4-4 13 0,-7 0-25 16,3 1-7-16,0-4-1 0,-1-2-32 0,6 0 2 16,-1-4-112-16,13-4-89 0,-12 0 16 15,0 0 17-15,12 0-147 0,-11 0 18 0,-7-14-6 16</inkml:trace>
  <inkml:trace contextRef="#ctx0" brushRef="#br0" timeOffset="75563.268">14020 1952 632 0,'0'0'181'0,"0"0"-35"16,0-17-10-16,0 17-13 0,0 0-25 0,0 0-38 16,0 0 12-16,0 0 6 0,0 0-27 15,0 0 1-15,0 0-14 0,-10 14 28 0,14 15-14 16,-4-17-33-16,0 11 18 0,0 4 13 0,0 1-7 15,0 2-7-15,0-2-1 0,0 1 8 0,0-3-12 16,0 1-5-16,0-3-6 0,0-3-24 16,0-6 27-16,0 0-18 0,0-1 19 0,0-5 7 15,0-9-12-15,0 10-28 0,0-10 30 0,0 8-2 16,0-8-3-16,0 9 13 0,0-9-19 16,0 0 14-16,0 10-14 0,0-10-12 0,0 0 0 15,2 6-123-15,2-10-21 0,-4 1-40 16,1-5-91-16,3 2-70 0,9-14 38 0,0 1-20 15,1 3-4-15</inkml:trace>
  <inkml:trace contextRef="#ctx0" brushRef="#br0" timeOffset="76129.355">15615 1696 328 0,'0'-5'212'0,"0"-1"-32"16,0 0 6-16,0 0-34 0,1 4-16 0,-1 0-3 15,0-4-6-15,-1 4-38 0,1 0-18 16,0 0 14-16,0 2-38 0,0 2 17 0,0 2-23 16,0 4 21-16,0 0-22 0,1 20-13 15,-1-17 18-15,0 13-5 0,0 5-10 0,0 1-9 16,0 5 1-16,0-2 3 0,0-1-11 0,0 3 7 16,0-3-22-16,0 0 24 0,0 1 3 15,0-4-22-15,0-3 16 0,0-3 6 0,0-2-7 16,0-4-15-16,0-4 12 0,17 8-23 0,-17-21 24 15,0 0 2-15,0 0-5 0,0 10 7 0,0-10-10 16,0 7 12-16,0-7-15 0,0 0-10 16,1 10-17-16,3-10-13 0,-2-2 4 0,2 0-126 15,-1-4-41-15,2 3-127 0,13-7 21 16,-4-3 23-16,6 1-22 0,-3-1 16 0</inkml:trace>
  <inkml:trace contextRef="#ctx0" brushRef="#br0" timeOffset="76657.028">16844 1652 613 0,'-4'0'191'0,"-5"-1"-22"0,0 0-20 16,-2 1-31-16,2 1-21 0,-12 5 14 15,11-6-7-15,-21 12-27 0,10-2-1 0,6 6-9 16,0-4-6-16,1 5-16 0,-1 3 4 0,4-3-37 15,4 4 46-15,2-2-29 0,5 5 3 16,-3 1 1-16,3-2-12 0,0-11 6 0,0 7-3 16,19 22-14-16,-11-21 0 0,8-1-10 15,3-3 6-15,0-1-6 0,3-4 18 0,-3 3-2 16,6-8-26-16,5 0 34 0,-21-6-22 0,11 0 13 16,2 0-11-16,7 0 9 0,22-16 2 0,-29 9-20 15,-1-7 27-15,-6 0-5 0,4 2 12 16,-7-7 4-16,-5 3-10 0,-1 1 27 15,-2 0 4-15,-4 2 6 0,0 1-2 0,0-5 9 16,-17-16-17-16,4 17-1 0,2-3-2 0,-2 4-16 16,-2 0 11-16,3 2-11 0,-1 4 1 15,-3-3-19-15,5 6-21 0,-2 2-13 0,2-2-27 16,3 2-63-16,-3 4-12 0,6-3 11 16,-5 3-113-16,10 0-171 0,0 0 20 0,-10 0 34 15,10 0 20-15,-9 0 12 0</inkml:trace>
  <inkml:trace contextRef="#ctx0" brushRef="#br0" timeOffset="77179.219">18313 1416 553 0,'-3'-1'247'0,"1"-5"-25"0,0 3-23 0,-3 3-25 16,2-3-21-16,2 2-16 0,-1 1-15 0,-2-4-26 15,1 4-13-15,3-2-10 0,-2 2 6 16,0 0-8-16,2-4-21 0,-1 4-2 0,1 4-9 16,0-4 10-16,-3 2-7 0,3 6-19 0,-1-1 3 15,2 3 1-15,-1 14-5 0,0-11-3 16,0 7-20-16,0 2 22 0,0 7-2 0,0-1-8 15,0 4 1-15,0 1 1 0,0 0 9 16,0 1-9-16,0-1 0 0,0 0 1 0,11 27-10 16,-7-31 15-16,-2-2 7 0,2-3-4 0,-4-6-7 15,0-18 2-15,0 14-3 0,0-3-1 0,0-1 2 16,0-2-16-16,0-8 18 0,0 10-2 16,0-10 4-16,0 10-30 0,0-10-14 0,0 0-86 15,2 7 10-15,-4-10-292 0,2 0 34 0,0-6 3 16,-4-9 54-16,-5-5 17 0,4 1-70 15</inkml:trace>
  <inkml:trace contextRef="#ctx0" brushRef="#br0" timeOffset="61086.513">13056 3448 646 0,'1'3'167'0,"2"0"-21"0,-3 1-12 0,0-1-29 15,1-2-3-15,1 2-23 0,0 4-12 0,0-4 32 16,3 4-29-16,-3 2-34 0,9 7 21 16,-3 3 17-16,1 2-26 0,-2-4-24 0,4 3-6 15,-2-1 23-15,-1 1-14 0,0-6-22 0,-4 0 27 16,0-3-4-16,1-2 9 0,-3-2-33 15,2-1 6-15,-1 2 11 0,1-4 4 0,-2 0-22 16,0-1-8-16,1 1 34 0,1 1-7 0,-2-4-24 16,-1-1 19-16,-1 0-19 0,0 0 2 15,0 0 18-15,11-20 18 0,-5 1-24 0,-1-3 8 16,1-1-6-16,-5 0-20 0,6-1-19 16,-3-2 24-16,1 6-10 0,-2-4 8 0,3 4 2 15,-2 6-19-15,-3 1-22 0,1 9-6 0,-1-5 5 16,2 5 4-16,-3 2-75 0,1-4 8 15,0 5-14-15,2-1 22 0,-3 1-94 0,2 0-94 16,0-4-21-16,1 5 9 0</inkml:trace>
  <inkml:trace contextRef="#ctx0" brushRef="#br0" timeOffset="61413.313">13362 3667 394 0,'0'6'145'0,"-1"3"8"0,1-1-32 15,-1 2-43-15,1 0 23 0,0 14-10 0,0-19-17 16,0 13-21-16,0 3-13 0,0-3 26 0,0 2-16 16,0-4-19-16,0 3 33 0,0 1-40 0,0-1 11 15,0-7 14-15,0 2-3 0,0-2-30 16,0-4 11-16,0 2-26 0,0-10 24 15,0 9-12-15,0-9-19 0,0 0 34 0,15 16-26 16,-7-14 27-16,0-2-21 0,3 0 14 16,10-3-10-16,-11 3-13 0,5 0-29 0,26-13 46 15,-20 7-30-15,-1 1-4 0,1 0 2 0,1-1-33 16,-8 1 7-16,5-3-4 0,-3 1-20 16,-5 2 4-16,-1 0 1 0,0 0-43 0,-2 0-19 15,-4-1-77-15,3-2-91 0,-2 7-11 0</inkml:trace>
  <inkml:trace contextRef="#ctx0" brushRef="#br0" timeOffset="61672.513">13668 3780 412 0,'-7'0'231'0,"0"-3"-14"0,1 1-57 0,1 0-32 15,-1 2-2-15,2-2 4 0,-1 2-44 16,1 0-4-16,0 0-16 0,1 0-3 0,-1 4 10 15,4-1-10-15,-2 1-15 0,1 0 0 0,1 3 0 16,0 2 1-16,0-1-16 0,0 2 8 16,0 4-11-16,0 3 5 0,0 6-3 0,0 2-20 15,0-2 20-15,0 1 1 0,0 0-22 0,0-3 1 16,0 3 15-16,0-1-6 0,0 0-8 16,12 17-46-16,-10-19-17 0,2-3 5 15,-4-8-117-15,0-10-108 0,0 10-71 0,0-10-12 16,0 10 37-16,-17-1 28 0</inkml:trace>
  <inkml:trace contextRef="#ctx0" brushRef="#br0" timeOffset="78919.257">14270 3156 599 0,'0'0'171'0,"0"0"-15"0,0 0-18 0,0 0-7 16,0 0-42-16,0 0-8 0,19 0-14 0,-19 0 2 16,0 0 19-16,20 9-48 0,-18 1 15 15,-2 13-21-15,0 2 29 0,2 0-2 0,-2-14-21 16,0 8 10-16,0 1-8 0,0 1-7 0,0-1-9 15,0-1 3-15,0-3 4 0,0-1 1 0,0-1-25 16,0-3 4-16,0 1 14 0,0-2-3 16,0-2-11-16,0 0-13 0,0-8 24 0,0 10-24 15,0 0 9-15,0-10-2 0,0 9 9 16,0-9-48-16,0 6-1 0,0-6 4 0,0 10-72 16,0-10-51-16,0 0-107 0,15 9-105 0,-10-12 49 15,-1 2 11-15,3-4-58 0</inkml:trace>
  <inkml:trace contextRef="#ctx0" brushRef="#br0" timeOffset="79450.106">15902 3011 272 0,'-5'-3'202'0,"-13"-5"-4"16,3 6-32-16,0-1-42 0,5 3-26 0,10 0 17 16,0 0-26-16,-36 23-41 0,23-10 0 15,-3 8 27-15,3-2-14 0,2 2 19 0,5 4-57 16,-1-2 27-16,6 0-11 0,0 2-6 0,1 0 1 16,0-12 20-16,0 5-34 0,16 22-17 15,-1-17 30-15,-1-4-5 0,-2-3 4 0,6-4 7 16,0-1-24-16,1-4 10 0,1-5 2 0,3 2-5 15,-12-4 4-15,8 0 17 0,25-16 2 16,-20 8-18-16,-1-4 22 0,-2-2-22 0,1-1-1 16,-5-4 27-16,-1-1 8 0,-1-2-3 15,-6 0 1-15,-3-1-4 0,-1 1 33 0,-3-1-16 16,-2 13-21-16,0-8 11 0,-15-24-12 0,4 25-29 16,-6 1 22-16,-2 3-10 0,-2 4-34 15,-1 2-16-15,0-2-22 0,-1 6-25 0,4 3-17 16,9 0 7-16,-1 0-110 0,1 0-36 15,1 0-166-15,-6 12 25 0,10-8-5 0,4-3 17 16,1 0 42-16</inkml:trace>
  <inkml:trace contextRef="#ctx0" brushRef="#br0" timeOffset="79937.407">17119 2770 598 0,'-8'3'178'15,"-14"7"-31"-15,1 0-8 0,2 6-7 0,1-1-43 0,-1 8 7 16,3-1-51-16,-1 7 37 0,2-2-15 16,1 1-41-16,6 1 11 0,4 4 34 0,-4-3-35 15,2 0-25-15,6-3 39 0,0-11-13 16,0 4-5-16,0 1 9 0,22 22-30 0,-15-19 2 16,4-6 13-16,7 0-16 0,-3-6 7 0,8-1 5 15,-3-2 5-15,4-4 1 0,-6-1-5 16,-8-4 18-16,2 0-14 0,3 0 5 0,24-20-2 15,-23 10-1-15,5-4 20 0,-11-2 13 16,2-1-4-16,-4-2-8 0,-4-3 10 0,-4-1-6 16,0 10 4-16,0-5 1 0,-16-21-13 0,5 16 16 15,0-1-10-15,-3 0-31 0,-2 1 19 0,-4 0-12 16,2 7 5-16,1 0-11 0,0-1-11 16,3 2-14-16,3 6-29 0,2-1-12 0,3 3-76 15,-3 2-3-15,6 1 13 0,0 3-81 0,0-2-53 16,2 3-120-16,1 0-3 0,1 4 22 15,2-4 40-15,1 0 11 0</inkml:trace>
  <inkml:trace contextRef="#ctx0" brushRef="#br0" timeOffset="80439.401">18131 2686 278 0,'0'-3'259'0,"-1"0"-37"16,-2-1-52-16,1 1 4 0,0 0-26 15,-2 3-23-15,0 1-29 0,0 1 14 0,0 2-29 16,-9 8-7-16,0 4-11 0,0 1-9 16,-3 4 3-16,3-1-9 0,6 3-20 0,-4-2 31 15,0 3-10-15,5 2-21 0,0-4-6 16,3 4 2-16,-2-1 14 0,5-12-21 0,0 8-4 0,0 0 14 16,18 24-7-16,-5-22-13 0,-2-1 3 15,-2-6 8-15,9 0-2 0,-1-2-6 0,3 3-6 16,4-9 12-16,1-1 3 0,-1-5 0 15,-15-2-20-15,11 0 9 0,-1 0 7 0,28-21-3 16,-25 11 23-16,2-4 1 0,-2-1 5 16,-2-5-1-16,-1-2 9 0,-4 0 0 0,-3-1 11 15,-3-5 15-15,-5 1-1 0,1 1 6 0,-5-1-19 16,0 13-18-16,0-7-13 0,-22-26 2 0,10 27 3 16,-2-2-4-16,-7 2-14 0,1 5-44 15,-6 1-33-15,-7 5-50 0,7 3 9 0,-6 2-208 16,-2 3-86-16,-1 1 13 0,-1-2 48 15,-1 2 39-15,1-6-12 0,1-2 12 0</inkml:trace>
  <inkml:trace contextRef="#ctx0" brushRef="#br0" timeOffset="89193.158">-1267 6454 310 0,'-2'3'173'0,"-3"-2"-29"0,0 2-21 0,2 0-47 16,3 1 10-16,-3-2-16 0,3 2 3 15,3 2-26-15,-3-5-3 0,2 4 5 0,2-1-4 16,-2-2-4-16,3-1-6 0,-3-1 15 15,2 0 6-15,2-1-12 0,-5-1 9 0,3-2-5 16,-1-1 13-16,0 2 7 0,0-1-2 16,1-2 6-16,-4 2 4 0,-3-2-3 0,2 2-33 15,1-3 0-15,-3 0 6 0,0 2-17 16,0-2 8-16,-1 2-6 0,3 2-17 0,-6-2 35 16,2 3-29-16,0-5-26 0,0 4 0 15,2 3-17-15,-2 0-5 0,-1 0-25 0,1 2-5 16,2 2 6-16,-1 0-74 0,2-2-42 0,0 5-125 15,2-3-35-15,-2 5 18 0,4-3 9 16</inkml:trace>
  <inkml:trace contextRef="#ctx0" brushRef="#br0" timeOffset="88558.349">-1459 6389 517 0,'0'-15'132'0,"0"15"-7"15,0 0-8-15,0 0-51 0,0 0 28 0,0 0-2 16,0 0-17-16,0 0 6 0,0 0-26 16,0-16 24-16,0 16 6 0,0 0-46 0,0 0 30 15,0 0-32-15,0 0 26 0,15-27 5 16,-18 24 0-16,0 1-34 0,1 1 8 0,-2 1-21 16,1-1 17-16,-4-2-31 0,-1 3 22 15,-1-1-4-15,0 1 7 0,1 0-1 0,-1 0-3 16,-2-1-11-16,11 1 6 0,-9 0-16 0,-1 0 8 15,-5 0-7-15,-22 19 18 0,22-16-29 16,-3 4 14-16,5 3-3 0,-2-3-17 0,2 4 7 16,-1-1 7-16,1 0-1 0,1 4 18 0,4-4-25 15,1 1 6-15,4-4-3 0,-4 3-15 16,5 0 18-16,0 0-7 0,2 0 16 16,0-10 10-16,0 8-26 0,0 1 5 0,0-1 8 15,0 8-8-15,24 13 14 0,-15-14-8 0,6-2-28 16,-1-2-5-16,-2-4 28 0,8 2 4 15,0-3 10-15,-3-2-4 0,-5-2 6 0,2 4-36 16,7-4 20-16,-2-1 0 0,-7 3-4 16,-2-1-5-16,2-1 1 0,-6-1 8 0,2-1-9 15,-1 3-7-15,-2-1 11 0,2 2 24 0,-1 0-13 16,1-2-13-16,-3 3-22 0,1-1 20 16,1 1 12-16,-4 0-9 0,3 2 29 0,-5-3-10 15,0 5-2-15,0-9-3 0,0 0 20 16,0 10 5-16,-17 17-10 0,5-8-19 0,1-3 22 15,-4 3 0-15,-2 0-4 0,-1-9-10 0,-1 6 11 16,1-4 2-16,3-2-8 0,4 0-6 0,-4 0 2 16,5 0-6-16,-2-7-3 0,5 4 15 15,1-4 3-15,-2 3-16 0,4-5 9 0,0 1-11 16,0 1 5-16,1-2-28 0,2-1-3 0,-3 4-5 16,2-4-10-16,-2 1-23 0,4-1-38 15,0 0 9-15,0 0-79 0,-3-5-17 0,3 0-46 16,3 0-118-16,3 0 7 0,-2-2 66 15,3 3-25-15</inkml:trace>
  <inkml:trace contextRef="#ctx0" brushRef="#br0" timeOffset="88884.422">-1181 6587 550 0,'-2'-4'238'0,"1"1"-29"0,1 3-35 0,-3-3-10 15,2 3-20-15,-2-1-14 0,3 1-20 16,-3-6-28-16,3 6-14 0,-1 6 13 0,1-5-26 16,0 2 22-16,-2 5-34 0,2-3-5 15,0 4-5-15,0-2 15 0,0 2-19 0,0 1 10 16,0-1-14-16,0-9 4 0,0 10-16 0,0 7 0 15,0-1-1-15,13 22 5 0,-10-31-1 0,-1 8-8 16,0-8 17-16,0 3-34 0,1-3-36 16,-3-4 19-16,0 5-36 0,2-5 7 0,-1 1-87 15,2 0-25-15,-3-4-147 0,-3-1 23 0,3-2 21 16,0-1-38-16,-3 1-3 0</inkml:trace>
  <inkml:trace contextRef="#ctx0" brushRef="#br0" timeOffset="89670.123">-946 6678 491 0,'0'4'102'16,"1"2"-23"-16,0-2-33 0,4 2 29 15,-3-1-10-15,1 4 5 0,0-3-10 0,1 0-6 16,-3 3 1-16,3-2-2 0,-1 0-6 16,1 0-4-16,-2-2 6 0,2 2-5 0,-3-4-4 15,3 3 25-15,-4-3 13 0,2-1 7 16,-2 3-29-16,1-4 25 0,-1-1-20 0,0 0-19 15,0 0 20-15,0-1 4 0,-3-6-18 16,3 4-12-16,0-5-10 0,0 1-7 0,0-2-20 16,2 2 14-16,-1-3 20 0,-1-1-18 0,10-14-15 15,-3 13 8-15,1-5 9 0,1 5-7 16,1-1 8-16,-2 3-20 0,1 7-27 0,-2-5 37 16,2 4 3-16,-2 0-15 0,-1 2 0 15,2 2 8-15,-1 0-2 0,-7 0-10 0,0 0 26 16,12 0-18-16,22 12-4 0,-17-3-22 0,-2 4 11 15,2-2 20-15,0 1-3 0,-4 4 4 0,2 0-24 16,-3 3-13-16,-2-3 37 0,-2-2-27 16,3 5 33-16,2-1-6 0,-2 0 0 15,-6-6 14-15,-2 1-8 0,1-2-5 0,-3 3-20 16,1-4-7-16,0-3 0 0,1-3 18 16,0 5-20-16,-2-4-35 0,-1 1 4 0,6-1-60 15,-6 0-35-15,0-5-180 0,3 0 29 16,-3 0-9-16,0 0 8 0</inkml:trace>
  <inkml:trace contextRef="#ctx0" brushRef="#br0" timeOffset="90048.196">-249 6613 602 0,'-4'0'136'0,"1"0"5"0,-2 0-44 15,-1-1 20-15,-1 1-7 0,2-3-14 0,-2 3-45 16,0 0 39-16,-1 0-15 0,-1 0 3 0,3 3-33 16,6-3 19-16,-10 0-18 0,-5 0 9 15,-20 19-41-15,16-13 33 0,3 4-15 0,-5 0-2 16,3 3 7-16,2 5-13 0,1-2-24 0,-2 4 15 15,6 0 2-15,3 0-27 0,4-5 24 16,-3 4 5-16,7 1-5 0,0-20 7 0,0 13-11 16,0 3 23-16,22 17-28 0,-10-15 11 15,1 1-10-15,6-6-24 0,-1-3 32 0,-2-7 1 16,5 5-7-16,-3-3 18 0,8-4-43 0,-14-1 0 16,5 0-30-16,3 0 5 0,26-16-58 0,-26 6-24 15,4-4-29-15,-6-2-75 0,2 1-98 16,1-1 20-16,-7 2 8 0</inkml:trace>
  <inkml:trace contextRef="#ctx0" brushRef="#br0" timeOffset="90516.905">-52 6718 489 0,'-2'1'131'0,"2"-2"-17"0,0 2-14 0,0 1-29 15,2-2-6-15,2 2-8 0,-3-2-5 16,5 2-5-16,0 1-5 0,0-1 14 16,2-1-6-16,-1-1-25 0,3 2-2 0,-3-4-1 15,2 2-3-15,-9 0 29 0,14 0-34 16,19-13 32-16,-22 8-17 0,1 0-3 0,-5-1-3 16,8-4-33-16,-8-3 22 0,0 4-6 15,-7 2 21-15,0-2-2 0,0 9-18 0,0 0-24 16,0-10 47-16,0 10-1 0,-26-25-32 15,5 18 6-15,2-1 2 0,4 7 31 0,-2 0-7 16,-3-3 9-16,2 4-24 0,1 0 18 0,17 0-7 16,-17 0-32-16,-21 21 30 0,19-9-3 0,1 0 0 15,6 2-37-15,1 2 15 0,0 3 17 16,3 2 20-16,2 3-58 0,5 3-2 0,1-18 40 16,0 7-7-16,0 3-7 0,0 1 1 15,12 21 12-15,-1-19-11 0,-3-5 16 0,9-3-31 16,-3-2 31-16,6 0-5 0,4-1 10 0,-1-5-17 15,2-2 38-15,-11-4-22 0,8 0-27 16,4 0 41-16,34-15-23 0,-30 4 16 0,-1 0-29 16,-2-3-1-16,1 0 10 0,-3 1 7 0,-1 0-62 15,-4 0 43-15,-7 1-37 0,4-3 3 16,-4 1-119-16,-6 4-85 0,-7 0 19 0,0 10 19 16,0 0-118-16,0-7 10 0</inkml:trace>
  <inkml:trace contextRef="#ctx0" brushRef="#br0" timeOffset="91314.362">1559 6431 582 0,'-1'4'129'0,"-2"2"39"16,-4 14-85-16,-1 0 10 0,1 2 1 15,-1 3 5-15,1-2-10 0,0 3-31 0,0-5 8 16,3 2 10-16,-1 0-4 0,2-3-14 16,-1-5-37-16,4-15 25 0,0 13-5 0,0 0-28 15,0 0 40-15,0-6-18 0,0 2-41 0,0-9 12 16,0 10 20-16,0 0-10 0,0-10-17 16,0 0 17-16,0 9-3 0,0-9 22 0,0 0-5 15,16 15-11-15,-9-17-19 0,0 2 30 16,0-3-1-16,14-3-20 0,-1 2 22 0,-1-2-15 15,-1 3-3-15,4-4-5 0,4 1 8 0,-2 2-26 16,-1-2 25-16,-1 0-16 0,0 5 26 16,2-2-20-16,2-3 1 0,-3 4-15 0,2-2 24 15,1-1-4-15,-1 3-23 0,-1-2 2 0,1 0 9 16,3-1 14-16,-8 2 9 0,5 3-23 16,-6-6 4-16,-2 5-20 0,-3 0-43 0,1-1 5 15,-15 2-44-15,11 0 9 0,-3 0-12 16,-8 0-34-16,8 0-20 0,-8 0-108 0,0 0-17 15,0 0 15-15,18-6 9 0</inkml:trace>
  <inkml:trace contextRef="#ctx0" brushRef="#br0" timeOffset="91592.663">1957 6587 259 0,'-4'-4'243'15,"-1"1"-39"-15,1 3-19 0,0-2-24 16,1 1-31-16,-1 1 10 0,-1-1-47 0,5 1-11 16,-3 0-30-16,-1 1 19 0,1 2 1 15,-1 0-10-15,0 2-15 0,4 3 10 0,-3 0-12 16,-1 12-4-16,1 3-37 0,1 5 33 16,-1-1 0-16,3-4-5 0,0-8-35 0,0 2 13 15,0 5 13-15,0 1-8 0,0 0-9 16,0 3 11-16,15 19-3 0,-15-30-11 0,4-2-1 15,-4-1-28-15,1-5-4 0,2 2 3 0,0-4-118 16,-2 1-35-16,3-2-180 0,-2-4 51 0,3-2 12 16,-1 0 10-16</inkml:trace>
  <inkml:trace contextRef="#ctx0" brushRef="#br0" timeOffset="92120.265">2606 6294 226 0,'0'-4'291'0,"0"1"-52"0,0-1-33 0,0 1-37 15,0 3-4-15,0-1-29 0,0-1-30 0,0 2-8 16,4 2-33-16,-4-1 3 0,4 2-3 16,-3 1 13-16,2 4-13 0,10 10-13 0,-2-3-11 15,-2 5 13-15,1-4-25 0,1 0 6 0,1-1-1 16,2 3-3-16,2-6 3 0,-2 1-3 15,-1 0-1-15,3-3-19 0,-4-1 13 0,1-2 9 16,-4-1-11-16,4-3-10 0,-1-1 8 16,-4-2-4-16,2 0 2 0,-2 0-11 0,-8 0-10 15,0 0 23-15,35-17-11 0,-23 4 3 16,0-5-3-16,4-6 7 0,-7 1-3 0,-3-3-22 16,2-3 11-16,-4-5 6 0,-4 1 0 0,3 5-18 15,-3 14 17-15,0-5-6 0,0-1-15 0,0 1-12 16,0 2 2-16,-15-10-58 0,15 20 10 15,-3-1-52-15,2 2-28 0,-1 4-33 0,-2-2-92 16,4 4-70-16,0 0 23 0,0 0-27 0,0 0-6 16</inkml:trace>
  <inkml:trace contextRef="#ctx0" brushRef="#br0" timeOffset="93228.579">3185 6254 280 0,'4'4'124'0,"-4"-3"-32"15,3 0-17-15,2 0 8 0,-1 2-21 0,-1-6-18 16,4 2-25-16,-3 0 15 0,2-3-5 16,-1-1 29-16,1 3-43 0,-4-6 18 0,4 4 1 15,-2-6-19-15,-3 4 8 0,3 0-1 16,-4-3-3-16,0 1-6 0,0 8 17 0,0-16-9 15,0 6-14-15,-17-19 1 0,12 16 22 0,-3 4-3 16,3 3-32-16,-5-2-4 0,0 6 3 0,1-2 0 16,1 3 21-16,2-2-2 0,-5 3-1 0,11 0-24 15,0 0 21-15,-11 0-24 0,11 0-7 16,-32 26 34-16,21-10-7 0,-1-2 4 16,6 3-6-16,1-5-17 0,5 2 21 0,0-3 0 15,0-1-1-15,0 6-24 0,16 13 1 0,-6-9-1 16,-3-1 31-16,3-3-16 0,5 3 28 15,3-6-24-15,-5 0 20 0,7-5-13 0,2-2 6 16,-9-1-5-16,4-4-8 0,-3-1 2 16,2 0-3-16,1 0 5 0,28-12 4 0,-22-2 0 15,2 0-1-15,0-7-19 0,-4 1 11 0,1-1 0 16,-5 0 1-16,3-8 1 0,-8 5-2 16,-4 0 0-16,-1 4 0 0,-4-2-30 0,-3 12 3 15,0-3 58-15,0 1-10 0,0 1-2 0,0 0-2 16,-18-12 18-16,6 11-2 0,1 6-3 15,-6-6-2-15,2 9 3 0,0-1-17 0,15 4 0 16,-12 0-2-16,2 0-2 0,-8 0-1 16,-9 16 2-16,17-11-7 0,4 1 5 0,4 0-9 15,0 1 2-15,1-1 5 0,2 1-2 16,1-1 1-16,2 0-12 0,-4-6 2 0,16 23 0 16,-6-7 26-16,2-3-21 0,3 0 0 0,5 2-1 15,-4-4-11-15,2 4 1 0,1-4 1 0,-5 0-17 16,3 0 11-16,-2 2 2 0,3-3 27 15,-2 2-1-15,-4 2-54 0,6-2 20 0,0 0 4 16,-3-5 1-16,3 3 0 0,-1 2 3 16,-5-5 1-16,-4-1 1 0,2-2 0 0,-2-1 4 15,3-1 14-15,-3 2-1 0,2-4 0 16,-10 0 15-16,0 0-3 0,15 0-5 0,18-19 1 16,-19 5-4-16,2-1 1 0,-3-1-2 15,-1-5 10-15,1 0-2 0,-7-5-25 0,1-2-3 16,-3 1 2-16,-4 11 28 0,0-8 35 15,0-4-25-15,-16-33 17 0,9 25-25 0,-5 2 58 16,-1 2-27-16,1 0 16 0,0-1-31 0,-5 2 45 16,3 5-19-16,-1 1 12 0,1 4-8 15,6 2-11-15,-7 1 15 0,5 4-3 0,-2 1-5 16,4 3-19-16,1 5-2 0,4 3-5 0,-2-2-4 16,5 4-14-16,0 0 10 0,0 0-5 0,-13 15-17 15,13-8 1-15,-4 18 14 0,4-3-6 16,0-8-1-16,0 6-6 0,18 28 6 0,-7-20-4 15,0 2-1-15,1 1-5 0,4 2 11 16,1-3-23-16,5-2 5 0,-6 0 10 0,3-2-1 16,1-1 2-16,0-2-4 0,0 0-3 0,0-3-22 15,2-5 14-15,-3-2-11 0,3-3 4 16,0-4-11-16,-4-4 10 0,6-2 4 0,-14 0-6 16,5 0-20-16,6 0 10 0,16-20-1 0,-23 13-21 15,2-4 12-15,-1-1 8 0,-5 0 2 16,-3 2-19-16,-2 0 36 0,1 1-23 0,-3 1 14 15,1-1 5-15,-4 0 13 0,0 2-10 16,0-2 22-16,0 9 17 0,0 0-16 0,0-10 13 16,0 10-6-16,0-10 7 0,0 10-15 15,0-10-3-15,0 10 8 0,0-9-5 0,0 9 0 16,0 0-7-16,-10-10 0 0,9 14 0 0,-1 2-4 16,2-1-9-16,0 2-6 0,0 0 18 15,0 2 0-15,0 1-12 0,0 0 20 0,14 19-12 16,-3-16 8-16,2 3 8 0,3-3-19 0,-6-4-1 15,-1-3-8-15,1-2-46 0,1-4-19 16,0 0 6-16,-11 0-58 0,11 0-8 0,14-14-99 16,-10-3-126-16,0 3 40 0,-8-6-3 0,1 4 21 15</inkml:trace>
  <inkml:trace contextRef="#ctx0" brushRef="#br0" timeOffset="93558.378">3669 5957 267 0,'-7'4'259'16,"0"-3"-69"-16,6 3-44 0,1-3 13 0,0-1-23 16,1 0-15-16,5-2-47 0,17-6-15 15,2-2-16-15,5 0-4 0,3 0-89 0,1 3-34 16,3-6-58-16,-5 1-136 0,4 5-48 15,-5-3 31-15</inkml:trace>
  <inkml:trace contextRef="#ctx0" brushRef="#br0" timeOffset="93374.491">4107 5821 581 0,'-6'-1'158'16,"-1"1"-44"-16,3-3-13 0,1 3 11 16,0 0-19-16,3 0-23 0,0 0-2 0,4 0-6 15,2 0-108-15,-1-1-47 0,2-2-132 16,7-7-72-16,2-5 2 0</inkml:trace>
  <inkml:trace contextRef="#ctx0" brushRef="#br0" timeOffset="94343.25">4422 5923 291 0,'-4'8'164'0,"3"0"30"16,-6 10-95-16,3-4 29 0,-3-3-16 0,6 1 2 16,-3 10-13-16,-3 0-28 0,7-5-22 0,-3-1 17 15,3-16-23-15,0 11 11 0,0 1-7 16,0 0-29-16,0-2 13 0,0 0 3 0,22 15-7 15,-17-11 25-15,2-2-45 0,-1-5 22 0,-1 2-9 16,5-5-10-16,8 3-18 0,-2-5 36 16,-2 1-8-16,-2-3-1 0,-12 0 10 15,21 0 1-15,0 0-16 0,25-16-1 0,-26 7-33 16,3-4 34-16,-4 1-14 0,1-2 23 16,-1 1-28-16,-1-5 14 0,-6 3 11 0,0-3-10 15,-1-1-2-15,-4 0-3 0,0 2 3 0,0-5-27 16,-3 8 28-16,-4 14 3 0,0-12-20 15,0 2 14-15,0 1 20 0,-16-4-32 0,13 6 15 16,-3 4 14-16,0-2-6 0,-1 3-9 0,-2 0-8 16,1 2-10-16,1 4 39 0,-2-4-31 0,-22 18-5 15,19-5 13-15,4-3-38 0,4 4 21 16,2-6 4-16,1 4 15 0,1-2 2 0,0-10 4 16,0 15-15-16,23 16 5 0,-9-15-12 15,5-1 27-15,-1-4-29 0,1-3 34 0,5 0-21 16,1-6 7-16,-17-2 2 0,8 0-19 0,4 0 22 15,22-18 4-15,-18 8-7 0,-1-3 8 0,-4-1-6 16,5-2-11-16,-7-2-7 0,1-1 10 16,-4-1 15-16,-2 2-2 0,1-9-15 0,-5 4-16 15,2-2 30-15,-3-1-20 0,-2 0-4 0,-5 0 8 16,0 4 7-16,0 10 0 0,0-1 7 16,-19-17-13-16,4 18 4 0,-3 2 10 0,3 4-2 15,2 5-9-15,1-2-35 0,12 3 26 0,-11 0 5 16,0 0-15-16,11 0-13 0,-30 19 19 15,21-9 18-15,4 2-4 0,4-5-15 16,-2 7-33-16,3-14 28 0,0 15 22 0,16 21-44 16,-5-19 33-16,2 1 0 0,-1 2-14 0,0-6 7 15,5 2 0-15,-2-1-9 0,2 4 31 16,-4-4 6-16,1 1-5 0,1-3-38 0,-5 1 19 16,6-1 23-16,-10 1-30 0,2-6 12 0,0 2 3 15,-1 0-3-15,-4-2-34 0,1 0 39 16,3 11 10-16,-6-3-13 0,-1-16 1 0,0 12-35 15,0 4-26-15,-22 17-25 0,11-11 8 0,-1-6-88 16,-5-1-77-16,5 0-76 0,0 0 24 16,3-9 16-16,-2 0-16 0</inkml:trace>
  <inkml:trace contextRef="#ctx0" brushRef="#br0" timeOffset="94559.127">5444 6206 546 0,'-5'26'190'0,"-4"0"-21"16,1-3-67-16,0 1 29 0,1 2-51 0,-4 1-8 16,-1-2 2-16,5 1-25 0,0-5-3 0,0 3-142 15,-3-7-108-15,8-2-99 0,-2-5-29 16</inkml:trace>
  <inkml:trace contextRef="#ctx0" brushRef="#br0" timeOffset="95217.977">6221 5684 307 0,'0'0'274'0,"0"-2"-63"16,0-1-36-16,0 6-44 0,2-2-14 0,-2 3 10 15,0 0-13-15,-2 3-5 0,6 0-4 16,-4 5-21-16,3 10-13 0,-3-12 5 0,0 3-4 16,0 1-23-16,0-1-13 0,0-1 4 15,0 0-8-15,10 8-11 0,-10-20 15 0,0 0 2 16,0 10-7-16,0-2-9 0,0-8 3 0,0 10 3 16,0-10 5-16,0 10-31 0,0-10 27 0,0 7 6 15,0-7-4-15,-17 13-10 0,14-12-3 16,1-2-1-16,-1-2-30 0,-1-3 26 0,1 5-19 15,0-8 16-15,3 2-8 0,3-17-2 0,-3 14-8 16,0-5-2-16,14-22-15 0,-6 20 17 16,2-1-4-16,3 2-11 0,0 2-13 0,1 3 28 15,-3 2-10-15,0 3 30 0,-5 2-27 0,4 2-1 16,-3 2 20-16,-7 0-31 0,0 0 16 16,8 0-16-16,2 0 9 0,17 19 33 0,-14-13-12 15,-1 8-6-15,6-4-14 0,-6 5 8 16,-2-3 1-16,2-1-16 0,-3-1 43 0,0 0 1 15,-2-3-24-15,0 1 8 0,-3 1 4 0,-1-5-1 16,1 2-2-16,-1 1-5 0,-3 0-3 0,4-3 6 16,-3 2-48-16,3-1 4 0,-1 2-100 0,0-1-54 15,-2-3-128-15,1 1-3 0,0 2 5 16,1-6 55-16</inkml:trace>
  <inkml:trace contextRef="#ctx0" brushRef="#br0" timeOffset="95367.882">6771 5653 586 0,'4'-4'256'0,"-4"4"-19"16,2-1-40-16,-1-1-27 0,-1 2-34 0,0-2-2 15,0 0-13-15,3-2-23 0,0 3-5 0,3 1-3 16,3-5-13-16,11-3-22 0,-2 1 6 15,-1 2 3-15,5-2-9 0,-7 3-40 0,0-4-1 16,1 2-5-16,-3 2-25 0,-2 3-17 0,1-4-29 16,-5 3 6-16,1 0-136 0,2-2-49 15,-5 2-116-15,4-2 57 0,-2 3-5 0,-1-1 24 16</inkml:trace>
  <inkml:trace contextRef="#ctx0" brushRef="#br0" timeOffset="95580.752">6900 5801 581 0,'-2'3'238'0,"-2"0"-34"0,4 0-24 0,-2 1-11 16,2-2-23-16,2-2-18 0,3 0-30 0,-1 0 3 16,3 0-2-16,1-2-24 0,14-5-22 15,2 3 4-15,-2-3-21 0,2-3-10 0,0 0-24 16,-1 6-35-16,3-3-15 0,-2-2-10 0,3 1 6 15,-5-2-92-15,0 2-112 0,-4-1-88 16,-3-1 31-16,2 0 15 0,-9 0 45 0</inkml:trace>
  <inkml:trace contextRef="#ctx0" brushRef="#br0" timeOffset="96040.467">7495 5329 237 0,'0'-1'228'0,"0"1"-33"0,-5 0-51 16,4 1 3-16,-2 1-10 0,-2 5-19 16,2-4-27-16,-1 6 5 0,-3 10-8 0,0-3-41 15,0 11 12-15,-2-5 16 0,0 4-12 16,-3-3 8-16,2 0-22 0,-2 5-14 0,4-4 7 15,-2-3 8-15,-2 3-28 0,8-5 28 0,-6 2-24 16,-1-1 13-16,7 0-12 0,-4-6-12 16,2-7-15-16,3 3 21 0,-1-1-11 0,3-5 31 15,0-1-29-15,-2 1 11 0,3 0 5 0,0-4-19 16,0 0 5-16,0 0 0 0,16 5 12 16,-6-9 5-16,12-1-26 0,3-5 12 0,4-1 2 15,1 1-26-15,-1-4-2 0,1 7 20 0,-3-3-3 16,5 0 5-16,-4-2-4 0,-2 5-1 0,0-2-12 15,4 2 15-15,-4 1 2 0,-1-3-28 16,0 5 6-16,-3-1 4 0,5-3-3 16,-3 1 24-16,0 2-12 0,-6-3-18 0,10 1 20 15,-15 2-1-15,14 0 5 0,-5-2-13 0,-6 4 10 16,-2 1-31-16,-3-4-49 0,-3 3-17 16,2-4 8-16,-5 4-53 0,1-2-18 0,-4 0-42 15,1-1-93-15,0 1-35 0,-2 0 14 16,-1-1 27-16</inkml:trace>
  <inkml:trace contextRef="#ctx0" brushRef="#br0" timeOffset="96367.267">7877 5383 589 0,'-3'-3'247'0,"-2"-2"-35"16,0 3-18-16,3 2-23 0,-2 0-19 0,-1-4-20 15,4 2-11-15,-2 2-22 0,1-2-5 0,-4 2-16 16,6 0-2-16,-3 4-15 0,2 0-4 16,1-1-23-16,-4 5 25 0,-4 13-10 0,5-6-15 15,1 3-10-15,-3 6 7 0,5 0-4 16,0 3-7-16,-3-2-5 0,3 3-2 0,-3 1 3 16,1-2-1-16,2-15 10 0,0 7-29 0,0 5 12 15,0 2-10-15,0-1 21 0,0-1-18 16,0 0 14-16,0-7-4 0,0 0-3 0,0-4 6 15,0 1-5-15,0-4 7 0,0-1-32 0,0-9-27 16,0 10-11-16,0-10-59 0,0 10 12 0,0-10-75 16,0 0-137-16,0 0-32 0,5 10 23 15,-2-14 19-15,4-13 14 0,-2-2 0 0</inkml:trace>
  <inkml:trace contextRef="#ctx0" brushRef="#br0" timeOffset="96603.122">8307 5375 586 0,'2'1'328'0,"-1"2"-14"0,-2-2-47 15,-1-1-25-15,2 0-17 0,0 3-44 16,0-2 20-16,0-1-61 0,2 0-23 0,-2 0-33 15,0 0-34-15,-2 0-56 0,2 0-62 16,0 0 6-16,-4 0-183 0,-1 0-137 0,-1 0-1 16,-2-1 46-16,-15-9 19 0,-1 0-36 0,-3 0-11 15</inkml:trace>
  <inkml:trace contextRef="#ctx0" brushRef="#br0" timeOffset="99992.401">-4243 8078 547 0,'0'-16'149'0,"6"-4"-20"0,1-4-34 0,4 5 20 0,0 3-25 16,1 0-26-16,2-1 41 0,4-5-32 15,-2 11-25-15,4 0 14 0,0 1-4 16,-3 1 17-16,1 5-42 0,2-2 31 0,-2 5-23 16,-8 1-8-16,5 0-7 0,22 13-5 0,-12-6 13 15,-2-1-10-15,-4-1-7 0,2 6-18 0,0-2 21 16,-3 2-7-16,-7-2 1 0,-3-2 18 15,4 7-19-15,-6 1-22 0,1-3 17 0,-7 0 10 16,0 2-8-16,0-2 7 0,0 5-3 0,-18 25-28 16,5-19 26-16,1 0 6 0,-3-1-32 15,-2-2 25-15,-2 0 7 0,2 0-1 0,2-4 6 16,0-1-34-16,3 0 42 0,-2-2-5 16,4-7 4-16,1 1 10 0,-1 1-10 0,3-3-8 15,2 0 7-15,-2-1-3 0,1-3-15 0,1 0-16 16,2 3 16-16,-1-3 17 0,1 2-7 15,1-2-12-15,0 0-4 0,1-1-15 0,1 1 1 16,0-1 21-16,0 0-7 0,5-1-6 0,-1 1 11 16,2-1 13-16,1 1-42 0,4-1 8 0,-6 1 19 15,8 0-5-15,-6 0-4 0,4 1-1 16,-11-1-10-16,19 0 14 0,-3 0-2 0,23 16-18 16,-21-10 26-16,1 6-11 0,-4-5 7 15,-5-2-13-15,-1 4-5 0,0-3 21 0,-4 0-21 16,1 3 21-16,1 7-11 0,-2 0 8 0,-1-3 16 15,-2 0-7-15,-2-13-5 0,0 12-7 16,0 5 37-16,0-1 3 0,-24 22-6 0,19-22 13 16,-8 0-2-16,-2 1 4 0,3 1-4 15,-9-4 11-15,2-1 2 0,-6 3 11 0,0-3-27 16,1-3 12-16,-1 0 22 0,1 2-27 0,0-6-7 16,3 0 3-16,3-5-4 0,6 2 7 0,-5-3-4 15,6 0-2-15,2 0-17 0,9 0-6 16,-10 0-3-16,10 0-2 0,-12 0-25 15,-6-14-20-15,0 2-24 0,4 0-19 0,3 2-18 16,4 3-6-16,2-2-47 0,2 4 12 0,-1 0-81 16,-2 1-46-16,6 1-106 0,0 0-9 0,0 3 33 15,0 0 17-15,0 0 28 0,2 1 2 16</inkml:trace>
  <inkml:trace contextRef="#ctx0" brushRef="#br0" timeOffset="99311.049">-4150 8179 222 0,'-20'0'269'0,"20"-19"-17"0,-29-10-32 0,25 23-11 16,0-2-14-16,0 5-17 0,3-4-17 16,-3 4-2-16,2-3-31 0,-1 3-10 0,-1 1-5 15,3-1-28-15,-3 3-12 0,4 3 1 16,-3 3 4-16,-1 2-25 0,4 2 3 0,-6 16-17 15,6 3 8-15,-2 4-6 0,-1-1-9 0,0 2-13 16,3-17 11-16,0 6-10 0,0 7 7 16,0 1-14-16,14 34-4 0,-7-31 3 0,-7-4 6 15,4-5-2-15,-3-2-6 0,3-1 6 0,-1-4-17 16,-3-6 18-16,2-3 3 0,-2-1-13 0,2-2-21 16,0 0-13-16,-2-2-1 0,0-3-55 15,0-1-43-15,0 0 10 0,-2-1-104 0,2-7-25 16,-2 2-138-16,2-4 16 0,0-15 43 15,0 15 9-15,0-2 12 0</inkml:trace>
  <inkml:trace contextRef="#ctx0" brushRef="#br0" timeOffset="100563.647">-3430 8503 380 0,'0'-4'263'15,"0"-1"-68"-15,-1 2 7 0,2 0-36 0,-1 0-28 16,0-1-32-16,0 2 13 0,0 1-18 0,0 1-28 16,-1 0-2-16,1 0-4 0,-4 3-15 15,4 1-8-15,0 3 12 0,0 4-23 16,-7 10 9-16,4 1-2 0,0 2 1 0,-4-3-6 15,2 3 0-15,4 0-13 0,-6-3 1 0,5-6-2 16,-2 0-3-16,4-2 11 0,-1-2-25 16,-2-1 14-16,0 0 0 0,3-3-17 0,-2-2 2 15,2 3 1-15,-2-4 21 0,2 2-2 16,0-2-5-16,-1 2-15 0,-1-2-18 0,2-4 5 16,0 0 23-16,0 0-4 0,0 0-5 15,0 0 4-15,14 13-3 0,-8-13 1 0,2 0-5 16,3 0 8-16,15-2-7 0,-14 2-8 15,6 0 18-15,24-11-6 0,-19 7-1 0,-2-2-3 16,3 6-7-16,-6-4-13 0,-1 4 15 16,-4 0 15-16,1-3-9 0,1 3-10 0,6-3-8 15,-11 3 7-15,-1 0 2 0,5 0-15 16,-2 0-12-16,-2 0 11 0,0 0 0 0,-2 0-10 16,-8 0-36-16,11 0 21 0,-3 0-22 0,-8 0 7 15,12 0 3-15,-12 0-42 0,10 0-19 16,-10 0-21-16,8 0-9 0,-8 0-78 0,10 0 18 15,-10 0-151-15,0 0 3 0</inkml:trace>
  <inkml:trace contextRef="#ctx0" brushRef="#br0" timeOffset="100914.252">-3108 8660 374 0,'-7'-1'249'16,"2"-2"-40"-16,-1-1-25 0,1-2-2 0,0 4-53 16,-1 2 0-16,0-2-21 0,5-1-26 15,-5 0-1-15,5 2-27 0,-3 1 25 0,2 1-14 16,1 2-11-16,-3 3-6 0,4 1-11 0,-2-1-1 16,2 1 1-16,0 18-16 0,0-12 10 0,0 7 9 15,0 1-16-15,0 3-10 0,0-1 27 16,0 5-2-16,14 30-20 0,-10-33-1 0,-2 6 3 15,-1-2-2-15,3-3 6 0,-4-1-17 16,2 3 3-16,-2-12 5 0,2-2 0 0,1-1-18 16,-2 1 18-16,-1-4 2 0,0-10-6 0,0 0 17 15,0 10-14-15,0-10-2 0,0 10-4 16,0-10 9-16,0 7-25 0,0-7-18 0,0 0-50 16,0 0 6-16,-6 11-133 0,3-12-176 15,0-6 24-15,2 2 23 0,-1-5 18 0,2 3 2 16</inkml:trace>
  <inkml:trace contextRef="#ctx0" brushRef="#br0" timeOffset="101593.26">-2317 8325 740 0,'0'1'256'16,"0"-1"-41"-16,-2 0-19 0,2 1-27 0,0 2-9 15,0-3-26-15,0 0-9 0,0 1-35 16,2 1 8-16,0-2-5 0,4 2-5 0,-3-2-8 16,4 0-21-16,-1-2-9 0,4 2 11 0,13-3 3 15,-13 3-24-15,11 0 10 0,23-14-21 16,-20 4 4-16,5 5 15 0,-4 0-19 0,1 0-3 16,3-1 4-16,-7 1-4 0,1-4-8 0,-1 4-10 15,-4 0 3-15,-5 3 17 0,0-2-19 16,-4 0-3-16,2 3-8 0,-2-2 13 0,-5 3-3 15,5-2-7-15,-4 0 7 0,2 0-1 16,-4 1-6-16,2-2 12 0,-1 3-23 0,-1 0 3 16,0-1-20-16,1 1-12 0,-1-1-12 0,-2 1-8 15,1 0-19-15,-2 0-48 0,-2 2 12 0,1 4-72 16,-3-4-79-16,-2 0-103 0,1 6 23 16,1-3 26-16,-9 6-12 0,-3-1 29 0</inkml:trace>
  <inkml:trace contextRef="#ctx0" brushRef="#br0" timeOffset="101908.281">-2052 8517 360 0,'-4'6'305'16,"0"-3"-30"-16,4 1-40 0,-2-1-5 0,0 0-22 15,-1-3-16-15,2 6-22 0,-1-5-40 0,-1 2-17 16,3-2-1-16,3-1-1 0,-1 0-28 15,2 2-3-15,-3-1-21 0,5-1 6 0,-1 3 2 16,2-6-14-16,4 3 4 0,-3-1 7 0,13-2-25 16,-7 3 12-16,2 0-26 0,7 0-7 15,24-12 15-15,-21 8-19 0,3 0 0 0,-5 4 1 16,-4-2 14-16,-3 1-17 0,-3 1-2 0,-2-3-5 16,-4 0 14-16,-8 3-10 0,0 0-6 15,13 0 4-15,-4 0-3 0,-9 0 5 0,11 0-2 16,-11 0 20-16,13 0 9 0,-13 0-29 15,6 0 22-15,-6 0-6 0,0 0-21 0,11 0 15 16,-11 0-1-16,0 0 2 0,9 0-19 0,-9 0 23 16,0 0-34-16,9 0-3 0,-9 0-18 0,0 0-20 15,0 0-30-15,0 0-24 0,0 0-5 16,9 0 10-16,-9 0-118 0,0 0-93 0,0-8-91 16,0 8 47-16,13-15 40 0,-13 12-8 15,0 0 12-15,-2-3 6 0</inkml:trace>
  <inkml:trace contextRef="#ctx0" brushRef="#br0" timeOffset="106954.483">2768 8153 298 0,'1'7'208'16,"1"2"-6"-16,-2 1-44 0,-2 15-6 15,2-14 5-15,0 7-31 0,0 4-24 16,0 2 0-16,0-2-9 0,17 32-17 0,-12-28-16 16,0-3 11-16,0 4-16 0,-1 0 15 0,3-4-28 15,-3-6 4-15,-2-2-1 0,-1-8 9 0,-1 3-26 16,1 0 1-16,-1-4 1 0,0 1 24 15,0-7 7-15,0 0-6 0,0 0 2 0,-1 6-10 16,0-7 5-16,-1-4-5 0,-2-1-20 16,0-1 2-16,0-13-16 0,-4-2 6 0,8-7-15 15,-2 3-26-15,1-3 18 0,1 11-12 0,0-6 7 16,0-1-8-16,0 2 21 0,23-26-5 16,-16 25-12-16,1 3-1 0,-1 0-12 0,8 4 22 15,-5 4-3-15,4-3-2 0,1 7-6 0,-3 2-6 16,1 1 15-16,-1 6-5 0,-1-3-14 15,1 3 19-15,-12 0 3 0,17 0-2 0,10 15 6 16,-7-5-5-16,-3 6 4 0,-1-3 7 0,-1 3-33 16,0 0 7-16,-1 1 25 0,-2 2-5 15,-1 1 9-15,1 0-4 0,-1 0-6 0,-1-3 11 16,-4 5-5-16,3-1-13 0,-1-3 16 16,-3 1-4-16,1 0 3 0,0 3 5 0,-5-5-1 15,6 0-22-15,-3 1 21 0,2-4-20 0,-3-2-27 16,-3-4-44-16,1 1 7 0,-1-2-45 15,3 1-52-15,-3-8-151 0,0 0 22 16,0 0 21-16,0 0-20 0,-7 7-34 0</inkml:trace>
  <inkml:trace contextRef="#ctx0" brushRef="#br0" timeOffset="107181.344">2849 8488 448 0,'-5'0'214'0,"-1"0"-72"16,2 0 7-16,1 1-5 0,2-2-17 0,2-2-19 15,2 3 1-15,1-4-44 0,4 2 6 16,9-8-30-16,5 2-1 0,1-2 22 0,1 0-26 16,0 0-51-16,-2-1-14 0,-1 1 37 15,0 0-19-15,1 1-1 0,-6 0-81 0,9-1-44 16,-10 4-54-16,-4-1-118 0,1-6-26 0,1 3 13 15</inkml:trace>
  <inkml:trace contextRef="#ctx0" brushRef="#br0" timeOffset="107711.149">3258 7790 226 0,'5'-13'235'0,"10"0"-45"0,-6 3-6 16,-5 1-27-16,4 2-19 0,-1 1-17 0,-2-1-40 16,4 4 18-16,-4-1-27 0,1 4-6 15,-1-3 15-15,1 3-21 0,0-1 11 0,0 1-21 16,-6 0 1-16,0 0-14 0,0 0 5 15,15 14 13-15,-12-10-20 0,-2 6-4 0,-1-3-2 16,-1 1-6-16,1 1-7 0,0 1-4 16,0 3 1-16,-15 15-4 0,13-18-26 0,2-3 4 15,-1 0 0-15,1 2-10 0,-3-7-25 0,3 4 18 16,0-6 1-16,0 0 4 0,0 0-3 0,0 9-14 16,0-9 4-16,0 0 3 0,0 6 10 15,15 7 25-15,-9-10 0 0,-2 0 13 0,1-2-26 16,-2 3 22-16,4-2-16 0,-1 4 9 15,-1-4-33-15,2 3 11 0,11 4 15 0,-3 1 1 16,1 1 0-16,-3 1 23 0,-5 1-7 0,2-2-15 16,-8-2 45-16,4-1 4 0,-2 2 5 15,-3 0-9-15,-1-3 33 0,0 2-8 0,0-9-1 16,0 12 9-16,-20 21 12 0,5-17-5 0,5-3-9 16,-5-1 13-16,0 2-13 0,2-7-15 15,-7 0 14-15,-2-1-28 0,4 2-8 0,0-7-13 16,-7 0 2-16,13-1-37 0,-5 0-48 0,-3 0-63 15,-23-20 13-15,20 14-297 0,-2-8 49 16,0-3 3-16,2-1 13 0,-3-2 22 0,-2 3 37 16</inkml:trace>
  <inkml:trace contextRef="#ctx0" brushRef="#br0" timeOffset="108376.019">3782 8455 708 0,'-3'4'202'0,"1"-2"-18"0,2-1-8 0,0 2-25 16,0-3-33-16,5 3 8 0,1-2-38 0,0-1 8 16,2 0-18-16,2 0-8 0,15 2 2 15,2-2-12-15,1 0-6 0,-13 0-33 0,8 0 30 16,6 0-21-16,4 0 4 0,40-13 12 15,-37 4-26-15,1 3-18 0,0-1-15 0,-1 4 3 16,-2-6 6-16,-2 1-67 0,-5 6 6 16,3-2-12-16,-8 0-47 0,-4 1-3 0,-9-2-75 15,-3 1-85-15,-1 1-32 0,-5 2-5 0,0 1 6 16</inkml:trace>
  <inkml:trace contextRef="#ctx0" brushRef="#br0" timeOffset="108647.171">4179 8304 290 0,'-11'-8'254'0,"4"4"-5"0,-2 0-45 0,2-2-3 15,1 4-22-15,3 1-14 0,-2-3-18 0,1 1 12 16,1 2-33-16,-1-1-17 0,2-1-18 0,-2 2 13 16,2 1-40-16,2 1 9 0,-3 2-19 15,3-1 14-15,-3 6-21 0,3 1-6 0,0-1-10 16,0 17 2-16,0 1 4 0,0 7 5 15,-1 1-21-15,1-15-8 0,0 6 8 0,0 2-4 16,0 4-4-16,13 32 9 0,-7-32 0 0,-3-2-2 16,2 1-17-16,-1-8-6 0,-1 2-44 0,0-5 9 15,0-7-60-15,1 0-14 0,8 4 9 0,-9-10-95 16,2-2-97-16,2-4 20 0,-7 0 22 16,10 0-56-16,16-30 18 0,-8 5 14 15</inkml:trace>
  <inkml:trace contextRef="#ctx0" brushRef="#br0" timeOffset="109355.526">4631 8449 543 0,'-4'0'181'0,"2"-2"-23"15,-1 2-35-15,3 0 8 0,4-1-7 0,1-1-70 16,4 1 27-16,15-6 1 0,1 2-18 0,3-2-3 15,3-1-7-15,0 2-17 0,6-1-1 0,-6-2-32 16,4 3-22-16,-2-2 2 0,1-1-94 16,-2 1-46-16,-8-3-113 0,4 6 17 0,-3-6-93 15,-6 1-10-15</inkml:trace>
  <inkml:trace contextRef="#ctx0" brushRef="#br0" timeOffset="109137.657">4741 8224 553 0,'2'1'227'16,"-1"1"-19"-16,-1 6-58 0,-1-2 2 15,-1 4-6-15,2 0-23 0,0 5 1 0,0 5-24 16,0 8-21-16,-12 28-2 0,12-42-19 0,0 9-3 15,0 4 0-15,0-2-1 0,0 0-8 16,0-3-7-16,0-2 1 0,0-7-11 0,0 1 3 16,0-6 0-16,0 2 14 0,0-10 1 0,0 10 17 15,0-10 10-15,0 0-10 0,-12 18-12 16,8-18 2-16,2-1-9 0,-3-3 3 0,1-2 5 16,-3-11-23-16,5-4-6 0,2-3-10 0,-4-8-5 15,4-4 10-15,0 15-8 0,0-6-17 16,17-42 16-16,-8 33-17 0,0 2 4 0,4 0 5 15,-2 3 9-15,2 7-4 0,-2 1-1 16,0 3-3-16,1-2-7 0,-5 10 1 0,0 1 1 16,0 2-4-16,0 4 0 0,4 1 8 0,-6 4-12 15,3 0 5-15,-8 0-10 0,0 0 21 0,35 13-2 16,-22 2-11-16,7 2-5 0,-4 2 6 16,-2 1-6-16,2 2 8 0,-3 1-3 0,3 2 9 15,-3 1 2-15,0-1-8 0,-2 0 9 16,2 0-9-16,-1 0 12 0,-2-1-10 0,1 0 0 15,-2-4 1-15,0 4-7 0,-2-4 4 0,-2-6 3 16,1 0 4-16,-1 4-12 0,2-6-12 16,-3-1-12-16,-3-3-30 0,1-4-42 15,-1 2-5-15,2-2 13 0,-2-2 7 0,-1-2-156 16,-1-1-130-16,-5 0 36 0,5 0 15 0,-3-3 17 16,-8-10 9-16</inkml:trace>
  <inkml:trace contextRef="#ctx0" brushRef="#br0" timeOffset="109847.346">5274 7773 345 0,'0'-4'208'16,"-2"4"-9"-16,0-2-39 0,0 5-34 16,-1 0-1-16,-1 4-4 0,-4 10-29 0,0 3-15 15,4-3 13-15,-2 6-20 0,2-1-26 0,0 5 25 16,0-2-9-16,0-2-41 0,4 4 3 16,0-16 24-16,0 4-2 0,0 0-13 0,0 0 3 15,0-2-14-15,0 0 12 0,0 0-9 0,0-6-22 16,0 3 18-16,0-10 4 0,0 11-3 15,0-4-7-15,0-7-6 0,0 10 18 0,0-10-1 16,18 14-21-16,-12-12 13 0,4-4 1 16,-2 0-29-16,17-4 19 0,-11 6 3 0,27-12 8 15,-15 6-9-15,2 2-16 0,-2 1 19 0,3-4-1 16,-3 5-8-16,-4-1 16 0,-4-1-30 16,-2 4 19-16,8 0 1 0,-7-3-28 0,-4 2 13 15,-1 1 18-15,1 0-18 0,-2-2 14 16,0 0-27-16,-3 2-2 0,-3-2-16 0,2 2-35 15,-1-3 10-15,1 2 6 0,-2 1-37 0,1 0 27 16,-2 0-65-16,-2-2-67 0,-2 1-98 0,2-2 8 16,-2 3-2-16,0 0-1 0</inkml:trace>
  <inkml:trace contextRef="#ctx0" brushRef="#br0" timeOffset="110187.138">5458 7952 403 0,'-7'-5'263'15,"2"1"-33"-15,-1-1-34 0,3 4-10 0,-1-2-38 16,-3 2-2-16,3-1-34 0,1-1-3 0,-1 3-16 16,2-1 2-16,-1 1-18 0,1 1-6 15,2 5-10-15,0 2-5 0,0 0-15 0,2 14 2 16,-2-8-5-16,0 5 1 0,15 28-19 15,-10-17 17-15,0-1 3 0,3 1-10 0,-7 1-5 16,6 1 1-16,-3-3-7 0,-2-2 5 0,4-1-9 16,-6 2-2-16,6-7-6 0,-2-9 3 15,-1 2-1-15,-2-3 7 0,-1-2 0 0,3-2-10 16,-2-1-2-16,-1 0 7 0,4-2-1 16,-2 2 4-16,-1-2-15 0,-1-4-9 0,2 3-14 15,0-3-37-15,-2 0 4 0,-2-1-254 0,0-1-65 16,2-6 33-16,-1 2 17 0,-6-13 27 15,-8-1 14-15,1 0 4 0</inkml:trace>
  <inkml:trace contextRef="#ctx0" brushRef="#br0" timeOffset="103868.672">-530 8331 451 0,'0'0'256'0,"0"0"-58"0,0 0-5 15,0 0-38-15,0 0-28 0,0 0-2 0,0 0-29 16,0 0 19-16,0 0-29 0,27 2-14 0,-33 20 7 15,3 2-23-15,-1 1 8 0,-3 5-4 0,5 4-24 16,-3-8 9-16,1 4 0 0,2 0-21 16,-4 1-1-16,6-7-6 0,-1-1 11 15,1-3-16-15,0-20 10 0,0 16-11 0,0-4 14 16,0-2-5-16,0 0-18 0,0-1 30 16,0-9-3-16,0 10 14 0,0-10 12 0,0 6 21 15,0-6-10-15,0 0-13 0,0 0 2 16,-9 11 10-16,7-15-32 0,0-19-15 0,0-6 6 15,-1 1 4-15,3-4-22 0,0 16 9 16,0-9-15-16,0-5 12 0,0-2-9 0,15-30 1 16,-11 34 3-16,-3 4-10 0,4 0 6 0,-3 1 2 15,7 3-4-15,-1 2-1 0,-3 5 10 16,8-2-5-16,-5-3-7 0,2 7-6 0,2-3-1 16,-1 7 10-16,3-6-8 0,-3 7 21 15,1 1-8-15,-5 0-11 0,4 3-6 0,-4 2 7 16,-7 0 6-16,0 0-7 0,12 0-6 15,13 17 3-15,-11-6-3 0,-1 5 8 0,3 0 11 16,-4-3-22-16,0 6 3 0,1 0 13 0,-1-2 6 16,-1 5-3-16,-1-1-15 0,-1 0 8 15,-2 4-2-15,1-4-4 0,2 3 5 0,-2-3 2 16,-2 3 2-16,1-4 6 0,1 2-1 0,-4-5-4 16,2 5 6-16,-2-10-19 0,0-1 8 15,0 1 7-15,0-5-4 0,0 0 6 0,-4 1-1 16,2-3 0-16,-2 0-13 0,1 0 15 0,-1-4-16 15,1 3-7-15,-1 0-21 0,3-2 2 0,-2-1-5 16,-1 3-4-16,0-4-54 0,0 0 8 16,0 0-18-16,0 0 7 0,0 0-126 0,0 0-89 15,-16 15-48-15,12-12 34 0,-4-3 4 16,1 0 9-16</inkml:trace>
  <inkml:trace contextRef="#ctx0" brushRef="#br0" timeOffset="104156.905">-552 8619 702 0,'-4'1'223'0,"-1"-1"-44"16,-1-1-13-16,2 0-51 0,-1-2 0 0,5 3-2 15,0-1-8-15,4 1-1 0,1-1-24 16,6-2-24-16,11-2 19 0,6 3-1 0,3-2-28 16,0-4-2-16,4 2 2 0,1 2-13 0,-1-6-18 15,6 7 15-15,-7-6-33 0,3 4-23 16,-6-2-8-16,0 4 3 0,1-1-99 0,-9 0-24 16,2 2-63-16,-6 1-116 0,-1-2-7 0,-6 3 13 15,-12 0 4-15</inkml:trace>
  <inkml:trace contextRef="#ctx0" brushRef="#br0" timeOffset="104464.959">315 8536 494 0,'5'4'262'0,"-5"-2"-37"0,2 0-47 0,2 0-11 16,0-1-34-16,-1-1-20 0,-2 3-9 0,3 0 0 15,2-1-22-15,5 1 15 0,-3-2-17 16,17 4-1-16,-2-1-18 0,6-3 8 0,-3-1-11 16,-9 0-15-16,3 0 5 0,5 0-32 15,4 0-3-15,-3 0 7 0,33-15-10 0,-34 10-30 16,1 3-20-16,-4-2-20 0,-3 1 9 0,-5-1-28 15,-2 2 8-15,1 1-89 0,-4-6-34 16,-3 5-137-16,-3-2 27 0,2 0 13 0,-1 1-8 16</inkml:trace>
  <inkml:trace contextRef="#ctx0" brushRef="#br0" timeOffset="104733.442">605 8434 581 0,'-10'-1'277'0,"3"-1"-43"16,2 1-10-16,-3-2-42 0,4 2-10 0,1 1-17 15,-1 0-36-15,0 0 13 0,1 0-34 0,0-2-22 16,2 4-7-16,-2-1 3 0,0 6-10 16,2 0 7-16,1 1-8 0,-4 15-18 15,2 4-9-15,-3-3 5 0,5 3-13 0,-2 2 9 16,2-17-2-16,0 11-12 0,0 2-15 0,0 4 11 15,0-4-30-15,0 2-13 0,0-2-24 16,17 23-11-16,-14-22-52 0,2-3 10 0,-1-8-98 16,-2-2-182-16,-2-5 31 0,4 2 22 0,-1-6 39 15,2 0 12-15</inkml:trace>
  <inkml:trace contextRef="#ctx0" brushRef="#br0" timeOffset="105304.311">1158 8260 570 0,'0'1'235'0,"0"1"-34"0,-2 4-25 15,1-3-32-15,1 6-22 0,-3 1-12 16,1 13-5-16,2-12-12 0,-7 23-20 0,7-8 0 15,-3-1-6-15,1 1-11 0,-3-1 8 0,4-1-10 16,1-6-19-16,-5 3 21 0,5-12-30 16,0 1-9-16,0 0-11 0,0-3 22 0,0-7-2 15,0 11 12-15,0-11 4 0,0 10 7 16,0-10 8-16,0 10 1 0,0-10-13 0,-5 8-2 16,4-10-17-16,1-4-12 0,-2 2 14 15,1-2-22-15,1-5 0 0,-4-6-4 0,4 4 2 16,0-3-1-16,0-4 5 0,0-2-15 0,0-1 5 15,0-2-6-15,12-27 0 0,-5 29 6 0,3 1 4 16,-1 3-9-16,2-3 17 0,-4 8-16 16,6 2-2-16,-8 1-8 0,5-1 18 0,-3 2-4 15,1 8-2-15,-3-6 0 0,1 7-10 0,1-1 13 16,0-2-20-16,-1 1 7 0,3 2 12 16,-2 1 4-16,-7 0 0 0,0 0 3 0,11 0-12 15,16 17 4-15,-10-5 1 0,-4 2 16 0,4-1-33 16,-5 3-1-16,1 2 12 0,-5 1 12 15,3-3-1-15,0 2-6 0,-3 3 9 0,4-1-8 16,-5-4-2-16,4 4-2 0,-4-1 14 16,-1-2-18-16,3 5 14 0,-6-6 5 0,3-3-1 15,-1-2-18-15,-4-2 9 0,4-2 9 0,-4 1 1 16,0-2-9-16,2-1-12 0,0 0 1 0,-3 0-33 16,4-3-19-16,-3 4 7 0,-1-2-64 15,4-1-54-15,-4-3-88 0,0 0 17 0,-4-3 20 16,3 1 19-16,-3 0-157 0,2-4 7 0</inkml:trace>
  <inkml:trace contextRef="#ctx0" brushRef="#br0" timeOffset="105607.313">1122 8455 306 0,'-3'0'218'0,"2"0"-43"0,-2 0-17 16,3-4-52-16,3 2-7 0,0 0-1 0,6 2-13 16,-2-1-20-16,1-1 20 0,20-2-18 0,-6 0-7 15,1 4 10-15,3-2-21 0,1 1-33 0,-5-1-6 16,0-2-13-16,-5 4 1 0,-1 0-63 16,-5 0-36-16,-2-1-50 0,-1 1-120 0,-1-2-31 15,3 2 4-15</inkml:trace>
  <inkml:trace contextRef="#ctx0" brushRef="#br0" timeOffset="105901.13">1407 7787 356 0,'5'-8'144'0,"6"-5"-38"16,-4 4-13-16,0 3-13 0,1-1-10 15,-2 5 16-15,3-1-3 0,-3 2-12 0,1 2-44 16,-7-1-23-16,0 0 20 0,0 0-5 0,27 22-10 16,-21-10 0-16,1 8 57 0,-7-4-37 0,0 0 21 15,0-3-30-15,0 3-11 0,0 3 51 16,-20 24-19-16,15-28-15 0,-2 4-12 0,1-7 39 15,4 2-21-15,-2-7-20 0,2 3 34 16,-2-4-8-16,4 0-10 0,0 0-15 0,0-6 19 16,0 0-1-16,0 0-5 0,15 10-3 0,-7-10 17 15,16-6-36-15,1-2 6 0,1-4-24 0,4 0-24 16,2 1 4-16,2-1-57 0,-1 2-19 16,-3-3-68-16,-1 2-89 0,-3 2-56 0,2 1 7 15</inkml:trace>
  <inkml:trace contextRef="#ctx0" brushRef="#br0" timeOffset="106197.946">1970 8388 436 0,'3'4'202'0,"-1"0"-27"16,0 0-3-16,2-1-37 0,3-2-23 0,0 1-20 15,3 2-8-15,-2-4-9 0,17 4-5 0,0 2-17 16,1-2 16-16,-10-2 4 0,-3-2-25 16,4 0-13-16,8 0-28 0,0 0-15 0,1 0 36 15,0 0-47-15,-1 0 45 0,25-16-37 16,-27 12 0-16,-5 1-42 0,1-2-28 0,2-2-41 15,1-3-47-15,-6 1-129 0,-3 2 16 0,-4-2 9 16</inkml:trace>
  <inkml:trace contextRef="#ctx0" brushRef="#br0" timeOffset="106456.789">2380 8265 646 0,'-22'4'250'0,"6"-3"-36"0,5 0-22 0,3-1-27 16,-2 0-18-16,9 1-17 0,1-1-9 0,-11 9-33 16,8-4 5-16,-3 1-10 0,2 0-8 0,3 1-18 15,-3 3 10-15,4-1-23 0,0 0 3 16,0 14 0-16,-7 0-2 0,7 1-10 0,0-3-18 16,0 2 21-16,0-9-22 0,0 6 18 15,0 3-15-15,0 3-8 0,0 2-20 0,0-5-17 16,0 4-40-16,0-6-27 0,0 2 10 0,0-2-62 15,0-4-110-15,0 2-128 0,0-8 76 16,0-2-7-16,0-9 21 0,9 10 4 0</inkml:trace>
  <inkml:trace contextRef="#ctx0" brushRef="#br0" timeOffset="120533.621">-2741 10094 252 0,'0'0'151'0,"0"0"28"0,0 0-49 0,0 0-15 15,0 0 50-15,-36-30-48 0,30 30-16 16,-1 0-1-16,-3 1 18 0,2 2-28 0,8-3-27 16,-17 0 14-16,-14 9-5 0,10-2-6 15,6 0-15-15,1 5 15 0,-2-2-26 0,0 2 9 16,0 1-24-16,4 3 12 0,1 2 2 0,1 3-8 16,-1 2-10-16,1-4 5 0,3 0-4 15,5 3-6-15,-1-5-12 0,3-8-6 0,0 1 21 16,0 5-10-16,15 20-18 0,-5-15 33 15,8-5 5-15,-2 0-1 0,5 0-8 0,1-4-28 16,2 2 19-16,0-7 9 0,1 0-5 0,-1 0 4 16,1-3-21-16,-4-3 9 0,4 0-29 0,-12 0-1 15,2 0 17-15,2 0-18 0,-2 0-9 16,0 0 7-16,-1 0-30 0,9-14 8 0,1 10-84 16,-4-2-36-16,-2-5-27 0,-10 2-99 15,5 6-37-15,-4-3 58 0,0 2-19 0</inkml:trace>
  <inkml:trace contextRef="#ctx0" brushRef="#br0" timeOffset="121291.025">-2101 10262 394 0,'-18'-4'261'0,"1"-3"-50"0,5 1-52 0,-1-1 17 16,1 5-37-16,0 1-19 0,1-2-24 0,0 2 4 15,1 1 1-15,0 0-17 0,10 0-20 0,-11 0-2 16,-19 14-6-16,15-8-2 0,1 9-23 16,-4 0 16-16,7 3-11 0,2 2-5 0,5-1-18 15,-5 0 19-15,9-3-6 0,0-16 0 0,0 13-23 16,0 0 16-16,0-1-29 0,18 15-4 15,-12-14-4-15,1-4 7 0,1-2 0 0,0-2-34 16,-1-3 25-16,3-2-10 0,-10 0-27 16,15 0 2-16,25-19 27 0,-20 9 4 0,2-7 13 15,-7 4-27-15,3 0 3 0,-4-2 16 16,-4 5-10-16,1 3 58 0,-7-1-10 0,1 3-26 16,-1 2 17-16,-2 0 3 0,1 0 17 0,-1 1-15 15,2 1-13-15,-4 1 7 0,0 0-20 16,0 0 42-16,0 0-31 0,9 13 26 0,-8-7-10 15,3 0-4-15,4 14-34 0,2-7 27 0,2 5 5 16,-3-2-4-16,-1-5-17 0,4 5-1 16,3-6 23-16,3 2-10 0,-1-5-11 0,1-1 19 15,-5-2-4-15,1-4-7 0,-14 0-16 0,15 0 24 16,3 0-9-16,19-21 9 0,-19 9-4 0,2-1-1 16,-3-6 4-16,1-2-4 0,-5-3-16 15,-5 1 18-15,0-5 10 0,2 1 8 0,-9-5 16 16,-1 17-5-16,0-11 16 0,0-3 0 15,-15-36 7-15,4 32 17 0,1 1 6 0,-3 2 6 16,2 3-3-16,-2 3-16 0,1-3 6 16,2 6-4-16,-1 5 4 0,4 1-1 0,-2 0-16 15,2 7 12-15,1 2-31 0,4 0 30 16,-1 1-44-16,0 0 20 0,-1 0-16 0,3 3-5 16,-1 0-18-16,-1 2 3 0,3 0-4 0,0 0 2 15,0 0 3-15,3 14-3 0,1 6-1 16,5 0 2-16,-3 5 10 0,3 4-17 0,0 2 2 15,1-1 3-15,1 0 4 0,1 3-6 0,-2-3-7 16,2 3 4-16,1-4 14 0,-1 3 9 16,-2-5-24-16,2 2 17 0,-1-4 7 0,-1-2-37 15,2-4 2-15,-2 3-21 0,-2-10-23 16,-4-2-11-16,2-1-11 0,-4-7-36 0,4 6-30 16,-5-6 13-16,1 2-140 0,-2 0 23 0,1 2-152 15,-1-6 23-15,0 0 57 0,0 0 18 16,-4 4 15-16</inkml:trace>
  <inkml:trace contextRef="#ctx0" brushRef="#br0" timeOffset="122314.44">-1165 10068 314 0,'-7'0'215'0,"-15"6"-20"0,3 1-46 0,-2-1 10 16,-1 4-30-16,2 0-2 0,2 1-25 15,1-1-1-15,-1 4-17 0,3 0 11 0,3 2-22 16,0 3-42-16,1-3 23 0,1 4 0 15,4-5-14-15,5 1-4 0,-2 3-2 16,3-19 18-16,0 14-49 0,0-2 16 0,15 17 11 16,-2-14-15-16,-1-2 5 0,1-3-6 0,3 0-19 15,-2-7 28-15,1 4-3 0,-3-7-22 0,1 0 12 16,2 0 1-16,-3 0-11 0,6 0-19 16,26-14 5-16,-18 8-9 0,-7-6 26 15,2 1 14-15,-4 2 5 0,-2-2-5 0,-3 3-11 16,-2 1-22-16,-2-2 13 0,2 2 10 0,-8 1 4 15,4-2 3-15,-3 3-3 0,-2 0 24 16,0-1-3-16,3-2 7 0,-4 8 5 0,0 0 10 16,0 0-9-16,0-10 0 0,0 10-10 15,0-10 5-15,0 10-17 0,0 0 6 0,0-9 6 16,0 9-7-16,0 0-20 0,-12-10 10 0,12 13-10 16,-3 1 12-16,2-3-25 0,1 4 14 0,-1-1-4 15,1 1-2-15,2 1-4 0,1-1 10 16,-3 1-3-16,3-2 0 0,1 5-7 15,-3-3 6-15,3-1 3 0,2 0-8 0,-2 1-13 16,4-2 10-16,-1 1-18 0,1-4 23 0,12 7-7 16,-2-7-2-16,-2-1-12 0,-16 0-3 0,18 0-13 15,1 0 12-15,22-19 0 0,-23 9-7 16,-2-2-4-16,0-1-12 0,-2-3 21 0,2 1-6 16,-5 1 3-16,-4 2 13 0,-4 2 9 15,2 0 11-15,0 1-9 0,-5 5 32 0,0-3-10 16,0 0-3-16,0 7 5 0,0 0-10 15,0 0 15-15,0 0-23 0,0 0 5 0,0 0 9 16,0 0-2-16,-11-8-8 0,9 10 3 0,2-2 3 16,0 4-8-16,0 0-16 0,2 2 16 15,-1 0-1-15,3-2-5 0,-3 4-2 0,4-5 6 16,-3 5 1-16,13 7 5 0,-8-4-3 16,6 3-10-16,-1-3-3 0,2-2-13 0,-3-4-12 15,0-3 16-15,1 2 14 0,-2-2-20 0,-1 0-16 16,-9-2 11-16,9 0 9 0,0 0-25 15,22-15 11-15,-8 10 9 0,-8-9 13 0,-1 3-7 16,-3 1-17-16,4-5 25 0,-5 2 7 16,-5-2-33-16,2-5 21 0,-3 3 17 0,2-6 12 15,-6 6 2-15,0 6 6 0,0-8-11 0,0-3 25 16,0-1-18-16,-18-28 17 0,11 28 17 0,-3-1-10 16,5-2-3-16,-4 0 16 0,0 5 8 15,-1 1-18-15,3 2 16 0,-1 5 6 0,4 3-9 16,-2 3-13-16,2 0 2 0,2 2-27 0,-1 2-2 15,1 0 5-15,1-1-12 0,1 4-4 16,0 0 4-16,0 0 4 0,-5 20-9 16,5-8 3-16,2 15 6 0,-2-13-4 0,0 7-12 15,17 28 19-15,-6-19-10 0,-4-3 0 0,5 1-10 16,0 2 1-16,1 0-14 0,-2 0-8 0,1-6-19 16,1 1-20-16,2 1-35 0,-3-6-5 15,5-2 9-15,2-1-85 0,-3-3 8 0,4-6-22 16,-3-6-44-16,-4 0-51 0,1-2 20 15,-14 0 22-15,16 0-34 0,20-16-13 0</inkml:trace>
  <inkml:trace contextRef="#ctx0" brushRef="#br0" timeOffset="123182.91">-151 10053 514 0,'0'-4'182'0,"0"-2"-29"16,-2 5 9-16,-2-2-26 0,0 2-47 0,0 1 2 15,-2 0-7-15,-2 1 12 0,4 2-39 16,-4 1 9-16,1-1-10 0,-7 12 10 0,4-5-33 15,4 0 12-15,-3 7 3 0,4-3-4 0,-2-4-5 16,3 0-3-16,2 0 9 0,2-3-33 16,0-7 2-16,0 0-8 0,0 9-13 0,0-9-6 15,0 9 6-15,0-9 7 0,14 13 1 0,-10-13-16 16,2 0-10-16,-1 0-3 0,2 0-25 16,0-3 6-16,0-2 1 0,12 0 1 0,-6-4 2 15,-1 0 6-15,-1 5-7 0,-1 1 12 0,-2 0 0 16,-3-1 5-16,2 4 2 0,-5-2 2 15,2 1 2-15,-4 1 2 0,0 0 44 0,0 0-3 16,8 0-44-16,-8 0-7 0,10 0 15 0,5 13 1 16,-6-13 39-16,-3 4-6 0,-1 2-57 0,13 2 16 15,-5-3 3-15,-4-4 26 0,6 2 11 16,-5-1-5-16,1-2-2 0,-4 0-27 0,-7 0-23 16,11 0 10-16,-4 0 2 0,9 0 2 15,16-15-4-15,-14 5 4 0,-6 0 18 0,0-3 7 16,-5-8-15-16,4 4 2 0,-4 1 39 0,-7 2-4 15,4-9 23-15,2-2-3 0,-3 4-6 16,1-10 13-16,-3 0-13 0,-1 4 10 0,0 11 22 16,0-6-1-16,0-4-7 0,0-2-18 0,-18-28 28 15,11 31 3-15,2 2 6 0,-1 4 15 16,-1 1-19-16,1 4 8 0,1 3 0 0,4 5-28 16,-6 0 14-16,7 0-16 0,-4 0 2 0,3 5-13 15,1 1-3-15,0 0-14 0,0 0-8 16,-17 33 12-16,17-16-20 0,-1 11 3 15,1-17 6-15,0 10-10 0,0 5 7 0,0 5-7 16,18 27-7-16,-10-26 7 0,4 1 3 0,1 0-10 16,1-1 19-16,-2 0-10 0,2-1-10 0,-1-1 14 15,3-4-19-15,-3 0 22 0,7-1-35 16,-8-2 6-16,6-5 2 0,-4 2-7 0,2-9-9 16,-4 3 7-16,2 0 6 0,-4-8-27 15,-1 1 0-15,1-4 16 0,-10-3-5 0,0 0 6 16,12 0-15-16,-3 0 2 0,15-24-9 0,-7 12-14 15,-10 0 26-15,4-4-17 0,-4 0 4 0,-2 5-21 16,1-1 35-16,-6 2 2 0,1 0 6 16,0 1 16-16,-1 9 14 0,0 0-16 0,0-9-2 15,0 9 1-15,0 0-21 0,0-7 46 16,-16-5-8-16,12 14-18 0,-2-2 9 0,1 4-3 16,2-3 10-16,-1 2-3 0,4 2-48 0,-3-2 41 15,0 6 0-15,2-1 1 0,2 2-6 16,2 0 8-16,-3-2-31 0,13 24 18 0,-5-12 31 15,4-1-38-15,1-3 41 0,-1-3-51 0,0 0 38 16,2 0-2-16,3-6-10 0,-1-2 24 16,-2-1 5-16,2-3-24 0,-16-1-9 0,18 0-11 15,3 0 12-15,2 0 23 0,21-17-10 0,-19 9-12 16,-9 0 24-16,5 0-41 0,1 0 37 16,-8 1 0-16,-3 2-37 0,1-3 36 0,-4 6-6 15,5-9-64-15,-2 3 15 0,-2 4 4 0,-2-2-110 16,-1 2-89-16,-6-2-109 0,0 6 44 15,0 0 40-15</inkml:trace>
  <inkml:trace contextRef="#ctx0" brushRef="#br0" timeOffset="123525.695">63 10002 451 0,'-1'0'194'15,"1"-3"-40"-15,1 2-32 0,3 0-3 0,4-2 15 16,17-4-12-16,-1 1-8 0,7-4-9 15,0 2-13-15,4-2-5 0,-3 0-16 0,2 4 4 16,-1-3-9-16,-1 1-34 0,-2 1 13 0,-1 1 6 16,3-3-31-16,-8 4 4 0,4-4-2 15,-3 4 17-15,-3 1-5 0,-2-6-49 0,-6 4-14 16,-2 2 0-16,-3-2 3 0,-1 0-266 0,-5 2-70 16,-3 0 41-16,0 4 7 0,0 0 9 15</inkml:trace>
  <inkml:trace contextRef="#ctx0" brushRef="#br0" timeOffset="124543.734">2013 9983 329 0,'0'0'260'15,"0"-18"-41"-15,0 18-61 0,0 0 4 16,0 0-27-16,0 0-19 0,0 0-10 0,0 0-9 16,0 0-12-16,0 0 1 0,-14 23-20 15,14-12-30-15,0 9 25 0,0 5-5 0,-7 30-2 16,7-25-38-16,-4-7 20 0,4 5 3 15,-1-5 2-15,1-5-16 0,0-18 4 0,0 10-12 16,0 0 12-16,0-3-5 0,0-7 14 0,0 10 22 16,0-10 2-16,0 0 15 0,0 10-14 0,-10-4-20 15,10-8 8-15,-1-2-9 0,0-6-2 16,-1 0-3-16,-1-12-16 0,2-7 9 0,1 2-23 16,0-5 6-16,0 16 4 0,0-9-3 15,0-2 15-15,14-30-22 0,-6 27-1 0,-1-1-5 16,3-1 9-16,-1 4 2 0,2 1 3 0,3 4-3 15,0 1-21-15,-2 2 10 0,0 4 11 0,1 2-8 16,3 3-20-16,-3 5 18 0,-5 3 0 16,3 3-10-16,-11 0 0 0,7 0 7 0,20 19 4 15,-13-8-11-15,-1 6-7 0,6 4 18 16,-7 0-11-16,3 5 6 0,-1-3 12 0,0 2-7 16,-2 0-3-16,5-2-2 0,-5 0 12 0,2 1-14 15,-2 0 6-15,1-4-14 0,2 1 25 0,-2-1-14 16,0 3-9-16,-4-7 0 0,4 8-6 15,-6-8 21-15,0 3-3 0,-1-7-3 0,0 1 16 16,-3-4-10-16,2-3-10 0,-2 0-2 16,0-2 12-16,-1 2-3 0,0-2-8 0,1-3 14 15,-3 5-5-15,4-6-16 0,-4 3-9 0,0-3-47 16,-4 0-4-16,2-3 8 0,-1 3-88 0,-1-2-28 16,-3-3-77-16,2 0-125 0,-9-9 38 15,2-2 25-15,-3 0 15 0,1-1 44 16</inkml:trace>
  <inkml:trace contextRef="#ctx0" brushRef="#br0" timeOffset="124776.055">1995 10103 397 0,'0'1'198'0,"-4"-1"-19"0,1 3-23 16,1-2-1-16,-1-1-29 0,7 0 4 0,-3 0-50 15,3-1-3-15,-1-2 5 0,7 2 0 16,15-5-25-16,-5 0 39 0,1 6-43 0,5-10 17 16,3 3-40-16,-2 1 20 0,5 2-20 0,1 3 4 15,3-3 7-15,-3 1-5 0,1-4-42 0,-1 1-53 16,-3 2 6-16,1 1-73 0,-1-4-82 16,-5 6-146-16,1-1 34 0,-1-6 14 0,-2 3 6 15</inkml:trace>
  <inkml:trace contextRef="#ctx0" brushRef="#br0" timeOffset="125088.225">2910 10258 274 0,'-6'24'315'0,"-1"1"-35"0,-1 3-39 15,-4-5-17-15,-2 2-20 0,2 0-19 0,-2-2-26 16,6 0-23-16,-5-1-10 0,2-2-33 0,0 2-11 16,0-3-3-16,4-1-18 0,0-4-39 15,-1 2-51-15,3-3 1 0,1-2-135 0,1-2-88 16,-1-6-106-16,4 4 16 0,0-7 34 0,4 0 14 16,-3-7 6-16</inkml:trace>
  <inkml:trace contextRef="#ctx0" brushRef="#br0" timeOffset="125611.739">3519 9892 350 0,'-3'-5'316'0,"0"2"-45"16,-1 2-38-16,2-4-15 0,-1 2-42 15,0 3-8-15,-4 2-37 0,4-1 9 16,-2 4-32-16,-5 12 1 0,3 1-28 0,-1-6 3 16,1 7-20-16,2 3 5 0,2-1-7 0,-7-3-4 15,8 5-19-15,-2-7-9 0,1-1 4 0,0-4-1 16,0 1 3-16,3-5-7 0,0 0-7 15,0-1 9-15,0-6-12 0,0 0 11 0,0 0-5 16,0 8 16-16,0-8 2 0,0 0 0 16,0 0-22-16,-9 7-10 0,6-10 21 0,0-1-26 15,2-3 2-15,-7-10 11 0,8-9-12 16,-6 3-8-16,2-3 12 0,4-1-7 0,-3-3-15 16,3 18 13-16,0-7 4 0,21-22-1 15,-16 23-14-15,9 1 12 0,-2 0-3 0,-6 7-4 16,-2 1-15-16,-1 0 7 0,5 3 6 0,-1 2-9 15,-2 1 2-15,2 0 8 0,-1 2-10 16,1-1 7-16,-7 2-14 0,13 0 20 0,4 0-3 16,13 20-4-16,-9-10 19 0,-5 2-16 0,-1 3 5 15,1 2-11-15,-3-4 13 0,1 9-5 16,1-1 5-16,-5 0 1 0,5 3 5 0,-7 1-17 16,3-3 6-16,0 4 11 0,2-3-3 15,-4-1-2-15,4-2-3 0,-2-3-9 0,-2 1 17 16,-1 0-14-16,3-1 6 0,-5-5-13 0,-1-2-21 15,-3-3-17-15,3-1-37 0,-3-1-18 0,-1-3 25 16,2 0 7-16,-3-2-182 0,-3-6-131 16,3 0 4-16,0 0 55 0,-3 2 18 0,-6-15 12 15,2 3 3-15</inkml:trace>
  <inkml:trace contextRef="#ctx0" brushRef="#br0" timeOffset="125807.619">3409 10101 249 0,'-4'-4'213'0,"2"4"-40"0,1 0-15 15,1 0-22-15,0 0-17 0,3-3-3 0,1 0-41 16,4-1-5-16,11-2 4 0,5-4-22 0,1 2 11 16,2-2-3-16,-1 0-51 0,3 3 8 15,-3-3-16-15,0 2 1 0,2-2-67 0,-3 5 9 16,-1-1-72-16,-4 1-96 0,-3-3-58 0,-3-1-38 15</inkml:trace>
  <inkml:trace contextRef="#ctx0" brushRef="#br0" timeOffset="126204.375">3696 9379 322 0,'10'-25'164'15,"1"5"-41"-15,4-2-5 0,-3 7-35 0,1 1 27 16,-1 7-14-16,-2 2-10 0,-1 1-16 16,0 4-43-16,-9 0 25 0,0 0 6 0,9 0-25 15,4 19-11-15,-8 5 46 0,-2-3-17 16,-3-8-6-16,0 5-6 0,0 2-21 0,0 3 26 15,-21 25 8-15,17-25-43 0,-1-1 6 0,2-5 22 16,-1-3-19-16,1-3 4 0,0 2-16 16,2-6 20-16,0 2 11 0,1-2-35 0,0-1-27 15,0 0 48-15,0-6-21 0,0 0 32 16,0 7-11-16,0-7 0 0,17 15 8 0,-10-15-16 16,2 1-3-16,13-2 5 0,-10 1 4 0,7 0 8 15,29-15-10-15,-23 9-14 0,3-3 7 0,-1 3-39 16,-2-2-19-16,-5 4-7 0,5 1 4 15,-1-1-70-15,-5 3-14 0,-4 0-94 0,-3 1-91 16,-3 0 15-16,3 0 10 0</inkml:trace>
  <inkml:trace contextRef="#ctx0" brushRef="#br0" timeOffset="126451.225">4300 10126 519 0,'0'9'252'0,"-3"-2"-23"0,2 15-48 0,1-3-1 16,0-9-29-16,0 4-3 0,0 5-8 0,-12 21-17 16,5-16-27-16,7 1 3 0,-4-2-19 15,1 3-9-15,-1 0-15 0,0-1-1 0,1-3-41 16,1-4-63-16,0-1 6 0,0-7-107 0,-2 1-100 15,1-2-115-15,2-3 44 0,-2-2 17 0,2-3-24 16</inkml:trace>
  <inkml:trace contextRef="#ctx0" brushRef="#br0" timeOffset="127133.803">4817 9908 288 0,'-5'0'258'0,"0"0"-46"16,1 0-46-16,0 0 3 0,3 0-30 15,2-1-29-15,5 1-41 0,-2-3 23 0,8 2-5 16,13-4 5-16,0 1-7 0,-1-3-25 0,5 3-35 16,-3 0 5-16,2 0 2 0,-3-2-64 15,1 0 2-15,-1 2-66 0,-2-3-31 0,-4-6-48 16,-1 2-162-16,-3 8 0 0,-1-5 43 0</inkml:trace>
  <inkml:trace contextRef="#ctx0" brushRef="#br0" timeOffset="126934.925">4832 10016 628 0,'2'-3'300'16,"2"3"-63"-16,-3-4-12 0,-1 3-24 0,1 0-40 15,1-3-18-15,2-1-13 0,-4 0-17 0,1-4 1 16,2 2-18-16,5-7-13 0,-2-6 3 15,1-3-18-15,-2 3-7 0,2-5-14 0,-1 2-15 16,-1-9 19-16,3 6-20 0,2-3 4 16,-2-1-16-16,3 0 3 0,-5-1 7 0,6 0-4 15,-1-2-15-15,-3 8-1 0,-2 2 1 0,6 4 0 16,-8 5 9-16,0 2 6 0,1 3-19 16,-5 2-12-16,4 1 18 0,-3 5-16 0,5 1-4 15,-6 0 18-15,0 0-6 0,8 15-1 0,7 5-5 16,-5 0 2-16,1 1 1 0,1 1 5 15,-4 1-7-15,6-1-9 0,1 0 20 0,-1 1-14 16,2 0 10-16,-2 1-14 0,3-4 16 0,-4 3-1 16,4 2-16-16,-1-4 13 0,0-1 5 15,-4-3-14-15,-1 3 8 0,1-2 5 0,1-3-5 16,-6 4 3-16,2-7-15 0,-3-2-26 16,-2-4-12-16,0 2-5 0,-4 2-33 0,1-5-30 15,2 0 11-15,-2-4-114 0,-1-1-146 16,0 0 23-16,0 0-37 0,-17 9 23 0,11-9 55 15,-2-4 11-15</inkml:trace>
  <inkml:trace contextRef="#ctx0" brushRef="#br0" timeOffset="127644.488">5309 9283 234 0,'14'-17'231'16,"0"2"-23"-16,2-1-29 0,-2 3-21 0,-3 9-11 15,-1-3-28-15,-2 2-12 0,-1 0-2 16,3 5-21-16,-10 0-17 0,0 0 3 0,8 0-35 16,-8 0 33-16,23 14-26 0,-19-11 7 0,-1 4-23 15,3 2-6-15,-5-3 18 0,2 1-2 16,-1 2-3-16,-2 1 8 0,0 3-23 0,0-3 6 16,0 3-13-16,-15 22 3 0,10-20-9 15,1-5 14-15,0 0-6 0,2-3 15 0,1-1-24 16,-5-2-10-16,6 2 8 0,-1-2-27 0,-2-2-20 15,2 2 5-15,1-2 33 0,0 2 19 0,0-3-19 16,0-1-41-16,0 0 42 0,0 0-9 16,0 0 12-16,0 0 6 0,18 21-3 0,-17-20 17 15,3 5-9-15,3-3-14 0,-1 0 2 0,6 11-5 16,-4-7-1-16,2 4 24 0,-5-1-25 16,-2-3 23-16,3 2-16 0,-4 2 10 0,1-5-4 15,-3 4 21-15,0-1 4 0,0 0 26 16,0 1-22-16,0-10 20 0,0 15 14 0,-12 18 9 15,-1-16 7-15,0-2-24 0,-5-4 5 0,0 3 4 16,-1-6-1-16,-5 0-17 0,5 0-7 0,-4-4 0 16,5-1-12-16,1-3-17 0,5 3-12 15,12-3-29-15,-14 0-70 0,6 0 10 16,8 0-143-16,-25-18 21 0,21 13-208 0,3-1 23 16,-2-1 27-16,6-1 12 0,-3 3 97 0</inkml:trace>
  <inkml:trace contextRef="#ctx0" brushRef="#br0" timeOffset="127899.332">5766 10174 307 0,'-6'19'270'0,"-2"1"-71"16,7-6-21-16,-2 0 3 0,-1-3-51 0,-3 8-28 16,2-4 17-16,-1 0-9 0,6-1-21 15,-5 7-40-15,2-6-9 0,3-15-10 0,0 11-3 16,0 0-159-16,0 2-107 0,0-6-110 16,0 3 68-16,0-10-15 0,0 9-7 0</inkml:trace>
  <inkml:trace contextRef="#ctx0" brushRef="#br0" timeOffset="128344.004">6184 10077 514 0,'4'-4'261'0,"-4"-1"-5"0,2-2-24 0,-1 0-43 16,-1-1-20-16,4 0-1 0,-4-2-28 0,7-15-15 16,-3-1-26-16,-1-2 0 0,8-3 7 0,-6 1-21 15,4-3-6-15,-4 1-19 0,2 3 12 16,3-2-32-16,-2 11 11 0,-1-6-7 16,-2 7-10-16,2-4 0 0,-1 10-14 0,-2 1 3 15,1 1-4-15,-2 2-10 0,0 0 6 0,-2 5 4 16,0-2-8-16,4 4 5 0,-3-2 0 0,2 0-8 15,-1 3-1-15,-3 1-3 0,0 0 1 16,10 0-12-16,20 25 6 0,-12-13 3 0,1 5 10 16,2-1-7-16,1 2-6 0,-4 3-6 15,2 0 10-15,2-1-3 0,-4 0 3 0,4 1-8 16,-4 2 14-16,0 0-2 0,-2-1-1 0,-3 3-6 16,5 1 7-16,-6 1-10 0,0-3 2 0,-1-2-3 15,-1-2 13-15,-4-3 8 0,-1-1-23 16,1-4-13-16,-5-4 0 0,2 0-26 0,-2-1-35 15,-1-4-1-15,0-3 6 0,0 0-120 16,0 0-78-16,-16 9-104 0,10-9 25 0,-16-6-12 16,7-7 18-16,-7 5 30 0</inkml:trace>
  <inkml:trace contextRef="#ctx0" brushRef="#br0" timeOffset="128576.016">6158 9934 529 0,'-4'3'177'15,"2"-3"-65"-15,4 0 7 0,-1-3-8 0,7 1-48 16,-1 0 21-16,2 0 17 0,15-3-36 16,1-1-33-16,0-3 13 0,2 5-11 0,-1 0 24 15,1-3-4-15,0 3-15 0,-6 3-20 0,2-4-7 16,0 0-28-16,2 0-1 0,-1 3-94 15,-1-6-14-15,-1-2-78 0,-3 0-105 0,-4 4 20 16,3-4-15-16</inkml:trace>
  <inkml:trace contextRef="#ctx0" brushRef="#br0" timeOffset="128976.984">6768 9281 431 0,'-2'-2'205'16,"-2"6"-37"-16,-1-1-34 0,1 2-11 0,-5 11 4 16,0 1-37-16,0 3 13 0,2 2-29 0,-1 0 9 15,4-1-8-15,-5 3-29 0,7-3-3 16,2-3 13-16,-5-2 3 0,5-3-21 15,-1-3-2-15,1-10 0 0,0 10 12 0,0 0-3 16,0-2-35-16,0-8 16 0,0 11-9 0,0-11-4 16,0 10 1-16,0-10 7 0,18 22-7 0,-13-20 15 15,15 4-21-15,-1-2 8 0,-5-3 5 16,2-1-27-16,-5 0 10 0,7 0 7 0,4 0 15 16,25-17-20-16,-22 9-32 0,1 2 28 15,-4-3-12-15,2 4 32 0,-3-2-12 0,1 1-13 16,-5 2-22-16,-4-2-4 0,7 0 19 0,-7 0-14 15,-2 0-28-15,-4 5 38 0,0-6-29 0,-1 5 6 16,0 2-34-16,-3-4-51 0,3 3-50 16,-6-4-69-16,1 4-88 0,-1-4 41 0,0 1-6 15</inkml:trace>
  <inkml:trace contextRef="#ctx0" brushRef="#br0" timeOffset="129260.478">6955 9362 449 0,'-6'-1'226'0,"-3"-4"-10"0,5 5-26 15,3-2-29-15,-3 2-36 0,1 2 3 16,-1 3-31-16,1 0-4 0,0 2-12 16,3 2-8-16,-2 14-13 0,2-4 5 0,0-7-8 15,0 6-22-15,0 2 25 0,0 1-15 0,0 1-12 16,0 4 10-16,0-3-1 0,0 3-6 15,0-3-21-15,0 1 19 0,0-3 0 0,15 17-7 16,-11-17 5-16,-4-7-14 0,0-1-5 0,1-4-13 16,2-1-17-16,-2-2-30 0,1 0 3 15,-1-4-147-15,-1 1 16 0,0-3 14 0,-3-2-156 16,2-1-10-16,-3-2 39 0,0-2-20 16</inkml:trace>
  <inkml:trace contextRef="#ctx0" brushRef="#br0" timeOffset="130912.674">8344 10101 493 0,'0'0'199'0,"0"0"-39"16,0 0 14-16,18 0-18 0,-18 0-19 0,0 0 3 16,0 0 1-16,0 0-17 0,0 0-14 15,0 0-4-15,0 0-4 0,0 0 3 0,0 0 7 16,-9-10-24-16,-17 0 9 0,4 2-10 16,0-4-22-16,-2 0-7 0,-7-5 12 0,7 3-23 15,-5-5 1-15,-2 3-4 0,3-3 5 0,3-2-11 16,3-2-14-16,-2 0 14 0,3-1-15 15,2-4-7-15,6 3 4 0,-2-1-21 0,7 1 4 16,4-1-9-16,4 12-7 0,0-1 0 16,0-5-2-16,19-20-5 0,-11 23-8 0,6 0-2 15,0 6-6-15,-2 1 7 0,-4 3-15 0,-1 3 17 16,3 1-15-16,-6 2 7 0,4 1-11 0,-6 0 24 16,-2 0-7-16,0 0-2 0,0 0-9 15,12 14 31-15,-12-8-9 0,-1 0-5 0,-3 17 15 16,4-12-13-16,-18 25 11 0,7-11-8 15,-4 3 1-15,4-5 21 0,-3 8-41 0,1-1 21 16,1-2 1-16,2 5 8 0,2-1-3 0,1 0-10 16,-1-3 19-16,4-2 15 0,4 1-16 15,-3-5-17-15,3-11-24 0,0 0 23 0,0 2-1 16,15 14 8-16,-2-14-4 0,-5-5 10 0,6-5-5 16,-2-4 13-16,-12 0-44 0,14 0 5 15,2 0 25-15,26-23 8 0,-18 3 21 0,0 1 15 16,-1-5-44-16,-2-4 41 0,2-2 4 0,-2-4-8 15,2 0 20-15,-1-4 2 0,-1-2 5 16,-2 2 2-16,-2 1 3 0,-6 3 2 0,1 1-20 16,-4-2 8-16,2 4 4 0,-3 2 5 15,-2 2-14-15,-3 5-19 0,-1 5 9 0,-1 2-13 16,3 6-38-16,-3-1-33 0,1 3-28 0,0-2 7 16,4 5-117-16,-3 1-148 0,1 0 24 15,4 2-62-15,0-4 23 0,1 4 55 0,17-5 42 16</inkml:trace>
  <inkml:trace contextRef="#ctx0" brushRef="#br0" timeOffset="132406.331">9292 9505 496 0,'0'0'216'16,"0"-17"-35"-16,0 17-19 0,30-34-14 15,-23 14-37-15,-7 5 30 0,4 1-5 0,-4 4-19 16,0 10-2-16,0-13-25 0,0 2 5 0,-15-16-12 15,7 14-7-15,-3-1-4 0,-2 8-12 16,2 0-22-16,-8-2 15 0,3 7-13 0,3 1-5 16,0 0-17-16,2 0 14 0,-20 14-12 0,12-6 4 15,4 8 0-15,-2-4-2 0,4 8-22 16,2 2 13-16,0-1-6 0,2 1 4 0,5 0-16 16,3 1 29-16,1-14-16 0,0 7 3 15,0 4-5-15,19 14 12 0,-7-17-13 0,2-1-17 16,1-5 6-16,-5-3 1 0,13 2 10 0,-3-7-17 15,-2 2 2-15,-18-5 10 0,16 0-6 16,-4 0-10-16,6 0 7 0,19-21 5 0,-19 9 3 16,-3-1-8-16,1 0-13 0,-3-3 37 15,-2-1-25-15,-5 3 22 0,-1 0-5 0,-1 4 4 16,-1 0 1-16,3 1-1 0,-5 3 9 16,-1 0-3-16,0 2-1 0,1-3-16 0,-1 0 15 15,0 4 1-15,0 0-8 0,3-1-13 16,-3 2 8-16,0 1-15 0,0 1 9 0,0 0 12 15,0 0 3-15,0 0-11 0,8 20-13 0,-6-13 11 16,9 9-5-16,0-1-7 0,1-1-2 0,-1 2 2 16,3 0-19-16,-2-8-9 0,5 3-31 15,-1-1 28-15,6 0-41 0,-2-4 8 0,-3-3-38 16,8 0-10-16,-15-3-1 0,6 0-8 16,6 0 0-16,21-22-54 0,-18 10-27 0,-5-2 14 15,2-1-12-15,-8-1 3 0</inkml:trace>
  <inkml:trace contextRef="#ctx0" brushRef="#br0" timeOffset="132865.716">9805 9399 320 0,'-2'-23'11'0,"-2"1"18"16,-3 2-13-16,-2 3 0 0,-1 0 41 16,-6 6 28-16,-1 1-9 0,5 2-11 0,2 3 24 15,-2 2-15-15,12 3 23 0,-17 0-11 0,-17 20-9 16,15-6-39-16,1 5 1 0,0 2 33 16,4 3-26-16,2-2 7 0,4 2-22 0,-1-5-8 15,2 1-5-15,7 0-4 0,0-20-1 16,0 10 24-16,0 2-13 0,0-2-1 0,17 3-3 15,-9-9-7-15,2-2-1 0,-2-2-2 16,17-2 11-16,-10 2-17 0,18-14 0 0,-10 2-2 16,-2 1 26-16,1-5-1 0,-4-3 0 0,-3 2-18 15,1-4 43-15,-7-1-26 0,0 0 32 16,-2-5 7-16,-1 0 23 0,-6-1-23 0,0 15-1 16,0-8 0-16,0-6 7 0,-18-28-11 15,7 28-18-15,-2 0 20 0,0 1 8 0,-1 1-12 16,-3 2 1-16,5 4-5 0,-4-1 5 15,6 2-5-15,-1 8 7 0,5 0-5 0,0 4 3 16,0-1-12-16,2 3-6 0,1-2-19 16,-2 3 1-16,1 0 1 0,2-1-8 0,2 4 5 15,-1 0-15-15,1 0-3 0,0 0 8 0,-3 17 7 16,3-7-15-16,0 16 13 0,0-14-11 16,15 29 15-16,-13-15-17 0,7 7 1 0,1-1-10 15,1 0 15-15,1 1-15 0,-1-2 10 16,4 2 8-16,2-1-10 0,1-4 4 0,0-2-23 15,2 3-34-15,2-4-22 0,3-1 11 0,-4-6-30 16,2-1-22-16,6-5 11 0,-2-2-73 16,2-4-25-16,-16-6-56 0,4 0-109 0,30-16 41 15,-22 7 13-15,2-7 3 0,1 0 19 16</inkml:trace>
  <inkml:trace contextRef="#ctx0" brushRef="#br0" timeOffset="133343.013">10329 9208 527 0,'-3'-7'175'0,"0"4"-22"0,-1 0-22 15,0-1 13-15,1 3-27 0,-4 1-17 16,2 0-6-16,-5 0 2 0,3 5-16 0,-8 5-14 16,-1 3-16-16,3 0 12 0,1 3 6 15,5 0-32-15,-4 4-21 0,6-3 26 0,2 5-1 16,-1-4-2-16,4-4-20 0,0-14 0 0,0 13 2 16,0-1 12-16,0-2 2 0,0 6-27 0,16 12-3 15,-7-21 7-15,-4-1-5 0,2 1-1 16,-3-6 4-16,3-1-8 0,0-1-1 15,1-2 18-15,10-7-27 0,-2-4 11 0,2-3 10 16,-4-1 1-16,1-2-5 0,-5-1-2 0,1-7 14 16,-4 6-15-16,-2-5 17 0,1 1 22 15,-1 0-7-15,-3 0 5 0,-2 10-19 0,0-6 8 16,0-7 10-16,-18-29-2 0,11 23 13 0,1 3-15 16,1 1 7-16,-3-2-6 0,-3 3-3 15,4 8 6-15,1-1 5 0,1 1 4 0,-2 9-8 16,3 3 0-16,2 0-10 0,0 1-6 0,2 2-6 15,-3 3-9-15,1-3 8 0,1 5 13 16,-2 0-8-16,3-2 4 0,0 4-23 0,0 0-3 16,0 0 16-16,0 0-11 0,0 17-8 15,4 8 10-15,-4-14-10 0,17 29 8 0,-13-11-8 16,6-2-8-16,-3 3 0 0,2-1 32 0,-1 2-28 16,3 0-4-16,-2 3 13 0,0 0 12 15,0-1-18-15,0 1 10 0,-1-5-1 0,3 4-10 16,-2-8-11-16,0 2-11 0,0-2-31 0,-4-2-28 15,3-3-26-15,-5-5 9 0,3-6-128 16,-4 1-184-16,2-4 37 0,-1-2 10 0,3-4 74 16,-6 0-12-16,0 0 28 0</inkml:trace>
  <inkml:trace contextRef="#ctx0" brushRef="#br0" timeOffset="133520.987">10814 9250 565 0,'2'-3'273'16,"0"6"-33"-16,-2-2-24 0,2-1-42 0,-1-1-13 15,2 1-52-15,-3 1-37 0,1-2-28 0,1 1-5 16,-2 1-110-16,0-2-110 0,0-3-128 16,0 0-12-16,0 0-2 0,-2 0 57 0</inkml:trace>
  <inkml:trace contextRef="#ctx0" brushRef="#br0" timeOffset="135710.565">-3321 12044 716 0,'1'-4'242'0,"-1"3"-25"0,0-1-27 0,-1-2-12 15,1 1-20-15,0 3-18 0,1-3-22 0,-2 1-14 16,1 4-9-16,-2-4-11 0,0 4-19 15,2 1 0-15,-2 0-17 0,-2 4 2 0,1 13-14 16,-1 2-5-16,-3 4 17 0,1-4-24 0,-1 5 5 16,0 1 3-16,1 1-8 0,1 3-13 15,-2-5-7-15,3 1 16 0,-3-5-20 0,1 2 12 16,1-2-4-16,2-4 11 0,0-3-9 0,2-3-1 16,1-3-5-16,0-10-6 0,0 0-6 0,0 10 20 15,0 0-9-15,0-10 9 0,0 0-7 16,19 18-4-16,-13-14 4 0,1-4-1 0,2 2 1 15,2-2 6-15,-1-2-11 0,2 2 9 16,10 0-2-16,3 0-3 0,26-16 5 0,-26 12-4 16,4-2 11-16,-5 2-5 0,2 0-15 0,-2-1 6 15,-1 4-15-15,-4-5 14 0,1 3-7 16,-4 2 6-16,-2-1 1 0,11 1-3 16,-7-1 1-16,-6 2-19 0,-1-3 7 0,0 3-9 15,-4 0-16-15,-2 0-10 0,-2-1-11 0,-3 1-36 16,0 0 34-16,0 0-22 0,0 0 16 0,0 0 6 15,0 0-85-15,17 13-22 0,-22-9-14 16,3-1-111-16,-2 2-38 0,-2-1 16 0,3 0-47 16</inkml:trace>
  <inkml:trace contextRef="#ctx0" brushRef="#br0" timeOffset="136020.375">-3075 12313 348 0,'-6'-6'286'0,"2"1"-46"15,0 0-20-15,0 1-28 0,0-1-22 0,1 4-11 16,-2 0-32-16,5-2 1 0,-3 1-28 16,3 0-2-16,-4 0-3 0,4 0-19 0,0 2-29 15,-2 0 7-15,2 2-15 0,0 3 9 0,0-1-9 16,2 3 0-16,-2 1-18 0,7 15 9 16,-7-10-6-16,5 27-1 0,2-13-2 0,-3 2-2 15,0 0 5-15,0 0-14 0,2 1 0 0,-1 1 3 16,1 2 5-16,-5-5-15 0,5-1 8 15,-1 0 1-15,-3 0-8 0,0-6 4 0,4-1-10 16,-5-4 12-16,2-3-4 0,-3-3-7 16,3-1-3-16,-3-2-4 0,1-3-20 0,-1 2-24 15,2-3-27-15,-2 0 10 0,0 1-13 0,0 0 8 16,0-4-118-16,0 0-95 0,0-1-65 16,0-2 9-16,2-3 13 0,1-2 12 0</inkml:trace>
  <inkml:trace contextRef="#ctx0" brushRef="#br0" timeOffset="135294.82">-4304 11666 320 0,'0'0'262'0,"0"0"-19"0,0 0-31 0,0-18-33 15,0 18-12-15,0 0-30 0,-2-29-15 16,-2 26-12-16,4 2 0 0,-1 1-24 0,-2 4-15 15,2 2-6-15,-1 0-14 0,1 18-14 16,-3 1 13-16,4 4 5 0,0-16-21 0,0 11-15 16,0 4 21-16,0 3-22 0,0 2 8 0,0 2-14 15,0-3 15-15,0 1 0 0,16 27-6 16,-13-31 1-16,0-6-2 0,-1-4-10 0,-2-4-6 16,0-5 17-16,2-2-5 0,2-2 1 15,-4 4 32-15,0-4 0 0,1-5 28 0,-1 1-27 16,0-2-10-16,0 0 10 0,-5-2-13 0,3-5-8 15,-4-10-3-15,-4-5 9 0,7 0-11 16,-4-6 11-16,2-2-24 0,-2 0 4 0,4-1 1 16,2-2-8-16,-2 4 10 0,-1 1-10 15,4 12-11-15,0-3 13 0,16-28-17 0,-11 25 2 16,7-1-4-16,2 1-7 0,1 0 8 0,8 6 6 16,1-1-8-16,-5 3-10 0,0 4 0 15,0 0 10-15,5 1-13 0,-6 7 4 0,-5 0 11 16,-13 2-2-16,15 0-5 0,1 0 2 15,19 19 2-15,-18-10-3 0,-2 2 2 0,-4 4-11 16,0 0 16-16,-4 1-5 0,-3-3-1 0,3 4 2 16,-7-17 4-16,0 18-9 0,0-4 20 15,0-4-7-15,0 2-10 0,0-1 2 16,0-1 10-16,-22 14-1 0,15-10 0 0,6-7-3 16,-5 2 5-16,1-3 6 0,-1-3-1 0,5 1 0 15,-3 1-4-15,1-1-11 0,0-1 7 16,2 1-10-16,-1-4-7 0,2 3-25 0,0-2 29 15,0-1-17-15,2 0 8 0,2-1-12 16,1-2 8-16,-2 1 3 0,7-2-6 0,-3 4 10 16,1-1 17-16,1-2-10 0,11-1-7 0,-5 2-22 15,1 1 38-15,-3 1-10 0,-13 0-2 16,12 0-8-16,-1 0 31 0,15 17-9 0,-11-11-8 16,1 10 2-16,0 1-7 0,-8-1 12 15,-1 3-5-15,-1-3 5 0,-2 6 16 0,-4-10-6 16,0 3 10-16,0 1 5 0,-17 22-8 0,6-19 13 15,2 0-13-15,-8-2 19 0,2 4-5 0,-6-7 3 16,3 3 8-16,-1-8-2 0,-1 4 12 16,-2-8-11-16,-2 5 9 0,-2-3-8 15,3-4-9-15,3-3 7 0,3 1 4 0,1-1-15 0,5 0-10 16,-6 0 12-16,-18-21-9 0,15 15-12 16,2-4-23-16,7 2-2 0,4 1-15 0,-7-6-23 15,4 6-8-15,8 0-25 0,0 2 9 0,2-2-86 16,0 7-38-16,0 0-138 0,0 0-18 15,15-19 23-15,-9 13 18 0,12-5 24 0</inkml:trace>
  <inkml:trace contextRef="#ctx0" brushRef="#br0" timeOffset="136584.028">-2024 12173 306 0,'-2'3'233'0,"-2"0"-32"0,4 1-31 15,-1-2 5-15,-1 4-14 0,1-4-12 0,1 2 5 16,-4 0-19-16,4-1-23 0,0 0-7 16,1-2-2-16,-1 2 0 0,3 0-2 15,0-3-17-15,2 3-1 0,-1-2-14 0,0-1-2 16,5 0-11-16,-5 0 3 0,5 0 1 0,-2 0-8 16,4 0-7-16,0 0-21 0,-11 0 0 0,15 0-2 15,7 0-14-15,-1 0-17 0,23-14-9 0,-22 11-23 16,2-5-36-16,-7 8-42 0,-3 0 12 15,-1 0-100-15,-13 0-80 0,8 0-95 0,-8 0 42 16,11 0 18-16,-11 0 13 0,14 14 19 16</inkml:trace>
  <inkml:trace contextRef="#ctx0" brushRef="#br0" timeOffset="136316.193">-2257 12047 602 0,'3'0'253'0,"-2"-3"-31"16,1 2-46-16,-1-2-18 0,3 2-7 16,0-1-13-16,-1-2-18 0,3 1-15 0,0 0-13 15,14-4 2-15,-8 2-19 0,9-1-11 0,-2 0-13 16,-4-1 15-16,-4 3-18 0,1-2-16 16,8 2-26-16,-4 0-10 0,-3-2-20 0,-5 2-13 15,3 0-36-15,0 0 6 0,-3 2-52 16,0 2-40-16,1-4-37 0,-3 3-106 0,4-3 25 15,-10 4-78-15,0 0 6 0</inkml:trace>
  <inkml:trace contextRef="#ctx0" brushRef="#br0" timeOffset="140912.885">14 11454 397 0,'0'0'260'0,"0"0"-50"0,0 0-22 0,0 0-37 15,0 0-4-15,0 0-19 0,0 0-19 0,0 0-24 16,-29-5-8-16,36 1 1 0,-2-1-11 16,14-5 6-16,-6 0-20 0,5 0-12 0,-3 6 12 15,-2-2 2-15,0 2-30 0,-4 1-6 0,0 2 21 16,3 1-3-16,-4-2-11 0,2 2-23 0,-10 0 11 16,8 0 14-16,2 0-1 0,-3 0-20 0,-7 0 9 15,33 26-5-15,-17-12 9 0,-5-2-13 16,-4 0 10-16,1 5 0 0,-3-1-11 0,-5-4-14 15,1-5 6-15,-1-7-2 0,0 10 12 16,0-4-18-16,0 4 20 0,0-10-3 0,0 12-10 16,0-5 30-16,-15 8-37 0,11-8 15 0,1-3 8 15,-1 2-17-15,0-2 18 0,2-1 2 16,-3 2-8-16,2-1 4 0,0-3-18 16,2 0 8-16,0 4-7 0,-2-2-21 0,3-1 19 15,0-2 1-15,0 0-4 0,0 0 1 16,0 0-17-16,0 0 23 0,16 5 5 0,-12-2 3 15,3-2-20-15,-1 0 16 0,1 0 1 0,0 3-4 16,-2 1-16-16,12 4 15 0,-2 6 2 0,-2-4-15 16,4 3 13-16,-5-5-3 0,-6 5 18 15,1-8-13-15,2 11 8 0,0-6-9 0,-5 2 2 16,-3-2-14-16,3-1-6 0,-4 1 20 16,0-6 11-16,0-5 8 0,0 11-6 0,0 0-10 15,-22 23 17-15,10-19 15 0,-1 3-7 0,0-5 14 16,-8 1-12-16,7-3 8 0,-5-2-6 15,-3-1 8-15,6 0-4 0,-6 0-16 0,1-5 15 16,0 0 1-16,3-2-14 0,5 2 16 16,-12-2-10-16,14-1 8 0,-3 0-20 0,2 0-5 15,-2 0 6-15,3 0-6 0,-1 0-20 0,5 0-4 16,7 0-29-16,-13 0-30 0,13 0 7 0,-18-21-151 16,7 5-128-16,7 4-29 0,8 1 24 15,-2 2 26-15,9-6 3 0,1-1 14 16</inkml:trace>
  <inkml:trace contextRef="#ctx0" brushRef="#br0" timeOffset="141526.506">1843 11300 539 0,'0'-6'180'0,"-3"6"-1"16,3 0-29-16,0 3-27 0,-2 2 8 15,-3 15-15-15,-1 3-22 0,1 3-5 0,1-3-23 16,-3 3 0-16,1-1 12 0,4 4-6 0,-2-4-55 15,1 5 22-15,0-4 18 0,3 2-1 16,0-14-13-16,0 4-15 0,0 2-7 16,0 0-26-16,0-4 25 0,0-1 7 0,0-2-6 15,0-1-33-15,0-2 28 0,0-1 2 0,0-9-13 16,15 20 11-16,-8-16 5 0,8 6 0 16,7-8-4-16,-1 3-1 0,1-5-6 0,-3 2 10 15,-5-2-19-15,8 0 9 0,27-17-14 0,-18 11 26 16,-1 0-10-16,-1 0-21 0,-3 0 21 15,4 2-17-15,-2-3 18 0,1 5-10 0,-3-5 4 16,-4 4-6-16,-2-3 8 0,-2 2-19 16,-3 1 17-16,-1 2 3 0,-6-1-32 0,2 0 9 0,-3-2-34 15,-3 4-4-15,3 0-32 0,-4 0 25 16,5-1 6-16,-5 1-51 0,-2-1-10 0,3-1-32 16,0-1-63-16,-4-1-107 0,0 3-6 15,0 1 10-15</inkml:trace>
  <inkml:trace contextRef="#ctx0" brushRef="#br0" timeOffset="141803.335">2211 11610 581 0,'-9'-4'173'0,"2"-1"6"0,0 4 5 0,0-2-17 16,-1 1-11-16,5 1-12 0,-1-3-3 0,-2 4-21 16,4-3-17-16,-3 3-21 0,4 0 0 0,-3-2-16 15,1 4-3-15,2-4-13 0,1 2 5 16,0 0-17-16,0 0 2 0,-10 15-16 0,9-9 3 15,1 4-4-15,0 0 6 0,0 19-5 16,0-14 10-16,0 6-15 0,0 4-5 16,0 3 0-16,15 27 4 0,-11-29 1 0,-3 2-21 15,6 1 2-15,-1-6 14 0,1 3 6 0,-2-3-23 16,-1-3 13-16,2-2 13 0,-3-6-16 0,-3-2-26 16,4 0-20-16,-3-4-40 0,2 1 6 15,-3-7-189-15,0 0-113 0,0 0 23 16,-10 10 25-16,5-14 20 0,-2 1 1 0</inkml:trace>
  <inkml:trace contextRef="#ctx0" brushRef="#br0" timeOffset="142686.945">3819 11362 456 0,'0'-5'171'0,"-4"-3"-44"0,2 1 17 15,1-2-71-15,2 2 28 0,5-12-24 16,2 2-20-16,2-1 2 0,2 3 1 0,3-3-17 16,2 8 21-16,2-6-15 0,-1 9-16 15,-2 2-12-15,-3 1 1 0,-1 1 11 0,0 3-3 16,-12 0-17-16,11 0 24 0,-11 0-22 0,35 16 20 15,-20-4-12-15,0 2-10 0,-3-1 3 16,-2 5-16-16,2-1 21 0,-5 3-13 0,-1-1-38 16,-6-4 21-16,2 9 10 0,-2-11 10 0,0 5-5 15,0 1 15-15,-15 26-48 0,10-21 46 16,-5-2-2-16,1 4 7 0,-1-5 13 0,0 0-6 16,-3 2-5-16,-1-6 3 0,0 0 12 15,2 0-8-15,-1-2 27 0,2-2-22 0,4-1 0 16,-2-4-16-16,6-2 23 0,-4-2-15 0,4 2 1 15,1-4-14-15,0 2 19 0,-2 0-8 0,3-2 6 16,-2-1-32-16,2 2 20 0,-1 0-9 0,2-1-4 16,0-2 27-16,0 0-20 0,0 0-5 15,0 0 1-15,15 1 7 0,-5-2-7 0,-4-1-5 16,16-4-9-16,5 0 12 0,5-1-1 16,-3 3-16-16,2-2-30 0,5-2 12 0,1 3-29 15,6 1-16-15,-1-2 5 0,1 3-97 0,-6-5-56 16,6 4-148-16,2-1 64 0,2 5 19 0,-3-1 14 15,-3 0-41-15</inkml:trace>
  <inkml:trace contextRef="#ctx0" brushRef="#br0" timeOffset="143403.447">5677 11014 376 0,'6'-15'154'0,"0"7"26"0,5-8-61 16,0 7-4-16,-7-1-18 0,11-2-21 0,-2 4 2 15,-4 2-3-15,5 3-19 0,-4-1 21 0,-1 2-39 16,-1 0 9-16,2 2-5 0,-10 0-46 15,8 0 28-15,-8 0 5 0,13 0 1 0,13 25 18 16,-15-11-45-16,-2 2 29 0,-3 0-3 0,-3-3-15 16,-2 2 13-16,-1-15 3 0,0 10-30 15,0 7 9-15,-14 20-19 0,6-16 44 0,-2-5-34 16,-5 1 34-16,4-3 1 0,2 0 14 0,2-4-54 16,0-6 15-16,-1 3 22 0,5-4-33 15,0 1 29-15,0-1-26 0,2 2 24 0,0-4-1 16,-1 0-12-16,2-1-16 0,-2 2 10 0,2-2-1 15,4-2 6-15,-3 1-34 0,3 0 55 16,2 1-15-16,-4-3-15 0,4 1-30 0,2-1 38 16,0 3-29-16,1-1 22 0,-2 1-19 15,2 0 26-15,-9 0 1 0,0 0-30 0,18 0 8 16,15 15 19-16,-21-8-6 0,1 1 7 0,5 4-2 16,-7 4 1-16,1 2-38 0,-1-3 23 15,-4 3 30-15,-6-2-14 0,5-1-21 0,-5-1 11 16,-1-4-8-16,0-10-14 0,0 17 39 0,0-1-5 15,-19 23 2-15,13-24 26 0,-2 0-2 16,-8-1-15-16,7-4 5 0,-6 4 21 0,0-4-14 16,-3 0-14-16,6-3 8 0,-11 0 10 0,2-4-15 15,-7-3-24-15,5 0-17 0,4 0-1 16,11 0 8-16,-3 0-49 0,0 0 5 0,-21-12-126 16,18-2-120-16,5-1-31 0,3 1-16 0,5 1 46 15,1 0 1-15</inkml:trace>
  <inkml:trace contextRef="#ctx0" brushRef="#br0" timeOffset="147313.58">136 12756 232 0,'0'0'211'0,"0"0"-26"15,0 0-32-15,0 0-1 0,0 0-48 0,-25 0-43 16,21 8 34-16,4 1-16 0,3 1-24 15,-3-10-24-15,0 7 35 0,0 3-35 0,0-4 7 16,0-6 17-16,0 12-7 0,0-2-20 0,0-10 8 16,0 7 25-16,14 7-27 0,-9-12-25 15,1 2 20-15,-2-4 1 0,1 0-10 0,4 0-18 16,-3-4 25-16,1 4 13 0,0-2-30 16,-7 2-16-16,0 0 3 0,13 0 36 0,9-8-26 15,-14 8-5-15,-8 0 1 0,11 0 3 0,-2 0-1 16,1 0-22-16,9 0 13 0,17 14 8 15,-15-5-23-15,-3-2 36 0,-3 1-10 0,-2 3-12 16,1 3-13-16,-3 1 6 0,-3-4 30 16,2 8-3-16,-3-3-21 0,-7-1 23 0,5 7-23 15,-5-8 37-15,0-14-6 0,0 16-14 16,0-3 18-16,0 2-6 0,-17 25 5 0,8-22 12 16,0-2-29-16,-2 0 5 0,1-5-16 0,-6 4-45 15,5-8 7-15,1 2-23 0,0-4 5 16,-1-3-81-16,11-2-59 0,-8 0-142 0,-6 0-1 15,-19-14 10-15,20-1 0 0</inkml:trace>
  <inkml:trace contextRef="#ctx0" brushRef="#br0" timeOffset="147611.487">126 12767 231 0,'3'-3'143'0,"-2"0"-26"16,4 1 16-16,-1 1-7 0,1-1-16 0,4-2 5 16,7 1 10-16,7-7-50 0,-3 2 24 0,0-2-15 15,5-4-11-15,0 2-6 0,5-2-45 16,-2-1 4-16,6 0 25 0,-2 3-7 16,-1-4-31-16,4 0 24 0,-5 4 2 0,1 1-21 15,7-5-2-15,-7 6-115 0,2-2-32 0,-8 5-126 16,0-6-59-16,-5 8 15 0,9-2 38 0</inkml:trace>
  <inkml:trace contextRef="#ctx0" brushRef="#br0" timeOffset="148184.759">1893 12562 220 0,'-11'16'236'0,"2"0"-82"0,-1 1 3 15,6 1-30-15,-7-1-5 0,8 3-13 16,-1-2-48-16,3-5 27 0,-1 1-9 0,2 0-14 16,0-4-28-16,0-10 22 0,0 7-7 15,0 0 0-15,0-7-3 0,0 12-19 0,0-4 6 16,0-8 15-16,17 18-15 0,-14-15-7 0,-1 1-6 16,4-2 4-16,1-1-3 0,-2-4-15 15,2 2 11-15,14-8-12 0,-2 2 12 0,0-1-33 16,2-2 3-16,-3 2 16 0,-6 3 12 15,1-2-14-15,-1 3-12 0,-1 0 2 0,-1 4 20 16,-1-2-14-16,-1 2-19 0,-1 0 6 16,2-4 27-16,-9 4 12 0,15 0-36 0,-6 0-11 15,16 16 33-15,-14-8 1 0,-4-2-17 0,-1 1 15 16,7 7 21-16,-13 0-2 0,4-4-2 0,-2 3-2 16,-2-13 22-16,0 9-11 0,0 8 18 15,-15 19-3-15,11-15-6 0,-8-1 2 0,7-1 1 16,-7-3-6-16,-1 4-14 0,1-8-6 0,-1 1-12 15,5-4 21-15,-8 4-3 0,6-6-34 16,0-2-10-16,4 0-18 0,-4-2-29 0,3-3 4 16,-1 0-126-16,8 0-72 0,-30-16-106 15,16 0 21-15,6 4 28 0,-1-2 14 0,-2-6 31 16</inkml:trace>
  <inkml:trace contextRef="#ctx0" brushRef="#br0" timeOffset="148341.659">1843 12536 359 0,'0'-1'201'0,"2"-4"-21"16,4 4-15-16,-2-4-25 0,1 2-28 0,16-5-13 16,-2-4 8-16,6 1-14 0,-2-5-33 0,6 1 19 15,2 2-18-15,-1 0-5 0,4 0 4 16,-1 0-56-16,-3-3 4 0,1 3-26 0,3 3 2 15,3-2-129-15,-4-2-128 0,-2 2-17 16,-1 4-33-16,-5 0 34 0</inkml:trace>
  <inkml:trace contextRef="#ctx0" brushRef="#br0" timeOffset="148862.338">3534 12275 383 0,'3'-2'216'0,"-3"2"-20"0,3-1-40 0,-3 2 7 15,0 1-36-15,-3 5 3 0,3-2-18 16,0 5-22-16,0 13-1 0,0-10-13 0,0 7-3 16,0 8-13-16,0-2-2 0,0 3 6 0,0 0-23 15,0 1-8-15,0-2 2 0,0-1 0 16,0-2-9-16,0-4-8 0,0-2 7 0,0-3-6 15,0-2-24-15,0-3 3 0,0-1 13 0,0-2-12 16,0-8 21-16,0 10-27 0,0 9 17 0,7-16 3 16,-5 2 5-16,8 0-10 0,-2-5 10 15,2 3-20-15,15-1 19 0,-13-2 8 0,6 0-22 16,7 0 5-16,26-21-9 0,-21 8 10 16,4 3-2-16,-1-3 11 0,-3 0-5 0,-1 3-30 15,-3 0 29-15,1 2-1 0,-4 0-2 16,-1-2-10-16,-4 5-15 0,-9 1 16 0,1 3 0 15,-2 0-27-15,-1-3 10 0,-1 1-21 16,1 2 3-16,-3 0 3 0,0 1 3 0,3-1-161 16,-7-2-79-16,2 2 17 0,1-1 21 0,-1 0-79 15,-2 0 12-15,0 2 3 0</inkml:trace>
  <inkml:trace contextRef="#ctx0" brushRef="#br0" timeOffset="149108.187">3886 12510 320 0,'-7'-3'251'0,"2"1"-37"16,-2 2-17-16,1-2-29 0,1 0-24 15,1 2-6-15,1 2-37 0,0 0-28 0,3 0 7 16,0 2 3-16,0 4-2 0,0-1-34 0,6 17 2 16,-6-12 16-16,0 7-12 0,9 33 10 0,-3-19-25 15,1 2 1-15,-5-1-2 0,4 4-11 16,-1-4-7-16,2 0-10 0,0 5 22 15,1-3 2-15,-5-3-5 0,1-5-30 0,2 4 4 16,-3-6-36-16,1 5-53 0,1-4 7 0,1-6-137 16,-2-1-131-16,0-6 22 0,0-4 19 0,-3-7 18 15,2-1 2-15</inkml:trace>
  <inkml:trace contextRef="#ctx0" brushRef="#br0" timeOffset="149798.761">5688 11974 340 0,'-17'8'259'0,"5"-4"-73"0,-5 6-34 0,3 2 17 16,2 0-63-16,0 5 2 0,5-1 1 15,-4 5-2-15,4 0-14 0,1 6-14 0,0 0-5 16,1 3 1-16,1-5-9 0,4 7-18 0,0-1-6 16,0-16 14-16,0 6-8 0,14 32-2 15,-8-24 4-15,-1 3-5 0,-1-1-13 0,4-3-3 16,-1-1-4-16,2 0 5 0,-3-2-4 15,11-2-19-15,-1 0 26 0,0-3-30 0,1-2 17 16,1-6 4-16,0 1-13 0,-1-3-5 0,-1-7 4 16,10 1 14-16,-5-1-13 0,-9-3-16 0,5 0-3 15,21-18 6-15,-18 9 5 0,2 2-5 16,-9-4-2-16,0-2 24 0,0 0-8 0,-4 2-18 16,-5 0 11-16,1 1 9 0,-2 1 15 15,0-1-6-15,-3 10 27 0,0-7-5 0,0-2 26 16,0 9-2-16,-21-32-17 0,9 15 29 0,1 7-8 15,-7-1 18-15,4 3-9 0,-13 2-32 0,2 6 21 16,6-3 7-16,2 3-20 0,17 0-32 16,-19 0 14-16,-18 15-16 0,16-5 17 15,3-3 4-15,2 7-45 0,1-2-24 0,0 4-30 16,-3 1-36-16,4 1-41 0,2 4 12 0,1-1-175 16,-5-1 25-16,4-1 22 0,0 1 21 15,-3-6 16-15,-1-1-124 0,5-4 22 0,0-3 21 16,3 0-33-16,-1-3 23 0</inkml:trace>
  <inkml:trace contextRef="#ctx0" brushRef="#br0" timeOffset="152356.039">186 13667 334 0,'0'-18'315'0,"0"18"-45"0,0 0-36 0,0 0-24 16,0 0-31-16,0 0-19 0,0 0-21 0,0 0-16 15,0-17-10-15,0 17-15 0,0 0-14 0,0 0 9 16,0 0-26-16,0 0-1 0,0 0-17 16,0 0 4-16,17-21-11 0,14 20 14 15,-2-1-22-15,-14 2-4 0,9 0 1 0,7 0 2 16,0 0-10-16,4 0-8 0,-4 0 4 0,1 0-1 15,-2 0 2-15,-1 0-4 0,21-14-5 16,-38 14 5-16,0 0 0 0,-1 0-13 16,-4 0 12-16,-1 0-5 0,1 0-8 0,-7 0-3 15,0 0 13-15,0 0-12 0,0 0 1 0,0 0 7 16,16 17 1-16,-16-11 0 0,-3 1-4 16,3 1 0-16,-1 2 2 0,1 1-3 0,0 8-16 15,0 3 18-15,0 1-2 0,0 3 2 0,0 3-4 16,0-1-8-16,0 4 13 0,0-2-7 15,0-1-12-15,0 3-28 0,0-5-19 0,0 0-32 16,12 26 10-16,-12-29-206 0,7-1-111 0,4-5 27 16,0-8 23-16,0-6 23 0,-3-1-24 15,-8-3-2-15</inkml:trace>
  <inkml:trace contextRef="#ctx0" brushRef="#br0" timeOffset="152970.707">2025 13453 510 0,'0'0'266'0,"0"-2"-19"0,0 2-54 16,0 0-5-16,0-1-31 0,0 1-13 16,3-3-22-16,0 3-1 0,-3 0-30 0,1-3-4 15,2 3-9-15,0 3-11 0,2-3-3 16,5 0-5-16,-3 0-12 0,1 0-10 0,3 0 8 16,0 0-8-16,-11 0 0 0,18 0-14 0,4 0-3 15,0 0 8-15,-3 0 2 0,-1 0-13 16,-4 0-6-16,-2 0 9 0,1 0-4 0,-2 0-5 15,-4 0 0-15,4 0-1 0,-11 0 5 16,11 0-10-16,-11 0-8 0,12 0 1 0,-12 0 3 16,8 0-10-16,-8 0 10 0,11 0-6 0,-11 0 18 15,18 6 2-15,-14-1 3 0,4 12-9 16,-2-3 6-16,1 7 0 0,-3 0 13 0,1 1-15 0,-5-3 18 16,9 7-16-16,-4-3-8 0,-3 2 16 15,4-4 2-15,1 4-21 0,-7 0 16 16,4 0-16-16,1 0 2 0,-5-5-35 0,1 6-36 15,0-3-67-15,-1-10 11 0,0 7-279 0,0 2 40 16,0 2 25-16,0-3 22 0,0-5-26 16,0 1 11-16,0-5-1 0</inkml:trace>
  <inkml:trace contextRef="#ctx0" brushRef="#br0" timeOffset="153724.243">4377 13252 373 0,'4'1'212'0,"-4"3"-30"16,0-1-35-16,-1 5-20 0,-2 1 6 0,-2 13-11 15,5-8 11-15,-13 25-21 0,6-15-5 16,2 1 1-16,-1 1-12 0,4-2-33 0,-5 1 7 15,1-2 9-15,2-1-4 0,-4 0-22 16,2-3-1-16,2 4-8 0,1-10 5 0,2 0-24 16,-2-2 13-16,3-2-21 0,-1-1 16 0,0-1-5 15,1-2 1-15,-3-3-11 0,3 6 15 16,0-4-27-16,0-4 17 0,0 0-7 16,0 0-1-16,0 0-1 0,0 10 9 0,18 1-9 15,-11-10-5-15,2 0 4 0,-3 3 5 0,3-2-7 16,17 1-11-16,-4-2 9 0,9-1 5 15,-16 0-10-15,4 0-1 0,6 0-9 0,4 0 8 16,-3 0-8-16,4 0 13 0,-2 0-3 0,-1 0-4 16,1 0 12-16,-1 0-17 0,-4 0 14 15,-3 0-25-15,-5 0 12 0,0 0-12 0,-5 0 1 16,-10 0-5-16,11 0 5 0,-11 0 8 16,11 0-8-16,-11 0 11 0,12 0-31 0,-12 0 29 15,11 0-19-15,-11 0-17 0,0 0 22 0,8 0-9 16,-8 0-12-16,0 0-12 0,11 0-31 15,-11 0-1-15,0 0 8 0,0 0-25 0,0 0-9 16,0 0-24-16,13 5 14 0,-13-4-23 16,-2-1-43-16,2 0-69 0,-3 0-24 0,2 0 11 15</inkml:trace>
  <inkml:trace contextRef="#ctx0" brushRef="#br0" timeOffset="154323.874">4682 13562 628 0,'-1'-1'185'0,"1"0"-10"16,0-2-6-16,0 3-31 0,0-1-18 0,0 1-25 15,0-3-9-15,-1 3 2 0,1 3-38 0,-3-2 17 16,3 7-7-16,-2-2 2 0,2 1-6 16,-1 20 7-16,1-15-32 0,0 8 21 0,0 5-12 15,-5 29-10-15,3-24 2 0,-1 1 1 16,2-1 9-16,1 2-9 0,-1-2-2 0,-1-2 3 16,2-16-13-16,0 3-5 0,0 5-10 0,0 1-4 15,0-2-2-15,0-3-65 0,0-2-6 0,0-3-13 16,0-2 8-16,9-9-75 0,-9 0-100 15,16 14-86-15,-12-18 15 0,2 0 17 16,10-10 19-16</inkml:trace>
  <inkml:trace contextRef="#ctx0" brushRef="#br0" timeOffset="155133.762">5848 13307 333 0,'-2'4'227'0,"-2"-4"-28"16,2 0-30-16,-2 2-4 0,1 0-31 15,1 1-36-15,2-3-8 0,-3 3 7 0,0-2-12 16,6-1-23-16,-3 0 24 0,1 1-23 0,1 0-11 15,3-2-2-15,1 2 23 0,2-2-22 16,1 1-12-16,-2-1-14 0,4 0 17 0,3 1-7 16,22-10-14-16,-10 4-3 0,-3 0 13 15,2-4-6-15,-2 8-20 0,-5-9 12 0,-3 8 3 16,2 0-26-16,-7 3 30 0,-1-2-12 0,-3 2-12 16,1-1 14-16,-2 1 4 0,-1-1-22 15,2 1 6-15,-6 0 0 0,0 0 4 16,0 0 2-16,0 0 17 0,8 0-22 0,-8 0 22 15,0 0-2-15,0 0-18 0,10 0 12 0,-10 0 4 16,0 0-2-16,0 0-5 0,0 0-10 16,9 0 16-16,-9 0 3 0,0 0 1 0,7 13 1 15,-7-6 10-15,0-1-11 0,0 0 14 0,-1 4-16 16,-1 13 7-16,2-12-2 0,0 6 16 16,-11 25-19-16,10-16 4 0,1 0 1 0,-1-1-6 15,1-11 16-15,0 5-25 0,0 3 14 0,0 5-17 16,0-2 2-16,0 0 2 0,0-3-1 15,0 2 4-15,0-2-5 0,0-3-5 16,13 16 21-16,-11-24-22 0,-2-1-4 0,1-1-16 16,-1-9-14-16,0 0-38 0,0 10-49 0,0-10 11 15,0 9-181-15,0-9-136 0,0 0 33 16,0 0 47-16,8 10-8 0,-6-13 38 0,-1 2 6 16</inkml:trace>
  <inkml:trace contextRef="#ctx0" brushRef="#br0" timeOffset="158320.746">234 14451 404 0,'0'0'176'0,"0"-23"-40"0,37-17-22 0,-25 26-29 15,1-1 5-15,0 0 0 0,5-1-3 16,4 1-3-16,-1 2 3 0,1 1-25 0,-3 4-11 15,2-2-19-15,-5 4 23 0,-3 3-18 0,6-5-39 16,-8 8 30-16,0 0-15 0,1 0 8 16,-1 0 4-16,-3 0-11 0,-8 0 25 0,24 16-33 15,-10-5 14-15,-9-1 7 0,1 3-29 16,-4-2 15-16,1 0 13 0,-3-11-4 0,0 18 12 16,0 2 4-16,-16 19-10 0,2-16-7 15,3-2 5-15,0-4 10 0,1-1-26 0,-4 0 21 16,5-3-11-16,2-3 11 0,-1-2 11 15,4-2-5-15,-2 0-13 0,2-3-10 0,1 0 7 16,-1-1-13-16,4-1 4 0,-1 2-2 0,1-3-11 16,0 0 8-16,8 0-1 0,-4-3-5 15,2 2 4-15,-2-4-13 0,5 4 6 0,-2-1 0 16,1-1 3-16,2 2-4 0,1-1 2 0,-1 2-2 16,-10 0-20-16,16 0 38 0,3 0-40 15,21 20 23-15,-22-11 4 0,-3-1 19 0,2 9-17 16,-5 3 0-16,-1 0-19 0,-3 1 11 15,-1 1-8-15,-5 4 16 0,0-10 21 0,-2-1 1 16,0-15 17-16,0 17 1 0,0 2 14 0,-24 23-15 16,13-22 7-16,-11-2 10 0,2 2 19 15,-4 2-14-15,-8-7 11 0,2 1-33 0,-7-4 7 16,2 1-5-16,2-3 5 0,-2-5-6 0,4 0 13 16,0-3-31-16,20-2-19 0,-9 0-19 15,3 0-29-15,-22-21-34 0,23 7-48 0,7-3 12 16,4-3-173-16,5 8-114 0,0-7 27 0,22-23 23 15,-4 22 23-15,5 2 12 0,7-1 7 16</inkml:trace>
  <inkml:trace contextRef="#ctx0" brushRef="#br0" timeOffset="159031.803">2406 14357 354 0,'2'-9'186'0,"-1"2"-24"0,6-16-22 0,3 3-9 15,-2 2-30-15,3 6-28 0,-3 1 12 16,0 1-18-16,2 5-35 0,-3-2 22 16,3 4-4-16,-2 3-15 0,-8 0-2 0,0 0 16 15,12 0-11-15,18 15-23 0,-17-4-8 0,-1 4 5 16,1 2 17-16,-5 2-2 0,-1 5-6 0,-5-3 19 15,-2-8-34-15,0 6 12 0,0 3 8 16,-15 30-15-16,6-23 15 0,-2 0-4 0,-3-3 20 16,2 2-12-16,-1 1 10 0,1-3-7 0,-5-1 12 15,4-4-6-15,2 1 5 0,-3-5 7 16,1-1-19-16,5-2-2 0,0 1 11 16,5-10 1-16,-1 3-13 0,-1-2 7 0,3-2-24 15,-1 0 25-15,3-1-18 0,0 1 12 16,0-4-14-16,0 0-11 0,0 0 17 0,0 0 0 15,17 10-6-15,-6-7-16 0,0-3 18 16,18 1 4-16,-3-1-10 0,-10 0-16 0,4 0 13 16,6 0-8-16,3 0-33 0,1 0-18 0,33-14-36 15,-27 12 9-15,-4-2-82 0,2-1-29 0,-2 1-70 16,-2 0-95-16,-1 1 32 0,-5 0 0 16,3 3 41-16</inkml:trace>
  <inkml:trace contextRef="#ctx0" brushRef="#br0" timeOffset="159652.399">4186 14425 585 0,'0'-3'143'0,"1"-3"-5"16,3 2-31-16,-4-2-6 0,3 2 22 0,0 0 2 15,0-2-8-15,-1 3-11 0,0-3 21 0,-2 2-6 16,1 3-23-16,3-3 15 0,-4 0-4 16,0 4-13-16,0-1-11 0,3 0-17 15,-3-3-7-15,3 3 0 0,-2 1-7 0,-1 1 6 16,0 2-10-16,3 0 2 0,0 3-5 0,-2 1 3 16,5 16-6-16,-1 0 20 0,2 5-34 15,-2 1 6-15,1 3 10 0,1 0-19 0,-2-1 2 16,1 2-5-16,-5-1 10 0,5-1 7 0,1-1-16 15,1 3-8-15,-4-4 4 0,0-3 8 16,-1-4-23-16,2 0-2 0,1-6 14 0,-3-5-18 16,1 1-23-16,0-4-32 0,-3-4-23 0,-1-4-54 15,0 0 12-15,0 0-280 0,0 0 29 0,6-18 24 16,-6 12 26-16,-6-16 22 0,6 10 15 16,-12-25 13-16</inkml:trace>
  <inkml:trace contextRef="#ctx0" brushRef="#br0" timeOffset="160642.764">5916 14286 660 0,'0'0'197'16,"0"0"-12"-16,0 0-39 0,0 0-28 0,0 0-23 15,-25-22 10-15,32 6-22 0,4 1-22 16,7 0 28-16,-4 1-14 0,2 1-14 0,-2 6-9 15,4-3-11-15,1 4-6 0,-1 2 9 16,-6 1-9-16,1 3 2 0,-13 0 2 0,11 0-46 16,-3 0 11-16,19 17 3 0,-14-5 12 0,-1 1 19 15,-4-1-21-15,3 2 13 0,-1 6-25 16,-7-5-7-16,1 0 28 0,-4-15-18 16,0 14 16-16,0 5-25 0,-17 22 10 0,12-18 9 15,-3 0-22-15,-2 1 16 0,0-6-9 0,-5 4 7 16,3 1-13-16,-1-4 31 0,1-6-22 0,-2 10 26 15,2-8 2-15,-5 1 14 0,4-1-4 0,-1-1-17 16,3-4 24-16,1-4-16 0,3 1 24 16,2-3-24-16,-2 4 13 0,4-4 7 15,1-2-18-15,-5 2-7 0,7 0 22 0,-2-2-26 16,1-1 2-16,-2 2-7 0,0 1-10 0,3-4 14 16,-2 1-15-16,2 0 4 0,0-1-2 0,0 0 16 15,0 0-31-15,20 4 5 0,-11-7 17 16,15 2-4-16,-11 1-21 0,11 0 15 15,4 0-9-15,1 0-2 0,42-10 18 0,-33 8-14 16,3-1-7-16,-3 0 22 0,5 0-8 0,0-4-14 16,-4 3-11-16,1 1-41 0,0 0-10 0,-7 3-49 15,4-2 11-15,-12 2-159 0,-13 0 20 16,6 0 23-16,10 14-154 0,-23-6 45 0,-7-1 44 16,0-1-15-16,-3 3 11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14:00:17.368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16 198 275 0,'0'0'205'0,"-17"0"-39"0,17 0-36 15,0 0-13-15,0 0-28 0,0 0-21 0,0 0-24 16,0 0 40-16,0 0-28 0,0 0-16 0,0 0 11 15,1 5 7-15,14 13-23 0,-5 1 17 0,2-2-50 16,3 1 46-16,-2-3-27 0,0 0 18 0,-2-8 9 16,2 7-20-16,-6-6-30 0,1-1 31 15,0-1-50-15,-1 2 58 0,-2 0-21 0,0-6-3 16,0 2 0-16,-1-3-20 0,2 2-19 16,-4-1 44-16,4 2-20 0,-2-3 40 0,2 0-33 15,-1 2 29-15,-5-3-42 0,0 0 34 16,0 0-8-16,8 0 13 0,21-21-18 0,-16 4 25 15,-1 2 0-15,-2-4-2 0,-2-1-31 0,-1-2 41 16,0-7 5-16,-1 2-22 0,1-1-9 16,-3 1-13-16,2-4-6 0,-6 5 15 0,3 4 14 15,-1 6-12-15,0 0-1 0,-1 9-11 0,3-2 6 16,-4 2-18-16,2-1-27 0,-2 2-35 0,4 2 5 16,1 0-55-16,-3 2-35 0,-1 2-4 15,3-2-83-15,3 2 20 0,-7 0 14 0,0 0-126 16</inkml:trace>
  <inkml:trace contextRef="#ctx0" brushRef="#br0" timeOffset="350.253">628 231 596 0,'-1'4'222'16,"1"-2"-20"-16,0-2-37 0,0 4-17 15,0-1-26-15,0-2-7 0,-3 1 7 0,2 1-33 0,-1 2-23 16,2 4-8-16,-1-4 8 0,-2 5-9 16,3 1 5-16,-2 17-15 0,-4-3-7 15,5 2 8-15,-5-3-7 0,6 2-33 0,-4-3 22 16,4-3-16-16,0-4 15 0,0-4-10 16,0 1-3-16,0 0-32 0,0-13 5 0,0 7-22 15,0-7-49-15,0 10 8 0,0-1-61 0,0-9-45 16,0 10-62-16,0-10 20 0,0 0 18 15,17 12-121-15,-11-14 8 0</inkml:trace>
  <inkml:trace contextRef="#ctx0" brushRef="#br0" timeOffset="764.897">1526-99 465 0,'-7'-5'275'0,"3"2"-64"0,2-3-15 15,-3 2-27-15,3 2-25 0,-1-2-24 0,3 1-15 16,-1 0-18-16,-4 2-8 0,5-2 6 16,-1 3-18-16,1 4-12 0,0 2-15 0,0 0-5 15,1 0 13-15,8 14 6 0,-2-3-36 0,-5 5 20 16,9 2-8-16,-1-3-25 0,0 3 33 16,5 3-22-16,-6-4 4 0,2 0-14 0,-5-4 6 15,1 0-11-15,-2-5 7 0,2-3-9 0,-1-4 17 16,-1-1-27-16,1 0 16 0,-4-2 2 15,4-4-11-15,-1 3 8 0,1-3 3 0,-6 0-7 16,0 0 7-16,0 0-4 0,26-25 3 0,-14 6-8 16,-1-5-2-16,-1-5 0 0,-6 1-5 15,8-4 25-15,-2 2-9 0,-2 0 5 0,3 3-32 16,-4-1 15-16,0 7 15 0,1-1-30 0,-4 6-3 16,1 4-1-16,0 2-12 0,-1 3 6 15,-1 0-71-15,2 3-23 0,0 0-13 0,-1 1-36 16,0 1-111-16,3 2 23 0,2-2-113 15,0 2 23-15</inkml:trace>
  <inkml:trace contextRef="#ctx0" brushRef="#br0" timeOffset="1112.873">2021 121 259 0,'0'-4'224'0,"0"-2"-56"0,2 2-23 0,1-2-44 0,-2-2-1 16,0 4 0-16,5-2-19 0,-6 0-41 16,4 1 16-16,-3 0 10 0,6-2 0 0,-3 4-53 15,2 2 45-15,-3 1-21 0,2 1-1 16,1 2-43-16,0-1 49 0,-1 3-47 0,-4-2 33 16,4 7-39-16,-3-3 3 0,3 15 28 15,-5-7 0-15,2-1-33 0,-2 1 35 0,0-15-11 16,0 11-2-16,0 5 10 0,-18 24 13 0,10-20-17 15,2-1-5-15,-2-7-3 0,4-2-9 0,1 1 10 16,0-5-12-16,3-2 5 0,-1 3-3 16,-1-2 7-16,2-1 3 0,0-2 7 0,0-2 7 15,0 0-28-15,0 0-11 0,10 4 27 0,0-7-7 16,13-3 1-16,5-9-54 0,2 5-68 16,4-4-18-16,-1 1-32 0,-1-3-159 0,-2-1 13 15,0-3-50-15</inkml:trace>
  <inkml:trace contextRef="#ctx0" brushRef="#br0" timeOffset="1485.782">2869-298 461 0,'-3'-5'261'0,"1"1"-54"16,2 0-27-16,-2 2-39 0,2-1-6 16,0 3-17-16,1 3-9 0,0-1-27 0,4 6 10 15,-3-2-17-15,11 13-23 0,-5 1 4 0,4 5 0 16,2-2-15-16,0-1-12 0,1 4 21 16,1-4-8-16,-5-5-15 0,2 2-25 0,-1-3 11 15,-2-6 7-15,-2 0 1 0,-1-4-23 0,-2 2 21 16,0-6 18-16,-3 1 5 0,-2-3-13 15,0 0 0-15,0 0-10 0,15-29 8 0,-12 13 5 16,4-7-20-16,-3 1 0 0,2-7-14 16,2 1 15-16,-3 1-6 0,2-1 12 0,2-2-36 15,-3 0 18-15,1 2-25 0,2 1-10 0,-4 6-39 16,1 6 6-16,-2 4-55 0,0 2-53 16,-1 2-8-16,2 1-65 0,-2 2 17 0,2 2-164 15,-1-2 7-15</inkml:trace>
  <inkml:trace contextRef="#ctx0" brushRef="#br0" timeOffset="1964.761">3317-207 295 0,'4'1'199'15,"-3"-1"-40"-15,1 0-16 0,2 3-25 0,-3-3-7 16,3 0-19-16,-1 0-9 0,1 2-30 15,-2 0 13-15,4 0-13 0,-3-1-38 0,4 1 19 16,-3 3-16-16,0-4 13 0,2 5-1 16,-2-2-31-16,1 2 47 0,-2 1-15 0,1-4 10 15,-1 7-35-15,0-4 34 0,-2 4-28 0,-1-10 10 16,0 8-42-16,0 9 6 0,-19 21-3 16,5-17 30-16,-4 1-1 0,2-3-43 0,2-3 3 15,2 1 3-15,3-4-27 0,3-6 30 16,-1 1-13-16,5-2-7 0,-2-2 9 15,3 0 13-15,1-1 3 0,0-3-23 0,0 0 43 16,0 0-18-16,0 0 20 0,19 5-15 0,-12-4 0 16,1 2-11-16,-1-3 3 0,-1 0 12 0,2 0-21 15,-1 4 18-15,0-4 23 0,2 2-22 16,6 8-2-16,-2-4 18 0,-5-1-2 0,2 3 0 16,2 2 0-16,-4 0-1 0,-1 0-4 15,-4-4 0-15,1 2 39 0,-3-1 10 0,1 1-7 16,-2 1 8-16,0-9 11 0,0 0 3 0,0 10-2 15,0 0-7-15,0-4 10 0,-21 19-20 0,9-8 10 16,2-5-9-16,-4 3 1 0,3-8-8 16,-1 0-9-16,5-3-31 0,0 2 8 0,0-4-19 15,2 3 1-15,-2-5-128 0,7 0-86 16,0 0-116-16,0 0 24 0,-17-15 11 0,16 6-17 16</inkml:trace>
  <inkml:trace contextRef="#ctx0" brushRef="#br0" timeOffset="2392.439">4169-272 348 0,'0'-2'237'0,"2"-2"-33"0,-2 4-41 15,4 0-22-15,-4 4-18 0,3-2-27 0,2 2 5 16,-1 0-13-16,10 13-22 0,3 3-17 16,-1 4 19-16,5 0-4 0,-3 1-32 0,2 1 16 15,-2 2-24-15,1-2 10 0,3-4-7 16,-4 1 7-16,-3-3 2 0,-1-6-8 15,0 2 0-15,0-10-10 0,-8 2-2 0,0-6 14 16,-1-1-1-16,-5-1-10 0,0 0 0 16,21-16-8-16,-11 5 12 0,-3 1-6 0,4-10-6 15,-3 0 7-15,0 3-28 0,0-5 20 16,-2 0-6-16,3-1 15 0,2 0-23 0,-5 1 24 16,1 1-26-16,2 3-32 0,-6-2-5 15,7 3-26-15,-9 5 7 0,5 6-52 0,-6-3-21 16,5 2-34-16,-2 0-41 0,2 0-122 0,0 1 16 15,-1 1 7-15</inkml:trace>
  <inkml:trace contextRef="#ctx0" brushRef="#br0" timeOffset="2795.488">4781-144 293 0,'-1'21'137'0,"1"-5"-30"0,-3 2-15 0,3-8-2 0,0 6-5 15,0 1-2-15,0 0-23 0,0 1-7 16,0 0-11-16,0-3-10 0,0-1-2 16,0-3 24-16,0-1 0 0,0-10-6 0,0 10-3 15,0-10-24-15,0 13-9 0,0-13 15 0,0 7 6 16,3 7-18-16,2-13 42 0,2-1-24 0,0 0-1 15,0-1-16-15,18-2-2 0,-13 3-22 16,28-9 31-16,-18 6-14 0,6-3 28 0,-4-4-42 16,-3 0 8-16,-3 7 2 0,-2 0-13 15,5-3 0-15,-4 5-3 0,-5-4 2 0,0 1 1 16,-5 2 2-16,4-2-31 0,-3 0-9 16,2 3 5-16,-4-1-51 0,0-1-18 0,1 2 7 15,-1-3-35-15,-3-1-99 0,-1-4-92 0</inkml:trace>
  <inkml:trace contextRef="#ctx0" brushRef="#br0" timeOffset="3017.351">5025-24 443 0,'-4'0'218'0,"-3"-2"-24"15,3 4-37-15,1-4-31 0,-4 5-17 0,2-3-8 16,-1 0 4-16,2 0-30 0,1 4 21 0,3-3-45 15,-4 4 17-15,1-1-6 0,3 2-29 16,-2 0 22-16,2 3-16 0,-2 1-9 0,2 0-5 16,-5 15 9-16,3-2-28 0,1-4 23 15,-2 3-2-15,3-8-12 0,0 4 23 0,0 1-29 16,0 1 4-16,15 18 4 0,-15-21-13 16,2-4 13-16,-2-13 14 0,0 10-59 0,0-1-16 15,0-2 4-15,0 5-88 0,0-12-68 16,0 4 17-16,0-4-191 0,0 0 22 0,-6 13 47 15,2-16 18-15</inkml:trace>
  <inkml:trace contextRef="#ctx0" brushRef="#br0" timeOffset="-4765.536">-887 1312 252 0,'0'0'245'16,"0"0"-35"-16,0 0-65 0,0-17 0 0,0 17 0 15,0 0-13-15,30-29-43 0,-30 24-4 0,2 4 2 16,-4 1-25-16,2-3-3 0,2 3-8 0,-1 0 6 16,2 3-11-16,-1 0 9 0,1 0-56 15,1 4 23-15,-4-3-26 0,9 2 35 16,0 13-12-16,2-1 24 0,3 2-23 0,0 0 0 15,-2-1-16-15,2 1 17 0,-2-1-11 16,-1 1 5-16,2-1-15 0,4-3 13 0,-12-5 15 0,4 0-17 16,-3-3-9-16,1-2-2 15,-3 0 10-15,3-2-12 0,-6 2 10 0,4-4-2 0,-2 0 19 16,1-2-12-16,0 0 12 0,-4 0 7 16,0 0 1-16,0 0-13 0,17-24-3 0,-7 11 19 15,-10-5-10-15,6-2 1 0,4 0-6 0,-6-2-13 16,4-1 9-16,-6 0 3 0,5 3-3 0,-2-1-1 15,-2-2-5-15,7-2-1 0,-4 8-7 16,0-7-5-16,-1 3 11 0,1 1-3 0,-1 0-14 16,-2 6 16-16,-1 1 1 0,2 6-17 0,-4 0-19 15,4 1-24-15,-3 4-29 0,1-1 9 16,0 2-23-16,1-1-19 0,1 2-53 0,-4 0-61 16,0 0-103-16,0 0 23 0,0 0 15 15,6 14 1-15</inkml:trace>
  <inkml:trace contextRef="#ctx0" brushRef="#br0" timeOffset="-4448.153">-349 1474 261 0,'0'5'82'16,"1"-1"-6"-16,-2-1 12 0,1-1-6 0,1 3-10 16,-1 1-10-16,3 0-6 0,-3 1 17 15,-3-1-10-15,6 4 43 0,-3-1-61 0,0-9 35 16,0 10-14-16,0 3 10 0,0 6-37 0,0-4 17 16,0 0-11-16,0-3-2 0,0 1-3 15,0-4 13-15,0-2-30 0,12 11-22 0,-11-14 25 16,1 3-4-16,-2 0-35 0,0 1 36 15,0-1-11-15,4 0-3 0,-4-2-79 0,3-1-46 16,-1 2-102-16,0-5-115 0,-1 2 13 16,-1-3-5-16</inkml:trace>
  <inkml:trace contextRef="#ctx0" brushRef="#br0" timeOffset="5635.697">646 1106 307 0,'0'0'222'0,"0"0"-19"0,0-17-11 15,0 17-39-15,14-27-6 0,-17 22 1 16,0 0-22-16,2 1-25 0,0 1-10 0,-3-3-5 16,2 5-9-16,-3 1-17 0,2 0-16 15,-1 0 14-15,-3 3-15 0,1 1-12 0,0-1 15 16,1 1-7-16,-8 9 1 0,-4-1-25 0,5 1 23 15,-2 3-14-15,2 1-12 0,-1 1 18 16,4 2-24-16,-4-3 12 0,8 5-7 0,-2-2-8 16,4 5-12-16,-1-4 5 0,4-10 22 0,0 5-7 15,0 2-8-15,14 21-6 0,-3-23-14 16,0 0 17-16,1-3 20 0,1-9-16 0,0 2-25 16,9-2 19-16,-9-4 4 0,5 0 4 15,5 0-9-15,29-23 5 0,-23 12-6 0,1-4 14 16,-2 1-7-16,-6-2 0 0,-2-4-11 0,-2 3 25 15,-1-3 7-15,-5-3-4 0,-5-1 23 16,-3 3-5-16,-4-3-2 0,0 10-11 0,-12-19 15 16,5 11-1-16,-4 2-16 0,-7 1 7 0,2 3-12 15,0-2 3-15,-6 7 3 0,5 0-2 16,-1 1-23-16,3 5-5 0,2 0-14 0,1 2-25 16,12 3-36-16,-18 0 5 0,3 0 6 0,-10 22-88 15,10-10-22-15,0 1-125 0,12 1-39 16,-4-2 26-16,4-1 17 0,3-11-14 0</inkml:trace>
  <inkml:trace contextRef="#ctx0" brushRef="#br0" timeOffset="6294.432">1991 803 703 0,'0'-6'209'0,"-3"5"-19"15,1-4-6-15,0-1-30 0,2 5 5 16,0-2-24-16,0 0-16 0,0 0-17 0,-1 2-13 15,-2-1-27-15,3 2 9 0,-1 3-10 16,1 1 4-16,0 2-33 0,0 3 9 0,-3 14 0 16,3-11-8-16,0 10-18 0,0-1 20 0,0 7-6 15,0 1-16-15,0 0 21 0,0 3-21 16,0-5 5-16,0 1-5 0,0 0 7 0,15 27-5 16,-15-29-7-16,0-9-5 0,2-1 7 15,2-7 6-15,-4 4 0 0,0-6-15 0,1 2-14 16,2-4-19-16,-2 1-49 0,1-2 7 0,-2 1 7 15,5-2-89-15,-4-3-82 0,4-3 21 0,15-6-165 16,1-2 26-16,-1-4 40 0,2-2 7 16</inkml:trace>
  <inkml:trace contextRef="#ctx0" brushRef="#br0" timeOffset="6782.715">3219 769 329 0,'-8'-7'203'0,"-7"-6"-46"0,5 6-40 15,-5 3 30-15,7 1-33 0,-3 1-9 16,11 2-45-16,-8 0 32 0,-2 0-5 0,-18 15-41 16,8-1 18-16,6-1-19 0,-4 6 7 0,3 0-12 15,3 8-25-15,1-3 33 0,4-3-19 16,0 6 1-16,4 0 17 0,2 2-45 0,1-14 22 16,0 8-7-16,0-1-23 0,18 30-8 15,-10-29 34-15,7-3-6 0,0-2 9 0,7-2-23 16,2-6 20-16,4 0-7 0,0-6 11 0,2-4-5 15,-17 0-6-15,7 0-4 0,34-20 13 16,-28 6-10-16,4-5 4 0,-8 1 13 0,-1-5-4 16,1 0 1-16,-7-3 0 0,0 5 26 15,-8-6 8-15,-2 4 2 0,-3 1 9 0,-2 12-8 0,0-6-9 16,-19-15 9-16,9 11-17 0,-5 6-2 16,0 0-18-16,1 3 6 0,-5 1-8 0,1 2-35 15,4 3-30-15,-1 5-6 0,5-3-38 0,10 3 6 16,0 0-81-16,-11 0-15 0,11 0-161 15,-11 0-24-15,-1 14 20 0,11-11 15 0,3 4 7 16</inkml:trace>
  <inkml:trace contextRef="#ctx0" brushRef="#br0" timeOffset="7289.665">4563 558 452 0,'0'-2'243'0,"0"0"-46"15,-3 1-26-15,-1 1-10 0,0 0-31 0,0 1-41 16,-2 1 16-16,-1 1-11 0,-8 12-12 0,1 0-36 16,1 4-1-16,0 1 10 0,-2 1 0 15,4 4 0-15,7 0-14 0,-4 2-2 16,4-1-14-16,-1 1 12 0,5-12 7 0,0 2-35 16,0 7 10-16,18 19 1 0,-7-20 3 0,2-1-15 15,0 1 22-15,5-7 2 0,2-1-34 16,2-2 16-16,2-3-5 0,1-4 17 0,-13-6-23 15,8 0 2-15,4 0-16 0,26-22 17 16,-23 11 12-16,-2-1-11 0,-6-4 30 0,5-4 1 16,-4 1 0-16,-3-2 13 0,1-3 19 0,-8-1 8 15,-5 2-12-15,-5-3 19 0,0 13-28 16,0-7 4-16,-15-25 9 0,4 21-14 16,-1 3 8-16,-8 6-39 0,2-1-1 0,-6 3-47 15,-5 2-7-15,-3 9-45 0,0 2-76 0,15 0 14 16,-8 0-202-16,-33 17-74 0,31-12 42 0,-4 2 26 15,2-4 19-15,9-3 10 0,3 4-9 16</inkml:trace>
  <inkml:trace contextRef="#ctx0" brushRef="#br0" timeOffset="-3658.278">-514 2669 241 0,'-6'-10'220'0,"3"1"-30"16,-1 0-23-16,-1 3-17 0,1 0-16 0,2 0-9 15,1 2-4-15,-1-2-8 0,0 2-9 0,0-1-1 16,1 0 11-16,-2 2-22 0,0-1-4 16,2 1 1-16,-2-2-8 0,2 1-18 0,1 1 3 15,-1 1-8-15,1 1-19 0,-3 1-9 0,1-4 15 16,0 4-19-16,2-1 0 0,-3 1-6 16,6 1 6-16,-3 2-5 0,0-1-3 0,2 2-10 15,3 1 19-15,-4 0-16 0,3 2 5 0,-1-1-3 16,11 11 5-16,-1-5-12 0,0 4-12 15,-1 0 13-15,2-4-2 0,0-2-4 0,1 6-12 16,-7-6 3-16,3-3 6 0,-1 0-18 16,-1-2 21-16,-3-1-8 0,1 1-4 0,-2-4-4 15,2 0 21-15,-3 2-14 0,3-2 3 16,-2 1-12-16,-5-2 25 0,0 0-6 0,0 0 10 16,13 0-6-16,1-13-4 0,-9 7 1 0,1 0 9 15,-1-1-13-15,-1-9 4 0,4-4-16 0,-3 0 14 16,3-1 1-16,-3-7 3 0,-1 4-8 15,-1 2-8-15,0-1 17 0,0 1-1 0,-1 3-4 16,3 5-17-16,-5-2 12 0,0 5-13 0,1 0-16 16,-1 4-30-16,4-3-33 0,-4 4 9 0,3-1-58 15,1 0-19-15,1 1-10 0,-2 1-58 16,3-1-120-16,1 2 26 0,-1 1 8 0,0 3-2 16</inkml:trace>
  <inkml:trace contextRef="#ctx0" brushRef="#br0" timeOffset="-3316.49">-125 2609 336 0,'0'-5'110'0,"3"5"-9"16,-2 0-23-16,2-2-20 0,2-1 13 0,-3 0-4 15,0 3-6-15,2-2-8 0,1 0-29 16,1 0 8-16,0 4-11 0,-1-2-22 0,2 4 16 15,-4-4-4-15,3 6-6 0,-1-2 9 0,-1 0-3 16,-1 5-1-16,1-3-5 0,-4 3 3 16,1-2 11-16,-1 9 8 0,0 0-35 0,0 1-3 15,0 4 11-15,0-2-1 0,-20 20 40 16,16-25-2-16,-2-2 7 0,3-1-3 0,-1 0-4 16,3-4-5-16,-3-1-2 0,2 2-6 0,2-4-38 15,-1 1 1-15,-2-1 25 0,3 1-2 0,0-3-1 16,0-2-1-16,0 0-9 0,0 0 1 15,13 8 25-15,10-12 7 0,0-5-2 0,8 3-43 16,-5-1-43-16,3-1-1 0,-3-2-68 16,-4 2-100-16,0 0 13 0,-7 4-137 15</inkml:trace>
  <inkml:trace contextRef="#ctx0" brushRef="#br0" timeOffset="9459.194">927 2262 299 0,'0'0'157'0,"-22"0"-11"0,22 0-24 0,0 0-11 16,-18 0-7-16,-14-4-20 0,20 17-24 0,1 3-21 16,3 2 19-16,1 0-9 0,1 1 6 15,2-1-6-15,4-18-4 0,0 14-5 0,0-1-3 16,0 1-4-16,0 4-7 0,15 19 9 15,-6-17-9-15,2 1-12 0,1-4-28 0,0 0 31 16,5-7-13-16,-2 0 12 0,1 2 0 0,8-10 6 16,-10-2-5-16,-14 0 10 0,17 0-4 15,26-14-8-15,-24 7 6 0,1-6 11 16,-3-3 6-16,0 1 1 0,-3-1 1 0,-3-2 17 16,-3-2-11-16,-3 5 9 0,1-5 6 0,-6 5 16 15,0 15-2-15,0-15 7 0,0 1-7 16,-17-17-21-16,4 14 4 0,2-1-13 0,-7 4-5 15,3 2-7-15,-3 3-5 0,-4-2-3 0,5 2-24 16,2 3-12-16,1 2-25 0,5 0-21 16,-1 4-23-16,10 0-3 0,-11 0 8 0,11 0-71 15,-12 0-24-15,-13 23-59 0,13-10-126 0,5-5 26 16,1 2-29-16,6-5 4 0</inkml:trace>
  <inkml:trace contextRef="#ctx0" brushRef="#br0" timeOffset="10003.957">2346 2007 296 0,'-28'3'144'0,"1"1"15"16,1 5-36-16,0 1-24 0,1 3 6 0,3 3-20 15,-1-1-15-15,3-1-29 0,0 2 12 0,3 3-10 16,-1 3-4-16,2-2-5 0,8 2 12 16,1-1-7-16,1 3-4 0,1-1-3 0,5-5-18 15,0-7 0-15,0 7-35 0,16 17 4 16,-8-18 41-16,9 3 0 0,-2-4 13 0,2 0-1 16,9-4-14-16,-3-4 15 0,3-2-19 0,3 1-1 15,5-7-3-15,-25 0-8 0,10 0-12 0,3 0 25 16,29-21-15-16,-26 9 20 0,-2-3 2 0,-1-2-23 15,-7-3 30-15,3 2 17 0,-6-5 5 16,-1 0 7-16,0-4 22 0,-7 1-22 0,-1 0 2 16,-3 2-1-16,0 10 0 0,0-7-14 15,-22-20 11-15,15 20-12 0,-6 3-7 0,-4 1-6 16,-4 5-19-16,1-2-6 0,1 2-36 0,-2 4-61 16,4 3 8-16,2 1-74 0,0 3-37 15,3 0-80-15,12 1-91 0,0 0 44 16,-11 0-7-16,11 0-8 0</inkml:trace>
  <inkml:trace contextRef="#ctx0" brushRef="#br0" timeOffset="10438.742">3468 1898 280 0,'0'-5'298'0,"0"3"-33"0,1-4-40 0,2 3-51 15,-3-1-12-15,0 2-24 0,0-2-7 16,0 3-18-16,0-1-15 0,2 0-32 0,-2 2 14 15,0 0-16-15,0 4-11 0,0 1 9 16,-2 0-15-16,2 2-9 0,0 3-15 0,0 16 2 16,0-14 8-16,0 9-8 0,0 3-3 0,0 2 11 15,0 0-2-15,0 3-10 0,0 0-9 16,0 2 7-16,0-7-2 0,14 23-3 0,-11-26 2 16,1-4-5-16,-4-6 4 0,1-3-7 15,-1 0-9-15,3 0 17 0,-2-6-7 0,-1-2 3 16,0 0-6-16,0 0 8 0,0 0-10 15,0 12-11-15,0-12 12 0,0 0-56 0,2 11-33 16,-1-11 8-16,-1-4-113 0,3 1-78 0,0-1-110 16,1-2 12-16,-2 0 22 0,4 3 10 0,-1-6 15 15</inkml:trace>
  <inkml:trace contextRef="#ctx0" brushRef="#br0" timeOffset="10932.592">4920 1747 277 0,'0'-4'220'0,"2"0"-15"16,-1 2-28-16,-1 2-11 0,0-7-34 15,4 6-13-15,-4-1-16 0,2 1-19 0,-1 1-23 16,-1-2 21-16,3 4-32 0,-3-1 2 15,0 1-6-15,0 6-6 0,0-5 7 0,0 6-2 16,0 1 13-16,2 13-44 0,3 3 4 16,-4-1 24-16,-1 1-22 0,0 0 6 15,0-10 12-15,0 5-14 0,0 3-6 0,0 2-4 16,0 3 10-16,16 23 1 0,-14-28-7 16,-2-13 11-16,0 5-13 0,0 2 12 0,0-2 3 15,0-2 4-15,0-2-15 0,0-2 6 0,11 3-1 16,-11-7-3-16,1-2 1 0,-1-1-6 15,2 0-1-15,-2 3-5 0,0-5-18 0,2 0-24 16,-2 1 3-16,2-2-152 0,-2 0-212 0,1-3 32 16,0-4 25-16,2-1 17 0,-3-2 18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13:59:00.739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397-1 295 0,'0'0'99'0,"0"0"-28"0,0 0 34 15,0 0-14-15,0 0-12 0,0 0-7 0,0 0-45 16,0 0-2-16,0 0-2 0,0 0-4 16,-18 0 61-16,18 0-10 0,0 0-7 0,0 0-21 15,0 0 9-15,0 0-13 0,0 0-6 16,0 0-2-16,0 0-10 0,0 0 12 0,0 0-3 15,0 0 0-15,0 0-8 0,0 0-1 16,0 17-36-16,0-17 1 0,0 0 30 0,0 0 5 16,0 0-11-16,-17 0 5 0,-3 31-15 0,20-25 10 15,-4-3 41-15,4 0-21 0,-1 1-14 0,1 0 10 16,-3 2-5-16,2-2 1 0,1 2-2 16,-3 0-26-16,0-1 48 0,2 0 4 15,-1 1-24-15,-2 0-8 0,4 1 19 0,-2-1-19 16,-1 1 9-16,1-3-30 0,1 3 19 15,-3-2 3-15,3 2-3 0,-4-4-20 0,4 3 17 16,0 0 9-16,-3-2 19 0,4 2-46 16,0-2 26-16,-2 0 4 0,-2-2-33 0,4 5-5 15,-1-4 36-15,-1 0-2 0,2 1-1 0,-2-2-1 16,0 1-2-16,2-1-32 0,0 0 32 0,-1 1-21 16,-2 0 4-16,3-1 24 0,0-1 2 15,0 3-7-15,-1 0 7 0,1-2-26 0,0 1 8 16,0 0-11-16,0-1 6 0,-2-2-16 15,1 2 29-15,1-2-5 0,-3 3-25 0,2-2 26 16,1 3-9-16,0-2 5 0,-2-2-20 0,2 2 29 16,0-1 9-16,0 0-40 0,0 2 7 0,0-1 12 15,0-2-16-15,0 3 28 0,0-2-24 0,-2 0 16 16,2 0 10-16,0 2-3 0,0-2-12 16,0 2 22-16,0-3-27 0,-2 1 15 0,2 0-7 15,0 3-3-15,0 1-2 0,0-5 5 16,-1 1-7-16,0 0 20 0,1 2-12 0,0 0-31 15,0-1 45-15,-3-1-2 0,3 3-12 0,-2 1 2 16,2-4-13-16,0 3 4 0,0-4 7 16,0 0-4-16,0 0-6 0,0 0 27 0,0 0-8 15,0 0-22-15,0 10-13 0,0-10 19 16,0 0-18-16,0 9 31 0,0-9-8 0,0 9 23 16,0-9-24-16,0 6 2 0,0-6 21 0,0 10-36 15,0-10 26-15,0 7-5 0,0-7-6 16,0 10 10-16,0-10-6 0,0 6-8 0,0-6 17 15,0 10-17-15,0-1 24 0,0-9-22 0,0 9-21 16,0 2 23-16,0-11-3 0,0 10 10 16,0-10-11-16,0 9 10 0,0-2-32 0,0-7 33 15,0 11 0-15,0-11-16 0,0 11 5 0,0-1 12 16,0-10 11-16,0 9-16 0,0-9-20 0,0 11 21 16,0-3 2-16,0-8 9 0,0 10-26 15,0-10 9-15,0 11-4 0,0-11 14 16,0 9-36-16,0 0 31 0,0-9-3 0,0 10-12 15,0-10-12-15,0 9 33 0,0-9-7 0,0 10-9 16,0-10 10-16,0 13-6 0,0-13 3 16,0 11-19-16,0-11 29 0,0 10-5 0,0-1 2 0,0-1-17 15,0-8 16-15,0 9-28 0,0 2 31 16,0-3-32-16,0-8 22 0,0 11 13 0,0-2-39 16,0 0 13-16,0-9-3 0,0 11 48 15,0-4-21-15,0 2-9 0,0-9 0 0,0 13 1 16,0-3 10-16,0-10-2 0,0 9-23 0,0 0-4 15,0-9 31-15,0 11-2 0,0-5-26 16,0-6 24-16,0 11 5 0,0-3-2 0,0 2-10 16,0-10 3-16,0 10-7 0,0-1 21 15,0-9-19-15,0 11 18 0,0-1-16 0,0-1 8 16,0-1-6-16,0-8-4 0,0 10 17 16,0 0 7-16,0 0-17 0,0-10-4 0,0 13 18 0,0-3-37 15,0-4 4-15,0-6 18 0,0 12 3 16,0-2-19-16,0-2 11 0,0 1 12 0,0-9-9 15,0 11 2-15,0-2-5 0,0-9-1 16,0 11-20-16,0-2 23 0,0-1-2 0,0 0 12 16,0 2-13-16,0-10 1 0,0 11 3 0,0-2-14 15,0 0 15-15,0-9-12 0,0 10-2 16,0 0 19-16,0 0-20 0,0-3-12 0,0 2 23 16,0 0 7-16,0-9-6 0,0 11-6 0,0-1 1 15,0-1 2-15,0 0 0 0,0 0 19 0,0-2-27 16,0-7 2-16,0 14 2 0,0-5 0 15,0 1 18-15,0-1-11 0,0 1 4 0,0-1-6 16,0 7-1-16,0-2 1 0,0 1-23 16,0-3 18-16,0-2 15 0,0 1-15 15,0-1-1-15,0-1 5 0,0-2-8 0,0 2 15 16,0-9-26-16,0 13 20 0,0-3 2 16,0-1-22-16,0 1 23 0,0-2 14 0,0 0-25 0,0 2-1 15,0 0 9-15,0-1 10 0,0 1-9 16,0 6-6-16,0 0-13 0,0 0 22 0,0 0-6 15,0-3 0-15,0 1-15 0,0-2 27 16,0 0-24-16,0 5 23 0,18 23-4 16,-16-23 0-16,-1-1 10 0,2-1-2 0,-2-4-18 0,-1 2 6 15,0-13 4-15,0 10-1 0,0-3-3 16,0 9 0-16,0-1-15 0,0 2 18 16,0-4 12-16,0 1-7 0,0-3-11 0,0-1-12 15,0-1 13-15,0 1 4 0,14 12-3 0,-11-11-14 16,-3-1 20-16,1 12 1 0,3-4-18 15,-1-2 17-15,-3-2 7 0,1-3-10 0,2 0-2 16,-2 2 1-16,-1-4-5 0,0 1 7 16,2 1 6-16,3 11-15 0,-1 0 3 0,-2-9 2 15,3 0-11-15,-3 0 14 0,-1-4-6 0,-1 1 6 16,3-1-11-16,-3-1 13 0,1-1-13 16,1-1 2-16,0 3 20 0,0-3-19 0,-2 1 8 15,1 3-6-15,0-4-4 0,2 1 7 0,-1 2 4 16,-2-2-15-16,4 1 17 0,-3 0-3 0,-1-2-10 15,4 4-9-15,-2-4 17 0,-1 17-3 16,0-11 3-16,2 1 11 0,-2-2-17 0,1-1-1 16,1-1 12-16,-1 0-4 0,0-3-11 0,0 1 8 15,-2 3 5-15,2-4-10 0,-2 1 4 0,4 2-6 16,-4-3 14-16,1 1-3 0,1 2 1 16,-1 1-5-16,2-1-6 0,-3-1 7 15,1 0 8-15,5 15-8 0,-5-6 3 0,0-5-17 16,4 0 25-16,-5-2-17 0,4 0-12 0,-3 0 19 15,6 12-10-15,-7-9 8 0,1-3 5 16,2 3-7-16,-2-2 8 0,1-6-8 0,1 8 2 16,-1-7 16-16,-2 1-20 0,2-1-11 0,0 2 15 15,0 2 12-15,-1-2-9 0,2-1-8 0,0 3 6 16,1 12-4-16,-3-6 7 0,1-3-7 16,2-1 1-16,-4-2 14 0,1 0-26 0,-1-3 17 15,1 4-6-15,2-2 1 0,-1-2 4 16,-2 0 12-16,0 3-14 0,4-3 10 0,-3 3-23 15,-1-3 29-15,6 14-8 0,-5-7-4 0,-1-2-11 16,4 1 21-16,-4-4-12 0,0-2 3 16,1 2-6-16,-1-2 9 0,5 0-6 0,-5 2-4 15,2-2 1-15,-2-1-8 0,2 3 2 16,0-3 1-16,-2 1 6 0,2 3 5 0,-2-3-19 16,4-1 19-16,-4 3-15 0,3 1 8 15,-3-3 2-15,1 1 2 0,2 0 0 0,-3 2-14 16,1-2 15-16,-1 1 0 0,2-2 0 0,0 3-2 15,5 9-14-15,-5-5 17 0,-2-2-17 16,1-1 4-16,2-1 2 0,-3-10 10 0,0 8 2 16,0-8-9-16,0 10 7 0,0-2-2 0,0-8-1 15,0 11-7-15,0-3 5 0,0-8-5 16,0 12 9-16,13 6-6 0,-13-12 4 0,2 2 0 16,-2-5-4-16,3 4-7 0,-2-1 14 0,0-1 8 15,-1 0-18-15,2 2 11 0,0 1-7 16,0-2 7-16,-2 3-7 0,4-3 7 0,-1-1-6 15,-2 4 7-15,2-4 3 0,-2 1-5 0,-1 1-2 16,4 0 2-16,-4-1 3 0,2-1-21 0,2 2 2 16,-3-3 19-16,1 4-6 0,-1-4 2 15,3 3-7-15,-4-2-5 0,4 3 21 0,-1-5-15 16,-3 4-2-16,1-1 9 0,3-1-3 16,-4 1-3-16,2-1-6 0,2 0 16 0,-3-1-9 15,1 3-7-15,0 0 13 0,0-4-9 0,2 4 3 16,-3-4 6-16,1 3-1 0,-2-3-11 15,4 2 6-15,-3-1-9 0,1 0 22 0,2 2-21 16,-3-3 15-16,3 4-20 0,-2-3 15 0,-1-2 3 16,3 2 0-16,-4 0-3 0,4-1 2 15,-1 3-15-15,-3-1 13 0,1-2 1 0,3 0 1 16,-2 2-6-16,1-2 2 0,-1 0-5 16,2 1 9-16,-2 2-4 0,-1-2 6 0,2-1-7 15,0 3 5-15,-2-3 5 0,2 0 0 0,-2 2-11 16,-1-4-16-16,4 4 24 0,-2 0-13 15,-1-1 10-15,2 1-13 0,0-1 1 0,-3-1 9 16,1 1 7-16,2 0-13 0,-2-2 7 0,0 5 9 16,2-4-11-16,0-1-11 0,-3 2 22 0,1-2-1 15,2 2-10-15,-2-2-7 0,-1 3-5 16,5-1 15-16,-3-2 0 0,-2 4-3 0,0-3 6 16,2 4-5-16,0-5 3 0,0 3-3 0,-2 0 0 15,4-1 14-15,-1 1-14 0,-2 1-14 16,-1-1 22-16,3-1-15 0,-2-2 8 0,-1-1 6 15,2 3 3-15,0 0-8 0,0-3-11 16,-1 2-1-16,-1 1 17 0,3-1-6 0,-2 4 8 16,1-5-7-16,-2 2-9 0,1-3 17 0,2 2-6 15,-2-1-6-15,0 2-3 0,2-2 10 0,0 2-2 16,-3-1-4-16,4-1 2 0,-4 0 5 0,1 4-5 16,1-4 6-16,2 0 0 0,-3 3-7 15,-1-2-3-15,2-2-1 0,0 2 8 0,0 1-17 16,-1-1 19-16,3 0-4 0,-2 0 5 15,-1 0 2-15,2 1-10 0,-2-2-11 0,-1 0 10 16,4 1 12-16,-1 1-5 0,-3-3-10 16,3 5-7-16,-2-5 18 0,1 1-3 0,-1 1 5 15,3-2 1-15,-4 3-11 0,4-2 8 0,-1 2-13 16,-3-1 0-16,1 0 10 0,2 1-16 16,-2-1 9-16,1 1-7 0,2-2 13 0,-3-1 7 15,1 3-3-15,2 1-9 0,0-4 19 0,-3 2-6 16,1-1-10-16,2 2-1 0,-3-3-7 15,6 3-2-15,-4 1 11 0,0-3 9 0,1 1-10 16,1 1-3-16,-2-1 6 0,1 0 2 0,-1-2 2 16,2 3 6-16,-1-2-23 0,2 1 10 15,-3-2 10-15,-1 1-10 0,3 4 2 0,0-5-2 16,-1 0 4-16,-1 3 5 0,2-3-9 16,1 2 8-16,-1-1-5 0,2-1-13 0,-3 2 15 15,3-2-10-15,-1 3 3 0,-1-2 0 0,2 1-9 16,0-3 3-16,0 1 13 0,-2 1-8 0,2 1 0 15,-1-2 6-15,1-1-14 0,-2 3 1 0,5-2 26 16,-3 1-14-16,1-2-6 0,-3 2 14 16,1 0-18-16,-1 0 3 0,1-2 13 0,-6 0 5 15,0 0-6-15,8 0-1 0,-8 0 1 16,13 0-1-16,-2 0-8 0,-5 0-3 0,-6 0 8 16,13 0 0-16,-6 0 1 0,-7 0-11 0,12 0 6 15,-2 0 10-15,3-16-11 0,-3 14 6 0,-3 1-2 16,-1-2-8-16,0 3 0 0,1-1 20 15,2 0-15-15,-4 0 8 0,1-2 0 0,0 2-4 16,0-2-6-16,1 3-1 0,-2-2 6 0,2 1 3 16,-1-3-5-16,1 2 0 0,-1 0 13 15,3 0-14-15,-2 0-9 0,1-2 7 0,-3 1 10 16,2 0-13-16,-3 0 6 0,2-1-3 0,1 1-11 16,-2 1 3-16,2-2 10 0,-1 0 1 15,2 4 2-15,-4-6 8 0,3 5-9 16,-2-3-2-16,1-3 4 0,1 4-2 0,0 1-1 15,-1-4 2-15,0 3-2 0,1 0-14 0,-2-3 5 16,13-4 9-16,-7 4-3 0,2-2 2 16,-7 0 6-16,0 6 0 0,-1-2-13 0,2-1 5 15,-1 3 3-15,-1-4 14 0,-2 2-28 16,3 1 21-16,0 0-3 0,0-1 13 0,1 0-19 16,-3-2 9-16,1 2-18 0,1 1 12 0,-3-3-2 15,4 3 5-15,-2-4-13 0,2 5 18 16,-3-4-1-16,0-1-6 0,0 4-8 0,2-1 4 15,-2-2-9-15,1-1 17 0,5-5-15 16,4-2 12-16,-6 4-13 0,-1 2 14 0,4-6 4 16,-3 7-5-16,-2 0-11 0,-2-1 16 0,1 2-16 15,-2 0 9-15,3-1 2 0,-2 1-5 16,-2 0 6-16,4-2 6 0,-2 5-10 16,-1-5 8-16,2 3-12 0,-1-1 9 0,-1 1-1 15,3-2-16-15,-4 3 14 0,11-10-13 0,-4 4 19 16,-4 0-5-16,-4 2-3 0,6 2 5 15,-3 0-11-15,-3-2 0 0,3 2 8 0,-1 0-8 16,1 0 14-16,0-1-16 0,1 1 8 16,-3 0-2-16,0-1 6 0,2 4-6 0,-1-5-6 0,-2 2 7 15,9-12 6-15,-9 8 5 0,6 0-16 16,-2 3 6-16,1-2 6 0,-5 0-7 0,3 3 7 16,-2-2-7-16,2 1 2 0,-1 1-8 15,-1 0 5-15,-2-3 6 0,2 2 2 0,-1 0-15 16,3-2 10-16,-1 2 9 0,-3 1-5 0,8-16 1 15,-5 8-7-15,1-2-7 0,-1 5 13 16,0 1-14-16,-1-1 10 0,1 2-7 0,-2 2 16 16,1-3-9-16,-1 1-9 0,-1 0 6 15,0-1 5-15,6-14-3 0,-2 9-8 0,-4 1 16 16,3 2-5-16,-3 0 1 0,2 1-8 16,0 1 6-16,-2 2 7 0,1-2-20 0,2 2 9 15,-2-16 9-15,1 11-3 0,-2-5-4 16,1 4-13-16,-1 3 18 0,0-1-6 0,0 2-4 15,3-2 15-15,-3 2-8 0,7-12-11 0,-7 12 10 16,0-3 4-16,0 0-2 0,0 0-10 16,0 1 4-16,0-1 2 0,0 2-9 0,0-6 14 15,0 0 7-15,0 0-13 0,0 4-9 0,0-1 13 16,0 0-6-16,0 3 9 0,0-8-15 0,0 3 15 16,0 0-13-16,0 0 13 0,0 0-17 15,0 5 15-15,0 1-7 0,0 0 7 0,0 0-1 16,0-1 5-16,0 11 3 0,0-10-12 15,0-2 2-15,0 2-12 0,0 2 20 0,0 0-11 16,0-2 12-16,0 1-1 0,0 9-8 0,0-12-6 16,0-4-3-16,0 2 21 0,0-3-13 0,0 1-7 15,0 4 1-15,-14-11 9 0,11 13 7 0,3 3-6 16,-1-2-6-16,1 1 12 0,-2-2-20 16,2 0 9-16,0 3 0 0,-2 1-10 0,2-3 15 15,0 0 10-15,-2 3-17 0,1-2-8 16,-3-2 11-16,4 0 5 0,-3-7-6 0,0 3-9 15,3 0 13-15,-3 4 0 0,3-2-6 16,-1 3 4-16,-2-1 5 0,3 4-7 0,-1-4-1 16,1 2 6-16,-1 0 1 0,-2-1-9 15,3-1 7-15,0 0 3 0,0 0-4 0,0 2-11 16,-2-2 7-16,2 2 1 0,-1-4 6 0,1 5 1 16,-3-3-5-16,2 0 5 0,1 1-3 0,-6-11-13 15,6 1 21-15,-2 4-3 0,-1 1-11 0,2 5 10 16,-1-3-11-16,-2 4 3 0,4-2 3 15,-3 2 5-15,3-2-4 0,-5-13-7 16,-2 3 1-16,4 7-3 0,-4 1 5 0,6 0 6 16,-3 2 2-16,4 0-23 0,-6 3 8 0,5 1 5 15,0-3 0-15,-4 2 3 0,4 1 4 0,0-2-4 16,-2-1 2-16,2 5-6 0,-1-5 8 16,2 1 11-16,-4-1-5 0,3 3-2 0,-6-13-1 15,3 4-10-15,-2 4-7 0,5-1 20 0,-3 2-5 16,2 0-8-16,-3-9 11 0,-2 7-3 15,1 0-12-15,4 0 0 0,-1 6 0 0,2-3 23 16,-5 2-30-16,6 1 17 0,-1 0-7 0,-3-1-5 16,1 1 10-16,-1-1 4 0,2-2 2 15,-2 2 8-15,4-1-10 0,-3 1 0 0,-1 0-5 16,3 0 11-16,-3 0-14 0,2 1 2 0,1-4-7 16,-3 3 15-16,3 0 10 0,-4-1-17 15,3-15-10-15,-4 10 22 0,2 2-19 0,1-3 7 16,1 7 4-16,-3-3 1 0,3 1 4 0,0 0 2 15,-2 3-14-15,4-4 9 0,-3 3-2 16,1-2-7-16,0 0-4 0,2-1 12 0,-5-10-7 16,-2 1 4-16,6 3 2 0,-5 1-16 0,5 5 4 15,-2-1 10-15,3 2-3 0,-3 1 10 16,3-1 0-16,-4 0-11 0,3 0 1 0,-1 2 14 16,0-14-4-16,-5 6-6 0,7 2 1 15,-6 0-1-15,5-6-5 0,-5 6 10 0,5 0-19 16,-3 3 7-16,4-2 10 0,-6 4-1 0,4-2-11 15,0 2 3-15,-1-2 8 0,-5-7-15 0,4-5 3 16,-1 9 3-16,-2-2 6 0,4 5 7 16,0-3-9-16,-5-3 4 0,1 4-9 0,3-1 11 15,-2-1-8-15,5 5 6 0,-10-9 3 0,6 0-2 16,2 6 10-16,-1-2-13 0,1 6 15 16,-3-12-19-16,1 7-1 0,1 3-1 0,1 0 3 15,-1 1-1-15,-2 3 13 0,1-2-1 16,2 0-4-16,-1 1 7 0,-1 0-5 0,-2-7-9 15,1 3 26-15,-1 1-21 0,2 0-1 16,-2-2 7-16,4 5-9 0,-2 1-2 0,-1-2 16 16,-1-10-3-16,-2 6 13 0,3 2-22 0,-1 4 19 15,-4-8-25-15,4 2 20 0,1 2-24 16,0 3 9-16,3 0 6 0,-12-5-10 16,10 5 12-16,1-2 0 0,-2 3-13 0,-1-2 8 15,4 3 12-15,-3-2-14 0,0 3-7 0,1-2 1 16,-1 2 4-16,3-1-4 0,2-2 21 15,-5 1 2-15,1 3-21 0,1-4 13 0,-3 4-8 16,1-3 11-16,4 2 12 0,-4-2-10 0,1-1-18 16,-1 3 25-16,1-2-24 0,-1 0-2 15,-2 2 7-15,4 2-7 0,-3-6 23 0,4 3-14 16,-2 0-7-16,-1 1 26 0,1 0 0 0,0-2-12 16,-1 4-11-16,0-3-3 0,1 1 22 15,-2 2-28-15,1-6 0 0,-1 6 17 0,0-3 3 16,-5-5-1-16,0 1 1 0,1 1 0 0,2 5-29 15,3-4 27-15,-4 4-17 0,3-3 8 16,0 3-10-16,0-1 12 0,2 2-10 0,-1-2 12 16,-1 1-16-16,2 3 20 0,-2-3-9 15,0 0 13-15,-1-1-22 0,1 2 22 0,0-2-17 16,2 0 0-16,-2 2-9 0,1 1 10 16,-1-2 7-16,2-1 20 0,-2 4-11 0,2-2-15 15,-1-2-2-15,-1 3 3 0,2-2-5 0,-2 3 30 16,1-3-31-16,1 3 25 0,-1-4-2 0,2 3-28 15,-4-2 4-15,4 2-9 0,-2-2 3 16,1 3 5-16,1-2 10 0,-3 2-3 0,1-4-12 16,-1 4 25-16,2 0-1 0,-1-3-15 15,0 3 2-15,0-1 3 0,-1-1-3 0,2 2 4 16,-2-1 11-16,1-2-20 0,1 3 14 0,-2-3-13 16,1 3-7-16,0 0 21 0,0-1-2 15,-1-1-9-15,2 2 14 0,-2-1-14 0,1 1 21 16,-1 0-23-16,2-3 11 0,-2 3-19 0,2 0 21 15,-2-3 2-15,0 2-19 0,1 1 12 16,-1-2-11-16,2 1 4 0,-1-2 0 0,1 3-5 16,-2 0 3-16,2-3 4 0,-2 2 2 0,1 1 2 15,1-2-5-15,-1 2-4 0,-1-1 29 16,2 1-17-16,-1-2-7 0,4 2 8 0,-5-2 16 16,1 2-10-16,1 0-23 0,-1-1 14 15,5-1 10-15,-3 2-26 0,-3-1 7 0,1 1 12 16,1-3 13-16,2 3-24 0,-1 0-10 0,-2-1 23 15,1-1-2-15,2 2-6 0,-2 0 13 0,-1 0-22 16,6 0-4-16,0 0 17 0,0 0 9 16,-8 0-26-16,8 0 15 0,-10 0-2 0,10 0 7 15,-11 0-1-15,11 0-7 0,0 0-11 16,-9 0 16-16,9 0-10 0,-11 0 7 0,11 0 8 16,-7 0-15-16,7 0-6 0,-11 0 1 0,11 0-4 15,-8 0 9-15,-8-10 12 0,10 10 11 16,0 0-3-16,3-4-25 0,-2 4 5 0,-1 0 6 15,1 0 8-15,5 0-1 0,0 0-17 0,0 0 25 16,-13 0-20-16,13 0-5 0,-12 0 25 16,5 0-17-16,7 0-14 0,-11 0 5 0,11 0-4 15,-12 0-11-15,4 0-22 0,-9 0-11 16,-8 14-36-16,6 1-33 0,-2 4 13 0,-1-5-171 16,-1 11-102-16,-2-2 30 0,-5-5 24 0,-2-6-29 15,-2 2 23-15,-2-9-36 0,2-3 15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13:59:09.263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-1542 3735 277 0,'0'0'93'16,"0"0"-14"-16,0 0-9 0,0 0 23 0,0 0-13 15,0 0 21-15,0 3-12 0,-5 4-12 16,1-1-6-16,-9 10-11 0,-2-3 0 0,1-1-15 16,5-2-6-16,1 4-5 0,-1-7 25 0,-3 6-27 15,-3 1-8-15,0-3-12 0,5 2 25 16,-2 0-6-16,3-4-8 0,-3 0-16 0,7-2-2 15,-2 1 0-15,-2-2-3 0,5 0 44 16,-1-2-22-16,1 1-9 0,0 0-20 0,-1-3 0 16,1 4 10-16,0-4 39 0,1 2-8 0,2-1-35 15,-3 0 27-15,0 1-28 0,2-3 26 0,0 1-8 16,-1 1 6-16,0 0 9 0,0-3 2 16,1 4-42-16,0-2 23 0,0-1 7 0,-1 3-5 15,3-3 4-15,-4-1-34 0,2 2-18 16,0 1 44-16,0 1-15 0,-1-4 11 0,3 1 2 15,-4-1-5-15,3 1-3 0,-2-1 26 0,2 4-58 16,-1-4 41-16,1 3-10 0,1-2-23 16,-3 0 37-16,2 0-25 0,0-1 11 0,-2 3 8 15,3-2 2-15,-2-1-29 0,1 2 36 0,0 1-16 16,1-3 14-16,-3 1 9 0,3-1-40 16,-1 0 47-16,1 2-29 0,-2-2 24 0,2 0-44 15,0 0 38-15,-3 2-11 0,3-2 1 0,-1 0-10 16,1 0 6-16,0 2 1 0,-1-2 7 15,1 0-24-15,-2 0-16 0,2 2 4 0,0-2-1 16,0 0 25-16,-2 0 9 0,2 0-2 16,-2 0 0-16,2 0-9 0,-1 0-28 0,1 0 39 15,0 0-5-15,0 1-11 0,0-1-2 0,0 0 19 16,0 0 6-16,0 0-24 0,0 0 3 16,0 0 15-16,0 0-6 0,0 0-12 0,0 0 4 15,0 0-27-15,0 0 27 0,0 0 16 0,18 17-26 16,-16-14-27-16,4 2 41 0,-1 0-16 15,2 0 10-15,10 8 3 0,-3-1-6 0,2 2-22 16,-2-1 22-16,0 2 17 0,1-2-6 0,-3-2-35 16,2 5 23-16,-2-3 7 0,2 4 8 15,4-5 16-15,-7 4-42 0,3 1 26 0,1-5 0 0,-7 1 3 16,4 0-40-16,2 0-1 0,-2-2 18 16,1 0 23-16,-5 1-13 0,0-2-15 0,2-4 21 15,-6 0 19-15,2 1-3 0,-1-3-36 16,-1 2 21-16,2-2-10 0,-5 2 10 0,5-3-17 15,-5 0-10-15,3 1-5 0,-3 2 31 0,4-3 12 16,-4-2 7-16,0 2-7 0,1 1-9 16,0-3 2-16,0 3 6 0,2-3 4 0,-4 3-9 15,3-3-8-15,-3 0 26 0,4-1-40 0,-3 3 33 16,1-1-8-16,-2-1-6 0,0 1 13 16,2-2 10-16,-2 0-10 0,0 0-28 0,0 0-3 15,0 0-30-15,0 0-30 0,0 0 7 16,0 0-97-16,3 4-62 0,-2-4-123 0,2-3 49 15,-6-1 23-15,2-1-51 0</inkml:trace>
  <inkml:trace contextRef="#ctx0" brushRef="#br0" timeOffset="23661.961">-3075 2473 249 0,'0'-18'99'0,"0"18"4"0,0 0-20 16,0 0-7-16,0 0-9 0,0 0-8 15,0 0 4-15,0 0-10 0,0 0 11 0,0 0 38 16,0 0-37-16,0-16 13 0,0 16-6 0,0 0 5 16,0 0-17-16,0 0 1 0,-18 0-11 15,18 0-5-15,0 0 1 0,0 0-6 0,0 0-13 16,0 0-17-16,0 0-1 0,0 0 26 0,0 0-17 16,0 0-6-16,0 0 12 0,0 0-11 15,-22 9 6-15,19 1-26 0,3-4 31 0,3 6-9 16,-3-12 2-16,0 15 14 0,0 3-38 15,0 0 25-15,0-1-39 0,0-3 1 0,0-1 35 16,0-1 17-16,0 1-22 0,0-3 6 0,0-1-8 16,0 1 7-16,0 0-15 0,0-3 23 15,0 1-33-15,0-8 27 0,0 12-23 0,0-4-8 16,0-8-8-16,0 10 35 0,0-10-9 16,0 9-24-16,0-9 16 0,0 0 11 0,0 10 4 15,0-10-10-15,0 0-23 0,0 8 40 0,0-8-38 16,0 0 13-16,0 8 28 0,0-8-4 15,0 0-2-15,0 10 12 0,0-10-30 0,0 0 5 16,0 0 4-16,0 0-13 0,0 7 12 16,0-7 19-16,0 0-21 0,0 0 11 0,0 0-7 15,0 0-13-15,12 12 8 0,-9-12 5 0,3-1-3 16,-2 1 15-16,3 0-16 0,-5 0-22 16,7-2 24-16,-5 2 2 0,4-3-12 0,0 2-17 15,-8 1 0-15,7 0 31 0,23-6 3 0,-10 0-15 16,-2 3-6-16,-2 2 6 0,5-3 14 15,2-1-10-15,-5 1-14 0,1 1 9 0,3-3 11 16,-4 3-28-16,-3-1 25 0,-4 1 0 0,0 0 22 16,-1 0-40-16,0 1 38 0,-4 1-20 0,1-2-2 15,0 2-3-15,-1 1-1 0,-1-3 20 16,-1 3-9-16,-1-1-2 0,5 0 16 16,-5 0-7-16,-2 1-1 0,5 0 2 0,-2-4 13 15,-3 4-11-15,1-2-2 0,2 2-13 0,-4 0 2 16,0 0 8-16,0 0-2 0,0 0-19 15,0 0-29-15,0 0 18 0,0 0-23 0,0 0 3 16,11-7-131-16,-14 6-181 0,0 1 15 16,-1-2 11-16,2 0 12 0,-4-3-1 0</inkml:trace>
  <inkml:trace contextRef="#ctx0" brushRef="#br0" timeOffset="26203.267">-3222 1362 254 0,'0'0'103'16,"0"0"13"-16,0 0-19 0,0 0 12 0,0 0-22 15,0 0 2-15,0 16-10 0,0-16-30 0,0 0-5 16,0 0 22-16,0 0-9 0,0 0-3 15,0 0-20-15,0 0 33 0,0 0 20 0,0 0-61 16,0 0 40-16,0 0-28 0,0 0 33 0,0 0-7 16,0 0-10-16,0 0 20 0,0 0-6 15,0 0-29-15,0 0 16 0,0 0-4 0,0 0-7 16,0 0-2-16,0 0-17 0,0 0 6 0,-32-8 17 16,32 2-2-16,-4 2 1 0,4-3-9 15,0 2-6-15,-3-2 4 0,2 1 10 0,1 6-15 16,-4-14-11-16,0 8-2 0,4-2 6 0,0 0-17 15,-3 2 14-15,0-1-25 0,2-2 19 16,-1 4 2-16,-2-3-6 0,3 4-8 0,1-3 6 16,-6 2-9-16,6 0 6 0,0 0 12 0,-1 0-11 15,1 1 4-15,-4 0-13 0,4-2 17 0,-1 2-10 16,1 1-5-16,-5-1-5 0,5 4 18 16,0 0-4-16,0 0-6 0,0 0-1 0,0-10 2 15,0 10-4-15,0 0-4 0,0-8 10 16,0 8 8-16,0 0-12 0,0-9-3 0,0 9 3 15,0 0-1-15,0-9-9 0,0 9 11 0,0 0-2 16,0-10 8-16,0 10-26 0,0 0 22 0,-12-18-16 16,12 16 18-16,0-2-6 0,-3 2 8 15,3 1-6-15,0 1 2 0,0 0-12 0,0 0 3 16,0 0-2-16,0 0-4 0,0-9 12 16,0 9 5-16,0 0 0 0,0-9-4 0,0 9-12 15,0 0 11-15,0 0 1 0,0-8-5 16,0 8-2-16,0 0 15 0,0 0-1 0,0 0-13 15,0-10 0-15,0 10 12 0,0 0-24 0,0 0 16 16,0 0-4-16,0 0 1 0,0 0 2 0,0 0 0 16,0-6 9-16,0 6-16 0,0 0 1 15,0 0 17-15,0 0-10 0,0 0 11 0,0 0-17 16,0 0 0-16,0 0 12 0,0 0 5 0,0-10-23 16,0 10-1-16,0 0 13 0,0 0 3 15,0 0-14-15,0 0 4 0,0 0 13 0,0 0-22 16,0 0 18-16,0 0-7 0,0 0 15 15,0 0-7-15,0 0 1 0,0 0-5 0,0 0-6 16,0 0 9-16,-12-13-8 0,12 13 6 0,0 0-2 16,0 0-2-16,0 0 3 0,0 0-4 0,-4 0 3 15,4 1-3-15,0-1 0 0,1 0 15 16,-1 0-17-16,0-1-4 0,3 1 4 16,-3 0 3-16,0 0 3 0,1 1 1 0,1-1 12 15,-2 0-36-15,2 0 14 0,1 0-8 0,4 0 28 16,-4 0-15-16,0 0 4 0,3 0-16 0,3 0 23 15,-1 0-26-15,-1-1 26 0,4 0-7 16,0 1 2-16,4 0-1 0,0 0 0 0,24-11 10 16,-22 7-10-16,7-2-7 0,-2 2 8 15,0-2 7-15,1 0-9 0,-2 0-6 0,-2-1-13 16,4 3 27-16,-7-2-9 0,3 1 1 0,-1 1 14 16,-5 1-9-16,0 0-3 0,7-4-16 0,-7 3 14 15,-2 2-7-15,1 0 3 0,-1-2 5 16,-2 0-13-16,-4 3 16 0,2-1 14 0,-2-1-15 15,1 3-11-15,-1-1 20 0,1-2 1 16,-2 2-13-16,0 0-11 0,0 0 21 0,2-2-10 16,-3 3-2-16,2-1-8 0,-2 1 13 0,0 0-7 15,-2-1-10-15,3 1 29 0,-3-3-15 16,4 3 4-16,-4 0-8 0,2-1 8 0,-2 1 6 16,0 0 5-16,1 0-1 0,-2 0-18 0,0 0 7 15,0 0-1-15,0 0 20 0,0 0-6 16,0 0-6-16,0 0 4 0,0 0-6 0,0 0 9 15,0 0-19-15,0 0 16 0,0 0-7 16,0 0 4-16,0 0-3 0,0 0 5 0,0 0-5 16,0 0-16-16,0 0-13 0,0 0-32 15,16-9-25-15,-16 9-34 0,2 3 10 0,-2-3-171 16,-2 0-102-16,2 1 14 0,-1-2 27 0,1-2 16 16,-3-1 8-16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14:01:33.543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474 3 329 0,'0'0'204'0,"0"0"-21"15,0 0-25-15,-36-10-25 0,13 14 8 0,-2-1-17 16,2 0-3-16,-2 4-11 0,6-7 3 0,-4 3-18 16,2-1 8-16,-2 2-7 0,6-3-1 15,-1-1-16-15,6 1 19 0,-1-1-15 0,4 0-13 16,-2 1-7-16,1-1 5 0,3 0-30 0,-1 3 18 15,-2-2-13-15,3-1 9 0,-1 0-18 16,1 0-11-16,-1 0 3 0,1 1 11 0,7-1-8 16,0 0-16-16,-8 0-3 0,8 0 19 0,-12 0-11 15,12 0-10-15,-10 0 9 0,10 0 4 16,-10 0-8-16,10 0 10 0,0 0-8 0,-9 0-11 16,9 0 17-16,-9 0-17 0,9 0 7 15,0 0 7-15,0 0-13 0,-11 0 0 0,11 0-2 16,0 0-4-16,0 0 12 0,-8 0 4 0,8 0-16 15,0 0 10-15,0 0-16 0,0 0 2 0,0 0 11 16,0 0-4-16,-11 0 9 0,11 0-11 16,-9 15-2-16,9-11-6 0,-2 1 5 0,4-2 4 15,-2 7-6-15,0-7-1 0,0 6 1 0,0 1 9 16,0-10-6-16,0 17 2 0,0 2 7 16,0 6-16-16,0 2 11 0,0-3 10 15,15 29-15-15,-13-28 3 0,3 4 7 0,0-3 1 16,-2 6 1-16,6-5-13 0,0 4 5 0,0 1-3 15,-2 3 10-15,-1 1 5 0,3-1-6 16,0-1-9-16,-3 3 28 0,3-4-18 0,0 2 3 16,0 3 1-16,2 0 6 0,-3 1 18 0,1 0-28 15,1 5 7-15,0-3 11 0,1 4-9 16,-3 0-8-16,3 2-11 0,0-4 4 0,-4 4 5 16,4-1 2-16,-4-2 12 0,0 1-1 0,4-3 2 15,-9 2-19-15,5-1 22 0,0 1-20 16,-3-1-1-16,2 0-10 0,-2 1 31 15,-3 1 9-15,2-3-32 0,0 3 2 0,2 0 19 16,-3 0-10-16,-2-1-15 0,0-2 1 0,2-3 14 16,1 3 9-16,0-1-14 0,1-1-15 15,-3 5 16-15,4-1-18 0,-3-7 3 0,4 5-8 16,-2-5 26-16,-1 2-6 0,2-3-10 16,-1 5 8-16,-4-9 1 0,6-3 3 15,-3 1-14-15,1-5 10 0,-4 5 2 0,2-6-12 16,1-1-1-16,-3-3 2 0,3-4 11 0,0 7-11 15,-2-5 6-15,-1-4 12 0,0-3-18 16,0 0 3-16,0-1-1 0,1 0-1 0,1 0-5 16,-2-1 8-16,0-2 26 0,3 2-11 15,-3 1-19-15,0-4 17 0,0 1-8 0,0 2-13 16,0-1 17-16,1 0 7 0,0 2 9 0,-1-3-5 16,0 5-30-16,0-12 24 0,0 8-14 15,0 2 2-15,0 0-7 0,0 0 6 0,0 0 16 16,0 0 7-16,0 0-19 0,0-1 6 15,0 0-20-15,0 8 34 0,0 0-10 0,0-5 6 16,0 2-8-16,0-2-29 0,0-4 28 0,0 2-14 16,0 1-2-16,0-2 23 0,0 1 1 0,0 0-25 15,0 0 14-15,0 0 6 0,0 6-26 16,0 2 5-16,0-2 13 0,0-1-6 0,0-3-8 16,0 3 3-16,0-6-10 0,0 1 2 15,0 0 11-15,0 0 21 0,0-1-13 0,0 1-12 16,0-2 25-16,0 0-18 0,0 0-19 0,0 1 10 15,0-9 12-15,0 12-4 0,0-2 11 0,0-2-14 16,0-8 21-16,0 9-24 0,0 0-8 16,0-1 40-16,0 1-22 0,0-9 7 15,0 11-17-15,0 0-4 0,0-2 4 0,0-9 14 16,0 13-20-16,0-4 5 0,0-1 25 0,0-8-33 16,0 12 12-16,0-4-4 0,0-8 34 15,0 10-30-15,0 0 26 0,-1 7-27 0,6-11 20 16,-3 0-10-16,2-2-12 0,1 3 29 0,2-2-4 15,-1 0-21-15,8 9-7 0,5-8 4 16,-7-1 12-16,3 0-18 0,5 3 34 0,-1-6-28 16,6 2-1-16,-2 0-5 0,2-2 18 15,-7-2-10-15,8 0 27 0,1 0-9 0,-1 0-19 16,5 0-2-16,-7 0-10 0,-11 0 4 0,5 0 23 16,-1 0-14-16,3 0 24 0,-1 0-17 15,-1 0-9-15,-4 0 4 0,-2 0-1 0,0 0-11 16,-1 0 4-16,0 0 5 0,-2 0 0 15,-9 0-2-15,11 0 14 0,-2 0-12 0,-9 0 30 16,13 0-21-16,-5 0-15 0,-8 0 6 0,11 0-9 16,-11 0 9-16,8 0 0 0,-8 0 2 0,11 0-10 15,-11 0 3-15,0 0 26 0,0 0-14 16,7 0 0-16,-7 0 7 0,0 0 20 0,11 0-31 16,-11 0 0-16,0 0 3 0,8 0-15 15,-8-9-6-15,0 9-9 0,0 0-35 0,0 0-36 16,10 0-23-16,-10 0-39 0,0 0 13 15,11-16-192-15,-11 15 26 0,-3-3 27 0,2-1 20 16,-3 0 21-16,1 0-111 0,-7-11 22 0,-2 0 15 16,12 0 23-16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14:01:39.181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308 80 439 0,'1'-5'167'0,"2"3"15"0,-3-5-19 0,0 5-9 15,3-3-35-15,1 2-17 0,2 2-17 16,-4-5 7-16,16-1 1 0,0-3-38 0,4 6 10 16,-3-5 3-16,2 3-34 0,-3 2 3 0,4 2 2 15,-7-2-32-15,-3 4 11 0,-1-2 20 16,0 2-8-16,-2 0-12 0,0 0-33 16,-9 0 36-16,0 0 12 0,9 0-1 0,-9 0-29 15,12 0 26-15,-12 0-40 0,19 17 27 0,-13-15 12 16,-1 4-4-16,8 7 2 0,-4-3 2 0,-1 7 8 15,2 0-15-15,-7-3-4 0,6 6-1 16,-6 0 5-16,7 5-7 0,-7 0 7 16,3-1-5-16,0 0-3 0,-3 5 12 0,-1-2 6 15,5 3-2-15,-7 3-22 0,6-1-3 0,-2 2 27 16,-1 1-17-16,2-1 3 0,-5 2-15 0,0-1 20 16,6 1 6-16,-6-17-10 0,0 7-3 0,0 6 11 15,0 0-7-15,0 3-16 0,0 0 14 16,0-1 0-16,0 3 1 0,0-1-11 0,0 0 17 15,0 0 4-15,0 1-7 0,0-1-11 0,0-1 7 16,0 5 2-16,0-3-8 0,0 2 12 16,0-1-11-16,7 1-2 0,5 33 2 0,-5-34 7 15,-2-1-18-15,-1 0 0 0,2-1-3 16,-3 1 9-16,2 0 9 0,1 0-4 0,-1 3 1 16,1-2 0-16,1 1-13 0,-2-1 4 15,-4 1 6-15,6 0 0 0,-7-1-20 0,4-1 20 16,-2-2-4-16,3 0 2 0,-3 3-8 0,2-4 7 15,0 3 2-15,0-2-9 0,-1 0-10 0,0-1 4 16,2 1 17-16,-4-1 6 0,5-1-13 16,-2 1 2-16,-3-1 10 0,-1-1-22 0,7 4 6 15,-4-4-11-15,-2 3 26 0,1-1-19 0,-2-18 3 16,0 8-8-16,0 5 20 0,0-2 3 16,0 3-16-16,0 0 8 0,0-1-2 0,0 0-12 15,0 0 8-15,0-3 12 0,0 2-15 16,0-2 9-16,0-3-8 0,0 3 8 0,0-1 4 15,0-3-4-15,0 1-12 0,0 0-5 0,0-1 6 16,0-3-1-16,0 2 0 0,0 0-2 16,0 1 3-16,0 4 6 0,0-6 11 15,0-3-13-15,0 1-10 0,0-2 11 0,0-3 3 16,0 7 5-16,0 2 5 0,0 3-17 0,0-1 17 16,0 1-20-16,0-3 11 0,0-1-5 0,0-3 13 15,0-1-10-15,0-1 9 0,0-4-17 16,0 1-8-16,0-3 13 0,0 1 3 0,0 5-4 15,0 3 12-15,0-1-12 0,0-2 9 16,0-4-14-16,0 2-6 0,0-1 21 0,0 5-10 16,0-1-6-16,0 3 21 0,0-7-14 15,0-1-3-15,0 0-6 0,0-2 6 0,0 0 12 16,0 0-12-16,0-3 5 0,0 2 1 0,0 1-10 16,0-1 8-16,0-1-9 0,0 0 25 15,0 0-11-15,0 1-3 0,0 1 6 0,0 0-1 16,0-1-20-16,0-2 21 0,0 2-20 0,0 1 20 15,0-1-5-15,0-2-1 0,0 2-13 16,0-2 1-16,0 3 7 0,0-3-6 0,0-7 26 16,0 11-19-16,0-1 2 0,0-3 2 15,0-7 8-15,0 10-22 0,0-10 23 0,0 13-9 16,0-4 3-16,0-2 1 0,0-7-18 0,0 12 9 16,0-2 12-16,0-2-1 0,0 0-14 15,0 2 2-15,-21 19 12 0,9-11-3 0,-1 0 3 16,-2-1 5-16,-4 1 4 0,-4 2-4 15,-2-1-9-15,-3 3-4 0,-11-2-40 0,-5 4-41 16,-5 3 8-16,-6 2-356 0,-12 1 20 0,1-1 28 16,-17 6 23-16,-6-5 32 0,-9 0 16 0,-2-1-42 15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14:01:59.759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2816-1886 391 0,'-2'-1'165'0,"1"-1"18"0,-6 2-67 15,2 0 20-15,-5-4 9 0,2 4-35 0,-3 0-24 16,-3 0-8-16,-8 0 10 0,0 0-19 15,-30 14 5-15,22-8-8 0,3 1-6 0,3-2-13 16,-1-1 7-16,0 1 8 0,0-1 5 16,3 2-28-16,2-2 24 0,3 0-7 0,4-1 8 15,3 0-6-15,2-3-14 0,-2 0-8 0,3 3 1 16,4-2-28-16,-1 1 24 0,-1-1-22 16,1 2 18-16,2-3-21 0,-3 0 10 0,2 2-3 15,0 0 0-15,2-2-1 0,-2 3-18 0,-1-1 2 16,3 2 0-16,-2-2 15 0,2 2 0 15,-2 0-9-15,0 1 8 0,2-2 6 0,-3 1-23 16,2 2 1-16,2 1 6 0,-1-1 17 16,-1 1-25-16,0 1 11 0,2-2-2 0,0 3-3 15,-2-1 7-15,1 3-2 0,1-2-11 0,-3 1 15 16,0 12 0-16,1 3-9 0,0-6-7 16,2 1 21-16,-2 7-4 0,2-13-5 0,0 0 2 15,0 9-13-15,0-1 16 0,0 4-13 16,0 3 3-16,0 0 19 0,0-3-4 0,0 4-3 15,0 0-13-15,0-1 14 0,0 1 3 0,0 1-2 16,0 1-6-16,15 33 3 0,-10-32 7 0,-5 2-12 16,2 3 13-16,3-3 3 0,1 8-2 15,-1-4-1-15,1 0 2 0,-4 5-1 0,2-5 11 16,1 5-15-16,3-9 1 0,-1 2 16 16,-2 1-18-16,5 1 13 0,-2 0-15 0,-1-1 5 15,0 5-11-15,2-2 11 0,0-3 8 16,-2 2-17-16,2 1 12 0,2 0-11 0,-3 4-11 15,2-2 29-15,-6-2-15 0,6 4-6 0,-2-3 17 16,-4-1-16-16,-1 2 13 0,5 1-5 16,-5-6-3-16,1 3 20 0,-3 1-10 0,-1-2-12 15,5 1 16-15,0 2-11 0,-5-1 2 16,0-2 14-16,0 1-10 0,1 0-26 0,1-3 7 16,-2-20 4-16,0 11-14 0,0 3 11 0,0 3 0 15,0 3 23-15,0-5-1 0,0 2-10 16,0 1-16-16,0-1-2 0,0 1 22 0,0-7-3 15,0 3-23-15,-13 32 32 0,12-34-39 0,-2 0 6 16,2 0 4-16,1-1 12 0,0-1 3 16,-1-1-20-16,1-16 19 0,0 7-10 0,0 5-2 15,0-1 8-15,0 0-3 0,0 0-8 16,0-1-6-16,0-1 4 0,0-2 2 0,0 0 8 0,0 5 15 16,0-3-8-16,0-2-16 0,0 3 8 15,0 1-15-15,0-1 20 0,0 0 1 0,0 0 14 16,0-4-17-16,16 25-19 0,-16-25 7 15,3-2-6-15,-3-2 3 0,0 3 28 0,0 0-23 16,0-1 13-16,0 0-24 0,0 1 4 16,0 2 21-16,0-2-5 0,0-5-15 0,16 13 6 15,-14-13 5-15,-1-1-12 0,-1-1 21 0,0 0 10 16,3-2-5-16,0 16-28 0,1-12 6 0,-4-11-5 16,0 11 12-16,0 1-9 0,0-1-3 15,0-1 11-15,0-3 13 0,0 2-16 0,12 6 2 16,-11-5 16-16,1-3-27 0,1 2 41 15,-1-3-12-15,1 0-20 0,-2 0 13 0,1 3 1 16,-1-3-6-16,2 0 9 0,0 2-30 0,-3 0 23 16,4-2 7-16,-3 0-12 0,3-1 4 0,-1 0-7 15,-3 0-18-15,4 1 33 0,-2 0-31 16,-1 0 31-16,2 0-26 0,-2-2 5 0,0-2 16 16,2 3-20-16,0 0 5 0,-3 0 7 15,5-3 15-15,-3 4-20 0,3-2-2 0,-2 2 2 16,0-4 1-16,2 2 14 0,1 2-14 0,8 5 31 15,-3-4-36-15,-3-1 8 0,3-3 1 0,0-3 14 16,0 3 5-16,14 0-28 0,-1 1 9 16,1-1 3-16,0-3-11 0,5 0 35 0,-19 0-3 15,6 0-26-15,6 0 1 0,7 0 4 16,-1 0 11-16,1 0-1 0,-2 0-29 0,32-15 11 16,-29 11-3-16,-1 4 7 0,2-5 4 15,-5 3 4-15,-2 2-16 0,-5-4 24 0,-2 4-33 0,-5-2 37 16,-1 2-1-16,-2-1-26 0,-3 1 22 15,-5-3-22-15,4 3 34 0,-1 0-51 0,-5 0 7 16,0 0 12-16,0 0 11 0,0 0-4 16,0 0-26-16,11 0 6 0,-11 0-28 0,0 0-24 15,9 0-17-15,-9 0-59 0,0 0 14 0,0 0-164 16,0 0-106-16,12-10 6 0,-16 8 27 16,-2-2 23-16,1 3 23 0,-12-8 28 0,5 3 8 15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14:02:00.472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3109-1764 657 0,'0'0'166'0,"0"-3"8"16,0 3-30-16,-2 6-9 0,2-6-31 0,0 0 4 15,0 0-4-15,0 27 1 0,0-2-13 0,0-9 5 16,0 6-27-16,0 5 25 0,0 1-23 16,0 2 9-16,0 1-19 0,0 1-11 0,0 1 5 15,0-4-6-15,0-1-3 0,0-2-10 16,0-3 0-16,0-4-2 0,0-4-16 0,0-4 11 15,0-1-6-15,0-1 4 0,0-9-3 16,0 9-6-16,17 2 15 0,-17-11-6 0,0 0-4 16,0 0 11-16,0 0-17 0,0 0-4 0,0 10-33 15,0-10-19-15,0 9-56 0,-3-9-21 0,2 0 11 16,-1-4-190-16,0 1-77 0,4 0 20 16,-2-1 53-16,3-1-10 0,1 2 22 0</inkml:trace>
  <inkml:trace contextRef="#ctx0" brushRef="#br0" timeOffset="500.687">5161-1814 730 0,'-6'-7'252'0,"-8"-3"-34"15,3-1 4-15,3 8-40 0,-2-4-14 16,4 4 10-16,-1 1-39 0,1-1 10 0,1 2-32 15,2-2 0-15,-3 3-31 0,6 0-13 16,0 0-13-16,0 0 20 0,0 0-34 0,-19 16 4 16,15-10-8-16,3 4-14 0,-3 13 18 15,4-4-14-15,0-12-11 0,0 9 16 0,0 7-19 16,0 2 19-16,0-1-21 0,16 31 15 0,-10-27-6 16,-4 4-21-16,-2-7 28 0,6 2-30 0,-2 0 3 15,1 0-8-15,-2-5 17 0,1-9 13 0,-2 1-10 16,2 0-17-16,-4-6 26 0,0-1-8 15,1-1-13-15,1-4-1 0,-2 2-4 16,0 4 19-16,0-3-14 0,4-4 3 0,-4-1 0 16,0 0 12-16,0 0-20 0,0 0-35 0,0 0-25 15,0 0-44-15,0 12 9 0,-3-15-187 16,2-1-154-16,5 1 71 0,-3 0 13 0,3-2 21 16,11-5 30-16,-4 6-5 0,13-6 33 15</inkml:trace>
  <inkml:trace contextRef="#ctx0" brushRef="#br0" timeOffset="991.385">6566-1797 314 0,'-1'-2'293'0,"-1"-3"-26"16,-2-2-26-16,4 6-31 0,0-3-30 0,-1-1-32 15,-1 2 6-15,-2 2-32 0,4-2-15 0,0 0-6 16,0 2-11-16,-1-1-24 0,1 2-8 0,0 0-10 16,-3 2 10-16,3 2-16 0,0 0 11 15,3 4-8-15,-3-1 11 0,0 2-20 16,1 14-3-16,-1-13-8 0,0 7 10 0,0 1-9 16,0 2 5-16,0 4-3 0,0 0 16 0,0 1-26 15,21 27 1-15,-17-38-7 0,0 11 12 0,-1-5-10 16,4 1 5-16,-5-4-12 0,-2-7 10 15,2-1-8-15,-2-3 19 0,0 3-26 0,1-5 0 16,2 2 2-16,0-2 20 0,-3-1-25 0,0 0 7 16,0-3-20-16,0 0-27 0,0 3-57 15,-3-3 11-15,4-3-151 0,1-2-137 0,-2 4 3 16,1-6 23-16,3 4 25 0,-2-5 19 0,3 2 11 16</inkml:trace>
  <inkml:trace contextRef="#ctx0" brushRef="#br0" timeOffset="1585.02">7897-2068 699 0,'0'-5'222'16,"3"1"-29"-16,-3-1-25 0,0 1-7 0,1 2-36 16,-1-3 6-16,-1 3-18 0,1 0-1 15,1 1-18-15,1 0-3 0,-1 1-16 16,-1 0-14-16,3 1-22 0,0 0 0 0,-3 1 12 15,2 5-4-15,0-2-26 0,0 2 22 0,3 17-3 16,-4 0-1-16,4-3 6 0,-3 7 1 16,1-1-14-16,-1 2 14 0,1-2 4 0,-3-10 5 15,0 3-17-15,0 5 5 0,0 0 0 0,0 0-14 16,0 2 25-16,0-5-22 0,0 1 5 16,0-4-21-16,0-3 8 0,0-3-1 0,0-3-2 15,0 0 21-15,0-10-16 0,0 10-21 16,0-10 28-16,0 10-28 0,0-10-1 0,0 8-9 15,-10-2-30-15,9-6-35 0,1-2-77 0,0 1 15 16,0-5-233-16,-1 1 29 0,-2-4 24 16,-3-12-37-16,-6-2 49 0,0 6 29 0,-1 2-10 15,-5 0 7-15</inkml:trace>
  <inkml:trace contextRef="#ctx0" brushRef="#br0" timeOffset="4429.3">3125-377 293 0,'0'0'201'0,"0"0"-29"0,0 0-51 16,0 0 18-16,0 0 7 0,0 0-10 0,0 0-58 15,0 0 26-15,0 0 2 0,-23 13 6 16,23 6-14-16,0-6 1 0,0 9 9 0,12 33-15 15,-12-23-16-15,2 4-5 0,3 0 5 0,-2-2-14 16,0 1-12-16,-3-18 0 0,0 10 9 16,0 1-11-16,12 36-6 0,-8-34-6 0,2 0-5 15,-4-6 1-15,1-1-12 0,-1-7 0 16,-2 0 4-16,0-7-19 0,1 0 21 0,-1 1-18 16,0-5 5-16,4 0 1 0,-4 0 4 15,0-3-16-15,1 4-12 0,-1-6-64 0,0 0 9 16,0 0-48-16,-5 4 11 0,4-8-260 0,-1 1 27 15,-1 0 20-15,3-4-4 0,3 2-14 16,0 0 53-16</inkml:trace>
  <inkml:trace contextRef="#ctx0" brushRef="#br0" timeOffset="4940.984">5117-437 547 0,'-7'-3'263'0,"-1"-1"-50"16,0 0-18-16,4 1-30 0,-1 0-15 0,3 3-15 15,-1-4-14-15,-1 4-36 0,2 2-11 16,2 0 6-16,0 2-5 0,0 2-2 0,-1 0-6 15,2 1-3-15,-1 3-24 0,2 12 14 0,-2-8-12 16,9 26-2-16,-2-10-2 0,-1 1 5 16,-2 1-5-16,1 0-24 0,0-2 14 0,-1-1-2 15,3-1-6-15,-5-5-17 0,2 0 22 16,-4-4 2-16,6-2-15 0,-1-2-10 0,-5-2 12 16,2-6 2-16,-1 2-4 0,3-3 8 15,-4-1-2-15,0 0-17 0,0-2 6 0,0-3-19 16,0 0-12-16,0 0-38 0,-7 2-44 15,7-3 11-15,-2-4-127 0,-1-1-130 0,3 2-4 16,0-4 22-16,0 1 41 0,0 3-34 0,3-2 43 16</inkml:trace>
  <inkml:trace contextRef="#ctx0" brushRef="#br0" timeOffset="5415.692">6511-612 232 0,'-1'-3'271'0,"0"3"-55"16,-2 0-44-16,3 0-45 0,0 0 14 15,-1 0-18-15,-1 7-25 0,2-1 15 0,-3 4-8 16,2-1-36-16,2 20 22 0,-1-17-8 0,0 7 5 15,0 5-16-15,0 1-19 0,0 5 13 16,0-1-38-16,0 1 17 0,10 30 8 0,-7-32-12 16,-3-2-19-16,4 0 17 0,-4-1-1 15,1-7-8-15,2-1 2 0,-3-3-8 0,1-8-9 16,-1 5 17-16,2-2-13 0,2-6-1 0,-3 3-16 16,-1-1 2-16,0-5-32 0,0 0-13 0,0 0-3 15,0 0 5-15,2 8-118 0,2-12-77 16,-3 0-112-16,3-1 11 0,9-10 4 0,-1 1 11 15,0 1 39-15</inkml:trace>
  <inkml:trace contextRef="#ctx0" brushRef="#br0" timeOffset="5857.421">8009-805 214 0,'3'-4'295'0,"-2"-1"-46"15,1 1-24-15,-2 0-28 0,4 1-17 16,-4-1-27-16,2 0-40 0,-2 3 4 0,3-1-3 16,-1 1-24-16,-1 1-5 0,-1 1-8 0,3 1-5 15,-3 3 6-15,1 2-20 0,7 11-7 16,-2-2-3-16,-6 3 11 0,5 7-8 0,-3-7-2 16,0 9-10-16,-2-1 5 0,2 0 12 15,-1-3-13-15,3 2-5 0,-1 2-12 0,-3-2 12 16,3 1 0-16,-3-1 6 0,3-1-23 0,-3-12 6 15,4 9-9-15,-4-7 13 0,0-1-1 16,2-4-18-16,-2-4-1 0,3 0-1 0,-3-2-31 16,0 0-27-16,0-3-66 0,0-1 10 0,0-2-277 15,0-1 27-15,-3-1 25 0,-1-2-9 16,-7-7 58-16,-1-3-36 0,-7-1 27 0</inkml:trace>
  <inkml:trace contextRef="#ctx0" brushRef="#br0" timeOffset="6763.496">3413 844 561 0,'0'-17'209'0,"0"17"-8"0,0 0-42 0,0 0-6 16,0 0-43-16,0-17 16 0,0 17-21 0,0 0 8 16,-34-22-28-16,34 21-5 0,0-4-26 15,0 8 10-15,0-3-13 0,0 3 8 16,0 0-1-16,0 3-21 0,3-3-5 0,-1 7 18 16,4 13-4-16,1-2-3 0,0 0-15 0,-3 4 27 15,0-1-20-15,-1 1 7 0,1-1-3 0,-3-6 1 16,0 4 3-16,4-3-29 0,-5-7 16 15,0-1-10-15,0-1 0 0,2-1 6 0,-2-3-7 16,0 1 1-16,0-1 6 0,0-2-16 16,0 2-11-16,3-2 12 0,-3-1-4 15,0 3-14-15,0-5-20 0,0-1 2 0,0 0-26 0,0 0-18 16,0 0 6-16,0 0-97 0,0 0-39 16,1 15-87-16,1-17-45 0,1 2 6 0,-1 0 14 15,5-1-3-15,3 1 15 0</inkml:trace>
  <inkml:trace contextRef="#ctx0" brushRef="#br0" timeOffset="7291.046">5223 640 380 0,'3'-4'255'15,"-6"4"-24"-15,3-3-14 0,3 3-24 16,-3-3-50-16,0 0 7 0,-4 1-25 0,2 2-15 16,2 0-4-16,0 0-21 0,2 1-15 15,-1 3-6-15,-1 1 11 0,0 3-17 0,3 0-5 16,-2 0-3-16,0 15-10 0,-1-9 2 0,0 6-7 16,0 0-17-16,11 29 7 0,-9-24 1 0,2-5-15 15,-3 2 22-15,5 1-20 0,-5-7 1 16,3 1 5-16,-4-6-8 0,3 0-31 0,0 1-38 15,-2-8-4-15,5 4 7 0,-6 0-49 0,1-5-68 16,0 2-97-16,2-2-85 0,0-2 25 16,1-1-18-16,2-4 8 0</inkml:trace>
  <inkml:trace contextRef="#ctx0" brushRef="#br0" timeOffset="7786.002">6632 453 665 0,'0'-4'246'0,"-1"2"-27"16,-3-3-18-16,3 0-32 0,-5 3-4 0,5-2-25 16,-2 0-17-16,2 2-9 0,-4 2-9 15,4-4-19-15,1 1-9 0,-3 6-11 0,3-2 4 16,0 2-16-16,0 3-15 0,0 0 18 0,2 0-10 15,5 14-23-15,-2-1 10 0,-4-1-4 16,5 2-10-16,-1 1 2 0,-5-3-4 0,6 3-7 16,-3 0 7-16,5 2-7 0,-5-7 18 0,2 3-11 15,-1-7-7-15,-2 2-11 0,0-1 16 16,1-1 1-16,-1-2-11 0,-1-3-4 0,2 1-4 16,-3-1 3-16,1-3 14 0,-1 1-26 0,1 0-9 15,-1 0-16-15,2-1-24 0,-2 0-23 16,0-4-34-16,0 0 10 0,0 0-201 0,0 0 23 15,-4 7-104-15,4-7 25 0,1-4 62 16,-1 1 45-16</inkml:trace>
  <inkml:trace contextRef="#ctx0" brushRef="#br0" timeOffset="8145.778">7991 171 712 0,'-1'0'195'0,"1"0"-28"0,-2 0-36 16,1 0-16-16,1 0-22 0,1 2 0 16,1 1-2-16,2-2-6 0,-3 3-37 0,3 1 11 15,-2-1 12-15,6 17-12 0,-2-6 9 16,-2-3 19-16,1 11-14 0,2-6-7 0,-6 2-2 15,4 8 5-15,0-4-11 0,-4 1-5 0,2-1 5 16,5-2-3-16,-5 1-13 0,0 0-7 16,-2-2 3-16,1-7 1 0,-1 0-15 15,3-3-9-15,-2 2 6 0,-2-2-10 0,2-3 3 16,0-2-26-16,-1 1-26 0,-1-2-16 0,1-1 4 16,-1 1-148-16,0-1-108 0,0-3-54 15,-2 0 15-15,-2-3 4 0,-2 2 76 0,-1-2-17 16</inkml:trace>
  <inkml:trace contextRef="#ctx0" brushRef="#br0" timeOffset="9038.229">3690 1657 586 0,'0'0'150'0,"0"0"-54"16,0 0 20-16,0-16-16 0,0 16-6 15,0 0-9-15,0 0-9 0,0 0 0 0,0 0 1 16,0 0-3-16,0 0-5 0,0 0-3 0,-6 20-10 15,12 2 11-15,-1 1-6 0,-1 1 3 16,2 6-26-16,-5 1 29 0,5-4-17 0,-1-5 0 16,-4 4-24-16,5-1 11 0,-3-5 0 15,1 3-5-15,-1-7 1 0,-1 0-12 0,1-4 6 16,0-5-3-16,-2 2-11 0,1-2-3 0,-1-1-5 16,-1 1-43-16,3-2-5 0,-3-1-5 15,0 0 5-15,1-1-94 0,0 0-46 0,-1-3-87 16,0 0-69-16,0 0 52 0,3-4-27 15,3-1 3-15</inkml:trace>
  <inkml:trace contextRef="#ctx0" brushRef="#br0" timeOffset="9508.938">5257 1471 241 0,'0'-3'242'0,"0"-2"-23"16,-4 0-45-16,3 2-20 0,1-1-24 0,-2 1-4 15,2 0-17-15,0 1-20 0,0 2 2 0,0 4-21 16,0-3 18-16,0 6-23 0,3-1 0 16,-3 6 4-16,4 13-12 0,-4-11-21 0,7 31 21 15,-1-16-31-15,-1 1 17 0,3 0 1 0,-3 0 0 16,-3 0-10-16,8-2-9 0,-7 3-22 15,6-7 22-15,-3 1 0 0,1-2 0 0,-2-3 0 16,2-8-16-16,-1-1 6 0,-1 0 0 0,-2-3-14 16,1 1 2-16,-3-6 3 0,1 3-6 15,2-2-5-15,-3-1 8 0,-1 1-65 0,0-3 25 16,6-1 4-16,-5 0-110 0,-1 0-50 16,0-6-82-16,3 1-64 0,0-2 24 0,1 1 12 15,-4 0 11-15</inkml:trace>
  <inkml:trace contextRef="#ctx0" brushRef="#br0" timeOffset="10097.715">6687 1296 340 0,'0'0'213'0,"-1"-3"-59"16,2 2-1-16,-2 1-21 0,1 1-13 15,1 3-18-15,-1-3 1 0,0 3-36 0,0 1-6 16,0 0 26-16,0 2-8 0,0 1-7 0,0 0-17 16,2 2 25-16,-2 2-17 0,0 4-22 0,11 20 7 15,-10-18 5-15,2 6-13 0,-3-2 12 16,0 3 0-16,0-5 6 0,1-4-31 0,1-3 16 16,-2 3-10-16,4 10-10 0,-3-10 14 15,-1-1-9-15,0-4 3 0,2-1 3 0,-2-1-11 16,2-3 3-16,-2 0-27 0,2-1 17 0,-1-1 1 15,-1 1-7-15,0-2-7 0,0-1-30 16,1 0-4-16,-1 0-23 0,3-4 6 0,-1 0-95 16,-1-3-17-16,-1 0-218 0,3-1 46 15,-2 1-2-15,2-2 13 0,1 0 4 0</inkml:trace>
  <inkml:trace contextRef="#ctx0" brushRef="#br0" timeOffset="10829.311">7843 1049 285 0,'1'0'166'0,"2"0"-33"16,-2 0-19-16,0-1-15 0,-1-2 16 15,3 6-9-15,-1-6-31 0,-2 3-30 0,2 0 51 16,-2 0-54-16,3 0 3 0,-3 0 45 16,1 3-1-16,1-3-8 0,-2 4-9 0,4-4 8 15,-3 3-8-15,1 1-14 0,0 1 4 0,1-1-4 16,1 2-30-16,-4 0 29 0,2 1-27 15,2 2 22-15,-1-5-21 0,2 19 12 0,2-5 4 16,1 2-23-16,-4-4 14 0,2 7-8 16,-2-4 5-16,-3-1-7 0,4-3 5 0,-5-15 8 15,0 18-9-15,0 0 1 0,15 22 9 0,-15-25-17 16,2 0-16-16,1-5 1 0,1 1 8 16,-2-2-10-16,-1-1 10 0,2-1-10 0,-3-1-4 15,3 2 18-15,-3-3-12 0,0 1 8 0,0-3-9 16,2 4 5-16,0-2-7 0,-2 0 1 0,2 0-2 15,-2 0-34-15,0-2-54 0,0-1 3 16,0-1 7-16,0-1-209 0,0 0-85 0,0 0 14 16,-12 0 2-16,8-3 48 0,0 0 19 15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14:02:03.764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251 54 334 0,'27'0'114'16,"30"-38"-18"-16,-26 34-9 0,6-1-26 0,-5 4-9 16,1-5-1-16,-1 6 12 0,-1 0-42 15,-17 0-4-15,7 0 51 0,1 0-7 0,2 0-28 16,-3 0-1-16,-3 0 3 0,19 22-3 16,-23-17-4-16,0-1 31 0,-2-1-16 0,-4 1 14 15,-4-1-3-15,2 3-12 0,3-2 9 0,-6-1-1 16,4 0 13-16,-3 3 7 0,-2-4-21 15,3 5 2-15,-1-2 6 0,-1 0-2 0,2 2-9 16,8 6 16-16,-6 1-6 0,-2-6-17 16,1 2-6-16,-2 0 14 0,-3-3 10 0,1 5 8 15,7 4-14-15,-7 0-13 0,-1-1 3 0,2 9 6 16,-2-7-10-16,0-1-6 0,-1 8 21 16,3 2-4-16,-1-3-18 0,-1 0 23 0,0-1-21 15,3 8 5-15,-4-5 0 0,5 1-12 0,-1 2 9 16,1 1-7-16,-1 1 14 0,-1 1-19 15,1 2-1-15,2-1 1 0,-1 1 14 0,-3 1 6 16,-1 3 3-16,3-6-26 0,2 6-4 0,0-2 3 16,0 0 12-16,-3 0 11 0,2-2-14 0,-1 3 7 15,-1 2-22-15,3-1 9 0,0-2 25 16,-1 2-1-16,-4-3-34 0,-1 3-3 16,5-4 0-16,0 2 17 0,-3-4-6 0,2 1-13 15,1 4 8-15,-1 2 1 0,0-3 4 0,0-2-2 16,0 5 15-16,0-3 9 0,-2 0-24 15,3 4-7-15,-2-3 13 0,1-1-23 16,-1-2 20-16,2-1 12 0,-1 2-4 0,-1-3-14 16,-2 2-1-16,1-5-1 0,1 1 2 0,-2 0 1 15,-1 2 29-15,0-4-34 0,0-14 9 16,0 9-7-16,0 1 10 0,0 4-16 0,0 0-1 16,0 1 0-16,0-3-3 0,0 4 25 15,0-3-11-15,0-1-3 0,0 3 0 16,0-1-3-16,0 1-11 0,0-2 6 0,0 2-3 15,0 2 29-15,0-4-13 0,0 3 0 0,0-2-4 16,0 1 12-16,0-2-27 0,0 0 16 0,0-1-31 16,0 3 20-16,0-5 5 0,0 3-29 15,0-1 45-15,0 0-14 0,0-4-15 0,0 3 12 16,0 1 0-16,0 0-17 0,0-4 33 0,0 4-21 16,0 0 0-16,0 0-1 0,0 0 12 15,0-2-34-15,0 3 18 0,-18 19 10 0,14-23-28 16,4 5 28-16,-3-8-2 0,2-4-7 15,1 1-12-15,-4 5 10 0,0-3 21 0,2-5-12 16,2 3-11-16,-1-4 8 0,1-1-7 0,0-1 19 16,0 1 5-16,-3-2-25 0,3-9-6 15,0 9 14-15,0 1 0 0,0 5 12 0,0 1 0 16,0-1-4-16,0 0-15 0,0-1 0 0,0-4-20 16,0 4 34-16,0-4-8 0,0-2 0 15,0 2 0-15,0-3-14 0,0 9 7 0,0-2 7 16,0 4-6-16,0-6-8 0,0 2-9 0,0 2 26 15,0 0-2-15,21 16 1 0,-21-19-23 16,0-13 33-16,0 10-17 0,0 0-1 0,0 0 1 16,0 2 6-16,0-5 3 0,0 3-12 15,0-1 8-15,0 6-6 0,0-1 12 0,0-1-2 16,0 3-27-16,0-5 21 0,0 0-1 0,0-1 19 16,0 0-23-16,0-1-10 0,0 7 14 15,0 0 2-15,0 2 21 0,0-4-24 0,0-2-3 16,0-1 10-16,0-1 0 0,0 0-1 0,0-2-19 15,0 0 12-15,0-8-18 0,0 9 2 16,0 0 3-16,0-9 24 0,0 10 0 0,0-1-8 16,0-9 7-16,0 11 17 0,0-5-14 0,0-6-12 15,0 10-16-15,0 0 30 0,0-10-15 16,0 18 17-16,-21 12-15 0,9-11 5 0,-5 1-19 16,-6 2 3-16,-5 0 49 0,1 2-3 15,-9-2-78-15,-7-2-67 0,-3 5-42 16,-7 3 15-16,-6-5-285 0,-7 6-39 0,-1 0 35 0,-13 0 29 15,0-3 26-15,-5-1 25 0,-3-8 24 16,-1 5 34-16,3-7-16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14:01:56.815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0 106 491 0,'0'0'216'0,"0"0"-30"0,0 0-6 0,0 0-39 16,0 0 10-16,0 0-11 0,0 0-12 16,0 0-11-16,0 0-10 0,0 0-13 0,0 0-16 15,0 0-2-15,0 0-14 0,0 0-3 0,0 0 5 16,0 0-32-16,0 0 2 0,22 0 10 15,5-29-13-15,-2 25 6 0,1-2-14 0,3 0 8 16,4 2-2-16,0-2-5 0,3 3-6 16,5-2-1-16,1 1-13 0,1-1 8 0,7 3-1 15,-8-5 11-15,1 4-22 0,-1-1 10 0,4 2 2 16,1-2 8-16,-2 1-15 0,-2 0 5 0,-2 3-3 16,-4-2-5-16,-3 0-3 0,-2 0 8 15,-6 2 0-15,-16 0-16 0,-1 0 5 0,7 0-6 16,-4 0 4-16,-4 0 9 0,-8 0-6 15,10 0-14-15,-10 0 7 0,0 0-40 0,0 0 19 16,12 8-37-16,-15-4-10 0,2-3 5 0,-4 2-49 16,-1 3-58-16,-2-5-47 0,-11 8-108 15,6-2 5-15,1-1 24 0,-3 6 8 0</inkml:trace>
  <inkml:trace contextRef="#ctx0" brushRef="#br0" timeOffset="694.979">323 261 448 0,'-6'0'117'0,"3"0"20"16,-1 0-13-16,2 1-57 0,-4-1 37 15,3 1-13-15,2-1-10 0,-2 0-23 0,0 0 15 16,1 0-21-16,-1 0 25 0,2 0-38 0,-1 0 11 16,-1 3 9-16,2-3 26 0,-2 0-12 15,3 0 12-15,-2 0-13 0,-1 0-4 16,3 0-5-16,0 0-9 0,-3 0-18 0,2 1 20 16,1-1-16-16,-3 0-3 0,3 0-18 0,0 0 4 15,-3 0 1-15,2 3-3 0,-1-6-14 16,2 6 25-16,0-2-10 0,0-1-11 0,0 0-13 15,0 0 26-15,-2 0-18 0,0 0 16 16,2 0-25-16,0 0 4 0,-1 0 18 0,1 0-8 16,0 0-4-16,0 0-2 0,0 0 2 0,0 0 0 15,0 0 13-15,0 0 5 0,0 0 1 0,0 0-1 16,0 0-1-16,0 0 1 0,0 0-3 0,0 0 7 16,0 0-15-16,0 0-1 0,0 0 4 15,0 0-2-15,0 0-6 0,0 0-9 0,-7 0 7 16,4 0-6-16,3 0 14 0,0 0-16 15,0 0 6-15,0 0-1 0,-1 0-10 0,2 0 12 16,-1 0 2-16,0 0-9 0,-1 0 0 0,2 0-7 16,2 1 15-16,-3-1-8 0,6 0 3 0,0-1-11 15,3 1 5-15,0 0 11 0,23 0-3 16,-17 0-12-16,13 0 4 0,2 0 10 0,1 0-2 16,5 0-8-16,1 0 6 0,0 0 4 15,5 0-6-15,-4 0-1 0,1 0-6 0,1 0 11 16,-2 0-1-16,45-19-14 0,-46 17 10 0,0-4 6 15,-5 4 3-15,-2 1-10 0,-7-2 6 16,-4 3 7-16,-1-4-17 0,-5 4 10 0,-6 0-2 16,2 0 6-16,-5 0-21 0,2-2 17 0,-2 2 10 15,1 0-16-15,-2-1 3 0,1 1-4 16,-4 0 9-16,0-3-10 0,0 2-18 16,0 1-10-16,0 0-30 0,-1-1 11 0,-2 1-57 15,3-2 10-15,0 2-69 0,-1 0-46 16,1-3-135-16,-4 3 3 0,1 0 24 0,-1-3 22 15,-2 1 4-15</inkml:trace>
  <inkml:trace contextRef="#ctx0" brushRef="#br0" timeOffset="1237.003">695-287 400 0,'-5'0'207'15,"-1"-3"-13"-15,5 2-20 0,-2 1-59 0,-1-3 22 16,0 2-27-16,4 1-27 0,0 0-3 16,3-2-1-16,2 2-11 0,-1 2 10 0,2-2 5 15,-1 1-31-15,1 3-23 0,16 2 22 0,-7 1-2 16,4-1 1-16,3 5-26 0,2-5 12 15,0 3-9-15,1-3-7 0,1 0 20 0,0 1-16 16,5 0-11-16,-1 2-1 0,4 1-4 0,-2 0 4 16,2-2 10-16,-2 3-15 0,1 2 18 15,1-2-23-15,-3 4 0 0,-1-3 9 0,0 2-18 16,-4 0-9-16,0 2 4 0,-4-1 14 0,-1 4 11 16,-3 0 16-16,-2 0-47 0,-3-1 14 0,-2 6 21 15,-6-1 13-15,-3 5-10 0,-2-12 9 16,0 7 2-16,-24 35 12 0,12-27 1 0,-7 4-4 15,-5 2-9-15,1 0 17 0,-3-1-10 16,-3 3 0-16,-1-5 12 0,3 3-1 0,-7-2 3 16,1 2-2-16,-1-3 9 0,3-4-3 15,4-2 3-15,-1 2-33 0,4-5 25 0,3-2-22 16,-4-2 16-16,7 3-15 0,2-7-15 16,1-2-1-16,5-6 19 0,2 1-15 0,6-4-17 15,-3 2-16-15,-1-6 11 0,4 4-18 0,0-4-10 16,1 3-7-16,1-1-17 0,0-4-14 15,0 0-12-15,0 0-18 0,0 0 9 0,18 10-99 16,-11-10-29-16,-2-1-128 0,1-2-42 0,1 0 26 16,-5 1 22-16,3 0 23 0,0-3 58 15</inkml:trace>
  <inkml:trace contextRef="#ctx0" brushRef="#br0" timeOffset="72849.758">1621-226 430 0,'0'0'138'16,"0"0"-21"-16,0 0-28 0,0-19 24 0,0 19 11 15,0 0-7-15,0 0-40 0,0 0 44 0,0 0-4 16,0 0-12-16,0-16-10 0,29-4 5 16,-29 20-14-16,-3-4 1 0,3 2-6 15,0 2 4-15,0-3-14 0,0 2 0 0,-1 1-4 16,1-3-3-16,0 3 1 0,0 0-1 0,0 0-4 15,0 0-3-15,0 0 5 0,0 0-20 0,0 0 14 16,0-1-23-16,-3 1 19 0,1 0-10 16,2 0-20-16,0 4-6 0,0-3 17 0,0 2 0 15,0 0-3-15,0 4-11 0,0-1 15 16,0 4-28-16,0 12 1 0,0-9 6 0,0 7 3 16,0 2 5-16,0 7-15 0,14 30 5 15,-10-24-5-15,0 3 3 0,-2-1 6 0,-1 0-6 16,1 1 7-16,2 1-14 0,-4-1 21 0,1-2-10 15,-1-20-7-15,0 10 4 0,0 3-3 0,0 3 7 16,0-5-6-16,0 1 19 0,0-6-25 16,0-3 5-16,0-5-2 0,0 2 25 0,0-5-30 15,0-1 14-15,0-3-12 0,0-7 24 16,0 10-20-16,0-10-8 0,0 10 2 0,0-10 38 16,0 7-33-16,0-7-3 0,0 0-26 15,0 0 5-15,0 0-21 0,0 0-22 0,-12 14-6 16,10-17-16-16,1 1-31 0,-2-3 12 15,2 1-77-15,-3-2-79 0,1-2-127 0,2 2 26 16,-5-13 23-16,2 4 9 0,3 1 17 16,-1 3 6-16</inkml:trace>
  <inkml:trace contextRef="#ctx0" brushRef="#br0" timeOffset="73453.554">1574-76 343 0,'0'-14'197'0,"1"-2"-58"0,4-4 20 0,-5 9-66 15,8-17 32-15,-3 11 4 0,2-3-12 0,3 6-6 16,-3-3-13-16,1 1-21 0,0 5-9 15,5-6 19-15,-5 7-20 0,3-7-7 0,3 6-19 16,-2 0 14-16,0 5-10 0,-1-4-12 16,9 2 6-16,-8-3 1 0,10 2-5 0,-8 4 4 15,-2-5-16-15,2 2 7 0,-3 2-7 0,0 0-23 16,-3 2 39-16,3 3-17 0,-5-2 8 16,2 1 2-16,0 2-1 0,-8 0-14 0,0 0-3 15,8 0 3-15,3 0-8 0,-2 0-1 16,-9 0 9-16,34 20-10 0,-22-11 14 0,-2-4-23 15,0 1 4-15,-2-1-1 0,8 9 5 16,-3-4 1-16,-6-2 6 0,-2 4 4 0,-1-2-2 16,-1-3-13-16,1 2-4 0,-2 0-9 0,3 8 18 15,2-3 3-15,-6 3-8 0,-1-4-5 16,0-2 16-16,3-1 0 0,-3-10-6 0,0 17 8 16,0 0-1-16,-16 19 8 0,5-17 9 0,4-1 8 15,0 2 1-15,-6 1 9 0,1-1-10 16,0-1 2-16,-2-1 11 0,-3-1-8 0,1-2-23 15,-2 0 10-15,-3-1 10 0,2 2-13 0,-4-3 11 16,5-4 6-16,-1 2 11 0,1-3-28 16,5 0-14-16,-5-2 20 0,2-6-11 0,2 4 9 15,3-1-8-15,3 0-25 0,-2-3 26 0,10 0-45 16,0 0-3-16,-8 0-18 0,8 0-4 0,-11 0-37 16,11 0-40-16,-10 0 11 0,10 0-133 15,-9 0-157-15,9 0 5 0,-11 0 27 16,11 0 23-16,0 0 30 0,0 0 11 0,0 0-62 15</inkml:trace>
  <inkml:trace contextRef="#ctx0" brushRef="#br0" timeOffset="74057.252">2137 296 340 0,'-2'-1'225'0,"-2"3"-11"16,1-2-7-16,-1 0-36 0,0 0 7 15,3 2-18-15,-1-2-5 0,1 0-12 0,-3 3-24 16,2-3-6-16,-2 0-5 0,4 3-34 16,-1-3 11-16,0 0-13 0,1 0 3 0,0 0-20 15,2-3 6-15,-2 3-7 0,4-3 7 0,-1 3-16 16,3-3-15-16,-1 2 10 0,5-3-5 16,9-5-10-16,2 3 6 0,-3-3-8 0,1 3-1 15,3-1-10-15,-2-3 2 0,-2 7-7 0,2-2-5 16,-4 0 7-16,-4 0 4 0,1 3 1 15,-2-1-7-15,-3-1-8 0,2 3 20 0,-3 0-19 16,-1-2 15-16,1 3-21 0,-1-1 0 16,1 1 1-16,-2-2 1 0,-1 0-2 0,-1 0-5 15,3 2-21-15,-2 0 14 0,-3 0-21 0,3 0-12 16,-4-3-5-16,2 3-20 0,-2 0-30 16,0 0 9-16,0 0-70 0,0 0-54 0,0 0-71 15,-11 0 21-15,11 3 22 0,-6-6-65 0,3 6 11 16,-1-2 7-16</inkml:trace>
  <inkml:trace contextRef="#ctx0" brushRef="#br0" timeOffset="74461.02">2154 504 310 0,'-6'3'279'0,"-1"0"-41"0,3 1-1 16,1-1-36-16,-3 0-12 0,2 1-14 0,0-3-24 16,3 1-7-16,-2-2-30 0,-1 4 5 0,2-1-12 15,0-2-23-15,2 1-2 0,0-2 1 0,2 3-13 16,0-2 3-16,-1-1-15 0,5 0-6 0,-5 4 17 16,3-4-25-16,3-1-1 0,-1 1 19 15,-1-3-24-15,2 3 13 0,3-1 3 16,-2-1-34-16,0 1 18 0,3 1-7 0,19-12-13 15,-5 8-9-15,-3-2 15 0,-4 5-2 0,4-8 3 16,-4 8-8-16,2-6 3 0,0 2 0 16,-5-1 4-16,8 0-24 0,-5-1 8 0,-1 0-18 15,-2 1 21-15,-4 2 13 0,-3 4-27 16,2 0 23-16,-5-4-17 0,1 4 6 0,-1-3-10 16,-2 3-7-16,1-2-9 0,1 0 11 15,-3-1-30-15,-1 1-32 0,-1-1-27 0,2 1-28 16,0 2 11-16,-2 0-128 0,0 0-147 0,0 0 30 15,0 0 25-15,0 0-9 0,0 0 37 0,0-10 16 16,-16-4 7-16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14:08:52.716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2643-550 602 0,'0'0'183'0,"0"0"-10"0,0 0-27 0,0 0-3 16,-35-19-43-16,25 22 8 0,-9 4-15 0,5 1-10 16,2-4-32-16,-1 0 22 0,1 2-7 15,2-4 6-15,-8 12-17 0,5-4-4 0,-1 3-11 16,-1 3 4-16,5-6 0 0,-5 2-3 16,5 7-12-16,5-5 3 0,-6 4-38 15,4-1 4-15,0-1 35 0,4-6-30 0,1 3 25 0,2-4-1 16,0 1-8-16,0-10-17 0,0 9 14 15,0-1-1-15,0 2-28 0,18 14 29 0,-6-11 4 16,2 0-8-16,4 2 6 0,1-10 4 16,0 4 8-16,3-3-10 0,3 1-5 15,0-4-2-15,-5 0-13 0,8-3 15 0,-4 3 7 16,-3-3-18-16,-3 0 14 0,-7 0-12 0,3 0-8 16,1 0 23-16,0 0-15 0,-3 0 6 0,1 0-4 15,7-12 13-15,-13 9-4 0,0 2-3 0,-1 1-9 16,0-1 25-16,0 1 6 0,-3-2-20 15,2 0 10-15,-1 2-6 0,-1-1-13 0,1 1 6 16,0 0-15-16,-1 0 14 0,-2-3-12 16,4 3-10-16,-4 0-26 0,3 0-7 0,-3 0-67 15,-1 0 9-15,0 0-61 0,0 4 1 0,0-4-157 16,-1 2-15-16,1 0 17 0,-4-2-12 0,1 1 28 16,0-1-9-16</inkml:trace>
  <inkml:trace contextRef="#ctx0" brushRef="#br0" timeOffset="5813.306">5156-591 290 0,'0'0'121'0,"0"-17"-19"0,0 17 16 15,0 0-2-15,0 0-10 0,0 0-6 16,0 0-23-16,0 0-13 0,0 0 16 0,0 0-18 16,0 0-10-16,0 0-31 0,-6-28 46 0,1 29-21 15,-3-1-35-15,1 3 19 0,-3-1-5 16,-5 7-5-16,0-4-9 0,3-4-2 0,-9 8 54 15,2-1-15-15,3-2-14 0,4-4-8 0,0 2-31 16,-1 0 18-16,5-3 16 0,-13 9-29 16,8-10-1-16,-1 5 29 0,4-2-1 0,2 0-22 15,1 1 27-15,0-1-10 0,2-1 5 0,-1-2-23 16,2 1 15-16,-1 2 12 0,2-3 7 16,-1 0-31-16,1 4 23 0,-1-4-14 15,1 0 23-15,-1 0-2 0,3 0-18 0,-3 2 16 16,2-1-23-16,-2-1 5 0,3 0-16 0,-1 3 6 15,0-3 0-15,2 0-13 0,-3 0 21 16,0 0-5-16,3 0-12 0,3 0 6 0,-7 0 3 16,4 0 0-16,-2 0 4 0,4 0 0 0,-4 0 10 15,1 0-2-15,-2 0-6 0,3-3 0 16,0 3 4-16,0 3 1 0,-1-3-19 0,1 0 11 16,-2 0 6-16,2 0 3 0,-2 0-29 0,0 0 34 15,2 0-11-15,0 0-9 0,0 0 8 0,0 0 9 16,-1 0-10-16,0 0-4 0,1 0-8 15,0 0 20-15,0 0-16 0,0-3-12 0,0 6 10 16,1-3-6-16,-1 0 16 0,0 0-25 16,0 0 5-16,0 0 17 0,0 0-7 0,-1 0-3 15,1 2-2-15,1 2-21 0,0 1-1 0,1-2 20 16,0 4 7-16,1 0 14 0,0 0-7 16,4 13-32-16,-4 2 18 0,6 0 8 15,-2 3-7-15,-1 1-7 0,-4 3 24 0,7-4-3 16,-7 5-4-16,5-3-15 0,-3 2 13 0,2 0 4 15,-3 0-33-15,3-4 39 0,-1 1 2 16,-5 0-16-16,1-4-12 0,3-1 7 0,-3-2 9 16,5-7 19-16,-6-12-45 0,0 10 13 0,0 0 26 15,0-10-13-15,0 9 11 0,0-9-23 0,0 10 12 16,0-10 4-16,0 0-5 0,0 9 1 16,0-9 15-16,0 0-20 0,0 7 4 0,0-7-19 15,0 0 3-15,0 0-10 0,0 0-38 16,7 12-12-16,-7-12 5 0,3 0-81 0,-2-3-13 15,-1-1-100-15,0 2-62 0,1-2 4 0,1 0 10 16,0 2-5-16</inkml:trace>
  <inkml:trace contextRef="#ctx0" brushRef="#br0" timeOffset="6254.303">4917-196 226 0,'-2'0'207'16,"2"0"-30"-16,-3-1 0 0,3 1-73 0,0-2 5 15,0 2 27-15,0 2-31 0,3-4-7 16,-3 2-52-16,2 0 24 0,-1 0-7 0,0 0-6 16,2-3-25-16,0 2 31 0,2 2-53 0,2-2 24 15,-1-2-22-15,1 6 39 0,2-6-24 16,-1 3-13-16,2-1 21 0,2 1-9 16,6 0-1-16,22-10 0 0,-22 9-2 0,-1-2 14 15,-4 1-19-15,0 0 2 0,12-1-33 0,-25 3 8 16,15 0 12-16,-2 0 5 0,1 0 14 15,-1 0 1-15,-4 0-26 0,-1 0 9 0,-8 0 3 16,11 0-27-16,-11 0-6 0,11 0 27 0,-11 0 14 16,10 0 6-16,-10 0-34 0,10 0 17 0,-10 0-1 15,0 0-34-15,8 0 3 0,-8 0-70 16,0 0-53-16,0 0-119 0,15 1-76 0,-19-1 14 16,-2 0 14-16,4 0 48 0</inkml:trace>
  <inkml:trace contextRef="#ctx0" brushRef="#br0" timeOffset="-14213.548">2268 65 282 0,'0'0'112'0,"0"0"-52"16,0 0-12-16,0 0 53 0,0 0-40 16,0 0-14-16,0 0-3 0,0 0-18 15,0 0-2-15,18 0-2 0,-18 0 30 0,0 0-5 16,0 0 57-16,0 0-12 0,0 0 13 0,0 0-22 16,0 0-10-16,0 0-1 0,0 0-16 15,0 0-34-15,0 0 33 0,0 0-42 0,0 0 35 16,0 0-33-16,0 0 23 0,0 0 23 0,0 0-29 15,0 0 15-15,0 0-50 0,0 0 28 0,0 0 0 16,0 0-3-16,0 0-10 0,0 0 6 16,0 0-11-16,0 0-11 0,0 0 30 0,0 0-11 15,0 0-3-15,0 0-36 0,0 0 58 0,0 0-22 16,0 0-9-16,-18 6 5 0,15-1-4 16,-15 6 8-16,2 2-31 0,4-2 44 0,-4 1-18 15,5-4-8-15,-5 2-23 0,1 4 42 16,0-2-11-16,0 2-34 0,2-1 25 0,-2 3-25 15,0-2 40-15,3 0-7 0,-5 2-10 0,3-1 2 16,2-3 5-16,-1 2-20 0,-3 3 13 16,2-3 34-16,-1 2-20 0,1 1-6 0,2 1-30 15,-7-1 20-15,4 3 10 0,1-4 1 0,-1 2-13 16,-2 3 18-16,1-4 2 0,-2 0 13 16,-1 2-31-16,3 3 15 0,0-5 1 0,-5 2 1 15,5-4-47-15,-1 3 48 0,4-8 1 16,-1 6-11-16,-3 2-6 0,-1-2-7 0,2 5 26 15,-3-2-9-15,-2 1-9 0,-1 1 9 0,0-3-6 16,-4-1 7-16,1 3 15 0,3 2 7 0,-1-2-19 16,-1-1-7-16,-2 3 4 0,3 0-13 15,1-2 15-15,1 2-8 0,-1 1-12 0,3 0-8 16,1-1-4-16,-4 0 17 0,-1 1 5 0,1 0 12 16,1 1 3-16,-2 0-26 0,2-1 26 15,-1-1-1-15,-1 0-4 0,1 3 5 0,0-4 13 16,-3 3-14-16,0 0-23 0,3 0 12 0,-3-3 22 15,1 3-20-15,2 0-10 0,-4-5 26 16,1 2-11-16,3 3-2 0,-3-4 7 0,2 2 4 16,-5 0 4-16,3-2-8 0,-1 0 3 15,3 5 5-15,0-6-14 0,2 3-2 0,-1-5 6 16,1 2 1-16,2 6 5 0,-3-6-20 0,4 1 7 16,-1-4 13-16,-2 4-10 0,-1-1 13 15,4-2-5-15,3 2-5 0,-4 1 9 0,3-5-9 16,-2 2 2-16,1-1-6 0,2 4 11 15,-3-3-9-15,2 0 16 0,3-1-17 0,-2-1 1 16,3 0-19-16,-3 3-1 0,1-5 30 0,2 1-8 16,-5-2-4-16,9-2 6 0,-5 6-14 0,2-10 9 15,3 1-6-15,0 5 9 0,1-8 0 16,2 4-4-16,-2 0-1 0,1-5-4 16,-1 4 16-16,5-1-20 0,-4 0 8 0,-6 9-8 15,-1-1 13-15,4-4-9 0,3 0 0 0,-2-2-12 16,1-1 15-16,-3-1-6 0,-2 11-2 15,4-10 11-15,1 2-6 0,-1-4-5 0,5 0 17 16,-3-3-19-16,2 2-8 0,1 0-2 16,2-2 28-16,-3-2-6 0,0 7-12 0,2-6-4 15,1 1 14-15,0-2-9 0,-2 0 11 0,3 3-4 16,-1-2-4-16,-1 2 17 0,2-2-10 16,-3-1 2-16,2 2-10 0,1-2 17 0,-1 0-8 15,-2 4-4-15,2-4-1 0,1 0 3 0,0 4 3 16,0-4 0-16,-2 0 2 0,1 0-1 15,1 2-2-15,0-2 12 0,-3 0-24 0,3 0 7 16,0 2 17-16,0-2-17 0,0 0 11 0,0 0 3 16,0 0-10-16,0 0 7 0,0 0-7 15,0 0 14-15,0 0-7 0,0 0-3 0,0 0 13 16,0 0-15-16,-7 2-9 0,7-2-5 0,0 2 9 16,0-4 11-16,0 2 6 0,0 2-16 15,0-2-15-15,0-2 13 0,0 4 10 0,0-2-9 16,0 0 4-16,0 0 5 0,0 2 8 0,0-2-17 15,0 1 9-15,0-1-8 0,0 0 11 16,0 3-4-16,2-6 4 0,-4 6-20 0,2-3 0 16,0-3 9-16,-1 6-17 0,1-3 25 15,0 0-14-15,0 1 0 0,-2-2 17 0,2 1-29 16,0 1 12-16,0-1 0 0,0 0-5 0,0 0 8 16,0 1-2-16,0-1 7 0,0 0 8 15,0 0-11-15,0 2-5 0,0-2 17 0,-2-2-17 16,2 2-9-16,0 0 9 0,0 0 16 15,0 2-14-15,0-4 8 0,0 4-11 0,0-2 1 16,0 0-8-16,0 0 10 0,0 0-1 16,0 0 11-16,0 0-20 0,-2 0 12 0,2 0-11 15,0 0 21-15,0 0-16 0,2 0 4 16,-2 2 16-16,2-1-11 0,0-1-20 0,-1 3 15 16,1-6 3-16,3 6 13 0,-1-3-21 0,-1 0-2 15,2 1 5-15,1-1 8 0,-2 0-15 16,2 0 22-16,0 1-14 0,1-1 2 15,-1 1-3-15,1 2 11 0,-7-3-24 0,0 0 23 16,8 0-12-16,-8 0-5 0,11 0 7 0,0 0 0 16,-11 0-2-16,11 0 2 0,-3 0 2 15,3 0-1-15,-11 0 7 0,11 0-3 0,9 15-10 16,-12-13 3-16,-3-2 11 0,6 3 3 16,-2-2-1-16,2 2-9 0,0-2-15 0,12 3 14 15,-8-3 16-15,3-1-19 0,-6 1-8 0,1-1 22 16,-2 2-20-16,0-2 7 0,-3 0-8 15,-8 0 7-15,0 0 8 0,14 0-2 0,-3 0-12 16,8 0 26-16,-1 0-21 0,-2 0 10 0,-2 0-10 16,3 0-7-16,-5 0 22 0,-1 0-10 15,-1 0-5-15,1 0-4 0,0 0 21 0,2 8-12 16,7-8-11-16,-3 0 21 0,-1 0 2 16,21 19-14-16,-18-19 23 0,-5 1-33 0,-14-1 4 15,16 0 3-15,5 0 19 0,-5 0-6 16,2 0-18-16,-1 0 23 0,-5 0-10 0,0 0-16 15,1 0 11-15,24 14-4 0,-22-13 12 0,0 1 4 16,-1 1-16-16,-2 0 20 0,1-2-16 0,-2 0 0 16,0 1 11-16,8 5-2 0,3-2-21 15,-7 0 17-15,0-4-5 0,9 3-14 0,-5-1 23 16,-1-1-9-16,5-1-5 0,-6 2 18 16,1-3-5-16,6 2-13 0,-2 6 3 15,-1-8-2-15,-3 2 10 0,-4-2-8 0,9 2 15 0,-4 1-11 16,-5 0 4-16,-2-3-15 0,16 0 7 15,-12 2-7-15,-2-1 7 0,0 2 8 0,-2-2-6 16,13 2-1-16,-6-2 18 0,-5-1-17 16,12 1-4-16,-4 3 4 0,-1-4-2 0,-8 0 5 15,1 0-3-15,0 0 13 0,0 1-6 0,-14-1-6 16,16 0-1-16,8 0-6 0,0 0 9 16,0 0-2-16,-2 0 9 0,-2 0-11 0,-2 0-14 15,6 0 16-15,-4 0-9 0,-1 0 19 0,5 0-9 16,1 0-1-16,27-11 12 0,-44 11-16 15,9 0-3-15,0 0 10 0,4 0-14 0,1 0 22 16,-7 0 9-16,7 0-24 0,-1 0 14 16,2 0-18-16,-4 0 6 0,3 0 12 0,0 0 1 15,2 0-5-15,-2 0-9 0,3 0 6 0,-5 0-5 16,0 0 6-16,0 0-12 0,-6 0 5 16,16 13 12-16,-4-11-11 0,-1 0-5 0,3-2 5 15,-9 0 10-15,11 0-24 0,0 0 20 0,-21 0-8 16,8 0 15-16,1 0-18 0,3 0 11 15,-3 0 7-15,0 0-13 0,0 0-7 0,4 0 12 16,-3 0-2-16,1 0 8 0,-2 0-4 16,4 0-9-16,-1 0 12 0,1 0-15 15,-7 0 20-15,2 0-18 0,-4 0 22 0,0 0-12 0,-1 0-7 16,-1 0-4-16,0 0 9 0,1 0 3 16,6 0-10-16,7 0 6 0,-7 0 9 0,8 0-16 15,-1 0-1-15,0 0 16 0,-2 0-11 16,0 0-12-16,2 0 0 0,-4 0 13 15,1-7 5-15,-2 7-8 0,30-10 0 0,-23 7 19 0,-2 3-26 16,5-1 11-16,-6-1-6 0,3 2-4 16,-5-3 12-16,-9 3 10 0,6 0-16 0,0 0-4 15,5 0 20-15,-5 0-19 0,23-17 8 16,-31 17 10-16,2 0-20 0,-1 0 6 0,6 0 6 16,1 0-14-16,-1 0 26 0,25-12-22 15,-18 11 1-15,-8 1 13 0,0-1-11 0,-3 1-3 0,1-1 12 16,-4-2-12-16,18 2 14 0,1-2-7 15,-11 2 10-15,-2 1-8 0,-5-1 8 16,2 1-8-16,-2-1 9 0,1 1-6 0,-2-3-15 16,12 2 1-16,-1-3 10 0,-6 3 4 0,2 1-17 15,-4-1 9-15,0 1-5 0,0 0 12 0,-2-3-11 16,-12 3 3-16,8 0-1 0,5 0 14 16,9 0-21-16,0 0 3 0,1 0 21 0,-1 0-20 15,-1 0-6-15,1 0 15 0,-6 0-5 16,1 0-15-16,13-15 17 0,-16 15-1 0,-3-1 10 15,-11 1-1-15,18 0-9 0,-2 0-4 0,-1 0-5 16,-2 0 11-16,-2 0-3 0,0 0 4 16,2-14-15-16,-6 14-1 0,-1 0 14 0,-2 0 4 15,1-1-7-15,-2 1 4 0,3-1 0 16,-2-2-2-16,-2 2 3 0,4 1-2 0,-2 0 8 16,-1-3-2-16,-2 3 5 0,3-1-15 0,-4 1 14 15,0 0-4-15,0 0-2 0,0 0-17 16,0 0 15-16,0 0 8 0,0 0-3 0,0 0-17 15,10 0 0-15,-10 0 8 0,0 0-12 0,0 0 21 16,0 0 7-16,0 0-24 0,0 0 14 16,0 0 0-16,0 0-1 0,8 0 0 0,-1-2-1 15,-6 2-8-15,2-3 10 0,-3 3-1 0,0 0 9 16,2 0-15-16,-2 0 18 0,0-1-2 16,1 1 3-16,2 0-14 0,-6-2-9 15,3 0 5-15,0 2-4 0,0 0 10 0,0 0 10 16,0 0-1-16,0 0-5 0,0 0-3 0,3 0-18 15,-7 0 19-15,4 0 12 0,1 0-18 0,-1 0-11 16,-1 0 25-16,2 0-24 0,-1 0 13 16,-1-1 18-16,1 1-18 0,0 0-6 0,-2 0 5 15,2 0-1-15,-4-1 13 0,4 1-15 16,-1-2-7-16,-1 0 23 0,0-2-11 0,-1 3 0 16,-1-2-5-16,4 1 5 0,-3-2-6 15,0 3-6-15,0-3 12 0,-1 4-7 0,4-2 10 16,-1-2 1-16,-3 1-6 0,1 1 8 15,-1 1-5-15,3-2-3 0,-4 0 6 0,3 0-9 16,-2 2 9-16,4-3-9 0,-5 0 14 0,4 3-2 16,-2 0-16-16,1-4-1 0,-1 2 10 15,-1-1 3-15,4 2-12 0,-6-2 19 0,5 0-2 16,-3 2 5-16,2 1-14 0,2-6 6 16,-4 5 3-16,3-2-14 0,-2 0 8 0,-1 1-14 15,0-1 2-15,2-1 6 0,0 2 0 16,-2-3 15-16,2 2-22 0,-2 2 11 0,3-2 5 15,-3 0-18-15,1 1 14 0,0 0 1 16,2-3-8-16,-5 2 11 0,3-2-6 0,-1 1-11 16,0 1 18-16,3 0-10 0,-2-2 2 15,-1 0 17-15,3 2-6 0,-4-2-20 0,3-1 11 16,-2 4 4-16,2-1-9 0,-2-2 12 0,1 3-6 16,1-3-1-16,-4 0 25 0,5-1-35 15,-3 4 9-15,-1-4 11 0,1 4-18 16,0-5 10-16,1 3 11 0,-2-1-13 0,4 2-7 15,-5-2 4-15,-4-9 20 0,4 4-13 0,-1 3-10 16,3 2 16-16,-1-2-2 0,1-2-16 0,-1 8 21 16,2-5 2-16,-1 4 7 0,0-4-19 15,0 4-3-15,-1-1 2 0,1-2-13 0,3 2 9 16,-5-2 20-16,4 2-16 0,-2-2-10 0,2 2 23 16,-2-2-5-16,-3 1-17 0,3-2 31 15,1 1-30-15,-2 2 2 0,1-2-3 16,1 0 24-16,-3 2-2 0,1 0-16 0,1-3-7 15,0 2 35-15,-9-7-16 0,8 5 14 0,-1-3-9 16,1 0-25-16,-1 6 3 0,-1-1 18 16,3-1 9-16,2-3 5 0,-4 4-16 15,2-1-19-15,3 0-2 0,-5 0 2 0,-5-11-2 16,4 8 17-16,2 2-5 0,1 1 20 0,-5-2-13 16,4 3-7-16,2 0-14 0,-1-1 1 15,1 1 6-15,0-2 11 0,-1 1-17 0,0 0 22 16,0 2 6-16,3-3-23 0,-6 2 12 0,3 0 6 15,1-3-8-15,-3 4-9 0,1-3 6 16,-1 1-11-16,-2-9 37 0,-1 6-34 0,2-2-11 16,0 2 7-16,3-1 7 0,-3 4 10 15,4 1-19-15,-2-1 27 0,-1-2-22 0,2 2 22 16,1 2-2-16,-1-3-16 0,-4-6-4 16,-7 0-11-16,6 0 23 0,5 4-11 0,-4 2 5 15,3-2 3-15,-2 5 13 0,-4-10-26 0,0 0 7 16,4 7 12-16,0-3 9 0,0 4-10 15,-5-10-14-15,6 9-3 0,-2-3 22 0,0 0-16 16,2 4-5-16,2-6 5 0,0 6 16 16,-2 4 11-16,1-6-31 0,2 2 27 0,-8-7-37 15,3 3 5-15,-2 0 4 0,6-1 14 0,-3 4 12 16,2 2-24-16,1-1-14 0,0 2 42 0,-2-2 5 16,1 0-43-16,-5-10 27 0,-1 6 0 0,1 3-23 15,5-2-1-15,1 2 7 0,-2-1 3 16,1 1 1-16,-1 3-1 0,5-3-1 0,-10-6 28 15,1 1-8-15,6 3 6 0,-6-1-30 16,5 3 18-16,-1 3 4 0,2-4-24 0,0 2 17 16,-8-6-4-16,2 1-14 0,6 1 5 15,-4 2-8-15,1 0-3 0,0 1 11 0,-5-4 2 0,-1 2 6 16,1-3 5-16,4 0 0 0,-2 2 5 16,3 3-27-16,2 3 13 0,-4-2-9 0,4 1-2 15,-2-2 8-15,3 4 14 0,-4-2-26 16,-7-7 14-16,4 4 30 0,-2-3-16 0,1 1-23 15,-1-4 34-15,5 4-31 0,-1 2 18 16,2 2 2-16,-2 0 9 0,4 0 1 0,-7-5-30 16,-1 6 3-16,2-2-1 0,-3-7-1 15,3 8 4-15,5-1 2 0,-4 0 1 0,0 0 15 16,5 3 16-16,-1-3-10 0,-1 1 1 0,-5-5-2 16,0 1-9-16,2 1-18 0,-5-2 18 0,5 0-24 15,2 2 30-15,-3-6-21 0,4 1 17 16,0 4 9-16,-2 3 5 0,3 1-44 15,3-2 54-15,-4 3-18 0,2-2-31 0,-1 0-7 16,-5-4 46-16,0 1-26 0,3 0-11 0,1 5 9 16,2-3 3-16,-8-5 18 0,7 3-22 15,-4-1 29-15,3 4-19 0,2 1 0 0,-2-2-24 16,1 1 28-16,-2-9-2 0,-2 5-18 16,3 4-11-16,-4-10 8 0,2 7 22 0,3 1-22 15,1 0 14-15,1 3-7 0,-3-2 27 0,1 3-13 16,4-2-11-16,-14-6 22 0,3 2-35 15,7 2 12-15,5 0 2 0,-6 3 3 0,1-1-18 16,1 0 23-16,1 2-10 0,2 1 37 16,1-3-47-16,-4 4 9 0,3-4 33 0,-2 2-31 15,1-1 8-15,-2 1-12 0,1 0 26 0,-2-2 12 16,5 0-44-16,-5 1 5 0,5 1 13 16,-5-3 8-16,1 2-29 0,1 0 20 0,1-1-14 15,-4 1-2-15,3-1 23 0,1 2-9 16,-2-4-12-16,-1 4 18 0,1-1-21 0,-6-9 19 15,3 5-15-15,2 0 39 0,-1 2-25 0,2 2 12 16,-1-1-25-16,2 1 14 0,1 3-7 16,-2 0-21-16,1-3 43 0,1 0-45 0,-1 2 13 15,-2-2 2-15,4 2-15 0,-1-2 45 0,-1 0-13 16,-2 2-8-16,2-2 8 0,-1 0-17 16,2 3-2-16,-3-4 32 0,2 4-32 0,-1-1 20 15,2-2-8-15,-1 2-7 0,2-2 10 0,-4 2-20 16,1 0 5-16,4-1 1 0,-3 0 6 0,1 1 37 15,-1 1-4-15,0-1-45 0,0 0 36 16,1 2-8-16,0-5-8 0,-1 4-18 0,1 3 1 16,1-7 0-16,-1 4 20 0,3 0-17 15,-6 0-1-15,6 1 15 0,-4-2-14 0,2 3-4 16,-3-2 7-16,4 2 23 0,-3-1-11 0,1 2-27 16,3-4 45-16,-3 3-5 0,2-4-38 0,0 2 42 15,1 1-40-15,-4 2-6 0,1 0 31 16,3-4-3-16,-4 3-14 0,2-1 3 0,2 0-3 15,0 0 0-15,-4 2 8 0,1-3-17 0,1 0 27 16,-1 3-11-16,3-2 2 0,0 0-15 16,-4-1 12-16,2 0-14 0,1 1 21 0,-2 1 9 15,1-3-16-15,2 4-1 0,-3-4 26 0,1 4-6 16,1 0 10-16,0-2-31 0,-2 2 35 16,2 0-49-16,-1 0 11 0,2-3 3 15,-3 2 27-15,2 0-13 0,1-2-14 0,-1 3 1 16,-2-1-11-16,0 1 2 0,2-1 10 15,1-2 1-15,-3 2 27 0,2 1-8 0,-1-1-23 16,2 0 28-16,0 1-9 0,-4 0 5 0,4 0-31 16,0 0 2-16,0 0 25 0,0 0-2 15,0 0-27-15,0 0-5 0,0 0-1 0,0 0-17 16,0 0-8-16,0 0-3 0,-33 16-28 0,10 3-41 16,-6 1-62-16,-3-1 19 0,-3 0 12 0,-4 1 17 15,-4-4-294-15,-3-4 38 0,0-6 24 0,4 2-17 16,-8-8 20-16,29 0 99 0</inkml:trace>
  <inkml:trace contextRef="#ctx0" brushRef="#br0" timeOffset="-2548.595">-444 3143 586 0,'-5'0'169'0,"-2"0"-1"16,4 2-22-16,-1-2-27 0,1 0-5 0,-1 0-21 15,-1 2-20-15,3-2-4 0,1 1 28 0,-3 2-38 16,4-3 18-16,0 2-2 0,1-1-17 16,3 2 12-16,2-3 4 0,-1 0-35 15,3 0 1-15,3 0-8 0,16 0 12 0,-15 0 0 16,7 0-29-16,9 0 7 0,2 0-11 0,35-16 1 15,-26 10-68-15,0-2-20 0,1 3 7 16,-7 0-176-16,4-4-107 0,-3-1 32 0,-1-1 29 16,-4 0-18-16</inkml:trace>
  <inkml:trace contextRef="#ctx0" brushRef="#br0" timeOffset="-2827.205">-323 2783 210 0,'-18'0'226'0,"18"0"-35"0,0 0-44 0,0 20-23 16,0-20 8-16,-27 32-45 0,21-9 18 15,2-1-8-15,-1 1-28 0,2 0 6 0,-1 2 5 16,0-2-22-16,2-5-9 0,1 5 0 16,0-3 2-16,1-4 9 0,0-16-31 0,0 12-25 15,0-1 37-15,0 1-6 0,0-6 2 16,0-6-10-16,0 11 8 0,0-11 17 0,0 10-11 16,0-10 27-16,0 11 9 0,0-11-12 0,0 0-1 15,-10 11-24-15,10-13 5 0,-3-3-2 0,0 1-6 16,2-7 0-16,1 4-12 0,-1-19-17 15,1 3 1-15,0 11 9 0,0-4-2 16,0 0-7-16,0 0 8 0,0 0-6 0,0-1 12 16,0 5-15-16,0-2-1 0,0 5 0 0,13-7-5 15,-8 6-9-15,3-4 12 0,1 4 1 16,-2-1-7-16,-1 5-12 0,1 2 10 0,-2 0 11 16,-2 4-6-16,-3 0-14 0,0 0 4 0,0 0 1 15,12 0 8-15,13 26-2 0,-10-7-3 16,-2-5 13-16,-1 5-18 0,-2-3 3 0,1 7 6 15,1-7-1-15,-2 3 0 0,-2 2 4 0,1 0 10 16,4 3-13-16,-5 1 12 0,3-3-32 0,-5 0 10 16,-1 4 9-16,-2-3-1 0,1 3 3 15,-1-2-2-15,-1-7 2 0,-2-4-20 0,0-2 28 16,2-1 7-16,-2 0-12 0,1-1-23 0,-1-7 18 16,0 4 1-16,0 0-39 0,0-6-20 15,0 0-10-15,0 0 5 0,0 0-101 16,-11 2-30-16,7-4-73 0,0-4-61 0,-2 0 24 15,1 0 10-15,2 0 12 0</inkml:trace>
  <inkml:trace contextRef="#ctx0" brushRef="#br0" timeOffset="-1135.649">4101 2616 425 0,'0'0'229'0,"0"0"-27"0,0 0-40 15,0 0-34-15,0 0 12 0,0 0-14 16,0 0-3-16,0 0-2 0,0 0-32 0,0 0 5 15,0 0-10-15,0 0-12 0,0 0-24 0,0 0 4 16,0 0 4-16,0 0 4 0,0 0-3 0,0 0-27 16,0 0-7-16,0 0 14 0,0 0 3 15,0 0-34-15,13 28 20 0,-15-19-17 0,1 11 22 16,1-9-19-16,0 8-22 0,-10 22 16 16,10-23 14-16,-1-1-28 0,1-5 3 0,0-12 17 15,0 12 2-15,0-2-6 0,0-10 2 16,0 11-12-16,0-3 9 0,0-8 7 0,0 9 15 15,0-9-2-15,0 0 10 0,0 0-25 16,0 0 16-16,-3 13-18 0,0-19 21 0,1 2-24 16,-1-5-5-16,1-12 16 0,0-2-9 0,-2 9-11 15,2-1-3-15,2 1 13 0,0 1-16 16,0-9 20-16,0 12-2 0,0-5-5 0,0-2-12 16,0-1-4-16,21-19 13 0,-17 24-2 0,1-1 4 15,0 4-7-15,3 2 4 0,-3 0-4 16,-1 3-2-16,12-7-5 0,-8 5 9 0,-1 2-5 15,2 3-2-15,0-3-19 0,-3 4 15 0,0 1 0 16,-1-2-2-16,-5 2-11 0,0 0 13 16,0 0 1-16,10 0 0 0,-10 0 9 0,19 18-32 15,-16-14 12-15,3-1 8 0,-4 3 19 16,1 2-13-16,-3-2-3 0,1 3-9 0,-1-5 13 16,0-4 11-16,0 10 9 0,0 2-5 15,-15 18 6-15,8-18-12 0,-4 3 0 0,0-2-4 16,0-3 22-16,7-3-15 0,-1 1-15 15,1-4 24-15,-2 1-25 0,3 0 13 0,-1-4-4 16,4 3-1-16,-5 1 6 0,5-4-2 0,0-1-11 16,-2 1-1-16,2-1 18 0,0 0-14 0,0 0-1 15,2-1 0-15,2 1 13 0,-3 0-15 16,6-1 12-16,-3 1-4 0,-1-3 8 16,3 3-9-16,0-1 9 0,3 2-34 0,-1-2 36 15,-1 0-9-15,0-2 7 0,-7 3-20 0,11 0 8 16,-2 0 2-16,0 0-1 0,10 0-28 0,-1 0 11 15,0 0 25-15,13 17-26 0,-18-14 29 16,-4 1-9-16,1 1 5 0,-2-1 5 0,-4 0-2 16,0-2-6-16,2 2-7 0,-2 2-5 15,-3-1 23-15,1 1-4 0,-2-1-9 0,0-5-5 16,0 0 30-16,0 0 9 0,0 10-14 0,0 0 3 16,-25 14 12-16,13-16 3 0,-2 4-12 0,-7-4 22 15,1 2-14-15,-1-1-8 0,-2-1 20 16,-2-3-3-16,1 1-22 0,0-3 18 15,4-3-13-15,20 0-15 0,-16 0 12 0,4 0-18 16,1 0 14-16,0 0-27 0,11 0-18 0,-13 0-16 16,-3-14 2-16,10 12-47 0,2 0 7 0,4-1-127 15,-7 3-55-15,3-4-98 0,4 4 26 16,-1-3 25-16,1 0 14 0,-4-1 23 0</inkml:trace>
  <inkml:trace contextRef="#ctx0" brushRef="#br0" timeOffset="2431.37">1710 3916 280 0,'0'0'237'0,"-18"0"-12"0,18 0-38 0,0 0-10 16,0 0-31-16,0 0-21 0,0 0-47 16,-18 0 42-16,18 0-35 0,-23-8-15 0,21 8-15 15,1 0-1-15,1 0-4 0,-4 0-20 16,2 0-9-16,2 0 24 0,0 0-7 0,-2 2-15 16,2-2-11-16,0 7 16 0,0-2 11 0,0 2-24 15,-2 3 31-15,4 14-28 0,-2-12 11 16,0 5-6-16,0 1 8 0,0 5 11 0,12 19-26 15,-8-25-15-15,0 4 1 0,-2-6 26 16,-2-4-7-16,4 2-23 0,-4-2 1 0,1-4 3 16,0 0 2-16,-1-1 12 0,2-2-6 15,1 3-8-15,-2-3 18 0,-1-4-29 0,0 0 28 16,0 0-5-16,0 0 13 0,0 8 3 0,0-8-30 16,0 0-3-16,0 0 8 0,0 10-21 15,0-10-12-15,4 10-58 0,-4-10 7 0,-3-1-22 16,2-2-51-16,2 0-36 0,-2-1-60 0,1-2-89 15,-1 1 21-15,1-1 12 0,-3 1 4 16</inkml:trace>
  <inkml:trace contextRef="#ctx0" brushRef="#br0" timeOffset="2906.72">1660 3984 277 0,'0'-6'187'16,"0"1"-31"-16,0 0-22 0,0 0-17 0,2 3-7 16,-1-6-9-16,2 4-14 0,-2-2-6 0,5 2-19 15,-6 1 7-15,5-4-18 0,-2 5 0 16,4-2-1-16,-2 1-1 0,5 3-22 16,-2-2-21-16,2 2 37 0,-3-1-17 0,-7 1-30 15,8 0 23-15,3 0 32 0,5 0-71 0,21 16 36 16,-16-10 4-16,1-2-2 0,-5 6-11 15,0 0 17-15,-1-2-7 0,-3 3 14 0,1-1-43 16,-3 0 35-16,-4-2 3 0,0 4-20 16,4 4 5-16,-6-3 17 0,-1-1 7 0,-4 0-11 15,3 0-10-15,-3-12 33 0,0 11-1 0,0 7-12 16,0-1 15-16,-20 21-8 0,13-22 7 0,-3 3-16 16,3-7-8-16,-5 2 23 0,5-4 0 0,-10 3 8 15,5 2-20-15,4-8 22 0,-5-1-12 16,1-2 4-16,2 2 3 0,-5 4-10 0,-3 0 7 15,2-2 23-15,4-2-22 0,1-2-13 16,0 1 30-16,4-4-35 0,-2 0 1 0,3 2 14 16,0 0-24-16,2-1 11 0,1 0-24 0,-1-2 1 15,1 3 13-15,-1-3-31 0,3 3-16 0,-3-3-7 16,4 0-33-16,0 0-21 0,0 0-31 16,0 0 13-16,0 0-128 0,-7-8-100 0,8 3-25 15,3 1 29-15,2-2 22 0,8-9 21 16,-2-1 26-16,4-1-30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14:08:46.244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4332-131 283 0,'0'0'26'0,"0"0"-31"16,0 0 40-16,0 0-34 0,0 0 12 15,0 0 56-15,0 0-21 0,0 0-66 0,0 0 34 16,0 0 2-16,0 0 35 0,0 0-27 16,0 0 11-16,0 0 29 0,0-17-18 0,0 17-38 15,0 0 12-15,0 0-3 0,0 0 26 0,0 0-41 16,0 0 3-16,18 0 28 0,-18 0-31 16,0 0-4-16,0 0 29 0,0 0-51 0,0 0 23 15,0 0 17-15,0 0-9 0,0 0 4 0,0 0-11 16,0 0 5-16,0 0-2 0,0 0-19 15,0 0 57-15,0 0-45 0,0 0-6 0,0 0 19 16,0 0-3-16,0 0-3 0,0 0-10 16,0 0 10-16,0 0-8 0,0 0 29 0,0 0-30 15,0 0-18-15,0 0 31 0,0 0-15 0,0 0 21 16,0 0-7-16,0 0-7 0,0 0-5 0,0 0 10 16,0 0 4-16,0 0-2 0,0 0-24 15,0 0 36-15,0 0-3 0,-8-3-13 0,4 6 17 16,-2 0-6-16,3 1-9 0,-2-1-38 15,-2 4 42-15,-8 6-5 0,1 0 7 0,-2 2-19 16,2-1-9-16,2 2 11 0,-6-6 23 0,4 5 14 16,3-4-10-16,-3 7-4 0,-2-2-6 15,-1 0-11-15,1-1-1 0,1 4 0 0,-3-2 4 16,3 2 3-16,2 1 16 0,-3-3-1 16,-1 2 22-16,-2 1 1 0,4 1-9 0,-7-2-20 15,2 1-3-15,4 3-16 0,-3-4 6 0,-1 2-2 16,3 0 40-16,-4-2-5 0,-1 4-2 15,4-2-18-15,-1 0-17 0,1 5 1 0,0-4-1 16,-1 0 31-16,1 1-3 0,0-3-3 0,4 4 8 16,-5-3-1-16,3 1-3 0,-1 3-42 15,-1 2 66-15,2-6-26 0,-1 4 7 0,5-4-19 16,-5 3-21-16,4-4 29 0,-5 3 1 0,5 0-10 16,-3-1 8-16,3 1-33 0,0 0 17 15,-1-4 43-15,-1 3-29 0,0 0 20 0,4-2-21 16,-3 1 0-16,-1 0 16 0,1-1-12 15,2 2-25-15,-2-3 31 0,-3 1-10 0,4-1-17 16,0 1 28-16,-5 2-26 0,1 0 14 0,-1-1-5 16,0-1-22-16,4 1 22 0,-5 1 4 15,1 0-7-15,-1 0-6 0,2 1-20 0,-1 0 36 16,-1-2-5-16,1 6-9 0,0-5-10 16,-1 7 19-16,1-7 0 0,-4-2 14 0,1 4-16 15,2-2-4-15,0 0 11 0,-2 4-24 0,3-1 25 16,-2-1 11-16,1-3-14 0,1 3-3 15,1 1-5-15,-1-3 7 0,6 1-3 0,-6-7-12 16,3 6 21-16,-3-1-1 0,-1-1-11 0,4 4-24 16,-3-5 14-16,-1 3 22 0,6-2-6 15,-1-1-13-15,-3 1-9 0,3-1-3 0,1 2 30 16,-2-2-19-16,2 2 6 0,-4-2 6 16,2 2-9-16,3 0-3 0,-1-1 0 0,-3 2 11 15,2-3-12-15,2-1 9 0,-4 2-1 16,1 0-6-16,-1-2 4 0,2-1 8 15,2 4-10-15,-8 0 7 0,5-5-17 0,2 3 11 16,-4-5-2-16,2 4 8 0,-2 0-24 0,4-2 32 16,-5 0-10-16,1 0-9 0,-1 3-9 0,3-4 19 15,-1 4 5-15,2-3-3 0,-5 3 7 16,2 1-17-16,-1-4 5 0,1 4-8 0,1-1 16 16,-1-3-4-16,-1 2-4 0,0-1-5 0,1 0-9 15,2-4 19-15,3 4 7 0,-1-5-22 16,1 4 11-16,1-6-5 0,-1 2 7 0,1-1-7 15,-2 5 12-15,2 0-14 0,3-4 4 16,1-2 4-16,-9 6-4 0,3-3 0 0,-1 0 1 0,3-3-7 16,-2 4 5-16,0 0-3 0,4 0-6 15,-4 1 11-15,0 1-2 0,2-6 1 0,0 4-4 16,0 1-17-16,-2-2 22 0,4-4-4 16,2 1 1-16,-3-3 5 0,-2 6-6 0,5-5 6 15,0 2-7-15,0-4-1 0,2 3 1 16,-2-3-4-16,-8 9 4 0,4 1 0 0,1 0 0 15,3-8 5-15,-3 2-7 0,4-1 13 0,-5 3-10 16,0-2-1-16,6 0-11 0,-7 4 21 0,7-3-24 16,-5-2 14-16,-1 0 0 0,7-2 12 0,-11 10-21 15,8-7 8-15,0 0 12 0,-1-1-13 16,-6 7 0-16,2-2-8 0,2-6-7 0,-2 5 18 16,5-4 2-16,-2-4-9 0,4 3 6 15,1-4 1-15,-2 5-18 0,1-2 17 0,-1 0-1 16,1-1-4-16,-8 8-2 0,1 1 1 0,5-6 5 15,-4 7 2-15,-1-5-5 0,4 0 4 16,-1-1-20-16,5-3 1 0,-4 3 17 16,5-6-11-16,-2 2 19 0,1 0-3 0,-1-1-4 15,1-3 3-15,0 6-4 0,0-6 14 0,-1 6-13 16,0-5-11-16,1 0 2 0,4 1 11 0,-4 0-17 16,0 2 5-16,0-2 16 0,3-4-3 15,-2 6-3-15,3-3 14 0,-4-2-15 0,0 1-6 16,2 1 7-16,1-3 7 0,-1 5-7 15,2-3-2-15,-4-2-15 0,4 0 15 0,0 0 5 16,0 0-3-16,0 0 4 0,0 0 3 16,0 0-23-16,0 0 22 0,0 0-8 0,0 0-2 15,0 0-11-15,0 0 19 0,-8 12 2 16,8-11-17-16,0-1-1 0,0 2 10 0,-4-4 7 16,4 4-7-16,0-2 0 0,-1 0 4 0,1 0 2 15,0 0-5-15,0 0-12 0,0 1 2 0,1-2 10 16,-2 5 22-16,1-4-13 0,1 0-10 15,-2 0 1-15,1 3 10 0,0-3 2 0,0 0-13 16,0 0-19-16,0 0 24 0,1 1 2 16,0-1 0-16,2 0-15 0,-3 0 9 0,0 0 3 15,1 0-13-15,2 0 14 0,0 0-4 0,0 2 9 16,-1-2-27-16,0 0 12 0,-1 0 7 0,1 0-2 16,2 0-14-16,0 0 24 0,-3 0-20 15,1 0 6-15,-1 0-3 0,3 0 18 0,0 0-6 16,-2 1 0-16,0-1-14 0,-2 0 12 0,6 0 1 15,-3 0 4-15,2-1 6 0,-4 1-12 16,2 0 5-16,-3 0-3 0,0 0-1 0,0 0-6 16,0 0-15-16,11 0 28 0,-11 0-13 0,11 0 11 15,0 0-23-15,-11 0 26 0,10 0-6 16,-1 0-10-16,2 0 2 0,-2 0 1 16,-1 0 6-16,2 0 0 0,-2 0 10 0,0 0-25 15,2 0 18-15,-10 0-13 0,15 0 9 0,-7 0-1 16,3 0 3-16,0 0 5 0,-3 0-8 15,10 0 2-15,-1-6-22 0,-1 6 26 0,25-17-10 16,-23 15-1-16,-1 0 4 0,-3 2 9 16,-2-2-6-16,0 1-16 0,-1-1-1 0,0 0 29 15,-2 2-13-15,14-3 2 0,-4 2 1 0,-1 1 3 16,-4-2-13-16,0 2 4 0,-3 0-8 0,4 0 10 16,-3-1 13-16,13 1-9 0,-6-3-1 15,4 2-17-15,-10 1 12 0,-1 0 3 0,3 0-4 16,6 0 5-16,0 0-5 0,2 0-5 15,0 0 16-15,-2 0-4 0,-2 0-19 0,-4 0 16 16,1 0-3-16,-3 0-9 0,1 0 6 0,8-12 7 16,-11 12 14-16,14 0-25 0,-2-4 15 15,1 4-14-15,0-6 19 0,-6 6-11 0,1-4 1 16,2 4 0-16,1-6-18 0,-3 3 34 16,-2 2-30-16,8-2 8 0,-5-2 3 0,2 4 14 15,-1-4-20-15,-3 4 14 0,-2-3-10 0,-2 4 16 16,2-2-27-16,-6 2 28 0,2 0-12 15,-1-3 10-15,0 3-19 0,0-1 15 0,11-3-23 16,-9 4 9-16,5 0 4 0,0 0 6 0,-2 0-2 16,-1 0-10-16,0 0 19 0,-2 0-12 0,-1 0-5 15,-1 0 17-15,-1 0-12 0,8 0-1 16,-1 0-9-16,0 0 16 0,-2 0-5 0,0 0 9 16,-2 0-7-16,0 0 0 0,0 0-1 15,28-12-11-15,-16 12 9 0,4 0-1 0,-7-3-13 16,0 3 25-16,-3-1-3 0,-5 1-19 0,1 0 7 15,-1 0 10-15,-2 0 0 0,11 0-17 0,1-3 10 16,-16 3 5-16,4 0-1 0,1 0 13 16,0 0-14-16,0 0 8 0,-1 0-3 0,9 0 4 15,-1 0-11-15,4 0 1 0,-6 0-13 0,1 0 14 16,-3 0-16-16,-2 0 4 0,-1 0 15 16,-1 0-6-16,0 0 4 0,6 0 14 0,0 0-14 15,5 0-4-15,-3 0-4 0,-1 0 14 0,3-7-4 16,3 7-17-16,1 0 11 0,15-18 3 15,-15 17-3-15,-5 1-12 0,2-2 14 0,6-2-6 16,3 0 5-16,-9-1-1 0,3 2 14 16,2 3 0-16,-4-4 2 0,3 1-11 0,-3 2-6 15,0-1 3-15,-5 0-6 0,-5 1-9 0,2-2 32 16,5 1-14-16,1-3 6 0,-22 5-22 16,18 0 5-16,-5 0 11 0,4 0-3 0,2 0-11 15,-1 0 14-15,6 0 2 0,-5 0 4 16,-1 0-9-16,-3 0 4 0,1 0-3 0,6 0-3 15,-1 0 6-15,4 0-16 0,-1 0 15 0,0-9-17 16,1 9 19-16,25-12-10 0,-28 11 8 0,-2-1-11 16,4 0 11-16,5 2-10 0,-3-2 3 15,-1 2 0-15,0-4 10 0,2 1-10 0,-2 0-2 16,-4 2-4-16,4 1 7 0,-3-3 14 0,-3 0-10 16,-3 0 4-16,-1 3 3 0,7-2-2 15,-1-2 2-15,-3 0-7 0,5 2 3 0,1-3-2 16,-4 0 4-16,2 1-17 0,-4 1 8 0,-8-3 5 15,5 3 7-15,-3 3-25 0,10-4 23 16,-7 1-2-16,1-1-15 0,-4 1 17 0,0 0-4 16,-1-1-6-16,14-2 12 0,-6-2 2 15,-1 4-11-15,0 1 10 0,4-6-23 0,-4 2 9 16,4 1 11-16,-4 2-20 0,-3 0 20 0,0 2-6 16,7-3 1-16,-7 0-6 0,10 1 8 15,-7 2-16-15,4-4 4 0,-1 2 7 0,-5 1 3 16,-2 3-4-16,1-4-8 0,-1 4 16 0,-2-4 0 15,-1 2-4-15,-1 2 9 0,1 0-19 0,13-3 18 16,-7 2-21-16,-2-1 22 0,-3 0-6 16,1 0-3-16,-2-1-9 0,0 2 14 0,-3-1-4 15,4 0-21-15,-6 2 35 0,17-6-19 0,-5 4 5 16,4-4-3-16,-7 5 10 0,-1-4-3 0,-2 4-26 16,10-3 27-16,-2 2 8 0,-7-2-19 15,1 2-3-15,-6 2 10 0,3-2-9 16,-1 1 6-16,0 1 5 0,-2-1-8 0,4-2 2 15,-3 2-11-15,17-4 3 0,-8 4 15 0,-3-3-17 16,1 2-2-16,-2 0 10 0,-3 0-3 0,12-4 6 16,-5 4 1-16,6 1-8 0,-5-2 10 15,-4 3 0-15,-3-1 5 0,5-1-7 0,-6 2-2 16,1-3-1-16,-1 3 9 0,10-1-5 0,-3-2-19 16,-2 2 1-16,4-4 4 0,-3 4 18 15,-3-1-18-15,-6 2 1 0,3 0 4 0,-1-2 17 16,-3 2-13-16,0-1 15 0,0 1-17 0,-2-1 8 15,3-2-14-15,1 2 7 0,-2-1 12 16,1 0-5-16,11-4-4 0,-1 4 2 0,-3 0 8 16,-7 1-7-16,5-2-19 0,-2 1 16 0,0 0 3 15,-6 2-16-15,5-2 7 0,-3 2 12 16,1-1 3-16,0 1-5 0,-2-3-20 0,2 2 6 16,-3-1 17-16,1 2-5 0,1-3 2 15,-2 2 0-15,1 1 6 0,-1-2-6 0,1 0 1 16,-1 2 1-16,-1-1-13 0,2 1 8 0,-3-1 2 15,2 1-1-15,-2-3-9 0,1 3 8 16,2-1 2-16,-4 1 0 0,0 0 4 0,3-2-2 16,-2 2-6-16,0 0 17 0,-2 0-9 0,-1 0-2 15,4-2-6-15,0 2 20 0,-1-1-1 16,-2 1 7-16,2-1-20 0,-1-1 13 0,-1 0-11 16,2 2 13-16,-1 0-6 0,-2 0-7 15,0 0 29-15,0 0 13 0,0 0-29 0,0 0 18 16,0 0-4-16,0 0-11 0,0 0 0 0,0 0-3 15,0 0-3-15,0 0 15 0,0 0-22 16,0 0-4-16,0 0 7 0,0 0 6 0,0 0 3 16,0 0-22-16,0-8-2 0,0 8 24 15,0 0-5-15,0 0-14 0,0 0 3 0,0-10 11 16,0 10-14-16,0 0 12 0,0 0-21 0,0 0 25 16,0-7 11-16,0 7-26 0,0 0 12 15,0 0-9-15,0 0 14 0,0-10-2 0,-11 0-12 16,11 8 11-16,0-1-29 0,0 1-6 15,-1-1 2-15,0-1 7 0,-1 4-4 0,-2-4 29 16,3 2-12-16,-2-2-16 0,3 4 15 0,-3-4-17 16,2 1 24-16,-2 0-18 0,2 0 5 0,-3 2 15 15,2-6-10-15,1 5-13 0,0-1 28 16,-4-2-31-16,4 2 23 0,1-2 2 0,-4-1-28 16,1 3 25-16,3-4 15 0,-4 4-34 15,3-1 1-15,-2-2 14 0,0-1-12 0,0 3 12 16,1-2-4-16,-4 1 6 0,2-2-11 15,-3-10 28-15,-1 5-24 0,4 4 22 0,1-1-32 16,-2 2 15-16,3 2 12 0,-3-4-17 0,2 4-12 16,0-3 14-16,0 4 6 0,1-3-2 0,-2 2-14 15,-2-1 0-15,3 0 4 0,-1-2 3 16,-5-8 0-16,-1 1 19 0,2 4-24 0,-1 1 33 16,-4-4-29-16,6 3 14 0,-1 2 8 0,2-1-16 15,1 0-7-15,-1 4 19 0,-4-10-27 16,6 7 27-16,-5-3-3 0,2 3-16 0,-4-6 20 15,3 2 1-15,1 3-2 0,-4-3 9 16,1 0-35-16,0-4 11 0,-2 5-2 0,1-5 23 16,1-1 5-16,-2 2-35 0,5 3 8 0,-2-2 2 15,-5-2-3-15,1 1 25 0,5 3-28 16,-3-5 42-16,-3 2-59 0,10-2 5 0,-5 2 29 16,-4-2-5-16,1-3-11 0,-5 5 6 15,8-2-7-15,-4 5 2 0,1-5-7 0,-3 4 16 16,5-3 4-16,1 1 12 0,-2-1-19 15,1 1-13-15,-2-2 27 0,5 4-6 0,-4 0-5 16,-2-5-14-16,4 1 18 0,-2 2 30 0,1 3-18 16,0-3-3-16,-2 0-3 0,1 0-21 15,-3-1-11-15,3-1 46 0,0 2-28 0,0-1 18 16,-1 1-11-16,0-3-1 0,-1-1 12 0,4 5-1 16,-2 2-2-16,1 5-6 0,-2-7 0 0,-2 0-20 15,3 0 24-15,3 0 6 0,-2 1-12 16,0-2-15-16,2 2 19 0,0 0-1 0,-3-3-3 15,1-1-1-15,-1 1 0 0,2-2-3 0,-1 4-11 16,2 1 11-16,-5-2 0 0,4-2-1 16,0 1-8-16,-3 1 10 0,0-2 4 0,2 1-11 15,-2-3-6-15,-3 2-2 0,2 1 2 16,1-2 15-16,-2 1-1 0,4 7-2 0,1-8 8 16,-4 3-8-16,1-4-4 0,-3 3 2 15,3-5-5-15,-1 6-4 0,-1 1 18 0,3-2-30 16,-2 3 24-16,2-2-5 0,-2-2-1 0,2 2 1 15,2 0 8-15,-6 0-3 0,2 3 0 0,8 3-1 16,-5 3 1-16,0-12-5 0,2 8 0 16,-1 1 0-16,6 2-2 0,-4-2 6 0,1 3 0 15,2-2 0-15,-1 3-1 0,2 1-1 16,0-3 0-16,-6-5 1 0,0 0-11 0,-3 1 1 16,4-3 0-16,4 4-11 0,-3 1 20 0,4 3-15 15,0-3-11-15,1 2 21 0,-3 4 0 16,3-3 13-16,-1 1 9 0,-3 0-3 0,0-17-19 15,-3 12 5-15,2-9-5 0,-1 10-15 16,4 3 20-16,-4-3-2 0,5 1 2 0,-1 0-2 16,1 3 1-16,-2-1-1 0,0 0 19 0,4 4-3 15,-3-4-40-15,1 0 16 0,-1 0 11 0,-1 2-7 16,2-2-3-16,-4-8 1 0,1 6 0 16,1-2 0-16,-1 1 1 0,1 0 0 0,-1 1 29 15,4 2-3-15,-4-1-11 0,2 0-5 16,1 2-1-16,-1-1-1 0,-1 0 1 0,-4-10-21 15,3 3-12-15,-5 0 20 0,1-1 1 0,3 3 14 16,2 2 4-16,-2 0 9 0,5 2-2 16,-2 2-28-16,-3-3-15 0,5 3 7 0,-1 0 12 15,-7-10 2-15,2 4-1 0,-2-3 0 0,2 5 2 16,4 2-1-16,-2 4 0 0,1-4 1 16,4 3 0-16,-5-1 0 0,2 1 1 0,1 0 0 15,0 0 9-15,1 1-2 0,-2-2 1 0,-1 1-2 16,4 0-9-16,-4 0 2 0,2-3-2 0,-1 6 2 15,-2-6 3-15,3 4 1 0,-1-2 0 16,3 4-11-16,-3-3-13 0,-3-1 22 0,4 1-2 16,-1 0 1-16,-1-1 0 0,-1 0-1 15,3-1 1-15,-2 2 3 0,-8-6 1 0,7 1-20 16,-4-1 1-16,6 4 37 0,0-1 4 0,1 2-2 16,-3 0-35-16,4 2 4 0,-2 1 0 15,-2-3 23-15,5 2-2 0,-5-1-31 0,-1 1 2 16,6 1 0-16,-3-3 12 0,1 2-16 0,-1-2 24 15,-2 0-20-15,4 2 25 0,-2-2-2 16,-2 2 0-16,3-2-5 0,-2 0 1 0,-6-7-1 16,3 4-7-16,-2-1 1 0,4 3 1 15,5 1 11-15,-3 2-18 0,-3-2-1 0,2 0 28 16,2 4-1-16,-1-3-2 0,-2 1 1 0,3-1-2 16,-2 0-2-16,1 3-15 0,-2-4-18 15,4 2 15-15,-3 1 9 0,0-3 1 0,-1 2-1 16,5-1-1-16,-4-1 1 0,-1 1 0 15,3 1-2-15,-1 2 2 0,-1-4-2 16,2 2 0-16,-1-2-9 0,-2 0 1 0,4 2 37 0,-4-2-3 16,1 2-32-16,-1-3 2 0,3 3 0 15,-2-2-2-15,1 4 0 0,-2-6 0 16,3 6-19-16,-1-7 25 0,-1 6-17 0,2-1 13 16,-1-2-7-16,0 3 11 0,1-1 0 0,-2-1 14 15,0 1-2-15,4 1-14 0,-2 0 0 16,1 0 21-16,-1-3-7 0,-1 5 0 0,4-2-20 15,-3 0 0-15,0 0 14 0,0-1-2 16,3 4 2-16,-4-3-2 0,4 3-12 0,-1 0 12 16,-2-1-31-16,2-1 20 0,1-2 12 15,0 4-34-15,-2 0 36 0,2 0-18 0,0 0-15 16,0 0 16-16,0 0-9 0,0 0 14 16,0 0 5-16,0 0-11 0,0 0 4 0,0 0 4 15,-13-12-3-15,13 10-1 0,-4 0 11 0,4 0-20 16,-2 1 9-16,-2-2 13 0,3 2-8 15,-1-1 6-15,0-1-8 0,2 2-21 0,-3-1 26 16,3 2 7-16,-4-3-2 0,4 2 30 16,-2 1-5-16,1 0-50 0,-2-6 5 0,3 6 0 15,-1 0-28-15,-1 0-9 0,0 0-16 0,0 0-20 16,-3 3-13-16,-1 0-32 0,-1-2-75 0,-10 11 20 16,-3 0-276-16,-4-6 13 0,-1-6 76 15,-5 4-6-15,13-4 15 0,-9 0 51 0,-35-18 14 16,31 5 9-16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14:08:56.769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361 19 428 0,'0'0'206'0,"0"0"-21"16,0 0-53-16,0 0 5 0,0 0 3 15,0 0-28-15,0 0 9 0,0 0-22 0,0 0-17 16,0 0-13-16,0 0 3 0,0 0 3 15,0 0-9-15,0 0-5 0,-22-23-11 0,14 24 20 16,-10 8-24-16,1-3-4 0,-8 1-7 0,5 3 8 16,-2-8-24-16,3 2 27 0,-1 0-6 15,2-1 0-15,1 1-6 0,4 0 4 0,2-2-11 16,0 2 16-16,3 0-11 0,1-3-2 0,0-1-9 16,2 1 2-16,-2 1 2 0,1-2-2 15,2 2 7-15,-1-2-10 0,2 1-7 0,-3 2-16 16,2-3 5-16,2 0-3 0,-3 0-10 0,4 3 17 15,-3 0-6-15,1-3 9 0,3 4-14 16,-5 0-2-16,5-1 14 0,-6 6 2 0,3-4 5 16,1 0-4-16,0 1 2 0,-2 0-8 15,3 1-8-15,-2 0 4 0,0 2 0 0,3-1 1 16,-1 1 9-16,-2 0 1 0,2-2-9 16,1 3-6-16,-4 12 12 0,4-4-8 0,0-4 0 15,0-14 17-15,0 11-8 0,0 1-13 16,0-2 4-16,0 2-1 0,0-5-1 0,0 3-4 0,0 2-9 15,0-5 11-15,0 3 4 0,0-1-12 16,0 0 3-16,0 0 21 0,0-9-3 16,0 11 1-16,0-3-3 0,0 1-10 0,0-9-4 15,0 10-8-15,0-10 20 0,0 10 3 16,0-10-19-16,0 10 25 0,9-10-14 0,-9 10 5 0,15 4 4 16,-10-8 1-16,-1-3 8 0,1 0-2 15,-2 1-8-15,2-1 0 0,2 0-1 16,3-2 4-16,-3 4-7 0,4-2-4 0,-3-3 10 15,3 1-11-15,15-1-7 0,3 3 9 16,-10 0-3-16,-2-2 6 0,-2 1-18 0,-3-2 14 0,5 0 1 16,1 0-13-16,-5 0 2 0,4 0-5 15,-5 0 0-15,1 0-14 0,5 0 29 0,-6 0-27 16,0 0 8-16,1 0 5 0,-5 0-22 16,2 0-23-16,-10 0 17 0,9 0 10 0,-9 0-32 15,10 0 6-15,-10 0 5 0,11 0 6 0,-11 0-104 16,8 0 19-16,-8 0-98 0,0 0-115 15,0 0 12-15,0-10 56 0,14-2-7 0</inkml:trace>
  <inkml:trace contextRef="#ctx0" brushRef="#br0" timeOffset="315.301">181 356 497 0,'-3'-5'168'0,"-3"4"-36"16,1 0-3-16,5 1 5 0,-6-2-28 0,5 0 4 16,-3 2-47-16,1-1-32 0,3 1 32 0,-3-3-10 15,6 2-13-15,-3 0-27 0,2 0 37 0,3 1 18 16,-2-3-33-16,1 0 18 0,1 1-46 0,2 2 16 15,0 0-4-15,3-1 8 0,-2 0-9 16,0 1 18-16,2-3-18 0,1 2-36 16,-3 1 58-16,2-2-84 0,16-1 44 0,-1 2-1 15,-9 1-60-15,-16 0-68 0,14 0-83 16,-2 0-120-16,-3 0 17 0,-9 0-26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14:09:01.256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18 981 282 0,'0'0'118'16,"0"0"-60"-16,0 0 11 0,0 0 14 0,0 0-9 15,-18 0-10-15,18 0-6 0,0 0-39 16,0 0-2-16,0 0 1 0,0 0 19 0,0 0-8 16,0 0 18-16,0 0-40 0,-1 10-16 15,11 6 36-15,-1 3-25 0,4 1 0 0,-4 1 53 16,6-1-6-16,6 1-53 0,1 1 2 0,0 0 7 16,4 1 10-16,2-2-38 0,-2 0 2 15,4-3 1-15,-1 2 47 0,0 0-4 0,4 0 20 16,5 1-4-16,1-2-32 0,1 3 15 0,8-5-30 15,-4-1 17-15,0-2-28 0,8 0 2 16,4-3 15-16,-1-1-1 0,5-1-8 16,-4-5 31-16,4 1-1 0,-3-3-15 0,2 1-4 15,-4-3-1-15,-27 0-1 0,17 0 22 0,6 0-7 16,59-17-22-16,-51 7 13 0,3-2 1 16,-4-2-2-16,2-1-21 0,-5-2-18 0,4 1 20 15,-2-3 14-15,-2 3 25 0,4-3-69 16,-3-1 53-16,-1 1-3 0,0 3-24 0,0-1 4 15,6 3 18-15,-6 0-16 0,0 2 45 0,0 1-35 16,0 2-2-16,-2-1-15 0,2 1-15 16,-4 5 26-16,3-3 30 0,-1 7 7 15,-3-3-29-15,1 3-28 0,-3-3 38 0,-25 3 18 16,9 0-35-16,9 0 9 0,40 13 4 0,-39-5-27 16,-4 3 16-16,-3-1-28 0,-2 4 64 15,-2 1-43-15,2 1-2 0,-7 0 1 0,-6 2 6 16,-3-2-9-16,0 2 6 0,-7-3 32 0,-2-3-2 15,-1 6-2-15,-6-5 16 0,0-3-3 16,2 2-5-16,-3-12-1 0,0 0 47 0,0 6-22 16,0-6-10-16,0 7 3 0,0-7-5 15,0 0 23-15,0 0 12 0,-12 16 5 0,9-16-44 16,2-3-5-16,1-1-26 0,1-2 6 16,-1 0-17-16,3-2 34 0,5-8-22 0,3-3 40 15,3-1-68-15,-2-1 49 0,6-1 7 0,1 2-24 16,-1-2 7-16,0 1-30 0,7-3-3 0,0 9 22 15,-1 3 9-15,1-2-9 0,-2-1 7 16,2 3-11-16,0 0 9 0,9 2 20 0,-1 0-48 16,4 3 42-16,-1-3-16 0,1 1 2 0,3 0-19 15,-1-1 8-15,2 4 11 0,-1-4-24 16,5 0 31-16,1 2 16 0,3 1-48 0,1-1 11 16,1-1 4-16,1 6-17 0,-4-5-3 0,6 6 35 15,-4-8 17-15,0 7 0 0,-3-1-51 0,-1 3 29 16,-2 0 10-16,-23 1-27 0,13 0 1 15,8 0 0-15,-2 0 23 0,4 0 11 0,1 0-3 16,0 0-2-16,47-14-34 0,-41 8 31 16,-7 2 9-16,5 2-23 0,-3-4-37 0,7 2 2 15,-3 4 32-15,-1-7 4 0,-1 6-36 16,0-3 5-16,1 4 42 0,-2-1-20 0,-3-2-28 16,-21 3 52-16,10 0-7 0,6 0-25 0,4 0 4 15,-1 0 6-15,-2 0 19 0,1 0 18 0,-2 0-21 16,2 0-19-16,-2 0 16 0,2 0-7 0,-3 0 9 15,4 0-4-15,37-7 15 0,-43 7-52 16,-15 0 2-16,8 0 4 0,1 0 18 0,6 0 7 16,-3 0 5-16,29-15 1 0,-32 12-22 15,4-4 39-15,-2 2-25 0,4-3 10 0,-3 5-5 16,1-6-7-16,-1 3 26 0,1-3-15 0,2 4-1 16,-3-4-3-16,1-1 4 0,4 3-7 0,-3 0-2 15,4 4-4-15,-8-6-6 0,9 1 12 16,0 1-36-16,-3-3 11 0,3 3 35 0,-3-4-35 15,1 1 28-15,-3 2-18 0,-2-1-22 16,0 2 19-16,-4-4 31 0,1 2 7 0,-1 0-6 16,-4-1-4-16,1-3-2 0,0 1 9 0,-5 0-44 15,0-3 2-15,2 4 34 0,-4-6-33 0,-2 0 31 16,1 2 10-16,-5-1-16 0,2-1-32 16,-1-1 36-16,-6 1 26 0,2 1-16 0,-2-6 6 15,-4 6 17-15,3 3-32 0,-5-1 40 0,2 4-3 16,-4 1-19-16,4-1 34 0,-1 0-10 15,-3 0 1-15,5-15 7 0,-5 0-12 0,0 9 15 16,0-1-17-16,0 17-2 0,0-13 0 0,0-5 1 16,0 1-23-16,0-2 26 0,-18-13-10 15,13 18 9-15,-1 3-23 0,5-2 12 0,-3 5-10 16,1-4 4-16,2 5-18 0,-3 0-6 16,-1-1-15-16,-3-8-15 0,-4 5-41 0,-1-5-53 15,2 10 12-15,-6-6-239 0,-3 5-43 0,-3 0 54 16,-3 4 2-16,-3-6 17 0,1 2 3 15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14:09:17.624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155 35 287 0,'-20'0'284'0,"20"0"-12"0,-42-20-49 0,35 16-11 16,2 2-28-16,-1-1-10 0,1 0-26 16,2 1-7-16,-1 0-15 0,1 2-31 0,-1 0-6 15,0 0-4-15,4 0-13 0,0 0-10 16,-10 27 1-16,4-12-7 0,0 8-10 0,1 0-16 15,-1 1 10-15,5 4 1 0,-2-4-10 0,2-1-6 16,-1 5 6-16,2-7-2 0,0-3-8 16,0-18-6-16,0 11 5 0,0 0-10 0,0 0-2 15,0 1 5-15,0-2-10 0,0-3-13 0,0-7 1 16,0 10-23-16,0-10-3 0,0 11-30 16,0-11-62-16,0 0 13 0,0 13-119 0,0-19-121 15,-3 2 23-15,3-4-38 0,-6-8 21 0,4-1 34 16,1 1 9-16</inkml:trace>
  <inkml:trace contextRef="#ctx0" brushRef="#br0" timeOffset="309.915">-13 74 265 0,'3'-7'180'0,"0"0"-33"0,0 1-55 16,1 0 21-16,-1 2-9 0,2 0 2 0,2-1-9 15,14-2-13-15,-1 0 11 0,4 2-19 0,-7 4-24 16,10-2-1-16,1 3 7 0,-14 0-11 15,5 0-17-15,6 0 21 0,27 19-34 0,-30-6 21 16,2-3-24-16,-5 3 17 0,-1 7 2 16,-3-2-11-16,-1 2-5 0,-3 4 26 0,-2 0-36 15,-4-1 7-15,-1-1 1 0,-4-11 1 0,0 8 3 16,0-1-13-16,-18 25 2 0,8-22 4 16,-2-1-3-16,-3-5-25 0,0 2 54 15,-5-1-42-15,0-6 12 0,-4 3 5 0,5-4 14 16,-2-1 10-16,-1 0-27 0,5-4 16 0,-3-1-5 15,5-1-5-15,3 0-31 0,-1-2-4 16,7 0 7-16,6 0-49 0,-9 0 6 0,9 0-56 16,-9 0-25-16,-4-16-105 0,13 12-90 0,4-3-1 15,2-9 41-15</inkml:trace>
  <inkml:trace contextRef="#ctx0" brushRef="#br0" timeOffset="789.374">478-189 241 0,'-1'-1'204'0,"-3"-3"-6"0,2-1-45 16,1 4-23-16,-2 0-36 0,2-4-11 15,1 4-32-15,1 1-17 0,2 0-2 0,-2 0-104 16,5-2-58-16,-3 2 10 0,2 0 9 0,1 0-196 16</inkml:trace>
  <inkml:trace contextRef="#ctx0" brushRef="#br0" timeOffset="643.97">601 60 691 0,'0'-3'216'0,"0"0"-7"0,0-1-35 16,0 2-21-16,0 0-32 0,0 0 3 0,0 2-7 15,0 0-42-15,0 2 9 0,0 2-9 0,0 2-9 16,0 2-5-16,1 2-18 0,2 10-9 16,-3-9 23-16,0 5-15 0,0 2-11 15,0 0 2-15,0 1 6 0,0 3-29 0,0-6 10 16,0-3 3-16,0 1-12 0,0-2-25 0,0-5 7 16,8-7-42-16,3 22 8 0,-10-18-45 15,-1 0 22-15,3 0 5 0,-1-4-223 0,-2-2-67 16,0-4 23-16,-2 4 20 0,-2-7 8 0,0-7 43 15</inkml:trace>
  <inkml:trace contextRef="#ctx0" brushRef="#br0" timeOffset="1378.917">899 209 304 0,'-1'5'215'0,"-5"-1"-80"0,6-2 10 0,-4 2-15 15,1-3-17-15,1 5-19 0,0-6 17 0,1 4-16 16,-1-2-4-16,0-2 1 0,0 2-17 16,2-2-15-16,2-2-23 0,-4 2 4 15,4-3 12-15,-2 0-16 0,4-3-28 0,-4 1 34 16,1 3 7-16,1-6-34 0,0 2 10 16,1-2 4-16,0-2 3 0,1-7-20 15,4-3 5-15,-5 0 1 0,-2 3 2 0,2 4-12 16,-3 0-30-16,0 3 36 0,0 1 9 0,0 9 3 15,0 0-29-15,0-7 13 0,0 7-11 0,0-12 12 16,-16-1-32-16,14 9 29 0,-3 1-2 16,-2 1-31-16,1 1 23 0,1-2 7 0,-1 3-12 15,5 0-23-15,-6 0 32 0,3 4-10 16,3-1-1-16,-4 0-21 0,4 2 29 0,0 0 2 16,3 1-20-16,1 2 0 0,-1 0 12 0,0-2 9 15,8 11-25-15,2-2 41 0,5 1-31 0,-7-9 14 16,2 9-23-16,4-3-4 0,2-1 33 15,0 2-20-15,-3-1-2 0,3-1 14 0,-1 2-22 16,-4-2 40-16,4 5-12 0,-3-6-39 16,-3 0 44-16,-3-2-1 0,0-2-20 0,-1 2 8 15,-4-5 11-15,1 2-20 0,-3-1 16 16,1 0 14-16,-2 0-12 0,0-5-29 0,0 0-17 16,0 10 42-16,0-10-38 0,-15 23-6 0,2-13 3 15,-2 3-88-15,7-7-20 0,-5-2-147 16,1 1-21-16,12-5 13 0,-10 0 0 0</inkml:trace>
  <inkml:trace contextRef="#ctx0" brushRef="#br0" timeOffset="2389.896">1253 77 363 0,'-5'4'126'15,"-1"-2"-15"-15,-1 1-15 0,3 2-11 0,-2 2 0 16,-8 6-17-16,3 1 23 0,4 3-42 0,2 0-8 15,-1 0 14-15,5 1 10 0,1-3 7 16,0-15-42-16,0 11 13 0,0 0 1 0,17 17-5 16,-9-18-4-16,1-3-23 0,9 6-18 15,-5-4 0-15,-4-8 1 0,6 2 15 0,-5-3-5 16,-10 0 26-16,18 0-10 0,23-16-21 16,-17 6-1-16,-4 3 1 0,1-7 7 0,-2 3-1 15,-4-2-1-15,-4 2 19 0,-1-1-15 0,-1 0-6 16,-3 0-9-16,-1 4 44 0,-3 2 2 0,1 2-7 15,-2-3-8-15,-1 2 30 0,0 2-28 16,0 3 24-16,0 0-2 0,0 0 13 0,0 0-5 16,0 0-43-16,0-10 23 0,0 10-9 0,0 0-34 15,-6-9 26-15,6 12 18 0,0 0-22 16,0 1-30-16,-1 1 26 0,2 2-5 0,1-1 9 16,1 0-21-16,-2 4-9 0,2-2 28 15,5 12-8-15,2-4-1 0,2-1-2 0,3-5 11 16,-1 4-17-16,4-4-16 0,-6-4-5 0,0-1-2 15,1-3-2-15,-2 0-4 0,-3-1-5 16,3-1-22-16,-11 0 36 0,0 0-4 0,12 0 2 16,-12 0 3-16,22-12 1 0,-17 4-28 0,-1 6 0 15,-4-6 5-15,0 4 49 0,0-6-7 16,0 6 12-16,-2-2-18 0,-2 0 33 0,-3 1-29 16,2 3 0-16,-3-2 26 0,-9-5-10 15,-1 2-10-15,2 2-4 0,1-2-18 0,5 7 35 16,2-2-13-16,1 1 5 0,1-2-16 0,1-1 20 15,-1 4-8-15,4 0-1 0,-1 0 1 16,1-2-29-16,2 1 1 0,0-2 4 0,0 3 1 16,0 0 36-16,13-7-4 0,-8 1 0 15,2 3-19-15,0 2 16 0,3-1-18 0,-3-2 6 16,1 4 10-16,3 0-3 0,-4 0 2 16,-7 0-15-16,16 0 15 0,21 13-1 0,-23-7 0 15,8 4-21-15,-8 0 5 0,4 2 13 16,-7-1-19-16,-3 0 15 0,7 0-15 0,-8 2 6 15,0-2-8-15,-2-2 16 0,1-3 3 0,1-1-39 16,-5 0 5-16,3 0 72 0,-5 0-45 16,2-3 35-16,-2 1-1 0,0 0-9 0,3-3-29 15,-2 0 7-15,-1 0 14 0,0 0 6 16,-1-13-33-16,1 8 40 0,1-1 9 0,-1-3-27 16,-1 4-37-16,2-2 47 0,5-12-4 0,-6 19-15 15,12-30-26-15,-3 20 5 0,-5 2 37 16,3-2-27-16,-2 8 45 0,1-2-38 0,-4 0 14 15,4 4-17-15,-2 0 7 0,0 0 17 0,-4 0-8 16,0 0 10-16,0 0 8 0,8 0-48 0,-8 0 32 16,21 17 2-16,-15-14-16 0,-1 4-1 15,1-1-4-15,-2-1-7 0,1 1 61 0,-2 2-26 16,9 5 25-16,-8 4-29 0,-1-10-7 16,3 3 11-16,-2-2 0 0,-3-6-2 0,1 5 8 15,0-4 4-15,0 2-48 0,-1 3 2 0,0-7-68 16,2 4-34-16,-1-4-54 0,2-1-148 15,-2 0-5-15,-2 0 25 0</inkml:trace>
  <inkml:trace contextRef="#ctx0" brushRef="#br0" timeOffset="2868.309">2122 156 449 0,'0'-2'164'0,"0"2"-7"0,0 0-34 15,0 0 2-15,0 0-27 0,0 3-29 0,0 3 14 16,0-3 4-16,0 5-16 0,0-2 2 0,0 0-12 16,0 4-28-16,0-2-2 0,0 0 22 15,0-8-18-15,0 0-18 0,0 12 28 16,0-2-16-16,0-3-13 0,0-7 14 0,0 13 14 16,0-4 7-16,0-9-26 0,0 7 24 15,0-7-24-15,0 9 5 0,0-9 2 0,0 0-8 16,0 0-9-16,-9 11-2 0,7-15 4 0,2 3 2 15,-2-4-51-15,2 0 39 0,-1-1-32 0,1-3-5 16,1 2 37-16,1-2-41 0,3-10 0 16,5 3 43-16,-2 0-5 0,3-1-10 0,-3 5-3 15,3 2 29-15,2-2-20 0,-4 5-2 16,1 3-1-16,-2 2-28 0,0 1 29 0,-8 1-8 16,0 0-29-16,11 0 28 0,3 13-15 15,-10-7 26-15,9 11 4 0,-5-5-3 16,-3-2 5-16,1 3-6 0,1 6 24 0,0-6-10 15,-3 0-3-15,-3-2 11 0,-1 4-34 0,4-6-5 16,-4-2 25-16,2 5-4 0,-1-5-7 0,-1 2-19 16,3-3 33-16,-3 3-10 0,1-2-31 15,-1-7 2-15,0 0-70 0,0 7-12 0,0-7-26 16,0 0-89-16,0 0-61 0,14 14-23 0,-13-18 17 16</inkml:trace>
  <inkml:trace contextRef="#ctx0" brushRef="#br0" timeOffset="3242.472">2432 231 247 0,'0'0'201'0,"0"-2"-37"0,5 0-40 0,-5 0-47 0,1 1-11 16,0-2-6-16,-1 3 27 0,4-1-9 16,-2 1-23-16,2 0 10 0,1 0-42 0,-2 0 4 15,1 0 23-15,2 0-4 0,-2 0-12 0,4-1 15 16,-5 1-5-16,4 0-19 0,1-4-17 15,-4 1 22-15,2 0-3 0,3 2-47 16,-6-3 3-16,3-1 9 0,-5 2 11 0,2-4-10 16,-1 4 2-16,-2-4 0 0,0 2-1 0,-2 0-33 15,2 5 8-15,0 0 1 0,0 0 37 16,-17-20 16-16,12 15-3 0,-4 3-2 0,3-1-18 16,-3 2 26-16,1 1-12 0,3-3-3 15,5 3-1-15,0 0 5 0,-13 0 20 0,1 0-29 16,-13 19-9-16,9-9 8 0,6 0 2 0,-2 2-2 15,3 1 5-15,7-3-29 0,-3 1 2 16,4 0 1-16,1-1 39 0,0-10-1 0,0 10-3 16,0-1-28-16,0 0 20 0,17 20-18 15,-9-18 6-15,-1-1 2 0,2-2 10 0,-2 1 22 16,0-5-33-16,12 5 1 0,-4-8 0 16,6 2-1-16,-10-3-88 0,8 0-36 0,7 0-70 15,23-19-87-15,-22 4-20 0,1 1 5 16</inkml:trace>
  <inkml:trace contextRef="#ctx0" brushRef="#br0" timeOffset="4001.17">2817 84 317 0,'-5'3'147'0,"-1"1"-9"0,4 1-18 16,-2 0-16-16,-2 2-34 0,1 0-4 0,3 0-7 16,1 2-7-16,-1-1 0 0,2 2 37 0,0-10-9 15,0 8-9-15,0 1-17 0,0 4-9 16,17 16-6-16,-9-19-9 0,0-4 17 0,2 1-37 16,-2-3 13-16,-1 0-7 0,3-2-19 0,-1-2 17 15,-3 0 1-15,5 0-19 0,-11 0-5 16,0 0 0-16,33-17 1 0,-12 7 4 0,-3-5 15 15,-3 0 4-15,0-5-11 0,-3-2 1 0,2 1 15 16,-3-4-38-16,-4-1 33 16,1 0-11-16,-1-2-22 0,-2-1 59 0,0-2-27 0,-4 2 18 15,-1 2 4-15,1 2 21 0,-1 11-3 16,0-5 24-16,0-1 15 0,0 2 4 0,0 1-17 16,0 4 8-16,-15-4-5 0,14 8-15 15,-2 3-6-15,3 0 0 0,-1-1-19 0,-1 4-12 16,2-1 10-16,0-2-9 0,-2 3 6 15,2 2-25-15,0 1-3 0,-3 1 11 0,3 4-8 16,0 0-5-16,0 5 14 0,-2 0-4 0,4 14-3 16,-2-10-10-16,0 5 7 0,0 3 3 15,0 5-23-15,0 1 15 0,0 4 0 0,15 26-6 16,-5-26 3-16,-2-3 0 0,1-3-5 0,-2 3-6 16,4-3-6-16,-1-3-11 0,1-1-24 15,1-2 24-15,1-1-1 0,2-7-46 0,0 1 10 16,1-2 28-16,-3-6-3 0,-5 0-24 0,4-3-12 15,-12-2-2-15,13 0 27 0,-6 0-10 16,23-21 4-16,-12 13 5 0,-6 0 19 0,-2 0-11 16,-2-2 3-16,-4 0 8 0,7-3-31 0,-4-3 11 15,-4 4 50-15,0 2 0 0,-2-4-67 16,-1 5 9-16,0 1 54 0,0 8 2 0,0 0 3 16,0-10 23-16,0 10-10 0,0-10 3 15,0 10 8-15,0 0-19 0,-14-17-29 0,10 17 35 16,0 0-43-16,1 3 2 0,-1 1-3 15,1-4 50-15,1 3-31 0,2 4 37 0,0-1-7 16,-2 0-3-16,4 0-6 0,0 1-42 0,1 3 46 16,-3-4-33-16,12 11 20 0,4-2 27 15,-1-2-23-15,3 0-4 0,1-6-13 0,-1 2-12 16,6-4-5-16,1-3 4 0,-3-2-58 0,-7 0 14 16,9 0 37-16,0 0-59 0,36-20 15 15,-29 10 10-15,1 1-4 0,-5-1 40 0,1 2-19 16,-3 0 6-16,-3-2 5 0</inkml:trace>
  <inkml:trace contextRef="#ctx0" brushRef="#br0" timeOffset="4880.898">2812 25 532 0,'0'0'148'0,"5"-3"-18"15,2 2-19-15,0 1-9 0,3-2-20 0,10-1-1 16,5-4-7-16,-1 0-29 0,0 4-5 0,1 0-79 16,3-4-7-16,-2 0-62 0,3 1 8 15,-2 0 10-15,-5 0 6 0,3-4 7 16,-13 7-208-16,-3-4-7 0</inkml:trace>
  <inkml:trace contextRef="#ctx0" brushRef="#br0" timeOffset="4451.78">3854 64 1058 0,'3'-4'27'0,"5"-2"-29"0,-8 0 2 16,0 4 42-16,-4 0 24 0,-1 2 6 0,1-2-6 15,-6 4-22-15,0-2 23 0,-12 9 7 16,-4-2-23-16,6 3 9 0,-2 1 1 0,2-3-4 16,0 4-40-16,2 2 16 0,8-7 13 0,1 3-15 15,3-1-6-15,2 1-18 0,3-5-13 0,-1 3 39 16,2 1 5-16,0-6-6 0,0-3 11 15,0 0-29-15,0 10-9 0,15 3 29 0,-8-8-14 16,-1-1-11-16,1-3 19 0,2 2-15 16,-1-1-5-16,1-2 3 0,0 0-2 0,-9 0-24 15,13 0 27-15,20-18 9 0,-18 8-20 16,-1-2 0-16,-3-3 4 0,0-2-2 16,-3 0 17-16,1-3-9 0,-6 1-6 0,3-3-1 15,1-2 18-15,-5-5-10 0,-2 0 14 0,0 1-19 16,0 12 10-16,0-3 3 0,0-7 7 0,0-1 4 15,-15-27-2-15,12 32 11 0,-3-1-3 0,0 5 3 16,1 2 7-16,0 5-10 0,3 1 8 16,0 0-9-16,2 7-2 0,-4-6 0 0,0 6-1 15,4-1-8-15,0-1 6 0,-1 4-1 16,1 1-21-16,1 1-2 0,-1 4-3 0,3 0 11 16,5 19 0-16,-4-3-17 0,3 4 14 0,0 1 1 15,-3 5-3-15,0 0-14 0,2-1 5 16,1 3 6-16,-3-1-15 0,3-3 10 0,-3 0-2 15,3 0-10-15,-3-4 14 0,0-2 2 0,4 2-9 16,-1-5-20-16,-4-3-14 0,-3-6-16 16,5-1-56-16,-1 0 11 0,-4-3-89 0,0 0-18 15,0-7-155-15,0 0-19 0,0 0 24 16,-5 3 60-16,1-3 17 0</inkml:trace>
  <inkml:trace contextRef="#ctx0" brushRef="#br0" timeOffset="17299.825">3319 186 329 0,'0'0'51'0,"0"0"-4"0,0 0 13 16,0 0-45-16,0 0 17 0,0 0-3 0,0 0 40 15,0 0-55-15,0 0 1 0,0 0 19 0,0 0-13 16,0 0-7-16,0 0-13 0,0 0 15 0,0 0-9 16,0 0 3-16,0 0 39 0,0 0-53 15,18 0 18-15,-18 0 11 0,0 0 16 16,0 0-45-16,0-17-14 0,0 17 11 0,0 0 44 15,0 0 6-15,0 0-54 0,35-27 11 0,-33 26-8 16,1-1 35-16,0 1-46 0,1-2 14 16,-1 0-14-16,0 0 24 0,-1-1-18 15,5 1 7-15,-4 0 13 0,0 2-14 0,2-2 12 16,-3-3-8-16,3 2 3 0,1 2 30 0,-2-2-34 16,-2 3 16-16,3-3 0 0,-3 1-4 0,1-1-19 15,0 3 8-15,0-4-3 0,-1 1 1 16,2 3 38-16,-1-1-29 0,3 2-5 15,-4-4-10-15,3 1-1 0,-3 2 24 0,1-1-14 16,1 2-18-16,-1-4 59 0,0 1-43 16,-1 2-15-16,-2-1 14 0,5 1 5 0,-4-2 13 15,0 1 6-15,-1 1-24 0,3-2 26 0,0 1-9 16,-3 1-12-16,0 0 13 0,0 1 14 16,0 0-34-16,0 0 4 0,0 0 10 0,0 0 1 15,0 0 20-15,0-9-1 0,0 9-5 0,0 0 6 16,0 0-19-16,0 0-3 0,0-10 41 15,0 10-8-15,0 0-3 0,0 0-4 0,0-10-4 16,0 10 6-16,0 0 11 0,0-8-38 16,0 8 22-16,0 0-21 0,0 0 37 0,0 0-52 15,-13-16 29-15,12 16 2 0,0-1-16 0,-2 0-5 16,0-3-12-16,2 4 30 0,-2-1-2 0,3-2 16 16,-1 3-2-16,-1-1-18 0,0 1 5 0,-1-1-20 15,-3 1 11-15,5 0-27 0,-2-1 23 16,0-2 27-16,-1 2-24 0,4-2-12 0,-5 2-27 15,5 1 14-15,-6 0 13 0,4-1 16 16,-3 1-16-16,5 0 3 0,-5-1 0 0,2 1-2 16,3 0 2-16,0 0 21 0,0 0-2 15,0 0-34-15,0 0 45 0,0 0-20 0,0 0-16 16,-9 0 11-16,9 0-22 0,0 0 16 16,0 0 8-16,-10 0-39 0,10 0 12 0,0 0 19 15,-10 0 12-15,10 0-1 0,0 0-1 16,0 0-7-16,-8 0 19 0,8 0-1 0,0 0 0 15,0 0-20-15,-10 0-23 0,10 0 10 16,0 0-14-16,0 0 0 0,-17 10 24 0,14-9-26 16,-1 0 12-16,4-1 24 0,-2 1-10 15,1-1 19-15,-2 0-7 0,0 3-27 0,3-2 26 16,-4-1 26-16,4 0-30 0,-2 0-31 0,-1 1 20 16,3-1 8-16,-3 3-4 0,3-2-8 0,-3-1 17 15,2 1 4-15,0-1 7 0,-4 2-27 16,4 0 32-16,-3-1-12 0,3 3-9 0,-1-1-2 15,-2-3 0-15,3 2-2 0,-1-1-8 0,0 3 1 16,-1-1 2-16,-1-1 9 0,4-1-22 16,-3 3 20-16,3-1-24 0,-3-1 39 0,3-1 4 15,-1 2-4-15,-1 0-49 0,2 0 2 16,-4-2 54-16,4 4-10 0,0 0-28 0,0 0 20 16,-1 2 0-16,1-1-2 0,0 0 2 15,0-6-20-15,0 0 1 0,0 10 2 0,0-10 21 16,0 11 10-16,0-2 2 0,0-9-41 0,14 22 13 15,-9-18-18-15,-1 3 3 0,-1-1-4 16,1 0-53-16,2 0 27 0,-4-2-116 0,5-1-175 16,-1 2 71-16,-1-4-44 0</inkml:trace>
  <inkml:trace contextRef="#ctx0" brushRef="#br0" timeOffset="5923.813">4750-70 296 0,'0'-4'174'16,"-2"0"-16"-16,1 3-14 0,-1-1-7 0,-2-4-4 15,3 3 5-15,1 3-46 0,-7-11 12 0,2 5-8 16,-1-1-18-16,1 2 30 0,-8-10-27 16,1 9-11-16,1 0 11 0,3-2-13 0,-5 7-31 15,1-2 18-15,-1 3-23 0,2 0 3 16,11 0-4-16,-17 0 4 0,-5 0 7 0,2 0-16 15,-22 22 5-15,21-11-6 0,5 0-21 0,3 4-14 16,2 3 7-16,2-5 12 0,2 3-22 0,4-3 1 16,2 0 2-16,1-2-3 0,0-11 11 15,0 14 7-15,0-1-17 0,17 15 15 0,-4-15-13 16,2-2 33-16,0-1-44 0,-1-4 24 16,0-3 6-16,-1-3 12 0,-13 0-15 0,13 0 13 15,6 0-15-15,24-17 13 0,-24 5-17 0,-1 0-8 16,0-2-1-16,-3 1 33 0,0-3-18 15,-8 4 8-15,0 2 0 0,-3 3 31 0,3-2 0 16,-7 2 0-16,1 1 11 0,0 2 7 0,2-2-2 16,-3 4-11-16,0-3 6 0,0 1-5 15,0-1-20-15,0 5-3 0,0 0 5 0,0 0-10 16,0 0 8-16,0 0 6 0,0-9-22 16,0 9 10-16,0 0-20 0,0 0 7 0,0 0-7 15,3-12 11-15,-3 14-4 0,1 5-21 0,2 2 11 16,2 10-7-16,-5 7 5 0,0 2 15 15,3 1-16-15,-1 3 12 0,2 1-13 0,0 0 2 16,-4 2-3-16,3 0-5 0,-3 1 19 0,2 2-9 16,-2-6 17-16,0-2-10 0,0-15-6 15,0 8-3-15,0-1-1 0,0 1 10 0,-15 22 1 16,10-25 11-16,-8-2-12 0,1-1 8 16,0-5 5-16,-1 4 6 0,1-6 4 0,4-4-9 15,-5-1-12-15,2-4 9 0,-1-1-21 0,5 1-11 16,7-1-26-16,0 0-12 0,-19 0-23 0,-12-13-56 15,22 5 11-15,3 0-92 0,1-2-73 16,1 2-87-16,4-2 4 0,0 10 54 0,0-17 2 16,15-16 15-16,-6 12 3 0</inkml:trace>
  <inkml:trace contextRef="#ctx0" brushRef="#br0" timeOffset="6370.887">4906-11 445 0,'-1'-4'269'0,"1"0"-81"0,0-1 18 16,-3 0-60-16,2 0-5 0,1 4-18 0,0-4-5 16,4 1-36-16,-3 2 9 0,4-1-15 15,0 3 0-15,2-3-5 0,-2 3-3 0,4 0-20 16,-1 3-19-16,0 0 6 0,11 8-4 0,-1 0-9 15,0-1-10-15,0 3 9 0,-3-1 16 16,-2 6-9-16,-2-3-25 0,0 1 12 0,-2 0 3 16,-1-5-3-16,-1 1-31 0,-5 0 16 0,-2-2 15 15,1 0-34-15,-1-10-2 0,0 8 25 0,0 6-1 16,-25 16 1-16,10-15 0 0,0-3-6 16,1-2-16-16,1-1 29 0,0-3-25 15,1 0 2-15,2-6 35 0,2 0-14 0,8 0-26 16,0 0 33-16,-12 0-32 0,-10-21 25 0,15 5-2 15,1-5-6-15,6 1 15 0,0 6-9 0,0-7 1 16,19-33-2-16,-8 22-15 0,0 1 17 16,0 2-27-16,-2 3 27 0,2 5 1 0,-4 2-28 15,-1 4 17-15,-1 1-10 0,1 7 13 16,-4 0 14-16,2 0-43 0,-4 2-11 0,3 0-30 16,-1 4 6-16,1-3-55 0,1-1-62 0,-1 4-133 15,3-2 23-15,-1 3 20 0,5-3 14 16,-2 2-104-16</inkml:trace>
  <inkml:trace contextRef="#ctx0" brushRef="#br0" timeOffset="7387.758">5505-99 386 0,'-5'-1'237'0,"-1"1"-41"0,0 0-33 16,-1 0-18-16,-1 0-16 0,-3 0-9 16,-15 1-8-16,15-1-13 0,-8 0-21 0,-24 12-9 15,21-5-19-15,1-2 18 0,-1 1-7 16,4 1-24-16,3 3-9 0,0-4 12 0,7 4-35 16,1-3 14-16,0 3 16 0,4-4-4 15,3 6 10-15,0-12-32 0,0 0 9 0,0 10-11 16,21 16 3-16,-9-13 4 0,2 3 1 15,0-14-10-15,8 6 11 0,-7-6-5 0,3-2 2 16,0 0-2-16,-6 0-31 0,6 0 21 16,23-12-16-16,-23 2 33 0,-3-2-4 0,3 1 12 15,-3-1-24-15,-2-6 11 0,-4 4 10 0,-2 2-28 16,-1 2-7-16,-2-1 30 0,1 3 7 16,-3 0-4-16,-1 2 2 0,-1 6 4 0,0 0-11 15,0 0 11-15,0-6 2 0,0 6-24 0,0 0 0 16,0 0 0-16,0-7 4 0,-8-2-4 15,4 10 0-15,2 4 8 0,1 0-18 0,1 0 19 16,0 1-18-16,1 3 10 0,1-2-5 0,0 3 7 16,5 13-4-16,6-3-2 0,-1-2 5 0,0-2 2 15,2-4-29-15,3 1 5 0,2-6-4 16,-1 2-1-16,5-4 17 0,-15-5-7 0,9 0-1 16,2 0-17-16,5 0-1 0,18-21-12 15,-17 8 30-15,-6 1-9 0,-1-2-5 0,-4-4 19 16,-2 4-10-16,1 0 11 0,-8-1 5 0,-4 3-7 15,2-1 19-15,-3 13 3 0,0-9 27 0,0 9-7 16,0-13 4-16,0 3-26 0,0 10 26 16,-15-17-8-16,12 11-1 0,3 2 3 0,-4-1-7 15,3 1-19-15,-3 2 4 0,2-2-15 16,1 4 18-16,1-1-10 0,0 2-2 0,0 3 7 16,0-2-3-16,3 7 6 0,1 14-12 15,0-2 7-15,3 3-7 0,-2 2 5 0,-1 3-9 16,2 3 21-16,-2 1-11 0,-1-1-6 0,7 3 0 15,-5 0-5-15,-5-1 2 0,7 3 6 16,-2-5-10-16,2-1 10 0,-1-1-4 0,-3 0 18 16,6-4-14-16,-6 3-3 0,1-6 1 15,-3-4-14-15,4-7 14 0,-5 1 5 0,1-3-1 16,-1-4-10-16,3 3 1 0,-3-4 21 0,1 0 10 16,-1-4 5-16,0-1-7 0,0 0-10 15,-5 2 7-15,5-4 2 0,-7-2-24 0,-3-9 13 16,2-6-16-16,-2-1 9 0,2-5-2 0,-3-4-7 15,3-5-7-15,2-1 10 0,-4-2-5 0,8-5 2 16,-2 0-4-16,2-2 6 0,-3 2-3 16,3 1 2-16,2 20-2 0,0-5 3 0,0-7-23 15,15-30 5-15,-5 34 10 0,3 3-2 16,-1 0-13-16,6 5 4 0,0 3 4 0,1 1 6 16,4 5-15-16,-2 3-10 0,-2 0 19 0,-1 5-8 15,-1 1-1-15,-17 3-20 0,12 0 26 0,6 0-4 16,18 20-19-16,-23-8 29 0,0-3-12 15,-4 1-20-15,-5-3 31 0,5 3 2 16,-5-1-9-16,-4 0 11 0,3-2 16 0,-3-7-8 0,0 16-6 16,0 2-3-16,-29 22 17 0,16-20 7 15,1-1 7-15,-6-3-21 0,-1 3 15 16,1-3-16-16,-5-3 5 0,3 0-27 0,0-3 48 16,5-1-31-16,2-2-12 0,2-3-27 0,3 0-18 15,1-1 6-15,2 1-70 0,0-3-39 16,0 1-86-16,2-1-87 0,3-1 30 0,0 0 20 15,0-4-3-15</inkml:trace>
  <inkml:trace contextRef="#ctx0" brushRef="#br0" timeOffset="8055.898">6299-398 486 0,'-1'-5'256'0,"0"-2"-36"0,-3 4-28 16,-1-2-8-16,4 1-24 0,0 1-29 0,1-1-19 15,-4 1-8-15,2 2-11 0,2-1-38 16,-1 0-3-16,-2 4 6 0,2 1-10 0,-1 4-22 16,0 0 32-16,4 1-27 0,0 18 10 0,-2-15-4 15,0 7 4-15,0 5-16 0,0 3-2 16,0 3-6-16,0-1 13 0,0 2-8 16,0-1 0-16,0-1-6 0,13 27-1 0,-8-32-8 15,0-2 16-15,-4-4-6 0,1-5-8 0,2-1-4 16,-4-2-6-16,1-6 5 0,2 7-7 15,-3-6 1-15,0 2 0 0,1-4 11 0,-1 6-3 16,0-6 12-16,0 2-22 0,0-1 11 0,0 0 1 16,0-2 11-16,0 2-9 0,0-1-18 15,0 1-5-15,0-6 5 0,0 3-1 0,2-2 7 16,-2-1-14-16,1 0 9 0,2-1-1 0,-2-2-10 16,-1 2 20-16,2-2-3 0,-2-2-14 15,4 3-16-15,4-11 2 0,0 2 13 0,1 4-20 16,-4 2 21-16,2 1-25 0,-2 1 28 15,2 2-19-15,-1-1 32 0,1 1 5 0,0 2-29 16,-1 1 13-16,3-3-3 0,-5 2 6 0,5 0-12 16,-2 2-14-16,0 0 44 0,-7 0-21 0,0 0-27 15,11 0 12-15,-11 0 19 0,8 0 6 16,8 15 0-16,-14-9 7 0,2 0-31 16,5 12 27-16,-4-4-7 0,-2-2-8 0,0-1 16 15,-2 2 6-15,-1-4 8 0,3-2-19 0,-2 3 4 16,-1-1 7-16,0-3-8 0,0 1-17 0,0-1-10 15,0 0 31-15,0-6-26 0,0 0 2 16,0 10-23-16,0-10 4 0,0 10-90 0,0-10-28 16,0 0-109-16,0 0-68 0,0 0 19 0,17 13 12 15</inkml:trace>
  <inkml:trace contextRef="#ctx0" brushRef="#br0" timeOffset="8264.811">6805-59 754 0,'6'0'263'15,"-3"0"-20"-15,1 0-40 0,0 0-36 0,-1 0-5 16,1 0-54-16,-3-3-39 0,3 3-85 0,-2-1-19 16,-1 0 3-16,0-3-306 0,-1 2 1 15,-1-2 24-15,-6-1 14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19T14:09:09.893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431 47 210 0,'0'0'118'16,"0"0"-18"-16,0 0-4 0,0 0-70 0,0 0 44 16,0 0-14-16,0 0 15 0,0 0-39 15,0 0-6-15,0 0-1 0,0 0 19 0,0 0-6 16,0 0 33-16,0 0-17 0,0 0 45 15,0 0-32-15,0 0 45 0,0 0-12 0,0 0-10 16,0 0 9-16,0 0-57 0,0 0 26 0,0 0 0 16,0 0-18-16,0 0 9 0,-20 0-17 15,20-17-8-15,0 17-15 0,-31-20 18 0,24 16-6 16,0 1-8-16,1 3 7 0,-3 0-6 16,9 0-10-16,-9 0-7 0,-2 0 8 0,-2 0 7 15,-5 0-4-15,-18 17-4 0,17-10 8 0,1 3-40 16,0 0 32-16,-1 0-17 0,1 4 9 15,1 0-3-15,-2 3 8 0,1 0-24 0,5-1 10 16,0 3-14-16,1 0 34 0,-1-2-21 16,1 4 5-16,2 2-20 0,-2-3 28 0,4-1-19 15,1 3 27-15,1-1-16 0,-3 3 0 0,7-8-5 16,2-16 10-16,0 16-28 0,0-3 31 0,0-3-11 16,0 7-5-16,20 20 15 0,-8-20 0 15,3 3-2-15,0-5-20 0,2-2 22 0,-3 0-3 16,8-2-32-16,1 0 37 0,-2-5-1 15,2 4-27-15,-2-3 6 0,1-3 25 0,1-1-16 16,-4 0 17-16,0-3-15 0,-5 0 24 0,-14 0-45 16,19 0 27-16,-1 0 6 0,0 0-9 15,-1 0-16-15,9-13 26 0,-14 9-31 0,-5 4 40 16,3-1-43-16,-3-3 32 0,1 3-20 16,2 1 34-16,-4-4-22 0,1 3-15 0,0 0-20 15,-1-2-17-15,1 1 3 0,-2-2 3 0,2 4-62 16,-2-1-36-16,0-2-20 0,0 1-108 0,2-3 22 15,11-7 15-15,-2 6-68 0</inkml:trace>
  <inkml:trace contextRef="#ctx0" brushRef="#br0" timeOffset="485.937">831 324 540 0,'-6'-2'168'0,"1"2"-75"0,-1-1 27 0,-1 2-9 16,2-1-37-16,-2 6-34 0,0-3 35 15,2 0-49-15,-12 7 39 0,2 6-5 0,4-3-20 16,0 2 3-16,1-2 16 0,2 1-51 0,3 0 20 15,2-3-4-15,3 2-1 0,-2-6 10 16,2 5 2-16,0-2-25 0,0-4-31 0,0-6 35 16,0 16-19-16,0 1 26 0,20 20-45 15,-8-19 37-15,-4-10 0 0,-1 2-11 0,1-3 30 16,2-3-31-16,0 0 14 0,1-3-35 0,-3-1 28 16,3 0 9-16,4 0 12 0,22-15-26 0,-20 6-33 15,-5-1 53-15,-2 3-10 0,-6-2-26 16,8-4 52-16,-6-1-12 0,-2 2-41 0,0 4 33 15,-4 8 35-15,0-12-7 0,0 3-3 16,0 0-24-16,-17-18 20 0,12 9 1 0,-6 1 7 16,1 7-4-16,-2-6-1 0,1 3-37 0,-4 1 20 15,11 5-5-15,-7-2-13 0,1 3-10 16,3 2 14-16,0 0 0 0,0 2-11 0,2 2-52 16,-2-4-9-16,3 4 5 0,-2 0-51 15,2 0-59-15,-1 0-51 0,5 0 17 0,0 0 19 16,0 0-131-16,0 0 10 0,-4 6-10 0</inkml:trace>
  <inkml:trace contextRef="#ctx0" brushRef="#br0" timeOffset="1027.362">1141 346 374 0,'2'2'189'0,"2"0"-28"0,-4-2-16 16,3 1-26-16,-2 2-28 0,-2-1-22 0,2 2 35 15,2 0-37-15,-2 4-31 0,3-4 42 0,-4 3-55 16,4-1 21-16,-1 3 4 0,3-2-8 0,-6 3 1 16,2-4-7-16,0 1-7 0,1-2-7 15,-2 2-6-15,0-3 12 0,2 2-4 0,-3 0-12 16,0-2 29-16,1 0-7 0,-1-1-30 15,0 2 19-15,0-3 14 0,0-2 5 0,0 0-2 16,0 0-34-16,0 0 30 0,-5 3-13 16,5-3-9-16,-4-3-11 0,2 1 4 0,0-4 5 15,2 0-13-15,-3 0-28 0,2 0 40 0,-1 1 8 16,4-4-22-16,-1 3 9 0,2-1 13 0,-2 1-60 16,-1 6 42-16,0 0-9 0,0-10-1 15,11-7-4-15,-8 11 13 0,2 0-36 0,-1 2 42 16,2-2-5-16,-2 3-10 0,4 1-21 0,-5 1 26 15,4 1 24-15,-2 0-20 0,1 3-17 16,-6-3-10-16,0 0 21 0,29 16 4 0,-17-7 8 16,2 2-38-16,-3 5 37 0,-3-6-5 0,-1-2-6 15,1 3-5-15,-4-2 21 0,5-2 3 16,-4-3-15-16,-2 4 8 0,1-4-2 16,-1 2-18-16,6 10-1 0,-3-10-52 0,-2-5-15 15,0 5-18-15,0-2-37 0,-4-4-73 0,3 0-101 16,-3 0 9-16</inkml:trace>
  <inkml:trace contextRef="#ctx0" brushRef="#br0" timeOffset="1455.493">1577 350 496 0,'0'4'147'0,"0"2"-26"16,0-2 3-16,5 4-31 0,-5-3-2 0,0 4-53 16,2 0-2-16,-2 1-7 0,0 0 37 15,11 14-17-15,-11-13-14 0,4-1-3 0,-4-4 24 16,2 0-49-16,-1-2 39 0,2-1-6 16,-3 1-4-16,0 1-9 0,0-4 11 0,0 3 36 15,0-4-34-15,0 0-9 0,0 0 17 0,0 0-54 16,-14 1 37-16,11-1-11 0,-1-1-16 15,2-4-2-15,-3 0 5 0,4-1 3 0,0 1 8 16,1-4-17-16,0 0-6 0,0 3 14 0,0-3-34 16,2 1 0-16,-2 8 4 0,0-13 3 15,14-16 2-15,-6 17 25 0,-2 5-29 0,-3 0 11 16,2 0-11-16,-1 5 15 0,3-4-3 16,-1 4 1-16,1 0-16 0,-2 2 23 0,-5 0-2 15,0 0 1-15,10 0 0 0,17 13 0 16,-13 2-29-16,2-5 0 0,-7-1 2 0,3 5 17 15,-2-4 13-15,3 4-13 0,-2 1 18 16,-2-5-14-16,2 6 12 0,-3-4 12 0,2-5-8 0,-8 2-17 16,4-3 21-16,-1 1 1 0,-1 0-8 15,-1-4-4-15,0 4 0 0,0-2 1 0,1 0-2 16,-4 0-118-16,3-1-20 0,-1-3-52 16,1 0 15-16,-2-1 11 0,-1 0 13 0,0 0-201 15</inkml:trace>
  <inkml:trace contextRef="#ctx0" brushRef="#br0" timeOffset="1890.963">1990 393 329 0,'0'2'175'0,"0"-2"-72"0,1 3 17 0,1-3 8 0,-2 1-45 16,1-1-9-16,2 4-7 0,0-2-8 15,-1-2-45-15,5 4 11 0,-1-4-3 0,1 0 9 16,-2 0-3-16,2 0-3 0,-2 0-3 16,1 0-8-16,1 0-4 0,0-4-10 0,-7 4-11 15,0 0 5-15,8 0-1 0,7-10 1 0,-8 8 10 16,-6-2-24-16,1 1 2 0,0 0 49 16,-2-3-15-16,3 5-1 0,-3-2-2 15,0 3 0-15,-3-6-2 0,-1 5-1 0,-1 1-10 16,-1-2-2-16,4 2-11 0,-5-1 6 0,1 1-19 15,-1 0 2-15,-1 1 4 0,-2-1 1 16,5 2 1-16,5-2 2 0,0 0 3 0,-23 11 0 16,9 0 38-16,1-1-3 0,4 1-3 0,-2 1 0 15,4 1-11-15,4-3-4 0,-2 0-17 16,1 2 9-16,1-5 2 0,3 2 24 0,0-3-5 16,0-6 16-16,0 0-19 0,0 16 0 15,22 13-41-15,-8-18 2 0,-2 4 43 16,-2-6-2-16,7 5-16 0,-4-12 0 0,2 2-2 15,10-3-1-15,-6-1-36 0,-8 0-39 0,4 0 3 16,4 0-43-16,18-13-118 0,-19 6-67 0</inkml:trace>
  <inkml:trace contextRef="#ctx0" brushRef="#br0" timeOffset="3176.008">2430 418 310 0,'-6'3'111'0,"2"3"-48"0,3-4 3 15,-3 2-27-15,1 2 27 0,-1-1-22 16,-4 11 19-16,2-4-4 0,6-2 3 0,0-10-39 15,0 10-3-15,0-3 25 0,0 3-21 16,0-1 1-16,18 13-10 0,-8-7 18 0,2 2-19 16,3-5-3-16,-1-2 49 0,0-3-8 0,6 2-5 15,-20-9-5-15,16 0-49 0,6 0 1 16,-5 0 0-16,5 0-15 0,2 0 23 0,23-18-7 16,-23 8-4-16,-3 0 14 0,1 2 8 15,-1-8-15-15,-5 1-20 0,-2-3 16 0,-2 1-12 16,-5-4 38-16,-4 4-7 0,-2-5-2 0,5-5 24 15,-6 15 8-15,0-10-19 0,0-1 33 16,-20-25 6-16,9 21-14 0,0 4 19 0,3 1 11 16,-4-1-25-16,-3 7 12 0,6-2 3 0,-3-2-7 15,2 7 3-15,2-1-7 0,1 6-19 16,0 2 9-16,2 2-5 0,1-2-4 0,2 2-21 16,-3 4 0-16,4-3 2 0,-2 0-3 0,1 2 8 15,2 1-13-15,0 0-2 0,0 0 14 0,0 0-11 16,-1 20-11-16,1-10-11 0,0 16 2 15,0-12 23-15,0 6 3 0,0 1-13 0,14 29-13 16,-10-17 0-16,-1-11 12 0,5 1 1 16,-1 4-28-16,2-5 22 0,2 0 18 0,2-2-22 15,-1-1 18-15,5 1-26 0,-5-1-1 0,2 3 14 16,1-8-8-16,-1 1-13 0,4 0-18 0,-3 0 24 16,0-10-4-16,8 8-7 0,-6-11 0 15,-2 0-5-15,-15-2-38 0,14 0 32 0,8 0 4 16,20-18 3-16,-17 9-14 0,-9-1 8 0,2-1 30 15,0-6-22-15,-8 10 3 0,-1 1 2 16,0-3 3-16,-8 3 3 0,5-1-20 0,-5 3 4 16,0-4-5-16,-1 1 4 0,0 3 33 15,0 4-16-15,0 0 31 0,0 0 2 0,0-13 5 16,0 13-32-16,-15-17-6 0,11 15 4 16,1-1 10-16,-2 2 13 0,-1 1 4 0,2 0-5 15,1 1-25-15,-3 2 8 0,1 0 31 16,1 2-35-16,2 0 1 0,0 4 0 0,-1-4-18 15,2 1 52-15,1 3-16 0,0 0-16 16,4-3-14-16,-4-6 25 0,14 23-1 0,-2-10-1 16,-3-4-1-16,0-2-18 0,4-3 1 0,-1-1-20 15,13-1-8-15,-13-2-17 0,11 0 7 16,28-16 5-16,-19 4 38 0,1 2-41 0,-1-2 4 16,-8-1 31-16,2-3-27 0,3 0 11 15,-3 1-4-15,-3-2-9 0,-6 4 33 0,-4-3-19 16,1 5 30-16,-3 2 7 0,-6 0 18 0,-4 1-1 15,1 6 16-15,-2-6-3 0,0 8-4 0,0 0 20 16,0 0-23-16,-14-6-4 0,4 6-3 16,2 0-38-16,1 4 1 0,-11 3 35 15,6 2-2-15,0-3-13 0,2 1 2 0,3-3 1 16,2 5 30-16,0 0-4 0,3-5-3 0,0 2-2 16,2 4-35-16,0-10-1 0,0 0 3 15,0 7-1-15,14 20 0 0,-4-20 2 0,-2 0 0 16,3-6 1-16,-4-1-1 0,3 0 10 0,-6-1-3 15,-4 1 2-15,24-13 33 0,-7 2-32 16,-5-1-1-16,-1-6-11 0,0 2 1 0,-4-3 2 16,-5-1-1-16,3-3 42 0,-4-2-10 0,1-4 19 15,-2 15 0-15,0-8-19 0,0-3 22 16,-15-28 14-16,2 24-8 0,4-3-4 0,-1 4 11 16,-2 1 9-16,1 3-11 0,-2 1 3 0,2 0 4 15,-7 1 4-15,10 2 5 0,-3 3-20 16,3 1-6-16,0 4 4 0,6 6-1 0,-6-1-15 15,4 3 12-15,2-1-9 0,-3 3-20 0,5-2-5 16,-1 3 6-16,-4-3-3 0,5 4-7 0,0 0 5 16,0 11-12-16,0-5-3 0,6 17 24 15,-3 1-15-15,5 2 7 0,-5 4-18 0,4 3 15 16,-2-2-8-16,6 2-3 0,-3-1-6 16,2 0 6-16,1 5-6 0,-3-6 7 0,-1-2-10 15,4 1-1-15,-5-6 11 0,5 3 5 0,-3-3 1 16,2-3-7-16,-2 0 11 0,-3-8-10 15,4 3-20-15,-5-6-11 0,3 2-18 0,-2-7-5 16,-2 0-23-16,-3-2-16 0,4-1 8 0,-4-2-137 16,0 0-158-16,0 0 30 0,0-17 42 15,-1 7 19-15,-5-16 14 0,6 17 9 16</inkml:trace>
  <inkml:trace contextRef="#ctx0" brushRef="#br0" timeOffset="3481.641">2632 230 299 0,'-5'1'197'16,"-1"-1"-48"-16,2 3 12 0,1-3-43 15,2 1 25-15,1-1-44 0,1 0-1 0,1 0-4 16,5-1-34-16,15-5-45 0,5-4 16 0,7 2-2 16,-2-1-117-16,4-2-89 0,-5 1-139 15,4-3 11-15,-2 3-48 0</inkml:trace>
  <inkml:trace contextRef="#ctx0" brushRef="#br0" timeOffset="4555.819">4344 409 256 0,'0'0'214'0,"0"-20"-9"0,0 20-67 0,0 0 20 16,0 0-36-16,-18 0-52 0,-6-29 23 0,18 25-37 15,-1 4 0-15,2 0 24 0,-4 0-38 0,0 1 22 16,9-1-6-16,0 0-17 0,-33 19-19 0,16-9 10 15,2-1 8-15,0 5-21 0,3-2-8 16,-1 1 32-16,1-1-48 0,6 2 44 0,0 2-44 16,0 0 40-16,5-4-16 0,-3 2-5 15,2-1-4-15,2-13-4 0,0 9 1 16,0 6-1-16,18 19-36 0,-7-19 39 0,3-9 1 0,-2 1-5 16,1-5-12-16,-1-2-10 0,0 0 25 15,6 0-9-15,23-21-19 0,-16 11-7 16,-6-4 6-16,3 0 11 0,-8 1-13 0,-1-3 42 15,-7 6 2-15,1-2-21 0,-3 1 0 16,-2 1 16-16,-2-1 23 0,0 11-22 0,0-10 5 16,0 3 9-16,0 0 13 0,0 7 1 0,0-13 13 15,-13-5 7-15,8 11-16 0,4 3-18 16,-4-2 1-16,4 0 3 0,-4 2 0 0,3-2-9 16,1 5-17-16,-2-4 17 0,3 1 4 0,-3 2-19 15,3 1-7-15,-4 2 12 0,4 1-10 0,0 4-6 16,0-2 10-16,0 5 0 0,2-2 1 15,3 17 7-15,-5-13-16 0,0 9 2 0,15 24-16 16,-11-15 24-16,0 2-12 0,3 0 14 16,-1 1-8-16,1-3-5 0,-3 7-17 0,3-1 27 15,-2 1-9-15,3-5 3 0,-1 5-13 16,-3-4 12-16,-2-1-4 0,3 3 1 0,-5-8 6 16,0-1 0-16,0-12-9 0,0 3-6 0,0 3 18 15,0 1-2-15,-12 11 4 0,9-21 9 0,-6 7-14 16,2-2 5-16,-4-5 11 0,4-3-15 15,-6 3-6-15,1-4-18 0,1 0 2 0,1-6-11 16,-1 0 1-16,11 0-40 0,0 0 5 0,-12 0-91 16,-15-13-24-16,13-2-98 0,7-8 20 15,1 1-129-15,1-1 19 0,5-3 66 16,0 15 30-16</inkml:trace>
  <inkml:trace contextRef="#ctx0" brushRef="#br0" timeOffset="4942.818">4464 505 264 0,'-3'-6'219'0,"2"1"-11"16,-3-1-38-16,2 1-34 0,2-1-38 15,0 2 13-15,2-2-11 0,3 3-13 0,-1-1-8 16,3 4-10-16,-1 0-38 0,1 0 22 0,15 6-32 15,-9 1 18-15,7 3 15 0,-4 1-35 16,-2 3 37-16,-3-1-47 0,3-1 19 0,-2-2-19 16,-5 0 5-16,-2-1-18 0,2 1 20 15,-4-3-9-15,0 0-26 0,-2-4 31 0,-1 3 1 16,3-2 3-16,-2 1 17 0,-1 0-34 0,0-5 12 16,0 0 10-16,0 0-31 0,0 0-13 15,0 0 48-15,-16 14-17 0,13-14 7 16,-1-3-10-16,-3-3 22 0,4 1-44 0,-6-11 29 15,3-3-38-15,1-1 18 0,-2-3 39 0,4-3-32 16,-1 3 12-16,0-5 2 0,4 14-18 16,0-5-18-16,0 1 19 0,0 1-1 0,0 3-7 15,0 2 1-15,0 0-101 0,0 4-29 0,0-1-65 16,0 9-121-16,20-20 15 0,-6 8 9 16</inkml:trace>
  <inkml:trace contextRef="#ctx0" brushRef="#br0" timeOffset="5893.339">5084 330 389 0,'-8'4'143'0,"-2"-4"-24"0,-10 6 31 0,2-2-72 16,1 2 26-16,5-2-47 0,-6 3 41 0,4 5-33 15,-4 0-6-15,6 2 5 0,1 2-7 16,-1 0-7-16,3-3-19 0,2 3 4 0,3-4 7 16,3-2-27-16,1-10 19 0,0 7-6 0,0 2-3 15,0-9-3-15,18 16-2 0,-10-12 5 16,3-4-8-16,0 1-36 0,1-1 12 0,6 0 6 16,25-18-1-16,-24 10 1 0,0-2-2 15,-2 0-17-15,-3-3 12 0,-3 2-5 0,-3 1 20 16,-1 4-19-16,-4 1 54 0,-1-2-5 0,-2 4-14 15,4 0 13-15,-4-1 20 0,2 2-17 16,-2-2-6-16,0 0 4 0,0 2-15 0,0 1 11 16,0 1-28-16,0 0 2 0,-2-3 4 15,4 6 8-15,-2-2 6 0,1 5-11 0,-1-2-36 16,3 2 31-16,0 1-17 0,8 10 7 16,-3-6-1-16,2-1-15 0,2 4-15 0,2-2 7 15,5-4 19-15,-4-3 4 0,0 0-35 0,-2-4 20 16,-13-1 7-16,12 0-6 0,6 0-3 0,2 0-11 15,20-17 0-15,-20 6 15 0,-8 6 13 16,6-7 12-16,-3 0-1 0,-5 1 1 0,-5 1-3 16,2 1 0-16,-7 0-10 0,3 1 32 0,-2 2-19 15,0-1 52-15,-1 2 1 0,0 5-3 0,0 0-6 16,0 0-8-16,0-10 4 0,0 10-11 16,0-10 13-16,0 10-9 0,0 0-16 0,0-9-2 15,0 9-12-15,0 0-14 0,0 0 7 16,-5-10 4-16,8 10-16 0,-3 7 24 0,0-1-15 15,2 19-12-15,-2-8 8 0,0-5-4 0,0 8 17 16,10 28-20-16,-7-16 19 0,-3 1 7 0,10-1-12 16,-8 6 8-16,7-2-9 0,-5-1-9 15,0 0 10-15,-3 2-11 0,6-3 3 0,-1 1-8 16,2-4 16-16,-7-1-28 0,2-3 32 16,2 1-1-16,-2-6-2 0,-1-5-13 0,-2-5 6 15,2-1-8-15,-2-3 16 0,4-1 15 16,-4 0-1-16,0-3 6 0,0-4-6 0,0 0 4 15,-4 2 4-15,4-6-4 0,-4-1 11 16,-5-11-19-16,-2-4-6 0,2-8-3 0,-3-3 12 16,2 0-21-16,3-3 11 0,2 1-23 0,1 0 19 15,0-1-5-15,-1 1 2 0,4 1-21 16,1 16 14-16,0-6-8 0,0-1-3 0,0-4-13 16,18-23 21-16,-10 28-7 0,1-2-4 0,0 4-23 15,2 3 31-15,0 10-24 0,-4 0 16 16,1-2-35-16,-2 4 24 0,3 2-5 0,1 1-19 15,0 2 5-15,-10 0 29 0,0 0-12 0,8 0 12 16,4 0 18-16,-3 0-8 0,17 19 0 0,-18-10 4 16,7 2-17-16,-7-2 18 0,-2 0-33 0,-1 1 34 15,-1 0-2-15,-4 0 6 0,0-1-4 16,0-9-1-16,0 15 8 0,0 4 11 16,-20 16-18-16,7-17-1 0,5-5 8 0,-1-4 8 15,-1 6-32-15,0-7 13 0,2 2-5 16,1-4 12-16,-2-3-60 0,6 0-5 0,-5-2 5 0,5-1-86 15,3 0-72-15,0 0 17 0,0 0 17 16,-15-13-130-16,15 6 8 0,0-3 13 16</inkml:trace>
  <inkml:trace contextRef="#ctx0" brushRef="#br0" timeOffset="6413.934">5594 215 385 0,'-4'-6'269'0,"-3"-2"-61"0,3 3-4 0,3 0-31 15,-3 3-24-15,4 0-19 0,-4-1-17 16,1-1-18-16,3 4 6 0,0 0-33 0,-2 4 4 16,4 2-28-16,-2 0 8 0,3 4-17 15,-2 0 14-15,6 19-15 0,1-2 10 0,3 0-27 16,1-4 17-16,-1 6-11 0,-2-3 4 15,4 2-13-15,-6-5-5 0,2-3 16 0,0-1-21 16,-5 2 2-16,2-10-10 0,1 1-4 0,-5-2-23 16,1-3-7-16,0-2 22 0,-2 1 10 0,1-5 21 15,0 3-19-15,-2 0 4 0,0-3-1 16,0-1-48-16,0 0 18 0,0 0 15 0,0 0-2 16,9-21-12-16,-1 4-5 0,2 0 16 0,-2-3-30 15,1 2 28-15,-2 0 16 0,2-1-15 16,3 3 24-16,-4 4-23 0,-4 3-2 0,2 0 5 15,-1 2-20-15,1 4 27 0,-5-3 3 16,3 5 5-16,0-1 7 0,-1-1-20 0,-1 3-23 0,6-1 0 16,-8 1 1-16,0 0 30 0,0 0 11 15,8 0 1-15,6 16-3 0,-7-10-13 16,-2-2 2-16,10 13 8 0,-2-1 30 0,-4 2-17 16,-3-7-5-16,2 1-12 0,-4 10-9 15,4-12 13-15,-5 2 10 0,-1-1 1 0,2-1 25 16,0-1-31-16,-4-2 7 0,1 0-21 0,-1-1-1 15,0-1 25-15,3 0-5 0,-3 1 6 0,3-2-7 16,-2 0-44-16,-1-3 4 0,0 4-64 0,4-3-54 16,-4-2-178-16,0 0 13 0,0 0 36 15,0 0-36-15</inkml:trace>
  <inkml:trace contextRef="#ctx0" brushRef="#br0" timeOffset="113724.689">-1526 2201 252 0,'0'0'239'0,"-18"0"-28"0,18 0-22 0,0 0-13 15,0 0-35-15,0 0-24 0,0 0-6 0,0 0 4 16,0 0-4-16,0 0 6 0,0 0-33 0,0 0-9 15,0 0 1-15,0 0-4 0,0 0-6 16,0 0 3-16,0 0 0 0,0 0-8 0,-18 0-1 16,18 0 1-16,0 0-4 0,0-19-16 0,-25-2 1 15,24 15-3-15,-3 1-12 0,2-2 15 16,1 1 11-16,-3-4-17 0,0 4-3 0,-1-14-6 16,1 7 8-16,-1 0-5 0,2 3 5 15,-1 1 18-15,0 1-25 0,1 1-14 0,2 3 12 16,1-2 8-16,-4 3-12 0,4-1-9 15,-2 1-4-15,-1-4 6 0,2 6 3 0,0-1-15 16,1-2 0-16,-2 4 12 0,2 0-23 0,0 0 3 16,0 0-4-16,-2 14 19 0,4-7-16 0,0 16 13 15,-2-9 5-15,0 6-14 0,0 5 0 16,0 4-4-16,12 33 0 0,-9-27 15 0,1-4-3 16,0 8-14-16,-3-3 5 0,2-3 6 15,1 4 4-15,0 1 1 0,-1-7-12 16,3 2-6-16,-5-2 12 0,2-2-8 0,2-3 4 15,-3-2 15-15,-2-7-8 0,2-3-9 0,-2-4-4 16,3-1 3-16,-3-2 26 0,2-2-21 16,-2-1 3-16,0 1 21 0,0-1-26 0,0-4 12 15,1 3-28-15,-2-6-9 0,-1 3-6 0,-1-4-20 16,1-2-37-16,2 0-32 0,-4-2 11 16,2 1-63-16,1 0-33 0,-9-13-92 0,7 1-97 15,-1-3 45-15,4 2 24 0,0 20 15 16,0-13 8-16</inkml:trace>
  <inkml:trace contextRef="#ctx0" brushRef="#br0" timeOffset="114224.571">-1565 2131 296 0,'-4'-8'284'0,"4"6"-50"0,-7-5-20 0,7 6-15 16,-4-2-13-16,3-1-26 0,-1 1-12 0,-1 0-15 16,1 1-15-16,0-1-4 0,0 3-11 15,0-4-21-15,2 4-18 0,-1-3-5 0,1 1 10 16,-3 1-8-16,3 1-21 0,-1-3-9 15,1 5-3-15,0-2 9 0,0 1-10 0,1 2 2 16,2 0-7-16,0 4-9 0,1-2 2 0,8 12 1 16,-1 0 1-16,2 1 1 0,-4-2-9 15,6 1 2-15,-1 2 2 0,3 1-2 0,2-1-12 16,-4 0 6-16,6 0-7 0,-2-1 10 0,4 2-1 16,-1 0-7-16,0-1 9 0,2 1 0 15,-2-2 3-15,0-3-2 0,2 1-6 0,1 2-3 16,0-1-5-16,-6-3 10 0,4-3-10 0,-6 3 9 15,2-5-1-15,-1 2-4 0,-4 0-4 0,-3-4-9 16,-4 0 17-16,0-2-1 0,-2-1 0 16,1-1-12-16,0 0 19 0,-4-2-1 0,2 1 6 15,0-2-4-15,-3 0-13 0,1 0-19 0,-2 0-26 16,0 0-20-16,0-3-8 0,-2 0-46 16,1 1 12-16,-3-2-105 0,3-1-92 0,-4 0-59 15,3 0 26-15,-2-1 19 0,2-4 16 0,-1 2-5 16</inkml:trace>
  <inkml:trace contextRef="#ctx0" brushRef="#br0" timeOffset="114603.127">-1112 2023 336 0,'0'0'259'0,"-18"-20"-36"0,18 20-26 0,-24-30-46 16,20 26-2-16,3 1-25 0,-1-1-6 0,1 0-27 15,1-1-4-15,-3 5-20 0,2 0-1 16,1 0-7-16,1 3-18 0,-1 3 11 0,0 1-32 16,3 3 20-16,0 12-7 0,-3-9 13 15,0 10-28-15,0 2 9 0,11 34-20 0,-10-25 21 16,5-1-24-16,-2 0 21 0,-3 1-18 0,2-3 9 15,1 3-4-15,-4-6 8 0,6-1-20 16,0-2 16-16,-6-6-12 0,0 4 20 0,0-5 0 16,0-18-13-16,0 11-21 0,0-3 10 15,0 1 21-15,0-9-9 0,0 0 10 0,0 9-12 16,0-9-22-16,0 0-28 0,0 9-27 0,-6-10-13 16,6 0 9-16,0-3-84 0,0-2-45 15,0 0-97-15,0 2 22 0,0-3 20 0,0 1-58 16,0 0 7-16</inkml:trace>
  <inkml:trace contextRef="#ctx0" brushRef="#br0" timeOffset="115145.907">-722 2293 301 0,'-8'0'195'0,"1"0"-4"16,-1 0-27-16,-2 1-44 0,3 1 7 0,-13 2 4 15,20-4-59-15,-29 10 20 0,18-4-13 16,4-1-8-16,-7 5-37 0,3 0 39 0,6 0-3 16,-4 0-27-16,4-2-24 0,-1 1 21 0,5 1-8 15,1 1-4-15,0-1-29 0,0 14 39 16,0-24-17-16,0 15-34 0,0 1 34 0,15 20-12 16,-9-23-2-16,5 3-31 0,1-3-8 15,0-3 10-15,5-1 22 0,-8-3-36 0,2 1 16 16,2-5-2-16,-1 1 44 0,-2-3-44 15,-2 0 21-15,-8 0 24 0,0 0-21 0,12 0 14 16,-2 0-42-16,-10 0 12 0,32-20 9 0,-25 10 35 16,-2 0 1-16,-4 0 34 0,4 1-14 0,-4 2 7 15,-1 7-17-15,0-9 3 0,0 0-13 16,0-5 14-16,-19-18-1 0,12 13-12 16,-6 1 4-16,4-4-28 0,1 9 18 0,1 3-12 15,1 0 11-15,2 2-5 0,-1 1-12 0,-1 1 4 16,3 1-37-16,-1 0-6 0,1 1-22 0,1 2 4 15,-1-1-72-15,-1 0-29 0,-2-1-69 16,5 4-103-16,-6 0-5 0,2-3 6 0,3 3 8 16</inkml:trace>
  <inkml:trace contextRef="#ctx0" brushRef="#br0" timeOffset="116543.271">-855 2306 337 0,'-2'1'165'0,"0"-1"-33"15,2 0-14-15,2 3 37 0,1-6-51 0,3 3-9 16,0-1-26-16,18-3 13 0,-1-1-27 15,2-2 14-15,1 1-17 0,3-1 35 0,1-2-49 16,0 0-16-16,2-1-4 0,0 4-86 16,-1-1-51-16,2-3-36 0,-1 4-143 0,-2-3 17 15,2 0 10-15</inkml:trace>
  <inkml:trace contextRef="#ctx0" brushRef="#br0" timeOffset="115591.088">-517 2082 471 0,'0'-6'247'0,"3"-2"-17"0,-3 6-37 0,0-2-14 16,0 0-27-16,0 1-2 0,0-1-31 15,0 1-17-15,0-1-30 0,1 3 8 0,-1-1-21 16,0-1-8-16,0 2-12 0,0 4-2 16,0 0 9-16,2 2-4 0,-2 2 0 0,0 0-11 15,0 3 3-15,1 16 4 0,-1-13-13 0,0 9-2 16,0 2-15-16,11 29 13 0,-11-24-4 16,5 0 7-16,-3 3-28 0,3-1 10 15,1-1 0-15,-1-1-8 0,-1 5 19 0,1-8-5 16,3-1-1-16,-5 0-7 0,2-3-12 0,1-6 20 15,-5-4-7-15,4-1 13 0,-3-1-16 16,2-2 9-16,-3-2-1 0,-1-1-7 0,0 0 4 16,4 0-1-16,-4 0-11 0,0 0 19 0,0-2-4 15,2-1-5-15,-2-2-25 0,0 0-8 16,0 0-9-16,0 0-27 0,0 0 5 0,-6 1-74 16,5-2-69-16,0-1-88 0,-4-2-61 0,5 0 9 15,0-1 34-15,0-2 10 0</inkml:trace>
  <inkml:trace contextRef="#ctx0" brushRef="#br0" timeOffset="116094.122">-322 2432 474 0,'0'0'133'15,"3"1"-21"-15,0-1-30 0,2 3 10 0,-3-1 1 16,3 0-15-16,-1-2-38 0,-1 2 27 0,3 1-18 16,-1-3-9-16,1 4-1 0,0-4-37 15,1 1 0-15,-1-1 34 0,-1-1-20 0,1 2-1 16,-6-1 12-16,0 0 19 0,8 0-17 0,-8 0 6 16,10 0-30-16,-10 0 11 0,20-14-22 15,-16 11 10-15,2-1-2 0,-3 1-22 16,-1 1 3-16,0-3 2 0,-1 2 61 0,-1-3-30 15,0 0 10-15,-1 1 0 0,-3-1 0 0,2 0-28 16,2 6 29-16,-11-10-23 0,6 5 35 16,2 0 5-16,-4 0-6 0,2 0-13 0,-2 3 13 15,1-1-1-15,-1-1-6 0,2 1-22 16,-2 3 14-16,2 0 3 0,-5-2-31 0,10 2 10 16,0 0 10-16,-8 0 6 0,8 0-3 0,-31 22 13 15,22-10-28-15,2-2 0 0,0 0 18 0,0 9-23 16,3-5 11-16,1 1-36 0,-2 7 28 15,1-5-10-15,4-17 20 0,0 13-43 0,0-1 33 16,0-1 20-16,0-1-11 0,0 0-4 16,18 17-4-16,-9-9-2 0,-2-8 2 15,7 1 14-15,-2-3-10 0,1-2-30 0,-1-2 7 16,0-3 24-16,-12-1-14 0,13 0-47 0,3 0 20 16,3 0 5-16,1 0-62 0,21-19-67 0,-22 10-117 15,3-2-52-15,-7 0 16 0,10-3 5 0</inkml:trace>
  <inkml:trace contextRef="#ctx0" brushRef="#br0" timeOffset="118818.945">-1636 2937 389 0,'-2'0'154'0,"2"0"19"0,-3 0-24 16,2 0-6-16,0 0-27 0,1 0 5 16,0 0-2-16,0 0-15 0,0 0-4 0,0 0 2 15,0 0-15-15,0 0-3 0,0 0-10 0,0 0-29 16,0 0 14-16,0 0-1 0,0 0-23 16,0 0-15-16,0 0 21 0,0 0-19 0,0 0 7 15,0 0-28-15,0 0 6 0,0 0 22 16,0 0 0-16,0 0-16 0,0 0 5 0,0 0 6 15,0 0-5-15,0 0-5 0,26 12 15 16,-17-12 13-16,0 0-8 0,15 5-27 0,-14-5 24 16,4 0-1-16,-2 0-10 0,9 0-3 0,2 0 4 15,5 0-8-15,-2 0 6 0,4 0-13 16,-1 0 7-16,0 0-10 0,0 0 4 0,0 0 0 16,34-13 14-16,-33 13-14 0,0 0 3 0,1-3-2 15,-2-2 4-15,2 3-9 0,-5-1-15 16,6 3 19-16,1-3 5 0,-3 2-20 0,0 1 13 0,3 0 3 15,-2-3-4-15,-18 3 11 0,11 0-15 16,5 0-1-16,-3 0 6 0,4 0-2 0,0 0 3 16,27-12-5-16,-28 8 4 0,-5 3 4 0,5 0-4 15,-4 1-6-15,0-4-14 0,-7 3 10 16,-18 1 10-16,18 0-7 0,-1 0 1 16,-1 0 1-16,-4 0-13 0,0 0 15 0,-2 0 6 15,-2 0-15-15,2 0 9 0,-10 0-15 0,12 0 17 16,-4 0-1-16,-8 0 0 0,11 0-5 15,-2 0 14-15,2 0-12 0,-4 0 11 0,4 0-19 16,-5 0-4-16,-6 0 7 0,13 0 14 16,-1 0-22-16,-2 0 10 0,-10 0 4 0,12 0 3 15,-4 0-14-15,3 0 11 0,-2 0-3 0,-9 0 2 16,11 0 11-16,-4 0-5 0,-7 0 4 0,11 0-20 16,-11 0 8-16,11 0 9 0,-11 0 2 15,8 0 6-15,-8 0 5 0,7 0 2 0,-7 0-2 16,0 0 2-16,0 0 7 0,11 0-10 0,-11 0 6 15,0 0 12-15,7 0-17 0,-7 0 12 16,0 10-19-16,0-10-8 0,0 0-5 0,0 0-9 16,17 7-34-16,-17-4-18 0,0-3-39 15,0 0 7-15,0 0-188 0,-5 0-136 0,-1-3 38 16,5 1 32-16,-4 1 23 0,-1-3 15 16,-6-10 2-16</inkml:trace>
  <inkml:trace contextRef="#ctx0" brushRef="#br0" timeOffset="117051.162">314 2276 448 0,'0'0'186'0,"0"0"-23"0,-2 0-22 0,2 1-44 15,-1 0 20-15,2 3-9 0,-1 0-10 16,0-2-11-16,0 3-14 0,0-2 4 0,0 1-26 16,0-2 15-16,0 2-44 0,2 0 27 15,-2-2-14-15,0 2 17 0,0-3 8 0,-2 2 1 16,2-2-1-16,2 0 19 0,-2-1 12 0,0 1 4 16,0-1-13-16,0 0-22 0,0 3 4 15,0-2 2-15,0-2-9 0,-2-2-12 0,2 2-12 16,-1 0 0-16,2-3-8 0,-2 3-3 0,-2-3-23 15,3 2-24-15,0 2-34 0,0-3-25 16,-1 2-25-16,1 1 9 0,0-2-127 0,-2 0-79 16,2 4-40-16,0 0 9 0,0-1 26 15,0 2 15-15</inkml:trace>
  <inkml:trace contextRef="#ctx0" brushRef="#br0" timeOffset="117390.943">349 2550 628 0,'-1'5'212'0,"1"0"-31"0,0-1-11 0,0-1-36 16,-4 1-19-16,7 1 1 0,-3-1-15 0,0 2-26 16,0 1 1-16,1-1-2 0,0-1-8 0,-1 4-25 15,0-9 12-15,0 0 8 0,0 7-20 16,0 1-11-16,0-8 21 0,0 10-12 0,0-10-7 15,0 6 27-15,0-6-9 0,0 0 0 16,0 10 4-16,0-10-6 0,0 0-1 0,0 10-6 16,0-10-6-16,0 0 16 0,0 0-2 15,0 7-12-15,0-7 15 0,0 0-17 0,0 0 2 16,0 0-7-16,0 0 11 0,0 0-18 0,2 15 1 16,-2-15-9-16,-3-1-2 0,-1 1-7 0,2 0-9 15,1 0-24-15,-2-4-5 0,1 3-30 16,-3 0-46-16,4-3 2 0,-3 0 9 0,3 3-127 15,-4-2-95-15,5-3-54 0,-2 3 23 16,-2-1 25-16,4-2 51 0,0 2 10 0</inkml:trace>
  <inkml:trace contextRef="#ctx0" brushRef="#br0" timeOffset="117751.718">470 2500 461 0,'3'-1'174'0,"3"-1"-34"0,-2 0-53 16,-1 1 3-16,6-3 0 0,-2 2-2 0,0-1-1 16,0 2-18-16,2-2-8 0,0 3-5 15,15-4-6-15,-2-2-35 0,-6 2-2 0,6-3-16 16,-6 2 3-16,5-1-133 0,-3-4-114 16,-5 4 15-16,-6-1 12 0,3 1-83 15</inkml:trace>
  <inkml:trace contextRef="#ctx0" brushRef="#br0" timeOffset="122556.065">1605 2404 312 0,'0'0'220'0,"0"-19"-20"16,0 19-11-16,0 0-27 0,0 0-19 15,0 0-3-15,0 0-16 0,0 0-14 0,0 0-16 16,0 0-5-16,0 0-2 0,0-16-24 16,0 16-13-16,0 0 22 0,0 0-22 0,0 0-3 15,0 0-13-15,0 0 7 0,0 0-7 16,0 0 0-16,-30 28-8 0,24-3 6 0,1-4-14 15,1 3-2-15,-2 2-9 0,1 0 15 0,0 0-27 16,1-1 24-16,4-14 1 0,0 11-7 0,0-1 6 16,0-1-29-16,0 3 9 0,0-1 6 15,-12 17 5-15,8-27 3 0,4-1-18 0,-2-2 16 16,2-1-7-16,0 0 14 0,-1-6-7 16,0 3-5-16,1 0 20 0,0 0 7 0,0-5-1 15,0 0 13-15,0 0 4 0,1 1-1 0,-2-2-9 16,-2-4-5-16,3-2-7 0,0 0 4 0,-1-16-9 15,1 9-7-15,0-7-2 0,0-3 5 16,0-1 9-16,0-2-17 0,0 0 12 0,16-31-12 16,-12 37 3-16,4-4-6 0,-1 0-2 15,2 1 1-15,-4 3 9 0,1-2-14 0,0 6-7 16,0 3 13-16,-1 4-11 0,-2 0 0 16,0 2 2-16,2 2 15 0,-2-2-21 0,0 4-2 15,0-2 1-15,1 4 16 0,-3-2-14 0,3-1 13 16,-1 3-3-16,1-2 5 0,-1 0-12 15,2 2-10-15,0-1 15 0,0 2 2 0,-1-3 1 16,0 4-12-16,0-2 7 0,2 2 2 0,-6 0-10 16,0 0 6-16,0 0-6 0,12 0 22 15,-3 0-14-15,4 17-6 0,2-5 5 0,-2-2 8 16,-1 6-4-16,1-4-2 0,-4 3-7 16,12 2 16-16,-9 0-19 0,1 0 2 0,-2 8-2 15,1-6-2-15,-2 4 16 0,1 1-1 0,1-6-10 16,-1 4 2-16,1-1 0 0,-1 0 3 0,-1-1 7 15,0-2-4-15,1 2-1 0,-5-5-3 16,7-4 6-16,-8 1-2 0,4 8 10 0,-4-9-21 16,1 0 19-16,-1-4-19 0,-2 0 6 15,2-1 12-15,-3 0-16 0,0-2 3 0,-2-1 8 16,3-3-2-16,-3 3 1 0,3-2-7 0,-3 2 18 16,3 1 4-16,-3 0-7 0,4-4 0 15,-4 1-7-15,0 0 6 0,3 3 0 0,-3-3-3 16,0 2 2-16,2-2-8 0,1 1 5 15,-3-2-10-15,0 0 3 0,0 0-30 0,-1 0-16 16,1 0-17-16,1 0-16 0,-1 0-10 16,-1 0 10-16,-1 0-94 0,0-2-40 0,0-2-70 15,1 1-85-15,-3 0 4 0,-2 0 34 0,3 1 56 16,-1-3-41-16</inkml:trace>
  <inkml:trace contextRef="#ctx0" brushRef="#br0" timeOffset="122973.345">1577 2619 383 0,'-2'0'188'0,"-2"0"-4"15,2 0-70-15,-2-3 14 0,1 6-12 16,1-6-5-16,-1 3-44 0,3 0 18 16,0-2-5-16,0 1-9 0,0 1-19 0,3 0 7 15,1 0 2-15,1-3-5 0,-2 3-4 16,4 0-6-16,1-1 2 0,2-2-17 0,-1 3 1 15,16-1-1-15,1-4 6 0,2 5 4 0,-2-5-25 16,0-1-10-16,1 2 16 0,-2 0-19 16,-1 2-18-16,-5-1 33 0,-1 3-5 0,4-5 6 15,-7 1-6-15,0 4-8 0,-3-3 3 0,-3 3-22 16,-3 0 12-16,3-3-10 0,-5 2-34 16,1 1 5-16,2 0-63 0,-4-1-36 15,0 0-162-15,-1 1-14 0,-3 0 31 0,2 1-21 16</inkml:trace>
  <inkml:trace contextRef="#ctx0" brushRef="#br0" timeOffset="125126.047">3281 2499 607 0,'18'0'181'0,"-18"0"-7"16,0 0-8-16,0 0 3 0,0 0-16 0,0 0-14 16,0 0-4-16,0 0-9 0,0 0-3 15,0 0-23-15,0 0-4 0,0 0-1 0,18 0-12 16,-18 0-16-16,0 0 4 0,0 0-7 15,0 0-6-15,0 0-10 0,0 0-8 0,0-18 2 16,0 18-20-16,0 0 14 0,-12-23-8 16,6 23-10-16,-1-3 14 0,2 6-14 0,-1-3-9 15,-1 0-1-15,-2 1 9 0,9-1-7 0,0 0-5 16,-33 12-9-16,19-4 10 0,3 0-10 0,1 0 4 16,-2 7 6-16,4-1-3 0,2-3 0 15,-2 8-4-15,0-2-8 0,4-2 9 0,-1-1-7 16,-1 8 4-16,6-6-4 0,0-4 9 0,0-12-3 15,0 10-3-15,0 0 4 0,0-1-10 16,17 18 2-16,-7-11-3 0,1-1 14 0,4-4-10 16,-7-5 0-16,5 0-1 0,-5 1-5 0,3-4-1 15,0-2 10-15,0 4-3 0,-1-4 0 0,-1 0-4 16,16 2-3-16,-7-3-7 0,1 2 7 16,-19-2-24-16,13 0-17 0,0 0-1 0,0 0-6 15,-4 0-22-15,24-15 10 0,-33 15 6 16,16 0-101-16,-4 0-13 0,-1 0-107 0,-3 0-56 15,0 0 7-15,10-14 23 0,-9 14 23 16</inkml:trace>
  <inkml:trace contextRef="#ctx0" brushRef="#br0" timeOffset="125599.046">3830 2561 237 0,'-10'-1'188'15,"2"2"-66"-15,-2-1 33 0,1 0-30 0,-1 0-13 16,3 3-30-16,-1-2-8 0,-2 3 18 16,10-4-23-16,-24 11-32 0,11-2 11 0,1-1 11 15,4-2 8-15,-1 1-56 0,1 8 24 16,3-2 3-16,-1-3 0 0,5 0-25 0,-1 3 35 15,2-4-34-15,0-9 5 0,0 0-36 0,0 19 6 16,18 15 36-16,-5-20 0 0,-5-3-15 16,3-2 26-16,-4 0-59 0,4-5 45 0,-2-1-3 15,1 1 14-15,1-4-27 0,-3 0 8 0,-8 0-12 16,0 0-23-16,18 0 20 0,14-17-6 16,-21 11 32-16,-3-5 12 0,-2 6 2 15,-2-3 2-15,0 0 27 0,-3-2-12 0,-1 1-17 16,0 1 8-16,0-5-21 0,0 0 13 15,-23-16-3-15,17 17-18 0,-2 2 11 0,1 1-3 16,-2 3-1-16,2 2-7 0,1-1-22 0,1 1-14 16,-1 1-12-16,1-1-14 0,1 4 3 15,-1-3-109-15,0 2-15 0,2-2-108 0,-1 3 20 16,-1-1 21-16,5 1 15 0,0-2 12 16</inkml:trace>
  <inkml:trace contextRef="#ctx0" brushRef="#br0" timeOffset="126046.577">4099 2593 337 0,'7'13'93'16,"-5"5"-17"-16,2 2-1 0,3 1-31 0,-2-3-22 15,-1-2-1-15,-1-9-2 0,1 6 14 16,-2-4 18-16,-2-2 8 0,4-1-7 0,-4 1-5 16,1-2 26-16,0 0-15 0,2 1 32 0,-3-3 5 15,0 0-12-15,0 1 15 0,0-4 6 16,0 0-13-16,0 0-21 0,-4 3 13 0,3-6-13 16,-3-1-12-16,1 1-8 0,0 0-5 15,2-7-15-15,-5 4-1 0,6-1 12 0,-1-2-17 16,-1-1-12-16,2 1-4 0,0-1-8 0,0 0-2 15,0-2 14-15,0-2-28 0,16-9 32 16,-11 17-30-16,-1-2 16 0,-1 2 6 0,2 1-18 16,1 0 11-16,-3 1-7 0,2 0-18 0,1 3 13 15,-1 0 12-15,2 1-2 0,-7 0 4 16,0 0 10-16,10 0-19 0,-2 0-1 0,-8 0 19 16,12 0-19-16,17 20 0 0,-16-13 9 15,-5 2-5-15,1-1-26 0,-2-1 29 0,-1-4-35 16,-1 3 22-16,-2 0 27 0,3 1-7 0,-5-1-4 15,2 1 1-15,-2 2-4 0,0-3-3 16,4 2-14-16,0 12 2 0,-2-3-50 0,1-3-44 16,-3-2-20-16,-1-8-78 0,4 0 17 0,-2 0 15 15,3-2 15-15,-1-2 9 0</inkml:trace>
  <inkml:trace contextRef="#ctx0" brushRef="#br0" timeOffset="126556.037">4483 2606 571 0,'-4'-2'145'16,"4"1"-35"-16,-1-2 18 0,-1 3-26 16,2 4-5-16,0-4-18 0,0 2-14 0,2 2-3 15,-1 2-16-15,-1 0-33 0,4 0 32 0,-2 0-2 16,-1 1-33-16,4 0 48 0,-5 0-39 0,5 2-20 15,-4-3 10-15,3 1 29 0,-1 1 2 16,-3-1-43-16,0-3 6 0,0 5 39 0,3-5-22 16,-2 2-7-16,-1 1-26 0,1-3 32 15,-1 3 12-15,0-2-39 0,0 0 15 0,0-1-11 16,0 0 13-16,0-2-3 0,0-2 16 0,0 0 23 16,0 0-14-16,-1-2-19 0,1-1 2 15,-1-2 0-15,-2 0-2 0,3-3 1 0,4 0-6 16,-4-1 5-16,1-15-2 0,-1 14-1 15,0-2-10-15,0-5 8 0,13-14-17 16,-6 17 21-16,-5 2-38 0,1 2 32 0,3 2-11 16,-5 2 11-16,4 1-10 0,-5 5 9 0,0 0-15 15,0 0-1-15,0 0-21 0,17-19 31 16,-12 19-1-16,1 0-10 0,-2 0 7 0,4 4 7 16,-1-1-6-16,1 0-26 0,-2 1 37 0,12 13-2 15,-4-4-26-15,-2-2-2 0,3 4 32 16,-7-5-6-16,-1-1 6 0,-1-2-16 0,1 2 19 15,-2-1-1-15,1-1 0 0,-2-1-20 0,-2 2 15 16,3-4-7-16,-4 2 4 0,3 0-33 0,-1-2 2 16,0 3 12-16,-1 0 3 0,2-4-83 15,-1 0-18-15,0 1-35 0,-2 1-85 0,1-3-72 16,-1 0-21-16</inkml:trace>
  <inkml:trace contextRef="#ctx0" brushRef="#br0" timeOffset="127002.19">4930 2626 317 0,'14'0'34'0,"-2"0"15"0,5 0-4 0,-5-1 22 15,-1 0-35-15,-11 1 1 0,8 0 6 16,2 0-1-16,0 0-8 0,-10 0-35 0,11 0 24 16,6-10-15-16,-15 6 40 0,3 3-40 15,-1-4 6-15,-1 1 1 0,-3 1-24 0,4 1 32 16,-2-3 38-16,-4 0-24 0,1 1-18 0,-5-1 15 16,1 0-11-16,1 1 32 0,1 1-33 15,-4-1 8-15,2 2-16 0,-5-1 1 0,5 0 51 16,-4 1-23-16,2 2-5 0,7 0-21 15,0 0 1-15,-12 0-5 0,2 0-9 0,-7 14 2 16,1-2 34-16,5-2-4 0,0-1-8 0,3 9-4 16,1-1-1-16,-4-3-11 0,7 0 0 15,4 5-11-15,-1-7 0 0,1-12 12 0,0 7 12 16,0 3 6-16,0-1-25 0,0-1 0 16,23 17-27-16,-12-6 25 0,-1-9-2 0,-3-3 25 15,11 3-1-15,-2-1-2 0,-2-3-3 0,8 0-35 16,-22-6-28-16,15 0-25 0,0 0 10 0,-3 0-28 15,1 0-55-15,-1 0-133 0,-1 0 9 16</inkml:trace>
  <inkml:trace contextRef="#ctx0" brushRef="#br0" timeOffset="127900.417">5382 2576 272 0,'-2'3'111'15,"-2"-1"-10"-15,-1 0-11 0,3 1-11 16,-1 1 24-16,3 1-11 0,-4 0-12 0,1 1-10 15,-2 16-48-15,5-9 6 0,-3 0-18 0,3-3 1 16,-2-3 28-16,2-7-6 0,0 10-38 16,0 1 7-16,0-4 0 0,0 7-1 0,21 10-10 15,-17-13 31-15,2-1-1 0,-2-4 5 0,4 0-1 16,-4 0 19-16,6-2-17 0,-2-3-12 16,3-1-1-16,-1 0-8 0,-1 0-16 0,4 0 2 15,6 0 1-15,24-17-16 0,-21 7 36 16,-3-3-1-16,-3-5-2 0,0 4-3 0,-4-2-1 15,3-6 25-15,-1 2-16 0,-5 0 45 0,4-5 7 16,-6-2-5-16,0-2-1 0,-2 1 20 0,2-4-2 16,-7 3-9-16,0 13 10 0,0-5-3 15,0-6 19-15,0 1-8 0,-17-25 2 0,12 33 5 16,4 4-18-16,-8-2 0 0,4 1 3 16,-1 7-27-16,2-2 13 0,-1 3-2 0,2 1-23 15,-1 2-1-15,4-1-15 0,0 2-6 16,-3 1 10-16,0 0-17 0,2-1 3 15,1 3-5-15,-1 4 9 0,3-3-10 0,-2 3-2 16,0 2-1-16,0 3-2 0,4-1 5 0,-4 18-8 16,0-14-5-16,13 31 4 0,-9-18 7 15,3 5-6-15,-4-2 9 0,2-1-1 0,2 1-12 16,3 1 11-16,-4 0-10 0,3-3 3 16,2 2 9-16,0 2-11 0,-3-5-22 0,4-2 2 15,1-4 1-15,0 0-23 0,0 0-7 16,-1-5 0-16,-2-3 15 0,1-3-2 0,-2-2 15 15,7 4-12-15,-4-4-8 0,-1-6-19 0,-3 0 25 16,-8 0-9-16,11 0 0 0,15-17 5 16,-9 7 9-16,-3-1-25 0,1-2 11 0,-3-1 4 0,-1-4-17 15,-3 8 23-15,-2-2 21 0,-3 1 7 16,1 5-30-16,0-4 40 0,-4 2-10 16,0 2 22-16,0 6 8 0,0 0-28 0,0-9 11 15,0 9-21-15,0-8 17 0,-21-4 16 16,17 8-17-16,-4 3-6 0,0 1 0 0,1 0 15 15,0 3-2-15,-3-1-17 0,3-1 15 0,-9 10-1 16,3-5-6-16,0 4 9 0,0 5-3 0,4 1-2 16,2-5-10-16,5 2 3 0,-2 0 1 15,4-1 15-15,0-2-12 0,0-10 0 0,0 10 15 16,0-10-46-16,17 31 32 0,-6-21-14 0,1 6 9 16,3-3-7-16,0-3-18 0,1 0 8 15,4-4 29-15,-1 0-26 0,1 1-22 0,0-4 4 16,4-3 3-16,-6 0 3 0,-7 0-68 15,8 0 14-15,3 0-15 0,25-20 2 0,-21 13-14 16,0-4 22-16,0-2-11 0,-3-1 19 16,2-2 32-16,-3 4-37 0</inkml:trace>
  <inkml:trace contextRef="#ctx0" brushRef="#br0" timeOffset="128806.36">5524 2443 388 0,'-1'0'180'0,"-3"2"-38"0,4-4 9 15,2 4-21-15,0-2-19 0,2 0-12 0,3-3 12 16,0 1-38-16,1 1 8 0,21-5 1 0,-4-1-62 16,1 3 14-16,0 1-44 0,-1-2 2 15,-3 3-104-15,1-4-58 0,2 3 14 0,-6-1-206 16,-1 2 17-16</inkml:trace>
  <inkml:trace contextRef="#ctx0" brushRef="#br0" timeOffset="128422.427">6397 2644 856 0,'10'-10'10'0,"-5"1"-2"0,-5 0 51 0,3 2-9 16,-1-2 2-16,-4 2 23 0,1 3-16 15,-1-2-1-15,-3 2 1 0,-1 1 19 0,1 1-43 16,-3-2 21-16,2 1 1 0,-3 1-4 15,3 2-31-15,-2-1 27 0,2 2-12 0,6-1 5 16,0 0-9-16,-11 0-6 0,11 0-16 0,-19 11 11 16,15-4 4-16,-4 13-6 0,2-7-9 15,3-3 17-15,3 2-18 0,0 0 0 0,0-12 3 16,0 0 14-16,0 10-21 0,0-3 4 0,0-7 6 16,16 22-26-16,-11-19 12 0,2 0-36 15,0 1 30-15,2-4-8 0,-2 0 18 0,2 0 9 16,-1-3-41-16,-8 3 31 0,31-19-17 0,-20 9 11 15,-2 1 23-15,3-5 3 0,-2-2-16 0,-2-3 32 16,-7 0-6-16,4-2 14 0,-5 1-4 16,0 5 20-16,0-3-22 0,0-8 13 15,-17-31-9-15,10 24 5 0,2 0 19 0,-6-2-7 16,4 3 12-16,-3 0-3 0,2 6-16 16,0 0 9-16,-3 1-8 0,0 6-7 0,9 4-6 15,-1-1 7-15,-1 6-6 0,0 2 2 16,1 1-19-16,2 2-7 0,-3 0-5 0,3 0-3 15,1 4-1-15,-5-3-3 0,3 0 19 0,2 3-13 16,0 1-6-16,0 0 4 0,0 0-17 0,0 16 6 16,2 4-5-16,4 3 8 0,1 2 15 0,-2 1-18 15,4 4-1-15,-1 0 11 0,-1 3-7 16,1 4-16-16,-1-3 6 0,1 1 12 0,-4-2-12 16,2 1-3-16,1-1-2 0,1-1 2 15,2-4 5-15,-5-5 0 0,-1 3 18 16,2-5-23-16,-4-7-3 0,1 0 14 15,1-5-15-15,-1-2 2 0,-3-2-33 0,1-1-8 16,1 2-42-16,-2-6-13 0,3 3 10 16,-6-5-244-16,1-2-56 0,1-2 10 0,-2 1 34 15,-1-3 24-15,-5-8 16 0,-4-5 14 0</inkml:trace>
  <inkml:trace contextRef="#ctx0" brushRef="#br0" timeOffset="130155.913">7539 2542 397 0,'0'0'181'0,"0"0"-12"0,0 0-45 0,0 0-10 15,0 0 12-15,18-23 5 0,-22 17 3 0,1-1-48 16,-3 1 32-16,1 1-1 0,-9-9-7 0,-1 4-42 16,3 3-2-16,2 1-20 0,-1 2 9 15,-1-1-4-15,-1 4 6 0,1-2-14 0,2 3-7 16,2 0-9-16,8 0 6 0,-10 0-14 16,10 0-2-16,-12 0 7 0,-16 16-25 0,13-6-3 15,1 3 18-15,6-2 0 0,1-1-26 0,-1 7 23 16,5-1-3-16,-1 0-3 0,4-5-15 0,0 0 18 15,0-11-24-15,0 17 7 0,22 18 3 16,-15-23 10-16,-1-2-11 0,2 0-4 0,4 1-5 16,1-3 21-16,3 2-5 0,-4-6-18 15,1-4 18-15,-13 0 8 0,8 0-7 0,2 0 9 16,-10 0 5-16,37-14-8 0,-29 2-2 0,2 5 1 16,-2-2-20-16,-4-1 20 0,9-6-4 15,-5 1 6-15,0-2 12 0,-1 3-6 0,-4 2-20 16,1 3 26-16,-3 1 18 0,1 0 4 15,-2 5 12-15,2-2 13 0,-2 1-19 0,0 0 3 16,0 0-11-16,0 2-6 0,0-2 16 0,2 3-24 16,-2-1 10-16,0-2-8 0,0 4-6 15,0 0-11-15,0 0 1 0,0 0-5 0,0 0-5 16,-2-6 10-16,4 7-2 0,-2 1 8 0,1 5-25 16,2-1 18-16,-2 0-9 0,2 18 6 15,0-8-1-15,-1 8-3 0,5 3-6 0,-1 1 1 16,-2 5 0-16,-3-5 10 0,2 2-18 0,1 2 19 15,0-1-10-15,-2-1-7 0,-2 0 9 0,0 0 4 16,4 0-6-16,-4-4-9 0,0-6 11 16,0 8-4-16,0-18 7 0,0 6-10 0,0 0 19 15,-18 20-2-15,12-20-4 0,-2 0 22 16,-1-4-23-16,-2 4 1 0,1-6 1 0,-1-4 2 16,0-1-9-16,3 0 17 0,-3-2-14 0,2 0 6 15,-2-3 13-15,2 1-21 0,2-1 5 0,7 0-18 16,-8 0-17-16,8 0-17 0,-13 0-18 15,2 0-43-15,11 0-37 0,-19-13 13 16,15 5-200-16,2 3-57 0,2-1 22 0,0-3 26 16,6-8 20-16,5 0-47 0,3 2 16 0</inkml:trace>
  <inkml:trace contextRef="#ctx0" brushRef="#br0" timeOffset="130600.396">7745 2600 382 0,'-1'-7'196'16,"1"0"-52"-16,0 2-45 0,-3-1 36 0,7 1-65 16,-4 0 21-16,7 0 4 0,-3 3-11 15,0-2-10-15,2 2 8 0,3 0-53 0,-2 2 17 16,1 2 9-16,2 0-9 0,1-2-24 15,18 13 7-15,-14-6-28 0,0 2 33 0,0 1-5 16,-2 0-8-16,-2 1-3 0,1 1-19 16,-9 0 18-16,2-2-42 0,-1-3 43 0,-2 2-6 15,-1-2-16-15,1-1-21 0,-2 2 1 0,0-8 3 16,0 0 37-16,0 10-29 0,-14 17 1 16,3-12 22-16,3-8 1 0,-2 3-19 0,0-4 35 15,5-2 14-15,-2-4-21 0,7 0 0 0,0 0-1 16,0 0 1-16,-11 0 2 0,-6-20-7 15,9 6-7-15,1-7 11 0,2 1-12 0,-2-4 9 16,1-3-6-16,6 2 2 0,0-3 2 0,-4 1-12 16,3 1 8-16,1 14-2 0,16-24-27 15,-9 13 29-15,0 5-13 0,0-1 12 16,3 1-13-16,-2 9 11 0,-3-1-8 0,-2 1-36 0,7 3 4 16,-7 1-89-16,-1 3-16 0,1-2-86 15,1 0-106-15,-4 4 17 0,3-2 8 0</inkml:trace>
  <inkml:trace contextRef="#ctx0" brushRef="#br0" timeOffset="131653.967">8417 2467 581 0,'-6'-2'155'15,"-5"1"-17"-15,4 1 25 0,-4-3-46 16,-2 3-21-16,5 0 6 0,-2 0-14 0,10 0-17 16,-8 0-12-16,-3 0-6 0,4 0-5 15,7 0-5-15,-11 0-24 0,-18 20 14 0,21-11-10 16,0 1 5-16,4 0-10 0,0 0 17 0,2 0-9 15,2 0-22-15,0-1 36 0,0-9-58 0,0 15 40 16,14 16-16-16,-4-13 2 0,1-9 3 16,-2-1-9-16,2 0-10 0,7-2-19 15,-5-6 13-15,-13 0 10 0,11 0 0 0,-2 0-3 16,20-16 0-16,-11 7-19 0,-10-1 7 0,6-2 3 16,-6-2 26-16,3-2-34 0,-9 3-1 15,3 4 49-15,-5-2 3 0,0 2-4 0,0 9-8 16,0 0 40-16,0-9-17 0,0 9-5 15,0-10-16-15,0 10 19 0,0-9-11 0,0 9 11 16,0 0-3-16,-14-16-7 0,10 16-17 0,3-2 0 16,1 4-29-16,-3 1-2 0,6 0 41 15,-3 3-13-15,1 0-28 0,1 0 28 0,3 2 4 16,5 8-3-16,2-3-5 0,1-1-3 0,2-1 9 16,3-1-4-16,1 0-5 0,-3-6-6 15,8 2-13-15,-5-6 28 0,0 0-17 0,-8 0-12 16,6 0 3-16,21-16-2 0,-14 7 7 15,-7-3 1-15,-1-1 0 0,1 2 28 0,-3-3-25 16,-1-1 13-16,-4 5 5 0,-2 0-2 0,-3 0-3 16,-2 2 24-16,-2 1 19 0,1 1-1 15,-1 0 5-15,0 0-6 0,3 0 3 16,-3 6-12-16,0 0 4 0,0 0 10 0,0-10-8 16,0 10-10-16,0 0 5 0,0-10-10 0,0 10-5 15,0 0 4-15,0 0-11 0,0-12 2 0,0 14-19 16,1 2 11-16,0 2-11 0,-1 2 10 15,6 13 6-15,1 1-15 0,-6 8 17 0,5-2-16 16,1 5 5-16,-2-1 2 0,1 3 3 0,-1-5-15 16,2 7 14-16,0-3-10 0,4 0 7 15,-2-1 6-15,-2-1-12 0,0 0-2 0,-1-3 9 16,-4-6-16-16,3 2 11 0,1-1-2 0,-1-7-6 16,-3-4-3-16,1 1 14 0,0-8 6 15,-2 0-18-15,3 1 18 0,-4 0-5 0,0-4 36 16,0-3-1-16,0 0 4 0,0 0-10 15,0 0-16-15,-8 6 19 0,3-9-16 0,-1 0-8 16,-6-10 7-16,-1-9-15 0,-2 2 0 0,1-5 11 16,6-5-19-16,-4-1 12 0,6-6-18 0,-1-1-1 15,2-3-3-15,1 2 8 0,-3-3 6 16,6 3-17-16,-2-2-2 0,3 21-14 0,0-8 6 16,0-3-2-16,22-32 9 0,-11 34-14 15,1 3-4-15,-4 4 8 0,3 0-5 0,5 7-5 16,-3 3 3-16,-4 6-3 0,3 0 17 0,-1 6-5 15,-11 0 14-15,11 0-31 0,-3 0 29 16,-8 0-28-16,30 24 37 0,-16-10-10 0,-4-3-3 16,-2 7 1-16,4-2 5 0,-2 1 4 15,-3-7 14-15,-6 2-3 0,1-2-9 0,0 0-16 16,-2-1 17-16,0 1-5 0,0-10 16 0,0 12-18 16,-22 24 26-16,10-19 2 0,-6-1-11 15,3-1-17-15,-3 4 10 0,0-8 7 0,6-3-2 16,-10 2-3-16,8-4 2 0,0 0-16 0,3-1-7 15,0-2-21-15,5-1 4 0,0-1-98 16,1-1-19-16,5 0-133 0,0 0-78 0,0 0 27 16,0 0 20-16,-11-17 25 0</inkml:trace>
  <inkml:trace contextRef="#ctx0" brushRef="#br0" timeOffset="132213.001">9127 2256 400 0,'-1'-5'260'16,"-1"0"-29"-16,0 0-34 0,4 0-31 0,-4 2-19 15,2 1-38-15,-2-2 6 0,2 3-22 16,-1-2-3-16,1 3-9 0,0 4-26 0,0 1 12 15,0 2-8-15,0 0-7 0,1 18-5 16,-1-12-21-16,0 5 16 0,0 6-2 0,0 2-29 16,0 3 12-16,0 0 17 0,18 35-29 15,-11-29 10-15,-3-5-25 0,-3-2 17 0,5 0 7 16,-5-1-7-16,3-5-21 0,-1-5 26 0,-3-1-5 16,4 6-6-16,-2-12-7 0,-2 3 6 15,0-7 1-15,0 1 0 0,1-4 10 0,2-1-17 16,-3-2-6-16,1-2 5 0,1-4-6 0,-2-1-32 15,5-12 25-15,1-1-8 0,2 1 9 0,1-4-3 16,0 5-3-16,2 1 3 0,1 1-7 16,-5-3 5-16,3 5-7 0,-2-1 25 0,1 4-6 15,0 3-10-15,-2 1-2 0,-2 1-20 16,6 2 32-16,-8 0-11 0,5 3 5 0,-1-3 3 16,1 4-11-16,-2 0-13 0,-6 0-10 0,11 0 34 15,2 0-27-15,16 22 9 0,-15-10 4 16,3-1 1-16,-6 5 23 0,1-2-10 0,2 4-8 15,-3-5 0-15,3 6 26 0,-8-6-15 0,5 0 46 16,-2 3-44-16,-2-4 5 0,-2-2 20 0,-1-3 26 16,-2 6-8-16,2-6-31 0,-3 2 0 0,0-1 30 15,2-1 2-15,-3-3-19 0,3 3-1 16,-3 0-26-16,0-1 0 0,4-3-164 16,-4-3-193-16,0 0 30 0,0 0 20 0,-12 7 14 15,8-11 5-15</inkml:trace>
  <inkml:trace contextRef="#ctx0" brushRef="#br0" timeOffset="133093.676">10597 2322 389 0,'-3'1'148'0,"3"5"-9"0,0-2-32 15,-1 4 10-15,2 2-32 0,-1-2-8 16,5 14-3-16,-5-15-5 0,0 8-18 0,13 18 30 16,-3-14-42-16,1-3 7 0,-1 1-14 0,1 1-1 15,2-4 21-15,0-4-14 0,-2-5 1 16,7 5-7-16,-5-6-10 0,2-1 4 0,-5-3-35 15,-10 0 38-15,12 0 4 0,4 0-14 16,15-22-10-16,-14 11-4 0,-4-2 1 0,-4 2 23 16,0 1 1-16,-2 4-12 0,-1-4 8 15,-4 1-26-15,1 3 28 0,0 0-13 0,0 0-9 16,-2 0 15-16,0 0 3 0,1 0-33 0,-2 1 42 16,3 0-24-16,-2 1 27 0,-1 0-27 0,4 1 7 15,-3-1 2-15,-1 1-20 0,0 0-25 16,0 0 30-16,2 3 10 0,-2 0 8 0,0 0-21 15,0 0-5-15,7 16 7 0,-5-10 10 16,1-2 6-16,4 18-22 0,3-10-15 0,-2 3-9 16,4-1 26-16,-2-3 3 0,1-1-15 0,-7-4 6 15,6 1 3-15,10 2-12 0,-5-2 0 16,3-6-4-16,-5 3 27 0,0-4-26 0,-4 0 15 16,3 0 15-16,-12 0 14 0,10 0-44 15,6 0 27-15,13-18 9 0,-18 12-3 0,-1-4 2 16,-1-2-6-16,0-1 26 0,-7-1-3 0,0 3-1 15,-2 11 4-15,0-11 8 0,0-2-3 16,0-1-1-16,-14-14 7 0,7 11-5 0,2 2-6 16,-6 1-10-16,4 3 4 0,0 4 0 15,0-1-26-15,1 3 30 0,2 0-26 0,0 3-14 16,0-4-24-16,0 2-53 0,3 1 14 0,-1 0 7 16,2 3-127-16,0 0-35 0,0 0-115 15,0 0-1-15,0 0 17 0,-11-2-16 0</inkml:trace>
  <inkml:trace contextRef="#ctx0" brushRef="#br0" timeOffset="133669.591">11344 2222 418 0,'-6'-1'187'0,"-1"2"-13"16,1-1-18-16,1 1-33 0,3-1-40 15,-1 4 20-15,2 0-18 0,1-3-16 0,1 3-6 16,2-1 6-16,-1-1-10 0,3-1-32 16,0-1 30-16,1 1-12 0,-4-2 25 0,5 1 2 15,-3-1-11-15,2-1 1 0,-3-1 10 0,-1-2 3 16,1 0-26-16,1 0 4 0,-4-2 1 0,2 0 2 16,-2 2-15-16,-2-1-21 0,1-2 18 15,1 2 3-15,0 6 0 0,0 0-15 0,0-7-6 16,0 7-15-16,-14-19 0 0,13 15-8 15,-5 3-21-15,3-3-12 0,-3 0-37 0,1 4 12 16,4 3 6-16,-2-2-89 0,-1 3-28 0,0 0-77 16,0-2-108-16,1 6 24 0,2-2 15 15,-2-1 18-15</inkml:trace>
  <inkml:trace contextRef="#ctx0" brushRef="#br0" timeOffset="133367.033">11534 2302 220 0,'1'5'222'0,"2"0"-25"0,-2 3-10 0,-1-2-45 15,0 1-23-15,2 2 5 0,0 14-19 16,-2-13-26-16,0 3-6 0,0 8 0 0,0-1 8 16,0 1-15-16,14 17 4 0,-8-17-46 0,-1-6 29 15,-5-1-25-15,3-3 5 0,0 0 3 16,-2-2-4-16,2-2-15 0,-1-2-18 0,-2 3 0 16,0-8-25-16,0 0-2 0,0 0 2 15,0 8-101-15,0-8-63 0,-4 8 15 0,2-9 15 16,-4-3-166-16,3-1 12 0,1-1 14 15</inkml:trace>
  <inkml:trace contextRef="#ctx0" brushRef="#br0" timeOffset="134109.16">11754 2211 442 0,'0'-5'266'0,"-2"1"-6"15,1 2-40-15,1-2-27 0,-3 2-18 0,3-1-24 16,-1 0-25-16,-1-1-7 0,2 4-10 15,0-3-25-15,0 3-16 0,0-4 0 0,0 4-5 16,0 1-11-16,0 2 5 0,2-2-19 0,-1 3 3 16,2 1-16-16,-2 2 1 0,1 1-2 0,-2 0-2 15,1 4 1-15,3 13-12 0,0 0 10 16,-1 1 3-16,1 1-3 0,-4-1 2 0,3 3-7 16,0-1-8-16,2 0 4 0,-3-1-3 15,0 1-13-15,7-3 4 0,-7-3 9 0,2 1-1 16,2-5 1-16,-3-2 4 0,1 4-8 0,1-5 1 15,2-5-14-15,-4 1 11 0,8 5-7 16,-1-8 0-16,-4 2 6 0,3-4-17 0,0-2-3 16,-2 2-36-16,0-6-37 0,0 1 4 0,0 2 6 15,2-3-86-15,-9 0 5 0,9 0-87 16,0 0 21-16,16-13-146 0,-11 6 21 0,-3-2 79 16,-6 4-55-16</inkml:trace>
  <inkml:trace contextRef="#ctx0" brushRef="#br0" timeOffset="134803.831">11773 2471 379 0,'-3'-4'202'0,"-2"4"-49"0,1-2-22 16,2-2-4-16,2 3-26 0,2-1-9 15,0-2 14-15,2 0-34 0,13-4-13 0,2-1-28 16,-6 2 20-16,11-3-33 0,-2 4 37 16,-1-1-48-16,2 0-11 0,-1 1 4 0,0 1 32 15,-5 1-40-15,5-2 0 0,-7 2-8 0,-3 0-35 16,-1 2 3-16,-4 2 5 0,0-4-24 0,-1 0 57 16,-1 4-44-16,1-2 12 0,-5-2 1 15,3-2 16-15,-4 3 37 0,1 0-30 0,-1-3-1 16,0 2 2-16,0 4 1 0,0 0 1 15,0-8 25-15,0 8 13 0,-16-21-1 0,13 15 78 16,-1-1-54-16,-8-8 26 0,5 5 12 16,0 3-19-16,0-2-5 0,3 4 9 0,-2 0-9 15,5 0 1-15,-3 1-20 0,3 3-1 0,-1-2 6 16,-2 1-8-16,3 1-6 0,-1-2-20 0,0 2-5 16,2-1 13-16,0 2-11 0,0 0 18 15,2 6 12-15,-2-4-19 0,7 3-15 0,-4 1-10 16,7 12 21-16,2-2-28 0,0 3 1 0,2 1 24 15,3 0 3-15,-4 3-32 0,0 0 19 16,2-1 17-16,-1-4-6 0,-3 3-28 0,-3-2 32 16,3 0-11-16,3 0 4 0,-3-5-14 0,-6-3 19 15,-2-2-11-15,1-3 5 0,-3-1-6 0,3 0-14 16,-4 0 17-16,3-1-7 0,1-3 20 16,-4 1-10-16,2 0 18 0,-2-2-8 15,0 0-10-15,-2-4-11 0,2-1 10 0,0 0-19 16,0-3-4-16,0 0 14 0,6-10-12 0,-1 2-23 15,-2 5-2-15,7-8 17 0,-3 4 6 16,4 0 3-16,1 1-26 0,-2 7-3 0,-1-2 6 16,-1 5-12-16,2-2 17 0,-2 3 18 0,-1 0 21 15,-1 1-16-15,1 1-27 0,1 1 20 16,-8 0-25-16,0 0 41 0,8 0 1 0,-8 0 4 16,11 0-13-16,17 22 11 0,-16-9-15 15,3-3 24-15,-3 6-11 0,1 2-9 0,-1-4 12 16,-6-1 12-16,1-1-4 0,-5-1-8 15,4-1 28-15,4 8-23 0,-8-6-14 16,2-2 28-16,1 0-11 0,-4-4-33 0,0-1 19 16,1 0-42-16,0-1-9 0,-2-4 5 0,0 0-98 15,0 0-99-15,0 0-98 0,6 10 26 16,-9-11-21-16</inkml:trace>
  <inkml:trace contextRef="#ctx0" brushRef="#br0" timeOffset="137990.724">13115 2249 547 0,'-1'-3'213'0,"1"-1"-49"0,-3 1-32 16,3 0-6-16,0 0-45 0,0 2 34 15,0 1-34-15,3 0-35 0,-2-1 14 16,3 2-24-16,-2 0-1 0,3 2 10 0,-4-3-15 16,5 3-31-16,1 0 0 0,-3 1-35 0,1 1-4 15,0-4-54-15,-1 3-34 0,1-1-113 16,2 0-77-16,-3 0 6 0,3-1-6 0</inkml:trace>
  <inkml:trace contextRef="#ctx0" brushRef="#br0" timeOffset="137545.635">13561 2442 256 0,'0'0'222'0,"0"0"-28"16,0 0-34-16,0 0-20 0,18 0-38 0,-18 0 21 16,0 0-30-16,0 0-10 0,0 0-2 0,0 0-28 15,0 0 9-15,35-2-7 0,-26 23-9 16,0-3 10-16,-5-4-19 0,2-2 5 0,-1-2-8 16,-3-1-19-16,2-3-15 0,0 2 22 0,-4-4-34 15,3 3 40-15,-3-2-5 0,1-1 2 16,3-1 24-16,-4 1-10 0,0 0 16 0,0-2-5 15,0 1 8-15,0-3-11 0,0 0 0 0,-1-3-8 16,-3 2 9-16,1-4-1 0,-1 0-21 16,2-3-6-16,-4-10 1 0,-3-2-15 0,7-1 13 15,-4-1-2-15,5 5-8 0,1 2 5 16,0 0-9-16,0 15-4 0,0-12 8 0,0 3-1 16,0-4-7-16,0 7 2 0,13-9-7 15,1 1 4-15,-3 4 8 0,2 6-13 0,-1 1 8 16,-1-2-23-16,3 5 9 0,-2 0 6 0,-1 0-1 15,1 0-1-15,10 0 9 0,22 18-20 16,-17-12 26-16,-5 2-8 0,-2 2 4 0,-2-7-24 16,1 7 20-16,-6-1-17 0,-4 0 7 0,4 4-6 15,-5-3 18-15,-1 0 6 0,2 9-18 16,-2-6 6-16,-3-3 8 0,3 9-20 0,-4-4 1 16,0 0 1-16,0-3 22 0,-3-2-21 0,4-1 9 15,-3-3 4-15,-1 2 10 0,4-2-20 16,-4-1 10-16,3 2 10 0,-3-1-2 0,0-5-5 15,0 4-12-15,1-1 3 0,2-3 2 0,-3 2-38 16,0-1-7-16,1-1 6 0,-1 3 5 16,2-2-105-16,1-2-63 0,-3 0-131 0,0 0-5 15,0 0 21-15,0 0 7 0</inkml:trace>
  <inkml:trace contextRef="#ctx0" brushRef="#br0" timeOffset="138251.855">14017 1988 434 0,'3'-1'209'15,"1"-3"-59"-15,-3 3 2 0,4-2-23 16,-4 2-15-16,0-1-16 0,2 4-14 0,0-1 6 16,-3 2-22-16,4 0-36 0,-1 0 24 0,-1 2-2 15,1 2-19-15,3 0-4 0,1 9-85 0,-1 2-31 16,0-7-19-16,-5 3-121 0,3-2-110 15,-4-2 15-15,5-2 0 0</inkml:trace>
  <inkml:trace contextRef="#ctx0" brushRef="#br0" timeOffset="138927.146">15247 2579 427 0,'4'-5'252'0,"-4"0"-37"0,0 0-12 15,0 0-32-15,0 1-7 0,0 1-42 16,0 0-2-16,1-1-21 0,-1 1-7 0,1 3-2 16,-1-2-19-16,2 2-13 0,3 0 11 0,-2 2-33 15,1 1 9-15,-1 1-6 0,4 1-9 0,-4 1 2 16,5-1-10-16,6 9 9 0,-2 0-6 15,0 2 2-15,1-3-1 0,-4-4-18 0,1 0-5 16,5 2 4-16,-5-7 2 0,-1 2-15 16,2-2-3-16,-7 1 12 0,5-1 3 0,-5-3-2 15,4 3-6-15,-4-3 14 0,0 0-4 16,1-1-19-16,-5 0 27 0,0 0-16 0,0 0 13 16,8 0-23-16,4-14 20 0,-10 7-4 0,2-2-9 15,-3 2-4-15,2-18 2 0,-3 1 16 0,4-2-3 16,-4-1-5-16,0 4 8 0,0 13-31 15,0-4 42-15,0 0-26 0,0 4-1 16,0-2-39-16,0 2 6 0,0 1-19 0,0 9-31 16,0-10 7-16,0 10-63 0,0-8-75 0,0 8 18 15,0 0-168-15,0-10 22 0,0 10 59 0,0 0 5 16</inkml:trace>
  <inkml:trace contextRef="#ctx0" brushRef="#br0" timeOffset="140189.457">15670 2540 242 0,'8'2'81'0,"-5"1"33"15,7-3-19-15,-7 4-38 0,3-4 0 16,1 0 17-16,-3 0-2 0,6-1-41 0,-6-2 25 15,4 0-23-15,-3 3 4 0,-5 0-4 16,0 0 20-16,12-10-5 0,-8 7-53 0,-4-2 16 16,4-3 17-16,-2 5 3 0,-2-5-4 0,-2 2-4 15,2 0-18-15,-4 0-3 0,4 6 1 16,0 0 0-16,0-10 0 0,-12-3-8 0,6 8 0 16,-1 4 1-16,2-5 1 0,-1 4 0 15,-1 1 0-15,3 0 0 0,-4-2 9 0,1 3-2 16,2 0 21-16,-2 0-3 0,7 0-15 15,0 0-9-15,0 0 14 0,-10 0-4 0,-2 16-33 16,6 4 40-16,5-7-5 0,-2-2 6 0,-1 0-2 16,0-1 18-16,4-10-1 0,0 16-36 15,15 16-16-15,-9-20 2 0,-4 1 2 0,9 2 2 16,2-3 0-16,-5 0 3 0,10-6 29 16,-6 1 0-16,12 0-3 0,6-4-2 0,-5 0-10 15,-13-3 1-15,7 0-1 0,5 0-1 0,24-20 0 16,-24 10-20-16,-2-2 0 0,-1 0 25 0,1-3-34 15,-5-1-2-15,-1-2 7 0,1-1 37 16,-8-1-26-16,-1 2 12 0,-3 1 15 0,-5 1-3 16,0 3 18-16,0 13-5 0,0-13-2 0,-14-12 2 15,-1 11 0-15,5 5 6 0,-9 0-8 16,6 3-22-16,2 2 12 0,0 3 26 0,3 1-36 16,8 0 0-16,-11 0 0 0,11 0-1 0,-8 0-20 15,8 0 7-15,-17 17-16 0,15-14 20 16,2 4 6-16,0-2-38 0,0 2 18 0,2-1-3 15,3-2-3-15,0 2-19 0,-2 1 10 16,11 6 29-16,-2 6-36 0,2-11 35 0,-6 1-13 16,6 3 15-16,1 1 1 0,-3-4-13 0,-4-1-7 15,2 1-1-15,4 2 8 0,-7-3 10 0,2-1 6 16,0-1-2-16,-5 2-16 0,8 6 21 16,0-3 16-16,1 5-27 0,1-5 31 0,-8-2 0 15,7-5-37-15,1 10 11 0,-1-7 10 16,2 3 8-16,-4-8-5 0,0 0 0 0,-2-1 9 15,0 0-17-15,-9-1 18 0,0 0-27 0,10 0-12 16,0 0 33-16,-10 0 16 0,31-23 1 16,-17 9-11-16,1 0-26 0,-3-6-1 0,-2 3 65 15,1-6-32-15,-1-2 36 0,-3 2 13 0,-2-2-18 16,-2-1 25-16,-3-3 10 0,0 1-20 16,0 13 4-16,0-9 4 0,-19-31 4 0,10 22-29 15,-6-2 18-15,3 4-8 0,-6 1 3 0,3 0 4 16,0 2-12-16,1 5-3 0,-3-1 3 15,5 6-17-15,2 2 14 0,-1 1-7 0,2 5-19 16,2 4-5-16,6-4 14 0,-5 6-20 16,5 0 8-16,-1 1-6 0,0 1-1 0,0 2-6 15,2 0-6-15,0 0-9 0,0 0 14 0,-1 23-8 16,4 0-6-16,-3-9 7 0,11 28 4 0,-6-12-5 16,1-3 0-16,2 7 8 0,1-3-19 15,1 3-3-15,1-2 18 0,3 1-12 16,1-5 14-16,0 0-13 0,2 1-17 0,-1-5 31 15,-1 0-14-15,2-1-18 0,1-1-15 0,-1-5 1 16,1 1-1-16,2-7-3 0,-1 2-19 16,0-4 40-16,-1-2-22 0,-1-2 6 0,-5-5 14 15,0 1-2-15,-12-1-9 0,9 0 23 0,0 0-12 16,4 0 6-16,14-19 2 0,-15 16 3 16,-2-5 2-16,-4 0-13 0,-4 4 4 0,4-5 31 15,-2 0-19-15,-1 2-6 0,-1-2 4 16,-2 2 4-16,3-2-4 0,-3 0 14 0,4 1 6 15,-4 1-10-15,0-3-10 0,0 1-14 0,0 3 31 16,2-3-2-16,-2 3 4 0,0-2 3 16,0 8 7-16,0 0-13 0,0-7-8 0,0 7-11 15,0-10 16-15,0 10-11 0,0 0 3 0,0 0-4 16,0 0 20-16,1-15-15 0,-1 18-3 16,0-2-14-16,3 5 6 0,-3-1 6 0,3-1 2 15,1 2-5-15,-2 1 23 0,1-1-1 0,0-2-11 16,9 13 8-16,-2-6-22 0,2 2 11 15,-2-3-6-15,1-2-18 0,-1-3 2 0,5 8 7 16,0-7 8-16,-6-2 1 0,4-2-26 16,-4 3-4-16,2-3-18 0,-2 1 4 0,9 6-42 15,-5-4-2-15,2-4-11 0,-6-1-38 0,-9 0-37 16,0 0-107-16,11 0-33 0,-11 0 9 16</inkml:trace>
  <inkml:trace contextRef="#ctx0" brushRef="#br0" timeOffset="140761.967">16253 2293 217 0,'-5'0'192'0,"1"0"-30"0,1 0-41 0,-1 0-4 16,0 0-16-16,1 1 2 0,1-1-2 0,-2 0-12 15,4 0-11-15,-1 0-63 0,1-1 44 16,0-2-22-16,3 1-4 0,-1 1-3 0,3 0-14 16,0-3 11-16,3 0-2 0,13 1-3 0,-2-6 1 15,3 2-2-15,-1 4-4 0,1-2-26 16,-4 3 17-16,6-1-1 0,-10 3-74 0,3 0-30 15,-2 0-68-15,1 0-147 0,-2 0 11 0,0 0 5 16</inkml:trace>
  <inkml:trace contextRef="#ctx0" brushRef="#br0" timeOffset="140430.307">16736 2188 458 0,'-6'0'167'0,"2"-2"-28"16,2 2-27-16,-1-2-46 0,1 4-8 0,1-2-51 15,1 0-39-15,1 2-47 0,-1-4-28 16,2 2-162-16</inkml:trace>
  <inkml:trace contextRef="#ctx0" brushRef="#br0" timeOffset="142133.174">17191 2419 277 0,'-3'1'94'0,"-2"-1"-14"0,1 0 10 16,1 0-11-16,-3 0 20 0,2 0-12 16,-1 0-11-16,2 0 0 0,-2 0-9 0,-1 2-8 15,1 0 11-15,-1-2-6 0,-1 2-20 16,0 2 28-16,7-4-16 0,-16 6-38 0,9-3 30 15,-11 7-27-15,6-4 12 0,-1 0-17 16,6 0 16-16,2 1-7 0,-1-2 4 16,4 0-36-16,-4 1 4 0,5 1 21 0,-2-4 0 15,0 6-8-15,3-2 1 0,-4 1 4 0,3 0-4 16,1 0 11-16,-4 1-8 0,4 0-5 0,0-2-36 16,0-7 34-16,0 9 3 0,0 6 20 15,22 16-30-15,-17-17 24 0,3-7-17 0,3 0 10 16,-4 0-12-16,11 5-22 0,3-5 24 15,1-2 5-15,-8 1-33 0,2-6 39 0,-4 0-13 16,2 1-38-16,-14-1 2 0,18 0 16 0,1 0 17 16,21-16 1-16,-15 10-2 0,-2-3-7 15,-3-2-4-15,0 5 10 0,-2-6-2 0,1 2-17 16,-1 3 4-16,0-5 24 0,-1 1-26 16,2 1 2-16,-11 1 2 0,2 0 10 0,-5-1 19 15,4 1-37-15,-5 0 12 0,3 3 1 0,-6-3 1 16,3 3 11-16,-4 0-8 0,3 0-1 15,-3-3 1-15,0 2 17 0,0 7-2 0,0 0 0 16,0-7 2-16,0 7-18 0,-18-16 13 0,11 12 0 16,2 0 8-16,-2 2-16 0,-2-1 14 15,4 1-11-15,-3 1 17 0,-3 1-2 0,5-2-6 16,-4 2-8-16,4 0-4 0,6 0 28 0,0 0-54 16,-9 0 29-16,9 0 14 0,-22 15-14 0,17-10 1 15,2 0-7-15,-1 1 17 0,4 0-11 16,0 1-14-16,0-1 17 0,4-1-14 0,-3 4 15 15,-1-9 9-15,17 20-12 0,-5-5-2 16,1-4 12-16,2-2-16 0,0-1 14 0,0-1-18 16,-2-2 9-16,2-3-36 0,5 2 47 15,0-3-11-15,6 2 1 0,-18-3 16 0,8 0-28 16,22-14 7-16,-19 6 12 0,0-1 5 16,0-4-32-16,3 2 18 0,-7-4-5 0,7 1 11 15,-9-3 13-15,-1 0-19 0,1 4 2 0,-2-5 10 16,-5-2-12-16,7 0 10 0,-10 1-2 15,1 3 11-15,-3 2 9 0,-1 14-7 0,0-12-11 16,0 2 7-16,0-3 6 0,-21-13-32 0,16 20 6 16,-3-1 26-16,-1 2-3 0,3 1-31 15,-1 4-1-15,1-1 33 0,1 0-9 0,-1 1-37 16,6 0 19-16,0 0 9 0,0 0 7 0,0 0-20 16,0 0 16-16,-9 16-9 0,10-11-19 15,0 1 24-15,3-2 20 0,-1 1-16 0,3 0-32 16,1 0 11-16,10 6-4 0,0-1 42 15,-5-1-21-15,1-2-24 0,5 1 16 0,-6 0 0 16,2-2 2-16,-3-2-23 0,7 6 42 0,-6-1-25 16,-1-3-1-16,-4 0-11 0,1 0-1 0,4 8 18 15,-2-8 9-15,-2 0-2 0,-2-1-22 16,-1 1 29-16,1 0 9 0,-2 0 8 0,-1 2-49 16,-2-2 40-16,-1 3 16 0,4-3-22 15,-4-6-12-15,0 0 12 0,0 13-3 0,0-3 3 16,0-3-20-16,-16 22-7 0,6-8 2 0,-2 2-85 15,-5-16-98-15,-1 6-160 0,-6-1 26 0,-1-2-10 16,-11-4 3-16</inkml:trace>
  <inkml:trace contextRef="#ctx0" brushRef="#br0" timeOffset="145935.897">19138 2384 256 0,'0'0'224'0,"0"0"-50"0,0 0-28 0,0 0-15 15,0 0-17-15,-18 0-16 0,18 0-38 0,0 0 18 16,0 0-6-16,0 0-40 0,0 0 36 15,0 0-9-15,0 0 5 0,0 0-39 0,0 0 10 16,0 0 4-16,10 13 7 0,-3-13-1 16,-2 0-11-16,4-1 6 0,3 1 1 0,6 0-33 15,5 0 24-15,1 0-5 0,25-11-25 16,-23 8 14-16,-1-1-3 0,4 3 10 16,-6-1-3-16,-1-4-15 0,-5 4 6 0,-3 0-2 15,-2-2 4-15,0 0-12 0,-2 2 28 0,-2-2-22 16,-2-2 3-16,1 3 5 0,-2 0-29 0,-1-4 24 15,-1 1-13-15,0 0 12 0,-2-4 0 0,1 2-22 16,-2 0 24-16,0-2-13 0,0 1-8 16,0-9 10-16,-18-16 5 0,11 25 17 0,1-3-10 15,-1 5-31-15,2-2 35 0,-1 4 3 16,4-1 6-16,-2-1-11 0,1 5-7 0,-1-2-3 16,1-1 13-16,0 3 6 0,-2-1-18 0,5-2-16 15,-3 4 28-15,-1-2-23 0,1 1 3 16,0 1 22-16,2-2-1 0,-1 3-2 0,-2-4-28 15,4 4 22-15,-1-2-1 0,0 2-30 0,1 0 33 16,0 0-10-16,0 0-6 0,0 0 2 16,-6 20 2-16,6-12 8 0,1 1-6 0,1 18-4 15,-2-16 0-15,0 6 13 0,18 32-6 16,-13-25-6-16,1 1 16 0,2-3-7 0,-2 4-5 16,3-5 2-16,-2 5-18 0,1-2 14 0,-2-3 11 15,5-1-1-15,-3 2 0 0,-2-9-21 16,0 0 20-16,-1-4-17 0,-4-2 8 0,2 0 16 15,-1-4-24-15,-2-3 7 0,0 0-11 0,0 0 29 16,0 9-10-16,0-9 5 0,0 0 23 16,0 0-11-16,0 10 7 0,0-10-11 15,0 0 0-15,0 0-6 0,0 9 3 0,-1-11 0 16,1 0-5-16,-1-2 3 0,-2 0-7 0,3-2-4 16,0-1-6-16,0-1 4 0,0-2 3 0,4-11-5 15,-4 12-2-15,11-17-10 0,-8 9-1 16,4 5 6-16,-2 2 2 0,-1 3-1 0,2-2 5 15,-1 2-17-15,-1 1 24 0,2 2-8 16,-2 1-17-16,2 0 9 0,-1 0-9 0,-1 0 5 16,4 3 6-16,-1-1-2 0,0 1 0 0,1 0 2 15,-8 0 15-15,0 0-18 0,11 0-5 0,2 0 17 16,17 17-7-16,-16-13-8 0,4 8-6 16,-6-2-8-16,6 0 28 0,-7-1-15 0,-4 1-1 15,0-2 27-15,2-2-35 0,-3-1 23 16,8 9 13-16,-6-4 0 0,3-2-15 0,1 4-23 15,1-4 8-15,-1-1-8 0,-1-2-22 0,0 0-18 16,-3-3 7-16,3 1-11 0,0-3 5 16,13 5-54-16,-8-3 13 0,-16-2-5 0,18 0 4 15,4 0-18-15,19-19 17 0,-22 9 23 0,1 0 9 16,-4 0-13-16,6 1-1 0</inkml:trace>
  <inkml:trace contextRef="#ctx0" brushRef="#br0" timeOffset="146794.927">20144 2467 916 0,'1'-3'15'0,"2"-2"11"0,-3 0-31 16,0 1 44-16,0-1-4 0,0 0 13 15,-2-2-3-15,1 3-6 0,0-3 25 16,-4 1-12-16,1 2 24 0,2-2-23 0,-3 3-4 0,0 0-40 16,-1-1 30-16,0 2 5 0,0-2 10 15,-2 4-19-15,0-2 13 0,-1 2-36 0,9 0 13 16,0 0 8-16,-12 0-41 0,-18 21-1 16,21-11 22-16,-4 3 6 0,3-3-4 0,2 8-40 15,2-7 40-15,2-1 12 0,4-1-30 16,0-9 7-16,0 10-24 0,0-1 18 0,0-9 4 15,18 20 4-15,-3-9-29 0,-5-6 37 16,2 2 15-16,1-5-52 0,-1-1 22 16,-2-1 18-16,-10 0-12 0,11 0 0 0,-3 0-30 15,-8 0 4-15,25-13 33 0,-20 6-7 16,12-4 8-16,-4-4-22 0,-4 3 26 0,-4 2 27 16,1 0-6-16,-5 2 1 0,2 0 3 0,-1 2 12 15,-2 1-3-15,3 0-7 0,-3 5 6 16,0 0-21-16,0 0 7 0,0 0 8 0,0-9-2 15,0 9-10-15,0 0-5 0,0-10-11 0,0 10-4 16,0 0 13-16,0 0-16 0,0 0 5 16,0 0 2-16,-8-14-25 0,8 14 13 0,0 4-14 15,0-1 17-15,0 0 1 0,0 1-4 16,0 0 10-16,4 4-21 0,0-3 13 0,-2 1-1 16,0 0-9-16,2 0 8 0,9 8-4 0,-5-2 2 15,2-4-10-15,-2-3 8 0,0 1 3 16,-4-2-4-16,6-1-22 0,1-3 24 0,-3 2 0 15,-8-2-15-15,10 0 13 0,6 0 0 16,2 0-1-16,19-20 9 0,-19 10-21 0,-5-1 21 16,4-2 4-16,-7 4 1 0,-3-1 4 0,-2 0-12 15,4-6 3-15,-2 3 7 0,-3 0-13 16,0 4 6-16,-3-1 3 0,-1 1-8 0,0-1 7 16,0 10-7-16,0 0 4 0,0-16 9 0,-13-10-3 15,4 13-8-15,4 4 10 0,1 3-5 16,-5 0-3-16,8 1-14 0,-2 1 1 0,-1 2-9 15,3-2 10-15,-2 4-11 0,-1 0 13 16,0 0 12-16,-2 4-6 0,6-4-7 0,0 0-16 16,-12 12 21-16,8-7-3 0,1 1 3 0,2 0 11 15,-4 0-14-15,1 1-3 0,4-2-17 16,0 3 9-16,0-5 8 0,0-3-20 0,0 0 7 16,0 0 21-16,0 13-12 0,0-13 2 15,17 19 9-15,-12-17 3 0,13 10-9 0,-7-6-2 16,-7-4 8-16,9 2 16 0,-4-1-1 15,-2 0-18-15,0-2-10 0,0 1-2 0,-1 2 11 16,0-1 5-16,3-1-1 0,-2 2 5 0,-1-1-11 16,1 0-10-16,13 4-3 0,-9 3 13 15,0-4 19-15,-3 0-23 0,-1-2 1 0,-2 3 11 16,1-2-6-16,-1 1-18 0,1-1 26 0,-4 1-1 16,1 2-2-16,0-2 4 0,0 2 7 15,-3-2-30-15,0 1 25 0,0-7 0 0,0 0-8 16,0 13-15-16,0-6 15 0,0 2 23 15,0-2-29-15,0-7-7 0,-17 25 6 0,13-22-18 16,0 2-26-16,-8 13-18 0,-2-6 7 0,1-4-107 16,1 3-212-16,-4 3 32 0,-2-4 18 15,1 0 11-15,-3 6-1 0</inkml:trace>
  <inkml:trace contextRef="#ctx0" brushRef="#br0" timeOffset="148441.689">-264 3739 209 0,'0'0'233'0,"0"-17"-28"0,0 17-42 0,0 0-24 16,0 0-9-16,8-35-43 0,-6 35 17 16,-2-3-58-16,0-1-8 0,0 4 6 0,0 0 5 15,0 0 3-15,0 1 0 0,2 2-18 0,1 4 2 16,-3 0-11-16,4 1 4 0,-1 1-19 0,1 11 38 16,7 3-57-16,-8-2 35 0,4 3-6 0,-3-8-20 15,-3-1 37-15,2 6-21 0,0-7-21 16,1-3 32-16,-3-1-17 0,1-1 7 0,-2-4-11 15,0 3 33-15,0-6 13 0,0 3-6 16,0-1 4-16,0-3-3 0,0 3 10 0,0-4-18 16,-3 0-8-16,-1-2-2 0,1 0 18 0,0 0-24 15,-9-12 1-15,4 4-20 0,4-1 22 0,-2-7-24 16,-1 4 10-16,2 2-11 0,-1-7 16 16,3 5-4-16,-1 0-4 0,4 5 3 0,0 9-29 15,0-13 13-15,0 1-9 0,0 3 5 16,17-18-26-16,-9 8 32 0,-2 6-7 0,6 3-11 15,-1-4 31-15,-3 6-21 0,2 4 11 16,1 1-39-16,-4 0 32 0,0 2-7 0,-1 1 11 16,-6 0-3-16,13 0 3 0,14 19-6 0,-7-8-3 15,-3-2-16-15,-3 5 16 0,4 7 10 16,-3-7-1-16,0 0 14 0,0 4-18 0,-2 1 21 16,2-1-8-16,-4 2-34 0,-3-3 19 15,-1 3 4-15,4-2-5 0,-4-1 8 0,0 2-17 16,-2-5 16-16,-1-3-12 0,-1-2 14 0,4-1 8 15,-7 0-7-15,0-3-4 0,3 0 0 16,-2 3 11-16,1-6-31 0,-2 2 15 0,4-1 19 16,-3 0-27-16,0 1-31 0,-1-3-5 0,3 3 6 15,-1-1-64-15,-2-3-32 0,-2 0-60 16,-1 0-114-16,3 0-22 0,-1-2 9 0,1 2-24 16</inkml:trace>
  <inkml:trace contextRef="#ctx0" brushRef="#br0" timeOffset="148979.417">320 3890 350 0,'-2'-2'170'0,"-2"1"-33"16,2-3-15-16,-2 5-8 0,4-5-16 0,-3 4-10 15,2-1-17-15,-2 0-23 0,3 1 22 16,-1 0-4-16,1 0-41 0,-2-4 20 0,0 7-10 16,2-3-20-16,0 0 1 0,2 0 14 0,0-3-3 15,-1 3-4-15,3 3-13 0,-1-3-14 16,0 0 17-16,2 1 1 0,-1-1 2 15,2 0-11-15,1 0 20 0,1 1-28 0,0-1 16 16,-1-1-11-16,0 1-7 0,-7 0 8 0,11 0-16 16,-1 0 0-16,5 0 41 0,4 0-32 0,-2 0 20 15,-4 0-7-15,3 0-15 0,-4 0-2 16,-2 0 28-16,2 0-21 0,-2 0-2 0,-10 0 16 16,11 0-2-16,-2 0 0 0,-9 0-2 15,10 0-1-15,-10 0 4 0,8 0-8 0,-8 0 22 16,10 0-27-16,-10 0-6 0,0 0-16 0,0 0 4 15,8 0-48-15,-8 0-22 0,0 0-35 0,0 0-24 16,0 0-124-16,0 0 15 0,0 0 9 0,12 2 1 16</inkml:trace>
  <inkml:trace contextRef="#ctx0" brushRef="#br0" timeOffset="149436.121">711 3743 428 0,'0'-4'199'0,"-1"4"-42"16,2-4-15-16,-2 2-20 0,1 1 1 0,0-2-6 15,0 2-38-15,0 1-3 0,0-2-11 16,0 1 6-16,-2 1-7 0,4-2-41 0,-4 1 46 16,2 1-13-16,-2-3-37 0,2 1 36 15,0 4-15-15,0-2 1 0,0-2-16 0,0 1 5 16,0 1-9-16,-2-1-14 0,2 1 11 0,0-2 3 16,0 2 9-16,0 2-23 0,0-2 27 15,-1 0-26-15,1 0-9 0,0 0 0 0,0 0 11 16,0 0-28-16,-2 0 8 0,4 1 22 15,-2-1-1-15,0 1-36 0,0 1 23 0,1 2 6 16,1 1 7-16,0-1-27 0,1 3 13 0,8 7 1 16,-7 1 14-16,6 5-6 0,-5 0-21 0,2 0 42 15,3 5-27-15,-5-1 11 0,6-1 6 16,-7 3-9-16,6-3-2 0,-3-3 9 0,0 4 2 16,0-3 4-16,-3 0-13 0,1 1-24 0,1-2 9 15,-1-4 14-15,-1-3-20 0,1-6 12 16,-4 4 10-16,2-1 10 0,-2-6 6 0,0 2-7 15,-1 0-22-15,2-4 8 0,-2 0 21 0,0 4-2 16,0-4-14-16,3 2 1 0,-2-2-2 0,0 1-17 16,-1-3-47-16,0 1 4 0,0-2-92 15,-2-2-235-15,-1 3 23 0,0-1 24 16,-1 0 13-16,-2 1-26 0</inkml:trace>
  <inkml:trace contextRef="#ctx0" brushRef="#br0" timeOffset="150805.852">1938 3970 310 0,'-2'-1'206'0,"2"1"-30"0,0 0-63 16,0 0-3-16,0 0-42 0,0 0-3 15,0 0 4-15,0 0 9 0,0 0-21 0,0 0 3 16,0 0-11-16,0 0 12 0,0 0-2 16,0 0-17-16,0 0-4 0,0 0-32 0,28 14 26 15,-20-14 0-15,-1-3-15 0,1 3 5 0,-1-1-24 16,-7 1 19-16,25-10-5 0,-11 8-8 16,-5-4-15-16,1-1 30 0,-5 2-13 0,-1 0 21 15,-1 0-19-15,0 1 12 0,0-2-27 16,-1 1 1-16,-2-1-8 0,0 0 12 15,0 2-2-15,0 4 1 0,0 0-12 0,0 0 3 16,0-10 2-16,-17-1-3 0,14 7 14 0,-4 1-4 16,1 1 1-16,1 2-1 0,-2 0 9 15,2 0 2-15,-2 1-2 0,1 0-1 0,1-1 2 16,5 0-4-16,0 0-22 0,-17 13 1 16,12-8 3-16,1 0 9 0,-2 0 8 0,3 1 0 15,1 2 0-15,-3-2 9 0,4 0 0 0,0 4-1 16,1-3-17-16,0-7 10 0,0 10-9 0,0 6 1 15,18 18 3-15,-6-13-2 0,0-8 1 16,3 4-8-16,2-3 1 0,1-3 1 0,-3-8 0 16,7 6 13-16,4-8-8 0,2 4 6 15,-4-5 1-15,-9 0-31 0,9 0-9 0,32-15-10 16,-16 4 2-16,-3 3-1 0,-4-2 12 16,2-1-6-16,-2-5-26 0,1 4 15 0,-1-2 14 15,-3-4 0-15,-5 2-9 0,-2 3 20 16,-3-3-20-16,-5 3 19 0,-8-1 27 0,-2 4-19 15,-5 1 45-15,2 0-6 0,-2 9 6 0,0 0-3 16,0 0-3-16,-14-19 3 0,8 17-6 16,-16-4-2-16,7 2 24 0,3 4-4 0,12 0-21 15,-17 0-8-15,4 0-2 0,-4 0 1 16,-15 12 7-16,20-5-2 0,0-5 25 0,5 5-6 16,0-1-2-16,1 0-2 0,1 1-51 0,2-1 4 15,0-2 33-15,3 4 0 0,0-8-33 16,0 0 22-16,0 10-7 0,0 0-11 0,18 16-3 15,-11-16 3-15,1 0 0 0,2-2 19 16,-3-2-5-16,1-2-1 0,0-3-1 0,-1 1 2 16,0-2 1-16,-7 0-1 0,0 0 2 0,11 0-2 15,-1 0 2-15,16-22-4 0,-14 7 0 16,-5 4 46-16,3-8-16 0,-1 3-7 0,-7 0 8 16,1-2 29-16,-3 18-11 0,0-14 17 0,0-5-43 15,0-3 49-15,0 0-21 0,-24-23 0 0,17 22-12 16,-4 2 27-16,-1 0-18 0,0 4 14 15,2 1-2-15,-2-2-9 0,-4 3 4 0,7 7 1 16,1-2 16-16,2 2-4 0,-1 0-19 16,4 5 8-16,1-2-10 0,-2 2-28 0,-2 1-5 15,6-2 9-15,-3 0-3 0,2 3-14 16,-3 0 4-16,2-2 1 0,2 3 6 0,0 4 8 16,2 1-12-16,2-1-4 0,-3 3-17 0,12 11 11 15,-1 2 10-15,0 1-9 0,1 0-8 16,1 4 11-16,2-3 5 0,-2 3-2 0,2 0-1 15,2 1-18-15,-3-2 11 0,3-3-25 0,-1 1 13 16,1-5 14-16,-3-1-34 0,3-1-13 16,4-2-2-16,-2-1 3 0,2-3-56 0,2-5-23 15,-4 0-73-15,1-4-95 0,-10 0 24 0,8 0 15 16,26-16-31-16</inkml:trace>
  <inkml:trace contextRef="#ctx0" brushRef="#br0" timeOffset="151985.51">2926 3806 473 0,'-19'13'108'16,"0"3"-13"-16,2 0-4 0,5 2-13 0,0 2-8 16,2 3-43-16,3-3-5 0,2-1 40 0,5-3-16 15,0-16-4-15,0 13-4 0,0-3-4 16,15 11-4-16,-8-16-4 0,11 4 0 0,-1-6-5 15,-1 1 15-15,0-4-21 0,-4 0-1 0,6 0-8 16,21-16 1-16,-21 6-1 0,0 3 0 16,-1-9-1-16,-4 3 1 0,-5 4-3 0,2-7 35 15,-2-1-16-15,-4 1 8 0,0 7 15 0,-4 0 41 16,0 9-16-16,0-11 8 0,0 2-10 0,0 9-5 16,0-9 15-16,0-1-7 0,-16-4-18 15,12 8 15-15,1 4 2 0,0-5-10 0,0 4-8 16,2-3-7-16,-3 3 0 0,2 1-19 15,0-2 14-15,-1-1-20 0,2 2 1 0,-2 3-27 16,3-4 25-16,0 4-23 0,0 2 16 0,3 0-8 16,-3 1 7-16,2 2 2 0,2 1-8 15,3 14-9-15,-1 1 14 0,1 2-5 0,-2-1 9 16,8 1-10-16,-7 3 0 0,5 4 10 0,-4-5-18 16,6 5 8-16,-1 2-4 0,-4-1-7 15,2 3 9-15,-3 1-2 0,0-6 5 0,2 3-19 16,-2 1 17-16,4-2-1 0,-3-4 0 15,-2 0-9-15,1 0 16 0,-6-1-3 0,-1-15 0 16,0 5 4-16,0 2-7 0,0 0-1 0,-15 19 5 16,10-21-8-16,-5-3 10 0,-2 3-8 0,-1-8 13 15,5 0 1-15,-2-4-5 0,2-1 3 16,0 1-3-16,-3-4-2 0,0 0-2 0,-6 0-8 16,-17-25-4-16,13 7-14 0,1-1 4 15,3-1 1-15,3-5 0 0,2 3-4 0,2-4 9 16,4 1 7-16,0 1-7 0,3 0 3 0,2 3-9 15,1 15-8-15,0-12 1 0,0-1 1 16,22-18 6-16,-11 18-16 0,0-1-3 0,1 1-15 16,6 4 18-16,-3-1-22 0,6 1 7 0,-5 0-7 15,6-1-14-15,-4 0 5 0,7-1-24 16,-2 1-1-16,-2 1 26 0,2-3-1 0,-2 2-12 16,2-3 8-16,1 3 21 0,-10-3-16 0,6 0 40 15,-3 3-23-15,-1-3 17 0,-5 6 7 0,0-3-21 16,-7 3 17-16,0 0 17 0,-4 6-29 15,6-3 5-15,-6 5 2 0,0 5 4 0,0 0 52 16,0-10-2-16,0 1-3 0,0 9 13 16,-17-20-6-16,12 15-1 0,-2 0-6 0,0 2-1 15,-1 0 0-15,0 2-4 0,-1-1-1 0,3-1-1 16,6 3 3-16,0 0-2 0,-13 0-22 16,4 0 26-16,9 0-3 0,-10 0-1 0,-7 17-13 15,12-12-13-15,2 1 12 0,-1 4-8 16,3-6 0-16,1 5 1 0,1 0 19 0,-1-3-19 15,0 5 19-15,12 18-2 0,-1-13 0 0,-4-4-23 16,4-2 3-16,3 3-23 0,-2-6 3 0,1 0 60 16,-1-5-39-16,-1 1 19 0,-11-3 19 15,15 0-39-15,24-14 16 0,-19 6-5 16,0-4-2-16,2-2 3 0,-8 1 9 0,5-6-16 16,-1 0-3-16,-5-1 50 0,4-1-33 0,-5 1 34 15,-6 0-5-15,1 1-21 0,-3 2 25 16,-4 1 7-16,0 16-21 0,0-12 26 0,0 2-20 15,0 0 4-15,-17-14-22 0,5 14 11 0,1 3-11 16,3 0 3-16,-2 4-8 0,2-1 19 16,1 2-25-16,0 2 9 0,-1 0-2 0,8 0-1 15,0 0-3-15,-8 0-16 0,8 0-19 0,0 0 32 16,-20 16-47-16,19-10 34 0,1 0-11 0,0 0 14 16,1 1 1-16,5 0-9 0,3 8-8 15,1-1 17-15,4 2 2 0,1-3-10 0,-1-1-17 16,1 2 23-16,3-2 13 0,-2 1-9 15,2 1-21-15,-1 1 11 0,-2-1 19 0,3-3-39 16,-2 4 34-16,-2-4-14 0,2 4 22 0,-2 0-10 16,-2 0-8-16,-1 0 26 0,2 0-26 0,-6 1 14 15,0-4-23-15,-3 0 16 0,-3-1 9 16,-1-1-26-16,0-10 39 0,0 10 4 0,0-1-55 16,0 6 29-16,-22 22-7 0,14-19-2 15,0-4-78-15,-5 0-64 0,-1-4-44 0,1 1 17 16,0 2-171-16,1-10-26 0,5 3 6 0</inkml:trace>
  <inkml:trace contextRef="#ctx0" brushRef="#br0" timeOffset="152213.362">4058 3828 340 0,'6'0'341'0,"-5"0"-61"0,3 0-32 0,0 0-4 16,-1 0-29-16,-3 0-41 0,4 0-12 16,-2 0 0-16,2 0-39 0,-3 0-16 0,3-2-15 15,-1 4-4-15,-3-2-41 0,1-2-38 0,2-1-70 16,-2 2 6-16,4-5-249 0,-4 2 24 16,0-4 18-16,-6 4-89 0,-9-9 43 0,-8-3 9 15,0 3 5-15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7T05:42:49.501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7986-425 222 0,'0'0'29'0,"0"0"24"0,0 0-15 15,0 0-9-15,0 0 16 0,0 0-9 16,0 0 21-16,0 0 11 0,0 0-5 0,0 0 5 16,0 0-21-16,0 0-32 0,0 0-4 0,0 0 29 15,0 0 13-15,0 0-6 0,22 0-4 16,-22 0-1-16,0 0-25 0,0 0 0 0,0 0-2 15,0 0 14-15,0 0-21 0,0 0-2 16,0 0 46-16,0 0-7 0,0 0-32 0,0 0 3 16,0 0-1-16,0 0-2 0,0 0-12 0,0 0 4 15,0 0 7-15,0 0-1 0,0 0-2 16,0 0 0-16,0 0-1 0,0 0-1 0,0 0-2 16,0 0 2-16,0 0-2 0,0 0-2 0,0 0 2 15,0 0-2-15,0 0 1 0,0 0-2 16,0 0 1-16,0 0 18 0,0 0-14 0,0 0 0 15,0 0-17-15,0 0 1 0,0 0 1 0,0 0 7 16,0 0 1-16,0 0 0 0,0 0-24 16,0 0 24-16,0 0 0 0,0 0 0 0,0 0 0 15,0 0-1-15,0 0-10 0,0 0 1 16,0 0 1-16,0 0-3 0,0 0 1 0,0 0 1 16,0 0 0-16,0 0 36 0,0 0-4 0,0 0-21 15,0 0-30-15,0 0 14 0,0 0 15 0,0 0-62 16,0 0-11-16,0 0-76 0,0 0-122 15,0 0-47-15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7T05:41:48.673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-4106 1600 219 0,'0'0'18'16,"0"0"-33"-16,0 0 30 0,0 0-8 0,0 0-17 15,0 0-5-15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7T05:41:46.879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-4302 1637 222 0,'0'0'10'0,"0"0"5"0,0 0 42 16,0 0-51-16,0 0 1 0,0 0 26 0,0 0-10 15,0 0-19-15,0 0 49 0,0 0-10 0,0 0-9 16,0 0 5-16,-22 0 6 0,22 0-51 15,0 0 33-15,0 0 14 0,0 0-33 0,0 0 1 16,0 0 10-16,0 0 2 0,0 0 3 16,0 0 0-16,0 0-15 0,0 0-4 0,0 0 57 15,0 0-25-15,0 0-42 0,0 0-4 0,0 0-5 16,0-20 26-16,0 20 31 0,0 0-44 16,0 0 28-16,0 0-6 0,0 0 17 0,0 0-40 15,0 0 1-15,0 0-16 0,0 0-17 0,0 0 7 16,0 0-33-16,0 0 9 0,0 0-34 15,0 0-16-15,0 0-65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0T02:35:53.16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4618 17126 371 0,'0'0'139'0,"0"0"-9"0,0 0-16 15,0 0-64-15,0 0-65 0,0 0-26 16,0 0-50-16,0 0-36 0,0 0-116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7T05:46:21.568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4393 709 275 0,'0'-6'248'0,"-1"1"-39"0,2-2-24 15,3-5-24-15,-1 5-29 0,6-14-28 0,6 2-1 16,3-1 8-16,-1 4-27 0,3 1-33 16,2 3 29-16,-3 5-47 0,-8 2 28 0,1 5-8 15,-12 0-15-15,12 0-7 0,-12 0-15 0,22 20 3 16,-14 4 16-16,-3-1-7 0,-5 1-16 16,0 4-9-16,0-13 16 0,0 7 6 0,0 8-21 15,-25 27 7-15,18-24 34 0,2-5-16 16,0 1-5-16,-3-4 6 0,-4 2-4 0,7-6 7 15,2-2-34-15,-1-7 18 0,4-4-4 0,0-8 2 16,0 0-9-16,0 0 12 0,19 19-3 0,14-30-3 16,9-5-10-16,-5-4-94 0,10-7 8 15,0-5-176-15,12-3 18 0,0 1-136 0,-2-1 7 16,-5 2 28-16,-3 5-1 0</inkml:trace>
  <inkml:trace contextRef="#ctx0" brushRef="#br0" timeOffset="-515.682">4535-704 267 0,'-4'7'262'0,"1"0"-10"0,1 1-28 16,1-4-19-16,-4 0-20 0,5 1-26 15,0-1-12-15,0-2-23 0,0-2-23 0,5-2 1 16,1-2-8-16,1 3-18 0,1-7-16 0,18 1 1 15,-5-5-5-15,-5 7 0 0,-1 2-17 16,-2 3 10-16,-13 0-31 0,10 0 7 0,-10 0 0 16,27 15-7-16,-23-5-7 0,2 16 18 15,-1 3-19-15,-5 1 6 0,0-13 11 0,0 6-7 16,-23 39-12-16,9-28-16 0,1 3 15 0,3-6 6 16,1 1-14-16,-1-9 18 0,2-4-12 15,5-6 8-15,-4-1-24 0,2-4 17 0,3 0-5 16,2-8 6-16,0 0 8 0,0 0-8 0,0 0 0 15,25 9 12-15,4-19-15 0,6-4-25 0,6-4-23 16,-5 1-40-16,13 4 9 0,-3-4-239 16,4-3-46-16,0 5 28 0,-6 0 21 0,7 3-16 15,-9 5 17-15,-10 6 55 0</inkml:trace>
  <inkml:trace contextRef="#ctx0" brushRef="#br0" timeOffset="-2709.986">3667 561 222 0,'0'-4'262'0,"-5"1"-42"16,0-1-53-16,-5 3 19 0,2-2-37 16,-2 3-36-16,-4 0 7 0,-14 4-10 0,13-4-2 15,-24 12 1-15,14-5-13 0,-2 5-6 16,3 8-20-16,1-5-13 0,-2 5-7 0,6 3 4 15,2 1-18-15,-1 2 6 0,9-2 0 0,-1-1-9 16,-1 2 7-16,4 0-11 0,7-14-7 16,0 4-16-16,0 0 4 0,27 18 18 0,-11-14-11 15,15-5 4-15,-1-5 8 0,9-3-23 16,-2-3-2-16,6-3-8 0,-22 0-29 0,9 0-12 16,5 0 6-16,0 0-126 0,36-21-147 0,-46 13-64 15,-5 6 38-15,-10-2 19 0,-3 0 12 16,-4 2 1-16</inkml:trace>
  <inkml:trace contextRef="#ctx0" brushRef="#br0" timeOffset="-1972.788">-61 1567 348 0,'-10'0'174'15,"7"2"-51"-15,-4 1-38 0,2 4-10 0,4-1-9 16,-3 5 20-16,4-4-32 0,0 9 37 16,0-3-18-16,0 9-7 0,0 3-45 0,17 25 1 15,-14-23 36-15,2-2-19 0,0-6-2 0,-3-6 5 16,0-3 3-16,-1-1 0 0,5-3 26 15,-6 1-10-15,0-4 17 0,0 4-15 0,0-7 20 0,0 0-17 16,-2 1-2-16,-2-2-11 0,1-7-1 16,1 3 5-16,2-5-31 0,-10-14 14 0,7-8-14 15,-2 5 3-15,2 1-29 0,-1 4 16 16,4 3-2-16,0 19 5 0,0-13-7 0,0 0 12 16,0-7-17-16,25-16-13 0,-20 23 27 15,7 3-17-15,5-3-10 0,2-6-3 0,2 4 8 16,3 2 0-16,1 6-7 0,-3 6 2 0,-2-3 17 15,-20 4-17-15,15 0 14 0,-5 0-21 0,26 31 11 16,-20-10 5-16,-4 2 3 0,-2 8-26 16,-5-3 28-16,-5-4-9 0,0-1 1 0,0-10-20 15,0 10 21-15,-21 26 4 0,7-24 8 16,-8 0-30-16,7-4-6 0,-7-4-58 0,-3 0 7 16,-4-6-208-16,3-5-81 0,0-6 38 0,10 0-6 15,-47-17 28-15</inkml:trace>
  <inkml:trace contextRef="#ctx0" brushRef="#br0" timeOffset="702.576">-1136 1888 280 0,'12'-21'114'0,"1"-4"-17"0,-3 8-11 0,5 0-13 16,-3 1-7-16,5-2-8 0,-2 9-9 0,-3 2-3 15,-1 2 30-15,6 1-8 0,-8 4-9 0,1 0-9 16,-10 0-7-16,0 0-4 0,0 0 25 16,35 29 21-16,-27-15-27 0,-3 2-23 0,0 8 22 15,6-1-25-15,-10-3 33 0,3-2 1 16,-4-4-12-16,5-4 7 0,-4-1-9 0,-1-1-10 16,5 0 22-16,-3-5 3 0,3-1 8 15,-5-2-22-15,17 0 14 0,35-42-18 0,-8-1-24 16,15-18-98-16,20-17 6 0,15-9 6 0,13-20 6 15,8-8 6-15,-11-6-373 0,-2 0 24 16,-6-7 105-16,-15 11-17 0</inkml:trace>
  <inkml:trace contextRef="#ctx0" brushRef="#br0" timeOffset="-4863.346">128-17 236 0,'-7'0'112'0,"2"0"-5"16,2 0-15-16,1 0 11 0,-8 0-14 0,6 0-54 15,3 4-1-15,-4-8-3 0,3 4 59 0,-1 0 16 16,-1 0 9-16,3 0-13 0,-3 0-28 0,3 0 29 16,1 0-18-16,-2 0 19 0,2 4-14 15,-5-4 0-15,3 0-4 0,4 0-12 0,-4 0 0 16,4 0-9-16,-2-4-14 0,5 4-20 15,2-3 16-15,1 0-3 0,0 0-13 0,24-4 7 16,-3 0-15-16,6-1-7 0,11 0 9 0,1 0 4 16,3-3-8-16,-1 6-5 0,6-5 5 0,1 0 3 15,8-5-19-15,3 3 5 0,2 2 7 16,3-1-1-16,4 1-15 0,-2-1 21 0,1 0-6 16,3 4-8-16,1 0-1 0,3 0-4 15,2-1 2-15,0 5-4 0,2-3 8 0,-4 0-9 16,-1 0 6-16,-6-1-6 0,1 2 3 0,-7-2 12 15,2-1-10-15,-4 1-10 0,-3 2 11 16,1-2-17-16,-4 4 16 0,-2-6 0 0,-7 8-7 16,-5-7 15-16,3 3-24 0,-4 3 4 0,-4-3 6 15,-5 0 6-15,-6 3-7 0,0-2-2 16,-8 0-11-16,-9 2 19 0,1 1 1 16,-7 1-8-16,4 0 16 0,-4 0-11 0,-1-4-12 15,-7 4 12-15,0 0-13 0,0 0 11 16,0 0-3-16,12 0 8 0,-12 0-4 0,0 0 3 15,13 0-2-15,-13 0-1 0,0 0 11 0,0 0-17 16,9 0 13-16,-9 0-11 0,0 0-1 16,13 0 9-16,-13 0-1 0,15 19-3 0,-15-11-3 15,2-4-2-15,1 4 1 0,1-4 6 16,-3 5-11-16,3 1 8 0,-3 2 8 0,6 16-6 16,0 1 3-16,-5 2-3 0,4-1-7 0,3 1 16 15,-3 1-2-15,-1 3 3 0,0 1 6 0,1 3-14 16,2-4-3-16,-6 5 7 0,3-5 0 15,1 4 3-15,3-6 8 0,-4 2-12 0,2 0 3 16,-2 2-9-16,0-3 0 0,3 5 9 0,-1-7-14 16,1 0 23-16,-1 2-12 0,1-4 7 15,-1 0-11-15,0-2 14 0,-1 1-16 0,1-4 8 16,-3 3-5-16,2-8 13 0,-4-1-5 16,3 8-3-16,2-3-5 0,-4-5 3 0,2-7 1 15,0 1-11-15,-3 1 8 0,0-3 2 0,1 1-17 16,-3-4 22-16,3 2-7 0,-3-2 10 15,0 3-5-15,2-2-4 0,-2 2-5 0,0-3 10 16,3 2-5-16,-3 0-6 0,0 1 6 0,0-3-3 16,0 0-4-16,2 2-1 0,-2 2 5 15,0-4 8-15,0-8-11 0,0 0 11 16,0 12-3-16,0-1-15 0,0-11 10 0,0 12-3 16,0-12-7-16,0 13 10 0,0-2-9 0,0-11 5 15,0 11 11-15,0-11-3 0,0 9-2 0,0-9-2 16,0 11 8-16,0-11-5 0,0 12-5 15,0-12-1-15,0 10-2 0,0-10 0 0,0 11 6 16,-15 3-2-16,13-8 2 0,-3-3 1 16,5 2-7-16,-5-1-6 0,3 0 3 0,1-1 15 15,-4 2-16-15,1-2 25 0,-1 2-10 0,2-1-11 16,-4-1 14-16,0 1-7 0,-1 2-5 16,0-1 3-16,-13 7 3 0,5-7-2 15,-5 7-8-15,5-4 4 0,-3-1 10 0,-6 1-1 16,5 0-15-16,-4-1 14 0,4 2 1 0,3-5 4 15,-11 0-6-15,6 3 18 0,5-6-23 16,-3 2 5-16,-5 2 6 0,10-5-1 0,-6 0 13 16,-2 0-14-16,-6 0 3 0,2 0 18 15,-36 17-31-15,27-10 8 0,3-7-2 0,-1 10-2 16,2-6 27-16,4 4-27 0,1-3-6 0,-2-2 19 16,7 2 11-16,2-2-19 0,3 1 26 15,2-3-10-15,0-1-14 0,2 3 17 0,-1-3 7 16,4 0-15-16,10 0-5 0,-15 0 1 0,-7 0-8 15,-7 0 24-15,-3 0 3 0,2 0-16 16,-34-19 9-16,31 19-23 0,-1-5 3 0,2 0-8 16,12 5 14-16,-3 0-5 0,-9 0 10 15,5 0-3-15,1 0-31 0,0 0 12 0,-1 0-2 16,-2 0 8-16,7 0 0 0,0 0 10 0,6 0-16 16,-3 0 15-16,-4 0-22 0,-1 0-3 15,1 0 13-15,1 0-15 0,-7 0 33 0,4 10-18 16,-26 5-12-16,30-14 9 0,4 3 18 15,-12 3 11-15,1-1-29 0,-1 1 7 0,-5 3-6 16,8-6 9-16,-3 4 9 0,2 0-29 16,-1-3 4-16,1 2-5 0,6-6 13 0,1 2 5 15,-3 1 8-15,3-1-18 0,3 4 14 0,2-5-20 16,8 3 30-16,-6 0-24 0,2-4 23 0,0 4 1 16,2-1-15-16,-1-2-12 0,0-1 21 15,-15 7-4-15,8-1-33 0,2-3 17 16,1-4 16-16,1 5-24 0,3-1 36 0,-2 0-34 15,2-1 8-15,2-1 2 0,-4 1 5 0,2 1-10 16,-10 6 3-16,3-4-3 0,-3-3 25 0,5 6-24 16,5-6-9-16,-2 1 15 0,3 0 1 15,-1-3 0-15,4 1 15 0,-1 3-20 0,-2-2 3 16,3-2 28-16,-3 3-17 0,3-4-10 16,1 2-8-16,-4-1-4 0,2 1-3 0,7-2 40 15,0 0 3-15,0 0-28 0,-10 0 8 16,10 0 0-16,-15 0 2 0,15 0 7 0,-12 0-26 15,12 0-4-15,-10 0 13 0,10 0 10 0,0 0-20 16,-11 0 1-16,11 0 22 0,0 0-25 16,-12 0 12-16,12 0-4 0,0 0 21 0,-12 0-4 15,12 0-14-15,0 0-5 0,0 0 12 0,0 0 7 16,-10 0-22-16,10 0 35 0,0 0-32 0,0 0 25 16,0 0-18-16,0 0 5 0,-12 0 24 15,12 0-17-15,0 0-13 0,0 0-1 0,0 0-13 16,-10 0 14-16,10 0 29 0,0 0-29 0,-13 0-6 15,13 0-3-15,0 0 10 0,-14 0-1 16,14 0 29-16,0 0-31 0,-12 0 0 0,12 0-1 16,-11 0 17-16,11 0-5 0,0 0-10 0,-10 0 10 15,-11-10 15-15,16 10-34 0,0-7 6 16,-1 6 12-16,-4-1 7 0,4 1-24 0,0 1 7 16,-3-4 18-16,3 0-13 0,1 3 16 0,-2 1-3 15,4-2-3-15,-6 2-1 0,4-1 0 16,3-3-2-16,-3 4-1 0,0 0 3 15,2-4-9-15,1 4 4 0,-3-1-23 0,4 1 5 16,-5-3 21-16,3 3-9 0,3-4-9 0,-5 3 11 16,0-1 25-16,3-2-17 0,-1 3-3 15,0-2-7-15,1 1-13 0,0-3 3 16,-1 0 19-16,3 5 1 0,-3-2-6 0,1 0-15 16,2-2 1-16,-3-1 1 0,1 3 8 15,2-3 16-15,-2 5 1 0,-1-4-10 0,1 3 3 16,0-1 2-16,-1 1-11 0,3-3 25 0,-2 1-33 15,1 1-8-15,1-1 12 0,-2-2 11 0,-3-2-12 16,3 0-25-16,2-2 1 0,-3-3-16 16,-2-18-51-16,-2-7-26 0,-1 0-50 0,4-3 17 15,3-7-270-15,1 23-17 0,0-17 19 0,0-3 30 16,20-49 31-16,0 43 32 0,2-2-6 16,6 9 9-16</inkml:trace>
  <inkml:trace contextRef="#ctx0" brushRef="#br0" timeOffset="-3139.358">3247-448 367 0,'2'9'208'0,"0"-3"-37"0,3 5-41 16,1 17-23-16,-4-5 0 0,3 5 9 0,-2-1-28 16,2 1-6-16,-3-1 6 0,-2-7-21 15,0 0 3-15,2-3-6 0,1-3-12 0,-1 1 19 16,0-7-12-16,-2 4 15 0,0-4-22 0,0 0 35 15,3-3 6-15,-3-5 5 0,0 0-14 16,0 0 0-16,0 0 10 0,0 0-32 0,-19 19 3 16,16-24 5-16,-4-2-14 0,-6-13-14 15,3-8 11-15,-2-1-9 0,5-2-16 0,-1-3-9 16,8-1-13-16,0 13 6 0,0-3-8 16,0-3-16-16,27-32-1 0,-12 34-10 0,-5 3-15 15,10 3 6-15,-8 3-1 0,1 2 4 0,1 7-2 16,-6 0-3-16,6 3-6 0,-6 3-9 15,-8 2 27-15,0 0-6 0,8 0 9 0,-8 0-6 16,24 18 8-16,-17-13-27 0,-7 2 37 16,1 3-11-16,3-2 7 0,-3-1-7 0,-2 1 3 15,1 3-5-15,0-11-6 0,0 11 16 0,0-1 2 16,0-10 11-16,-15 29-3 0,10-23-20 16,-9 16 36-16,6-10-39 0,4 0 18 0,-1-4-2 15,5-3 10-15,0 0-11 0,-1-3-14 16,1-1-24-16,0-1 6 0,8 0 14 0,-3-1-3 15,0 1-15-15,5-2-16 0,-1 0 36 0,1 1 6 16,2-1-5-16,-2 0 21 0,1 2 2 0,-11 0-18 16,12 0-12-16,0 0 14 0,-2 0-2 15,10 0 9-15,26 18 1 0,-23-7 0 0,1 2-29 16,-9 4 53-16,-4-4-33 0,6 6 43 16,-2-5-29-16,-3 0 38 0,-10-4 27 0,0 1-3 15,-2 0 4-15,0 2 16 0,0-13 9 0,0 0-16 16,-26 42-9-16,1-20 6 0,-2 1 5 0,-8 0-26 15,-2-1-3-15,2-3 7 0,-4 1-12 16,0-5-33-16,2-1-35 0,5-7 3 0,-3-5-232 16,25-2-138-16,-8 0 21 0,-6-29 25 15,21 5 19-15,6 5 28 0,17-13 22 0</inkml:trace>
  <inkml:trace contextRef="#ctx0" brushRef="#br0" timeOffset="-6999.076">52 86 600 0,'0'0'235'0,"0"-22"-6"0,0 22-28 16,-23 0-10-16,23 0-21 0,0 0-17 16,0-22-29-16,-26 0 4 0,26 17-22 0,4 4-16 15,-8-4-13-15,3 3-17 0,1 1 15 16,-2-3-15-16,2 2-18 0,-3-1 10 0,3 3-5 16,0 3-13-16,0-1-3 0,3 5-5 0,-3-2-6 15,0 7-7-15,7 17 6 0,-7-15 2 16,0 13-15-16,0 5 16 0,0 4-3 0,10 46-8 15,-9-34-10-15,3 4 18 0,3 0-6 0,-7 1-1 16,3-1-14-16,2-1 9 0,-5-1 5 16,7-3-3-16,-2 5-9 0,0-5 10 0,1 4-3 15,-4 0 6-15,5-3-3 0,-2-1-1 0,2 6-4 16,-2-3 0-16,0-3 7 0,0-1-4 0,3-8-9 16,-8-5 4-16,7-4 9 0,-7-4-4 15,2-7-7-15,-2-3 10 0,1-4-1 0,-1-11 3 16,0 0 9-16,0 13-1 0,0-13 21 15,0 11 22-15,0-11-29 0,0 0-3 0,0 0-10 16,0 0-10-16,-8 20-26 0,1-24-31 0,4 0-36 16,-2 1-58-16,0-6 11 0,-7-4-168 15,5-2-132-15,4-4 32 0,3 3 19 0,0-7 65 16,0-5 1-16,25-35 9 0</inkml:trace>
  <inkml:trace contextRef="#ctx0" brushRef="#br0" timeOffset="-3997.831">-593 54 541 0,'-4'0'120'16,"-1"0"11"-16,4-4 6 0,-1 4-19 0,4-3-10 16,3-2-52-16,0 2 36 0,20-10-34 15,5-7-25-15,14 2-3 0,-4-2-110 0,4-4-188 16,6 4-46-16,2-4 6 0</inkml:trace>
  <inkml:trace contextRef="#ctx0" brushRef="#br0" timeOffset="-4159.732">-578-169 618 0,'-5'6'152'0,"1"3"-31"16,1 18-12-16,0 4 16 0,3-16-11 0,-4 26-41 16,4-6-5-16,0-10-17 0,0-18 18 15,0 8-16-15,0-2-10 0,0 1-13 0,0-2 40 16,0-12 4-16,0 12 26 0,0-12-8 0,0 12-4 16,0-12-15-16,-1 11-15 0,-4-16 1 0,-6-13 0 15,1 1-25-15,0-12-5 0,4-4-1 16,1-2-8-16,0-4-18 0,-1 0 8 0,6 4-4 15,-1-5 7-15,1 9-8 0,0 15-3 16,0 1 8-16,0-3-6 0,0 3-14 0,0 0 14 16,17-5-1-16,-11 15 0 0,-1 0 5 0,0 5-11 15,0 2 0-15,4 1 8 0,3 2-4 16,8 10-2-16,2 5-18 0,-2 4-4 16,0-1 26-16,-3 5 0 0,5-1-8 0,-7 6 3 15,3-6-21-15,2 8 30 0,-3-9-15 0,3 0 13 16,1 1-7-16,-11-7-1 0,3 3-23 0,1-4-11 15,-6-6 3-15,0 1-90 0,-3-11-19 16,-3 6-41-16,-2-9-116 0,0 0-40 0,0 0 18 16,-13 5 11-16</inkml:trace>
  <inkml:trace contextRef="#ctx0" brushRef="#br0" timeOffset="-1247.229">-1657 290 473 0,'3'-8'122'15,"2"2"-25"-15,-3 0-9 0,6 1 28 16,-1-1-29-16,1 3 1 0,-1 3-1 0,1-1-24 16,4 1-19-16,-2 0 1 0,-3 3 4 0,-7-3-3 15,0 0-24-15,35 24 15 0,-20-8-13 16,-13 3 14-16,5-4 8 0,-5-1 8 0,-2 1-17 16,0 2-6-16,0-2 5 0,0 0-28 0,0-3 23 15,0 1 43-15,0-3 2 0,0-10-2 16,0 12-21-16,0-12 14 0,-17 24 8 0,15-20 9 15,2-4-15-15,0 0 2 0,0 0-16 0,0 0-15 16,7 11 7-16,-4-15-4 0,19-7-29 0,2-8-7 16,9-1-56-16,1-4-48 0,8-12 10 15,5 4-284-15,7-2 3 0,4-1 51 16,3 0-29-16,5 0 55 0,6 2 5 0</inkml:trace>
  <inkml:trace contextRef="#ctx0" brushRef="#br0" timeOffset="121455.874">-3580-23 234 0,'0'0'129'15,"0"0"-21"-15,0-23-16 0,0 23 37 0,0 0-4 16,0 0-25-16,44-41-21 0,-43 38-25 15,3-2 46-15,-3 4-32 0,-1-3 13 0,2 2-56 16,-2 1 25-16,0-3-32 0,0 3 17 16,3-3 29-16,-1 4-20 0,-2-1-6 0,0-1-22 15,0 2 28-15,3 0 3 0,-4 0-1 0,-1 0 19 16,0 0-21-16,-3 2-34 0,5 3 21 0,-8 0-18 16,0-1 20-16,-13 14-11 0,-2-2-8 15,1 2 6-15,0-4 6 0,-1 7-7 0,1 0 0 16,0 11 2-16,-7-4 13 0,2-4-19 15,1 5 6-15,-3-3-37 0,5 4 2 0,-6-4 15 16,0 0-3-16,3-1-7 0,4-2 5 0,-3-3 8 16,-1 5 24-16,4-2-30 0,-6-1 29 15,6 3-10-15,-1 2 3 0,-3-2-2 0,2-3 1 16,-3 0-1-16,4 3-18 0,-5-2 14 16,6-3 7-16,-6 5 2 0,1 1-16 0,9-2 18 15,-8-4-23-15,2 0 21 0,8 3 4 0,-8-5-11 16,2 0-14-16,1 1 23 0,0-1-18 15,3-1 16-15,1-4-21 0,-4 1 5 0,5 0 7 16,2 1-18-16,-7-1 16 0,6 3 13 16,0-2-30-16,3-6 23 0,-4 5-7 0,-3 3-5 15,3-2-7-15,-6-3 7 0,2 3 17 0,5-1-14 16,-3 4-5-16,7-7 0 0,-1-2-18 16,5-1 11-16,1-3 9 0,0-3-20 0,0 3 26 15,6-2-9-15,-4 2-1 0,1-4 7 0,1 1-9 16,0 0-9-16,1-2 21 0,-1 5-3 15,1-3-16-15,0 1-7 0,-1-3 7 0,1 1-1 16,0 1 14-16,2 0-20 0,-3-2 22 16,1 0-3-16,1 0-7 0,1 3 16 0,0-3-22 15,-5 0 8-15,5 0-14 0,0 4 7 0,0-4 10 16,0 0-1-16,0 0 14 0,0 0 5 16,8 0-11-16,-5 0 9 0,1 0-21 0,-1 0 11 15,6-6-4-15,-3 5 6 0,4-1 5 16,-1 0-6-16,14-4-15 0,-4-1 17 0,4 2-3 15,3-6-15-15,2 4 9 0,-1-4 2 0,3 3 6 16,-1-1-16-16,-2 2 4 0,6-1-6 16,1-4 20-16,3 1-4 0,0 3-2 15,0-2 3-15,0 0-3 0,5 2 0 0,-3-4 3 16,1 0-7-16,4 4-9 0,-2-6-1 0,-4 1 1 16,8 5 9-16,1-4 3 0,0 1-14 0,0-1 0 15,3 4 10-15,-3 2-4 0,-3-5 6 0,3 5 2 16,4 0-2-16,-4-2-12 0,3 4 10 15,-3-2 2-15,3 1 1 0,-6-2-1 0,2 5 12 16,-3-3-14-16,1-3-1 0,-4 8-12 16,-1-10 8-16,5 7 6 0,-6-3-15 0,4 0 21 15,-6 3-15-15,1-1 7 0,-2 0 4 0,0 1 8 16,4 0-11-16,-6 3 0 0,-7-2-19 0,9 2 22 16,-3-1-6-16,-9-2-3 0,-2 3 11 15,0-3-6-15,-4 2 10 0,-17 1-21 0,14 0 12 16,-1 0-2-16,-3 0 4 0,2 0-1 15,-2 0-3-15,2 0-5 0,0 0 6 0,-12 0 7 16,13 0 3-16,1 0-7 0,-4 0-7 16,1 0 8-16,-11 0-20 0,12 0 2 0,2 0 17 15,-14 0-4-15,15 0-16 0,7-15 13 0,-14 15-12 16,-1 0 1-16,-2-1 12 0,-2 1 6 16,4 0 0-16,-2-3-17 0,-3 3 17 0,3-1-1 15,-2 1-3-15,2 0-4 0,-3-3 14 0,-1 3-4 16,3 0 10-16,-1-2 7 0,-5 0-8 15,2 2 3-15,-1 0-10 0,1 0-3 0,0-1 7 16,-5-3-9-16,3 4 3 0,-3-1 1 0,2 0 0 16,-4-2 1-16,-2 3-20 0,3-2 18 15,-3 1-10-15,-2 1 4 0,0 0 8 0,0-3-1 16,-4 1 14-16,4 0 0 0,0 2-14 0,-20-3 4 16,1-1-5-16,0-1 5 0,8 2-3 15,5 2-4-15,-3-3 17 0,5 3-18 0,-19 0 10 16,6-4-6-16,-6 4 21 0,4-4-5 15,0 3-3-15,-1-3 0 0,0 0-20 0,-3-2 12 16,4 2 6-16,3-3 7 0,-4 3 7 16,3-2-16-16,-2-6-5 0,-6 1-1 0,6 7 10 15,-5-3 1-15,3-1-16 0,2 1 23 0,-1 2-1 16,3-1-5-16,-7-5-5 0,3 4-10 16,1-2-2-16,-1 4 23 0,-3 0-9 0,7 0-20 15,-3 2 6-15,3-3-1 0,-3 0-4 16,1 6 16-16,5-4-10 0,-4-2-6 15,3 7 25-15,7-4-16 0,-8 0-11 0,-3 0 9 16,11 3-11-16,-1 1 12 0,5-5-6 0,2 3-10 16,1 0 24-16,-2-3-19 0,3 4 1 15,1-1 26-15,-21 0-37 0,4-2 10 0,11 0 23 16,-15 1-23-16,10-2 5 0,7 1-4 16,-3 1 4-16,-10-2-8 0,9 0 14 0,1 3-16 15,4-5 31-15,-2 4-17 0,6-2 9 16,-4 4-30-16,-14-5 31 0,3-2-24 0,7 2 8 15,2 2-4-15,0-3 27 0,3 3-14 0,2 0-14 16,-1 3 23-16,2-5-11 0,-1 5-13 16,3-1-6-16,-4-1 11 0,2 0-2 0,-1 0 19 15,2 0-18-15,-1-2 20 0,-4 5-13 0,4-1 1 16,-16-7-1-16,7 4 5 0,3-3-8 16,-7-5-7-16,5 4 0 0,2 7 26 0,1-5-42 15,1 3 18-15,5-2-2 0,-4 4 8 0,3-3-6 16,-1 4 10-16,4 0 4 0,-3-2 8 15,2 2-4-15,-1 0-23 0,1-1 9 0,-1-4-13 16,1 5 16-16,-1-5-17 0,3 5 29 16,5 0-25-16,0 0-1 0,-14 0 4 0,14 0-7 15,-10 0 11-15,10 0 0 0,-15 0 18 0,15 0-7 16,-12 0-21-16,12 0-1 0,-11 0 13 16,11 0 8-16,0 0 3 0,-12 0-8 0,12 0-9 15,0 0 23-15,-10 0-11 0,10 0 4 0,-14 0-18 16,14 0 21-16,0 0-2 0,-10 0 4 15,10 0-19-15,0 0 13 0,0 0-21 0,0 0 6 16,-13 0 5-16,13 0-2 0,0 0-7 0,0 0 13 16,0 0 10-16,-12 0 7 0,0-14-14 15,12 14 11-15,0 0-25 0,0 0 24 0,0 0-35 16,0 0 31-16,0 0-26 0,0 0 19 0,0 0-10 16,0 0-18-16,0 0 14 0,0 0-1 15,-12 5-3-15,12-3 11 0,2 2-4 0,1-1 1 16,-3 2-2-16,4 3 3 0,1-3 13 15,2 3-21-15,3 14 1 0,5 0 33 0,-3-2-19 16,3 2-15-16,0-2 3 0,0-2 4 0,0 2 15 16,-8-3 1-16,8 5-19 0,-2-2 2 0,-1 0-2 15,3 0 19-15,0 0-24 0,1 0 8 16,-1-1 3-16,-2 1-6 0,2 1 3 0,4 1 3 16,-4-3-6-16,0-3 27 0,0 1-30 15,2 5 28-15,-2-2-4 0,0 0-22 0,5 3-8 16,-3-6 37-16,5 8-11 0,-7-2-20 0,7-3 32 15,1 1-23-15,-1 0-10 0,-7 2 24 16,-4 0-6-16,9 0 8 0,-3-2-22 0,-6-1 1 16,13-1 0-16,-7-1 6 0,1 0-15 0,-6 0 11 15,8 0 0-15,-5 4 21 0,-1-6-2 16,2 1-11-16,5 0-10 0,-5 1 8 0,-2-4 12 16,-2-1-13-16,6 5-12 0,-4-1 0 0,-3 3 25 15,1-5-25-15,-4-6 7 0,8 10-6 0,-1-3-1 16,-2 4 20-16,4-2-4 0,-10-6-10 15,6 11 28-15,-4-9-32 0,4-4 29 16,-5-1-3-16,4 8-11 0,2 5-14 0,-1-10 14 16,-8-4 9-16,4 0-26 0,-3 3 14 0,-1-3 17 15,2-3-9-15,-2 0-8 0,2 5-12 16,-4-5 8-16,2 2-19 0,0-3 37 0,-1 5-26 16,2-2-13-16,-1-2 30 0,-1 6 3 0,2-5-20 15,-1 2-6-15,-3 0 16 0,2-4 17 16,1 2-26-16,-4 1 14 0,4-4 4 0,-3 2-20 15,3 2 8-15,-3-4 5 0,-2 2-15 16,1-1 6-16,4-1 22 0,-5 2 8 0,0-3-18 16,5-2-10-16,-3 5-2 0,-2-5-7 0,0 0 3 15,0 0 8-15,0 0 9 0,0 0-5 16,0 0 20-16,3 17-29 0,-3-16 2 0,4 1 24 16,-4-1-32-16,2-1 10 0,-2 4 2 0,1-3 20 15,-1 1-9-15,0-2-13 0,4 0 0 16,-4 2 16-16,1-6-18 0,-1-1 4 15,0 2 29-15,0 2-24 0,0-6-10 0,0 2-6 16,2-5 6-16,0 5 13 0,-2-4-14 0,0 2-3 16,5-2 14-16,-5-2-1 0,0 11-2 15,0-9 19-15,0-3-29 0,0 0 6 0,0-6 4 16,15-29 19-16,-15 23-8 0,1-4-12 16,5 5 24-16,0-5-7 0,-4 2-32 0,0-2 7 15,3-1 4-15,-5-1 4 0,6 0 5 0,-4 4 3 16,5-10-14-16,-6 5 23 0,4-4-24 0,-1 3 0 15,3-2 4-15,-2 4 6 0,-4-2 6 16,6-5-14-16,-5 9 6 0,3 3-12 16,-5 13 12-16,0-2-1 0,0-2 6 0,0 3 18 15,0 1-25-15,0 0-2 0,0-1 20 0,0 3-24 16,0 0 33-16,0 0-5 0,0-8-30 16,0-2-7-16,0-6 10 0,0 5 11 0,0-4 7 15,0-1-7-15,10 3-18 0,10-32 31 16,-18 35-2-16,1 4-36 0,-1 0 5 0,-1 1 36 15,4 5-26-15,-3 0 8 0,-2 0 2 0,0 0 10 16,5 3-7-16,-3-1 5 0,-2-2-23 0,2 1 20 16,-1 3-5-16,3-5-6 0,-3 5-21 15,-1-4 35-15,0 2-30 0,2-3 8 0,-2 3 2 16,3 0 21-16,-3-2-12 0,2 1 3 16,0 0-18-16,1 2 18 0,-3-5 7 0,2 2 12 15,-1 1-32-15,-1 0 20 0,0-2 2 0,2 3-10 16,-2 1-14-16,0-6-3 0,0 13-8 15,0 0 27-15,0-15-11 0,0 7 16 0,0-4-6 16,0 12 17-16,0-17-30 0,0 6 9 0,0 0 9 16,0 11-34-16,0-13 19 0,0 5 13 15,0 8-4-15,0-12-17 0,0 12 8 0,0-15 12 16,0 15-14-16,0-12 2 0,0 12 22 0,0-10-21 16,0 10-2-16,0 0 25 0,0-13-38 15,0 13 29-15,0 0-14 0,0-12 7 0,0 12-17 16,0 0 22-16,0-8-12 0,0 8 23 15,0 0-7-15,0-13-23 0,0 13-10 0,0 0 24 16,0-11 8-16,0 11-15 0,0 0 22 0,0-10-7 16,0 10-24-16,0 0 39 0,0 0-11 0,0-11-12 15,0 11-6-15,0 0 11 0,0 0-24 16,0 0 23-16,0-12-25 0,0 12 26 0,0 0-5 16,0 0 5-16,0 0-10 0,0 0-4 15,0 0-7-15,0 0 8 0,0 0-12 0,0-9 10 16,-5 0-1-16,5 7 27 0,-5 2-8 0,5-2-14 15,2 2-2-15,1-1 21 0,-6 1-30 0,6-3 6 16,-3 0 6-16,0 2 3 0,0 1 15 0,0 0-20 16,0-2 3-16,0 2 2 0,2 0 10 15,-2 2-3-15,1-2-13 0,-2-2-3 0,1 2 22 16,1-1-12-16,-1-3-10 0,0 4-10 16,-1 0 5-16,2 0 24 0,-1-1-20 0,-1 2-1 15,2-1 12-15,-1 0-22 0,0-1-24 0,-1-3-19 16,1 3-61-16,-5 0-19 0,-2 0 12 15,-1 1-309-15,-1-4 31 0,-21 0 28 0,-9-1 21 16,-4-4 21-16,-3 3 47 0,4-1 10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0T02:28:53.396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15113 1494 475 0,'0'0'106'0,"0"0"-12"0,0 0 53 16,0-14-32-16,0 14 19 0,0 0-27 0,0 0-13 15,0 0-8-15,22-25-46 0,-23 21 21 16,-1 2 3-16,2-1-11 0,-1-1-22 0,0 0 33 16,1 0-5-16,-3 1-29 0,2-1 14 15,-2 0-7-15,0 0 9 0,-1-1-9 0,0 1 18 16,1 1-15-16,-7-6-2 0,1 3-2 0,3 2-13 16,-1 1 6-16,1 0-30 0,-2-1 32 0,4 2-7 15,-3 2-2-15,2-2-3 0,-3 2-9 16,0 0-7-16,8 0 23 0,-7 0-14 15,-5 0-18-15,-15 13 32 0,13-7-2 0,0 1-11 16,3 2-20-16,2-2 12 0,0-1 13 0,0 3 2 16,4-1-20-16,0 1 10 0,3-1-4 0,0-1-26 15,1 1 8-15,1-8 15 0,0 6 4 16,0 0-6-16,12 15-8 0,-3-8 25 0,0-2-14 16,5 1-2-16,-5-5 6 0,3-4-18 15,7 2 10-15,-4-3 1 0,-6-2 0 0,5 0-18 16,4 0 16-16,1 0 15 0,17-14-20 0,-18 6-7 15,0-1 13-15,-3 0 3 0,-5-2-19 0,3-1 20 16,0 1 2-16,-3-4-5 0,-2-2 14 16,1 0-20-16,-4 0 11 0,1 0-5 15,-3-10-4-15,-2 1 16 0,-1-1-19 0,0 14 18 16,0-6 7-16,-15-19-15 0,7 14 8 0,1 1-3 16,-2 2 7-16,0 1-5 0,0 0 4 0,1 5-2 15,-5-3 19-15,4 4-5 0,0 1-22 16,0 0 39-16,2 3-13 0,0 2 12 0,2 1-6 15,0 2 2-15,-1-4-12 0,6 9-2 16,-3-3 3-16,3 3-6 0,-5-7 1 0,6 9-11 16,-2-4 1-16,0 1-15 0,0 5 13 0,-1 4-8 15,2 0 9-15,-2-1-2 0,-1 7 3 0,1 2-11 16,2-9 7-16,0 5-11 0,0 3 6 16,0 4 1-16,0 0 3 0,0 2-10 0,0-1 13 15,0-3 7-15,0 1-18 0,0 0-3 16,0-1 6-16,0 1 3 0,0-2-6 0,0 1 12 15,7 20-6-15,-3-23-17 0,0 3 18 0,0-2-1 16,1 1 0-16,1-2-15 0,-1 0 7 16,2 0 4-16,-3-2 5 0,6 1 1 15,-4-2-6-15,3-1 1 0,-1-2 3 0,-1-3-1 16,1-1-12-16,-3 0 7 0,4-1-14 0,7 2 17 16,1-1-10-16,3-4 2 0,-12 0 7 0,5 0-10 15,21-10-5-15,-15 3 4 0,-2 0-2 16,-4 0 9-16,4 2-9 0,-2-2 5 0,-3 0-8 15,-2 3 11-15,-2-3-9 0,1-2 12 16,-3 4-7-16,-2-2 11 0,5 2-15 0,-7 1 16 16,1-1-1-16,-2 2 1 0,2-2-11 0,-1 1 9 15,-2 1 4-15,0 3-11 0,0 0 0 0,0 0-14 16,0-9 1-16,0 9 18 0,0-8-22 16,0 8 22-16,0 0-9 0,-11-12 9 15,7 11 3-15,-1 1-2 0,1-1-2 0,0 1 5 16,1 0-4-16,-3 2-6 0,1 0 10 0,0-1 8 15,2 2-17-15,3-3 3 0,-7 5 3 0,4-4-18 16,0 4 11-16,0-2 3 0,2 3-1 0,1-3 8 16,1 1-17-16,-2 0 4 0,3 0-3 15,1-1 1-15,9 6-12 0,-1-4-11 0,0-4 9 16,8 1 5-16,3 0-2 0,-12-2-34 16,7 0 17-16,4 0 5 0,24-14-9 0,-20 9-10 15,-1-1 20-15,-2-3-32 0,-1 0 18 0,-1 1 12 16,2-1-11-16,-11 1-34 0,6-1 49 15,-10 1-3-15,-1-1 4 0,1 5-25 0,-4-2 44 16,-3 1-3-16,0 2 1 0,0-1-18 0,0 4-3 16,0 0 52-16,-14-7-47 0,7 4 27 0,-1 3 32 15,0 0 2-15,-3 0-20 0,-4 0-7 16,-22 14 3-16,20-8 6 0,-1 0-17 0,3 1 18 16,1 0-5-16,5-1-27 0,4-1 24 15,1 0 0-15,1 1-7 0,2-2 9 0,0 0-8 16,1-4-6-16,0 0 30 0,0 0-24 0,22 20-29 15,-8-13 35-15,1-1-26 0,3-5 26 16,-3 2-29-16,2-2 22 0,-1 2 21 0,3-3-16 16,-19 0 7-16,9 0-35 0,1 0 22 15,-3 0 13-15,-1 0-10 0,3 0 1 0,-9 0 6 16,15-11 21-16,-10 8-5 0,-4 1-1 0,2-1-2 16,-1-2 4-16,0 1 1 0,-1 1 4 0,0-2 8 15,-1 0 1-15,0 0 4 0,0 0-27 0,0 0 5 16,0-1 3-16,0 3 3 0,0-2-4 15,3 1-16-15,-2 0 17 0,-1 0-1 16,2 3-11-16,-2 1 9 0,0 0-6 0,0 0-2 16,0 0-13-16,0 0 14 0,0 0-7 0,0-7 2 15,2 1-13-15,-2 8 10 0,0-1 3 0,1 2-2 16,-1 1-2-16,2 0-13 0,2 13 14 16,0-8-11-16,-2 2-3 0,0-2 8 0,5 8 5 15,-5-1 1-15,6 0-6 0,-5 1 13 0,4-1-3 16,-2 2 1-16,-1-2 2 0,1-1-12 15,1 7 8-15,-3-5-11 0,-1 4 4 0,1 0-2 16,0 2 8-16,-3-1-17 0,0-12-10 0,0 4 23 16,0 5 4-16,0-2-15 0,-15 19 11 15,10-20 9-15,0-1-5 0,-2 0-5 0,-2-2 8 16,-1 1-7-16,-1-3 1 0,0 2 18 0,-6-5-15 16,6-1-6-16,-9-2 9 0,5-1 0 15,-1 0-4-15,-4-3 8 0,13-1-14 0,-6 0 21 16,-17-10 14-16,16 3-22 0,5 0-4 0,-1-4-2 15,1-1 4-15,7 1 12 0,-3-3 0 16,5-3-11-16,0 5-9 0,0-1 5 0,17-20 7 16,-8 13-18-16,3 1 9 0,2-2-11 0,1 3-27 15,-1 1 3-15,1 0-34 0,-5 3-1 16,0 1-56-16,3 4 11 0,-2-1-66 0,0-2-45 16,-2 5-101-16,2-3-61 0,-2-2 11 15,1 1 26-15,1 0 11 0,-1 2-1 0</inkml:trace>
  <inkml:trace contextRef="#ctx0" brushRef="#br0" timeOffset="546.859">15985 1224 301 0,'-6'13'148'0,"-3"2"-33"16,1 2 0-16,2 0-18 0,-1 1 11 0,3 3 5 16,-4-2-21-16,8 0 11 0,0-9-61 15,0 4 39-15,0 1-13 0,0 5-30 0,0-3 46 16,6 19-25-16,-2-19-19 0,1-3 3 0,0 3 4 16,3-2-3-16,2 2-13 0,-3-3 22 0,0-3-24 15,1 1 0-15,2 1-8 0,0-4-15 16,3 2 11-16,-3-4-24 0,-1 0-32 0,4-2 2 15,-4-1-110-15,-3-3-100 0,3 1 21 16,-1-1-143-16,-1-1-3 0</inkml:trace>
  <inkml:trace contextRef="#ctx0" brushRef="#br0" timeOffset="1093.719">16300 1579 222 0,'0'-3'220'16,"0"3"-45"-16,1-3 22 0,-2 1-4 0,1 0-24 15,0-3-57-15,3 0-5 0,-3 1 9 16,1-1-11-16,1-2-29 0,-2 2 13 0,0-5-8 15,6-14-3-15,-1 5 1 0,-1-1-9 0,3 3-26 16,-2-7-2-16,1-7 23 0,-1 1-16 16,2 1-10-16,2 3-5 0,-4 3-12 0,1 4 33 15,-1 0-4-15,-1 4-9 0,-1 2 31 16,-2 3-19-16,3 2 5 0,-4 1 4 0,1 2-21 16,2 0-11-16,-1 3 2 0,-2 2-11 0,0 0 2 15,0 0 0-15,0 0-1 0,0 0-5 16,0 0-4-16,5-9-4 0,-2 11 4 0,-1 0-7 15,3 6-6-15,3-1 4 0,2 0 3 16,3 3 21-16,-5 2-10 0,2 0-8 0,0 0-3 16,-3-2-5-16,3 4-1 0,-3-2 22 0,1 1-17 15,4 1 5-15,-2 1 0 0,-4 1-15 16,5 1 5-16,-1 0 15 0,-1-3-13 0,0 4-1 16,5-4 6-16,-1 1-18 0,-4-1 9 15,1-2 2-15,-1 0-4 0,0 1 10 0,-2-4-1 16,-3-2-2-16,1-2-6 0,0-1 4 0,-2 0-9 15,1 0 10-15,-4 1-8 0,4-4-6 0,-3 3 18 16,3-1-6-16,-3-1-20 0,0 0-2 16,0 1-13-16,-1-2-6 0,2 0-19 0,-2-1-6 15,0 0-56-15,0 0 14 0,0 0-119 16,-5 3-65-16,1-6-78 0,3 2 16 0,-3-3-3 16,2 1 16-16,0-1 10 0</inkml:trace>
  <inkml:trace contextRef="#ctx0" brushRef="#br0" timeOffset="1421.839">16344 1422 237 0,'0'0'145'0,"-1"0"-7"0,1 0-20 0,0 0-16 16,1 0-12-16,2 0-33 0,1 0-7 0,1 0 24 16,1 0-11-16,4-1-5 0,6-1-5 15,-6 2 2-15,3 0-12 0,1 0-24 0,4 0 31 16,-3 0-31-16,-2 0-5 0,1 0 0 15,-5 0-21-15,-2 0-35 0,0 0 4 0,-7 0-60 16,9 0-58-16,-2 0-142 0,-7 0 8 0</inkml:trace>
  <inkml:trace contextRef="#ctx0" brushRef="#br0" timeOffset="2046.819">16779 1078 222 0,'1'-2'218'16,"-2"4"-34"-16,0-4-16 0,-3 4-49 0,5-2-14 15,3 0-11-15,-5-4-19 0,2 6-24 0,1 0 42 16,4 5-17-16,2-2-24 0,-1 2-2 16,2 1 25-16,1 1-26 0,2 0 8 0,-1-1-34 15,0 2 9-15,0-3-30 0,-2 2 4 16,1 3-2-16,-6-1 27 0,2 3 7 0,2-2-41 16,-5 3 21-16,-3-4-19 0,6-1 3 0,-6 0 8 15,1 0 41-15,-1 0-33 0,3-1 18 0,-3-2-34 16,0 3 24-16,0 0-13 0,0 4 18 15,0-1-22-15,0 0 0 0,0-2-3 16,-13 17 19-16,10-14 6 0,1-5 8 0,0 2-18 16,0-2 1-16,-3 4 2 0,2-3-17 0,-1 0 18 15,-3 2-9-15,2-4 18 0,1 0-7 0,3-2 0 16,-2 1-10-16,0-5 24 0,0 2-21 16,2-1 12-16,0 0-4 0,0-1 10 0,-2 3-16 15,-1-5-12-15,4 3 16 0,0-3-14 0,0 0-3 16,0 0-15-16,0 0 6 0,0 0-47 15,0 0-5-15,0 0 5 0,0 0-150 0,-2 6-133 16,4-8-51-16,2-2 25 0,-1 1 20 16,6-7 18-16</inkml:trace>
  <inkml:trace contextRef="#ctx0" brushRef="#br0" timeOffset="2468.683">17212 1244 331 0,'4'-4'150'16,"-2"4"-2"-16,-2 0 16 0,2-3-24 15,3 5-25-15,-2-4-19 0,3 2 14 0,4-4-35 16,3 3-7-16,-13 1-2 0,28-6 17 0,-8 6-31 16,-2-3 10-16,7-1-12 0,-5 2 19 0,2-1-26 15,-2-1-5-15,1 0-36 0,-1 0-9 16,-2 1 63-16,1 0-35 0,-11 3-2 0,2 0-6 15,3 0 0-15,-3 0 13 0,1 0-13 16,-5 0 22-16,3 0-31 0,-9 0 8 0,7 0-20 16,-7 0 5-16,0 0-48 0,11-2 15 0,-10 0 14 15,-1 2 1-15,0-1-82 0,-3 1-3 0,3-2-80 16,-6 1-95-16,-3 2 17 0,2-1 13 16,1 2-84-16</inkml:trace>
  <inkml:trace contextRef="#ctx0" brushRef="#br0" timeOffset="2843.665">17332 1345 222 0,'-2'2'181'16,"-1"-1"-33"-16,2-1-19 0,1 1-17 16,0 1-13-16,1-2-14 0,2 0-3 0,3 0-38 15,-1 0 20-15,2 0-19 0,14 1-16 0,-10-1-4 16,5 0 13-16,2 0 1 0,3 0-23 16,-2 0 29-16,1 0-8 0,1 0-29 15,-2 0 11-15,0 0 20 0,-3 0-4 0,-3 0-34 16,-2 0 29-16,-2 0-4 0,-3 0 10 15,-6 0 0-15,8 0-12 0,-8 0 6 0,5 0 13 16,-5 0-19-16,0 0-5 0,9 0-5 0,-9 0-17 16,0 0 3-16,0 0-23 0,9-8 4 15,-9 8-85-15,-2 3-30 0,-1-3-61 0,-1 0-138 16,0 1 16-16,1-2-69 0</inkml:trace>
  <inkml:trace contextRef="#ctx0" brushRef="#br0" timeOffset="5078.139">17905 1017 334 0,'0'0'269'0,"0"0"-49"0,0 0-22 0,0 0-16 16,0 0-24-16,0 0-22 0,0 0-4 0,0 0-11 15,0 0-10-15,0 0-15 0,0 0-12 0,0 0-8 16,0 0-16-16,0-14 9 0,35-8-24 16,-25 18-2-16,0-3 4 0,5 2-4 15,-2 2-26-15,-5 0 20 0,3 0-12 0,1 3 5 16,-3-4-11-16,2 4 3 0,-2-1 9 0,-9 1-20 15,7 0 14-15,-2 0-20 0,-5 0 13 16,9 0-25-16,-3 0 19 0,-6 0-7 0,9 5-9 16,1 8 19-16,-10-6-41 0,-3 1 34 15,3-3-12-15,1-1-6 0,-2 4 6 0,1-8 3 16,0 9-4-16,0 1-2 0,0 0-5 0,-15 6 4 16,10-9 18-16,0 0-31 0,-4 1 32 15,3-2-16-15,-4-1-2 0,2 3-1 0,2-2-8 16,-3-1 16-16,1-1 4 0,-4-1-20 0,4 2 13 15,1-5 0-15,4 4-21 0,-2-2 36 16,0 1-4-16,4-3 5 0,1 0-17 0,0 0 8 16,0 0-12-16,-9-2 14 0,9 2-16 15,3-1 18-15,1-1 0 0,4 4-16 0,-5-6 0 16,-1 0 9-16,5 3-4 0,-6 2 1 0,8-1-7 16,-1 0 6-16,-8 0-9 0,9 0 15 0,1 0-28 15,0 0 18-15,2 0 9 0,-1 0 0 16,-1 0 4-16,3 0-13 0,-2 0 16 0,1 0-12 15,12 9 18-15,-16-7-32 0,1 2 8 16,0-1-7-16,1 0 11 0,-3 2-12 0,-3-1 22 16,-2 1 8-16,-2-2-1 0,7 2-34 0,-5 4 10 15,-2-9 11-15,0 7-6 0,0 2-11 16,0 2 12-16,0-3 3 0,0 0-2 0,-14 8 11 16,14-16 3-16,0 7-7 0,0-1-6 15,-16 5-4-15,9-3 0 0,-3-4 9 0,5 1-7 16,1 1 6-16,-4-3-6 0,3 1-7 15,0-1 36-15,1 0-15 0,0-1 3 0,-1 1 6 16,1-2-7-16,-3 2-1 0,1-2 0 16,0 1 16-16,0 0-5 0,-12 4 12 0,5-2-13 15,-5 1 8-15,4-3-19 0,1-2 5 0,3 2 8 16,10-2-12-16,-8 0-2 0,0 0 21 0,0 0-2 16,0 0-12-16,2 0 20 0,6 0-13 15,-10 0 12-15,3 0-11 0,7 0 3 0,-9 0-11 16,9 0 6-16,-9 0-5 0,9 0-11 15,-6 0 0-15,6 0-14 0,-8 0-28 0,8 0-44 16,0 0-8-16,-6 0 8 0,6 0-73 0,0 0-73 16,0 0-61-16,-10-5-64 0,13 4-5 0,-2 1 21 15,2-5 8-15,10 2-7 0</inkml:trace>
  <inkml:trace contextRef="#ctx0" brushRef="#br0" timeOffset="6078.122">18292 1348 362 0,'0'0'161'0,"0"0"-38"16,0 0-17-16,0 0-13 0,0 0-12 0,0 12 16 16,0-12-21-16,0 0 1 0,18 29-44 0,-28-13 33 15,6-2-9-15,-2 4 16 0,-2-4-19 16,-1 3-30-16,3-2 41 0,-2-1-17 0,3 1-35 15,0-1-7-15,0-2 26 0,0 1 6 16,1-2 11-16,-3 3-44 0,4-2 23 0,-1-7-29 16,1 1-1-16,3-2-121 0,-5 0-100 15,5-1-93-15,0-3-18 0,4 0 8 0</inkml:trace>
  <inkml:trace contextRef="#ctx0" brushRef="#br0" timeOffset="7796.811">19063 1180 421 0,'0'0'116'0,"0"-15"1"0,-32-7 9 16,21 13-12-16,0-2-38 0,-1 5-11 16,0-6 38-16,-3 7-15 0,-4-5 25 15,5 5-27-15,-2 2-16 0,-3 0 7 0,-2 2-2 16,2 1-21-16,-3-2 0 0,12 2-30 0,-5 0-1 15,0 0 46-15,-16 11-29 0,15-6-38 16,1 0 42-16,7 3 1 0,0 1-18 0,0 1-10 16,0 2-7-16,5 3 16 0,1-4-3 0,0 4-12 15,1 2-20-15,1-9 31 0,12 13-11 16,-7-9-6-16,2-4-6 0,4 1 20 0,2 1-34 16,-2-2 18-16,6-2-2 0,5-1 17 0,-3-2-30 15,3-2 0-15,-8-1 36 0,8 0 11 0,3 0-26 16,24-15 6-16,-27 9-14 0,-2-3 10 15,-2-3-7-15,-3-3 9 0,-2 0 4 0,-1-6-15 16,-5 2 15-16,-2-6-17 0,-3 5 17 16,0-7 1-16,-2 14-3 0,0-7-6 0,0-4 16 15,-13-32 3-15,4 27-2 0,-5 5-3 0,4-2 4 16,-2 2-16-16,0-1 2 0,-4 1 10 0,6 3-3 16,4 1 2-16,-6 4 4 0,0 2 3 15,4 2-5-15,0 3-2 0,4 3-10 0,-2-2 11 16,2 2-8-16,4 2 0 0,-4 1-7 15,-1 5 4-15,4 1 4 0,6 6 0 0,-7 0-10 16,0 4 18-16,2-3-10 0,0 5-17 16,0 2 8-16,0 5-13 0,14 21 15 0,-7-19-6 15,-2 2 3-15,0-1 3 0,0-1-16 0,-2 2 7 16,8-3-8-16,-1 0 8 0,-2 0 12 0,1-1-7 16,1-5-1-16,3 0-1 0,-2 0 6 15,-2-2-12-15,4-2 1 0,1-1-13 0,-2-4 24 16,4-3-14-16,2 0 2 0,1-2-29 0,-6-3 17 15,-5 0-18-15,1 0 0 0,15-12 1 16,-10 6 6-16,0-1 5 0,-3-5-45 0,0 2 35 16,0 0-25-16,1-2 2 0,-4-2 26 0,2 3 3 15,-9 0-26-15,4-1 40 0,-5 1 11 16,0 11-19-16,0-9 0 0,0 0 8 0,-13-6 2 16,6 11 1-16,1-1-25 0,3 0 30 15,-1 2 3-15,-5 1-11 0,0 6 22 0,9-4-17 16,-7 0 18-16,-11 13-16 0,14-7-6 0,-3 4-7 15,4 0 3-15,1-5 11 0,1 8 3 0,1-13 17 16,0 11 5-16,15 14-27 0,-2-14-23 0,-4-3 40 16,11-1 10-16,-4 1-63 0,-1-4 19 15,9-1 42-15,-3-3-30 0,-10 0-6 0,6 0 0 16,4 0-44-16,20-12 6 0,-10 4 5 16,-8 1 4-16,2-3 5 0,-5 1-4 0,2-1 3 15,-7-2 3-15,-2 0-6 0,-4-2 26 0,-1 4-40 16,-3-2 28-16,-5 12 19 0,0-11-14 15,0 2-2-15,0 0 3 0,0 2 3 0,-16-6 0 16,4 13 5-16,-6-3 1 0,5 2 39 16,4 1-1-16,-2 0-3 0,-18 9 35 0,14-2-30 15,-2 1-3-15,-1-1-1 0,7 8-3 0,2-3-1 16,3 0-10-16,0 0-2 0,4 2 2 16,2-14 6-16,0 10-2 0,0 0 0 0,0-1 8 15,21 8-2-15,-10-12-39 0,0-1-10 16,-3-3 2-16,-1 1 52 0,-7-2-3 0,11 0 1 15,14-14-4-15,-15 7-25 0,2-1-1 0,-3-1 2 16,2 3 10-16,-4-5 13 0,1 1 0 16,-2 0-3-16,1-4 25 0,-4 6-16 0,3-3 7 15,-1 3 22-15,0-1-15 0,-1 4 1 16,-1 0-3-16,-3-5-17 0,4 9 43 0,-2-3-29 16,-2 4-1-16,0 0 5 0,0 0-30 0,0 0 31 15,0 0-17-15,-3 4-8 0,7 3 27 0,-2 2-18 16,5 0-6-16,-1 6-2 0,-1 2-14 15,2 0-15-15,-1-2 31 0,1 3-13 0,1-2-8 16,-1 5 27-16,1 1-33 0,-3-3 16 0,2 5 14 16,-6-8 6-16,5-2-36 0,-5 2 22 15,0-1 4-15,0-4 14 0,-1-11-31 0,0 15 16 16,0-2 26-16,-12 16-6 0,8-18 13 0,-2 3-8 16,-5-3-16-16,-1-1 14 0,0 2-1 15,-5-4-10-15,1 4 5 0,-1-8-26 0,-1 1 7 16,4 2-7-16,3-5-15 0,-1 1-13 15,2-3 3-15,4 0-60 0,6 0-78 0,0 0-13 16,-10 0-144-16,0-10 23 0,10 5-94 0,0-1 51 16</inkml:trace>
  <inkml:trace contextRef="#ctx0" brushRef="#br0" timeOffset="8203.051">19891 798 328 0,'-8'9'142'16,"-1"3"-23"-16,1 0-10 0,-2 3-11 16,-3-5-10-16,4 7-10 0,3 2 24 0,-1-2-46 15,1 2 12-15,2-4-20 0,0 4-22 16,4-10 26-16,0 5-27 0,0 2-4 0,0 2-1 16,0 0 31-16,0-1-39 0,12 19 35 0,-5-14-11 15,2-5-36-15,2 0 19 0,-1-3 18 0,0 1 1 16,2-3-22-16,0 0 21 0,1-2-10 0,0 0-15 15,-1-3 9-15,3 2-3 0,0-2-7 16,-1-4-35-16,1 4 34 0,0-2-1 16,0-2-103-16,-1-1-41 0,-14-2-40 0,11 0-141 15,1 0 15-15,-2 0-96 0</inkml:trace>
  <inkml:trace contextRef="#ctx0" brushRef="#br0" timeOffset="9078.024">20141 964 430 0,'0'-1'210'0,"-4"2"-36"0,5-1-26 0,-2-1-6 15,3 1-37-15,-2 1-30 0,3 4 26 16,0 2-12-16,-1 1 7 0,2-2-20 0,0 3-15 16,1 5-11-16,-1 0-5 0,0 1-8 15,1-1 5-15,-4-1 7 0,3 3 1 0,1-6-19 16,-5 0-6-16,3-1-15 0,-2-3 4 15,5 1 8-15,-6-7-6 0,0 0 7 0,0 0 0 16,0 0 42-16,0 8-15 0,-4-9 2 16,1-6-5-16,-2-1-30 0,3-4 2 0,2 2 13 15,-4-2 2-15,-2-9-14 0,-1 4 4 16,1 0-19-16,2-3 8 0,1-2 9 0,3-1-24 16,0 5 30-16,0 6-13 0,0-5-7 0,0-5-5 15,0 3 10-15,13-23 7 0,-7 26-10 16,1 2-22-16,-3 0 26 0,9 3-26 0,0 2 8 15,1-3-3-15,5 6-2 0,-3 0-7 16,3-1 3-16,-3 1 14 0,2 4-27 0,0 1 11 16,-3 4-7-16,-3 5-2 0,-1-1-12 0,1 4 17 15,-3-3-16-15,-4 3-5 0,0 4 32 16,-1 0-23-16,1-3 21 0,-5 3-18 0,0-7 10 16,0 2 13-16,-13 13-34 0,3-10 18 15,5 0 5-15,-7-5 19 0,5 0-11 0,-4 1-17 16,4-2 33-16,-6-2-4 0,8-1 1 0,-3 0-3 15,8-4 15-15,0 0-14 0,0 0-7 16,0 0-34-16,-11 10 46 0,8-6 16 0,3-3-24 16,0 1-7-16,0-2-28 0,1-1 19 0,-1-1-4 15,2 0-29-15,0 0 45 0,5 0-24 16,-1 2-9-16,-2-1 1 0,5-2 25 0,-5 2-8 16,6-1-7-16,-3 0 19 0,3 2 1 15,5-2 1-15,-8 1-14 0,-7 1 11 0,11 0 19 16,-3 0-22-16,-1 0 8 0,5 12-36 0,-6-6 19 15,-1-3 27-15,-1 4-15 0,1 2-11 16,-3 0-3-16,0 2 8 0,0-2 12 0,1 0-27 16,-3-1 31-16,4-2 2 0,-4 2 1 0,0-8 13 15,0 5-26-15,0-5 8 0,0 8 21 16,-11 6-3-16,4-8 35 0,-1-1-9 0,-6 1 1 16,4-1 12-16,-5 2-12 0,-4-4 0 15,6-1 10-15,-5 3-3 0,5-3-16 0,1-1 16 16,1-1-14-16,-2 2 5 0,9-2-9 0,-3 1 7 15,7-1-27-15,0 0 2 0,0 0 8 16,-9-4-15-16,6 2-24 0,2 0-19 0,0-1-28 16,2 1 5-16,-4-5-84 0,6 2-12 0,1-5-55 15,1-1 17-15,5 0-221 0,-4-1 18 16,2 2 74-16</inkml:trace>
  <inkml:trace contextRef="#ctx0" brushRef="#br0" timeOffset="9484.259">20588 660 234 0,'-1'-4'265'0,"1"3"-24"15,-1-2-19-15,2 3-30 0,-2-3-24 0,1 6-26 16,1-6-15-16,1 3-15 0,-4 3-11 0,6 0 7 16,2 4-24-16,4 1-6 0,6 3-13 0,-2 6-15 15,0-5-2-15,-4 3 3 0,0 0-13 16,7 4 15-16,-4-2-17 0,3 1-12 0,-4 1 4 16,2 1 5-16,-3 1-20 0,-4 1 14 15,3-1-3-15,-2 3-9 0,-3-1-10 0,1 2 1 16,-3-5 2-16,-3 6-17 0,0-18 29 15,0 8-9-15,0 1 4 0,-12 20-4 0,8-20 9 16,-5-3-15-16,-1 1-16 0,-1-1 11 16,-1-3 9-16,-2 0-4 0,3-4 1 0,-2 0-25 15,0 0 5-15,-1-2 4 0,4-2-36 0,1 2-1 16,9-5-16-16,-9 0 6 0,9 0-112 0,-8 0-44 16,-6-18-69-16,13 10 20 0,1-2-103 15,2-3-12-15,-2 4-2 0</inkml:trace>
  <inkml:trace contextRef="#ctx0" brushRef="#br0" timeOffset="9812.384">21120 744 301 0,'1'-4'259'0,"2"4"-60"16,3 2-56-16,-5-6 16 0,1-2-9 0,7 5-45 15,-3 0 5-15,4-2-28 0,3 1 7 0,-1 0-24 16,3-4 9-16,0 4-39 0,4-4 8 16,-4 3 1-16,5 0 19 0,-1-4-25 0,-3 7 10 15,0-5-9-15,-2 5-8 0,-6-6-39 16,5 2 38-16,-6 1-33 0,2 0-3 0,-2 2-17 15,1-3-21-15,-4 3 4 0,-1 1-57 16,0-2-5-16,-1 2-54 0,-1 0-46 0,-1 0-94 16,-1 0 17-16,-1 5-83 0</inkml:trace>
  <inkml:trace contextRef="#ctx0" brushRef="#br0" timeOffset="10156.116">21143 976 357 0,'4'0'199'0,"-4"1"-36"16,0-1-37-16,4 0 2 0,0 1 1 15,4 0 13-15,9-2-47 0,-3-1 16 16,-9 2-26-16,7 0-3 0,3 0 3 0,2 0 1 15,1 0-21-15,-2 0-38 0,21-7 39 0,-14 5-10 16,-6-1-2-16,-9 3-13 0,4 0-12 16,1 0-1-16,-1 0-3 0,-1 0 5 0,-2 0 1 15,-2 0-30-15,-7 0 31 0,10 0 0 0,-4 0-12 16,-6 0-10-16,9-8 10 0,-9 10-1 16,0-2 0-16,0-2-2 0,1 2-8 0,-2 0-12 15,1 0-15-15,0 2 12 0,0-4-15 0,-4 2-33 16,4 2 6-16,4 2-94 0,-6-7-45 0,-3 6-93 15,-1-2 21-15,6-5-102 0,-1 0 8 16,-3-2 0-16</inkml:trace>
  <inkml:trace contextRef="#ctx0" brushRef="#br0" timeOffset="11234.208">21785 691 357 0,'0'0'241'0,"0"0"-38"16,0-15-37-16,2-4-22 0,5 11-28 0,4 3 3 15,3-2-19-15,3 0-9 0,-3 0-14 16,5-1 8-16,-3 6-18 0,-6 2-26 0,1-3 3 15,3 4-5-15,-1 2-10 0,-1-2-19 0,-5 3 21 16,1 0 11-16,-2 1-16 0,-2 2-16 16,1-2 8-16,-5 2-30 0,3-5 31 0,-1 11-31 15,-6-6 19-15,4 2 7 0,-6-2 0 16,6 4-18-16,-6-3-7 0,-3 0 23 0,-1-3-1 16,-1 2-9-16,2 0 18 0,3-1-13 15,-7-1-5-15,8 2-2 0,-1-4-25 0,2-2 23 16,-4 2-5-16,3-3 16 0,3 4-32 0,-1-1-3 15,3-3 35-15,-4 2-10 0,4-1-32 16,1 2 22-16,1-1-9 0,2 0-11 0,-2-4-16 16,3 4 4-16,5 3 29 0,-1-5 4 0,2-1 1 15,1-3 0-15,-12 4-16 0,20 0 7 16,-20 0 1-16,11 0 27 0,6 0-12 0,-17 0-12 16,7 0-9-16,-7 0 8 0,13 18 14 15,-8-11-2-15,-1 0 20 0,-1 2-30 0,-2-4 21 16,5 3-28-16,3-1 2 0,-9-7 1 15,0 10 26-15,0 0 3 0,0 1 12 0,0-3-15 16,9 9-6-16,-9-11 0 0,0 1-1 16,0-7 0-16,0 8-4 0,0 2 2 0,0-5-1 15,0 4 0-15,-18 4-13 0,12-6 14 0,0-2-21 16,-2 0 17-16,-4-1 26 0,3-1-41 0,-3-3 64 16,-4 6-12-16,2-3 13 0,-4-3-22 0,9 0-2 15,-8 0 19-15,-3 0 1 0,-3 0 1 16,0 0 10-16,-1 0-5 0,2 0-11 0,-1 0 5 15,2 0-5-15,-18-9 10 0,23 6-7 16,4 3 4-16,2 0 1 0,5-2-18 0,0-2-6 16,2 1-18-16,2 2 5 0,0 0-13 0,3 1-27 15,-1-2-48-15,8 1 9 0,0-2-69 16,-5 3-32-16,2 0-96 0,7 0 19 0,-13 0-123 16,9 0-12-16,0 0 8 0</inkml:trace>
  <inkml:trace contextRef="#ctx0" brushRef="#br0" timeOffset="11874.815">22187 911 307 0,'3'2'161'0,"-3"-2"-24"0,2 0-20 0,-2 1-17 16,-3 0-10-16,0-3-27 0,1 6 10 0,2-3-26 15,-7 2-4-15,10 2-5 0,-1-3 22 16,0 3-19-16,-4 2 43 0,2 2-27 0,-2 1 14 16,2-10 7-16,0 10-20 0,0-1 13 0,-8 12-1 15,3-7-4-15,5-2 5 0,0-2-22 0,-1 1 17 16,-7 2-30-16,2-1 3 0,1 0 13 16,3-1 7-16,-3 0-30 0,-3 0 19 0,8 0-22 15,-1 0 4-15,-5-7 5 0,3 7-11 16,1-6-2-16,-5 1 9 0,1-5 12 0,4 4-6 15,1-3-8-15,0-1 18 0,-6 1-16 0,7-2-7 16,8 2-11-16,-8-2 6 0,3 0 2 0,-5 0-5 16,6 0 5-16,-8 0-11 0,6 0 3 15,0 0-15-15,-2 0-20 0,0 0-1 0,-5-2-16 16,5 2 7-16,0-5-46 0,0 7-15 0,5-2 10 16,-5-2-29-16,2 1-72 0,2-4-9 15,-3-1-47-15,0 2 18 0,4-1-143 0,-1 0-31 16,1 0 55-16</inkml:trace>
  <inkml:trace contextRef="#ctx0" brushRef="#br0" timeOffset="14624.738">23057 821 272 0,'-17'0'167'15,"17"0"-25"-15,0 0-13 0,-14 0-5 0,-5-21-33 16,12 12-21-16,4 2 12 0,-4 1-17 16,2-3 4-16,-1 0-35 0,-3 5-13 0,-1-5 32 15,-2 4 7-15,0 1-21 0,-5 0-25 16,3 2 24-16,-3 0 4 0,-1 2-2 0,1 0-36 15,3 1 32-15,-3 2-2 0,2 7 15 0,1-2-51 16,3-7 32-16,-1 11-8 0,1 1-44 0,-1-1 18 16,7 0 32-16,-1 1-5 0,3 0-3 15,3 3-26-15,0-9 38 0,0 4-11 0,0 1-13 16,0-2-15-16,22 12 13 0,-12-18 7 16,6 7-3-16,-1-6-6 0,3 0 19 0,-2-5 5 15,-7 0-56-15,5 0 36 0,6 0-15 0,19-12 16 16,-21 3-35-16,0 1 13 0,0-4 44 0,-5-1-18 15,-2-2 8-15,-1-1-16 0,-1-2 1 16,2-1 6-16,-6-2 12 0,-1-2-11 0,-3-2 14 16,1 1 8-16,-2 13-26 0,0-5 32 15,0-4 12-15,-12-20-26 0,5 20 6 0,-2 1-27 16,5 1 32-16,-6 2-1 0,2 3-2 0,1 1-16 16,0 1 22-16,1 4-14 0,-3-1-1 0,2 1-9 15,0 2 8-15,3 3-9 0,3-1 0 16,1 5 3-16,-7-2-4 0,5 2-28 15,1 5 19-15,1 1-4 0,-2 5 11 0,-1 1 0 16,1 3-11-16,4 6 1 0,-4-5 1 0,2 3-4 16,10-1 5-16,-4 4-2 0,-1-3 9 0,3 2 2 15,0-2-15-15,1 1-6 0,0-1-12 16,4 2 27-16,-1-5-25 0,0 4 1 0,1-12 6 16,1 3 3-16,-1-4-9 0,-2-1-7 15,3-4 19-15,1 1-27 0,-1-1 8 0,-6 0 7 16,3-2-20-16,2 0 3 0,-13-2 23 0,0 0 5 15,15-13 14-15,-9 6-29 0,-2-4 10 0,-1 1-6 16,-2 0 2-16,1 0 12 0,-2-1 10 16,2 0-21-16,-4 2 25 0,2 2 2 0,-2 0-5 15,-3 4-16-15,1 0-10 0,3-1-18 16,1 7 28-16,-3-3 11 0,-1 0 7 0,7 2-56 16,-6-1 38-16,2 3 5 0,0 3-31 0,0 0 32 15,2-5 3-15,0 5-49 0,2 6 47 16,-3-13-32-16,5 21 13 0,-3-10 5 0,5-2 0 15,-2-4-12-15,3 0-2 0,3 2-5 16,0-3-2-16,4-3 6 0,-10-1 2 0,6 0-27 16,5 0 8-16,13-10-24 0,-15 4 30 0,-1 0-25 15,1 0 32-15,-1-7-25 0,-4 5 34 16,-3 3 0-16,2-6 0 0,-3 1-16 0,-4 5 42 16,-1-12-26-16,0 9 3 0,-3 2 15 15,0-2 14-15,-1 4-5 0,-5 1-1 0,-1-3 16 16,1 6-4-16,-4 3 7 0,13-3 0 0,-21 18-4 15,10-11 6-15,1 5 1 0,1-3-11 0,2 1-2 16,0 1 0-16,5-3-2 0,2 2-42 16,0-10 13-16,0 8 3 0,9 9 23 15,-1-10 5-15,0-1 1 0,-1-5-1 0,0 2-10 16,4-3 5-16,1 1 9 0,-12-1-2 0,10 0-55 16,14-11 19-16,-15 7-11 0,-1-2 22 15,1-3-13-15,3-1-2 0,-6 2 31 0,1 2 1 16,-3-8-2-16,3 7 1 0,-1 3 24 0,-2-3-14 15,1 5-8-15,0 2 46 0,-5-3-9 16,0 3-6-16,0 0-11 0,0 0-2 16,0 0 0-16,3 4-2 0,-3-3 11 0,1-6 10 15,2 9-25-15,-3 2-6 0,2 0 0 0,3 7-9 16,1-4-18-16,-1 3 44 0,2 3-22 16,-2-1 8-16,-2-1-1 0,1 2-4 0,-2 3-20 15,0-3 16-15,2 2-24 0,-2 0 40 0,-2-9-1 16,0 5-37-16,0 3 7 0,0 0 30 15,0-2-1-15,-15 16 26 0,11-13-9 0,-3-5-12 16,1 0-30-16,-4 0 23 0,2-3 18 16,-2-4-8-16,0 2-1 0,1 0 9 0,-1-1-15 15,2-5-31-15,-3 3 11 0,11-4 18 0,-7 0-7 16,0 0-31-16,-1 0-43 0,0 0 6 16,-4-17-79-16,8 7-63 0,3-4-123 0,1 0 24 15,-5-1-65-15,5 8 5 0</inkml:trace>
  <inkml:trace contextRef="#ctx0" brushRef="#br0" timeOffset="14968.481">23614 676 229 0,'-6'18'94'0,"4"-2"25"0,-3-1-58 15,1 0-8-15,0 1 74 0,1-6-18 0,1 8-71 16,2-12 6-16,0 6-6 0,0-1 36 15,11 10-18-15,-5-9-1 0,1-4-6 16,3-6-6-16,1 7-9 0,6-4-5 0,-11-5-25 16,1 0-2-16,5 0-8 0,2 0-26 15,16 11-45-15,-24-11 8 0,6 0-17 0,2 0-57 16,9-11-64-16,-14 9 8 0,1-1 2 0</inkml:trace>
  <inkml:trace contextRef="#ctx0" brushRef="#br0" timeOffset="15249.719">23808 678 343 0,'-12'3'134'15,"-1"6"20"-15,4 2-27 0,-2-2-50 0,3 0 28 16,-1 2-20-16,3 3-10 0,3-2-9 16,-2-2-29-16,3 3 28 0,2-2-25 0,0-11-3 15,0 8-5-15,0-1-35 0,13 9-4 16,-9-6 1-16,5-6-1 0,0 2 3 0,4-4 18 16,-2-1-2-16,2 3-1 0,-3-4 0 15,4 3-61-15,-14-3-22 0,14 0-44 0,18-13-34 16,-21 2-77-16,6 3 12 0</inkml:trace>
  <inkml:trace contextRef="#ctx0" brushRef="#br0" timeOffset="15593.465">24019 531 357 0,'3'2'134'0,"-2"5"-20"15,3 1 25-15,-3 2-7 0,2-5-3 0,3 2-21 16,2 0-1-16,-1 5-32 0,0 2 27 16,1-2-7-16,-3 2-5 0,5-1 8 0,-2 5-7 15,-4-3-20-15,3-1-2 0,-1 5-30 0,-3-3 10 16,2 2-15-16,-1 1 14 0,0 3-8 15,-4-5-3-15,1-2-5 0,-1 1-2 0,0-16-15 16,0 10 6-16,0 0-6 0,0 1 2 0,-15 8 0 16,8-11 1-16,1-1-29 0,0 0-10 15,-2-2-50-15,-2 0 4 0,2-1 9 0,3-4-80 16,5 0-38-16,-8 0-127 0,-3-14 23 16,11 7-101-16,1 1 16 0</inkml:trace>
  <inkml:trace contextRef="#ctx0" brushRef="#br0" timeOffset="15812.201">24304 703 367 0,'3'0'165'15,"-1"1"-33"-15,2-4 17 0,1 0-28 0,-2 3 1 16,2 0-10-16,0 0-34 0,-1 3-5 0,4-1-13 15,4-7-27-15,-3 3 1 0,5-1-3 16,-2 1-81-16,1 4-51 0,-3-4-42 0,-2-4-103 16,1 2 11-16,-1 1-139 0</inkml:trace>
  <inkml:trace contextRef="#ctx0" brushRef="#br0" timeOffset="16030.959">24330 839 318 0,'5'-5'103'0,"13"-4"6"0,0 8-53 15,2-2 24-15,-6-1-10 0,5 0-9 0,2-7-32 16,1 7 24-16,-1-3-72 0,1 3-22 15,-6-3-30-15,-1-2-16 0,-4 4-143 0</inkml:trace>
  <inkml:trace contextRef="#ctx0" brushRef="#br0" timeOffset="16468.442">24675 600 309 0,'-5'1'147'16,"5"1"-10"-16,-4 5-15 0,-1-1-24 15,-2 4 23-15,-1 4-7 0,-3-2-9 0,5 5-34 16,-4-5 32-16,3 3-37 0,1-3-6 15,1 0-6-15,1-2-4 0,0 2 6 0,-3-1-32 16,7-3 41-16,0 8-20 0,-6-8-11 16,6-8-17-16,0 6 19 0,0-6-4 0,0 8-28 15,13 3 28-15,-12-4 6 0,2-5-16 0,1 0 2 16,1-1 0-16,3-4 10 0,4 3 5 16,-4 0-38-16,2 0 15 0,7 0-1 0,-7 0 7 15,8 0-7-15,18-20-4 0,-15 19-11 16,-1-3 18-16,1 1-9 0,0 0-8 0,-3-1-9 15,2-1 27-15,-11 5 0 0,4 0-15 0,2 0 10 16,0 0-5-16,12-13-4 0,-11 7-8 0,-7 5-8 16,-2-5-3-16,-1 6-30 0,-6 0 30 0,0 0 1 15,7 0-64-15,-7 0-28 0,11-11-48 16,-14 7-34-16,0-4-54 0,2 5 20 0,-1-4 15 16,-2 7 12-16</inkml:trace>
  <inkml:trace contextRef="#ctx0" brushRef="#br0" timeOffset="16780.936">24831 671 575 0,'2'0'129'16,"1"0"7"-16,-4 4 7 0,1 2-47 15,1 2 7-15,-2 1-26 0,-1 3-26 0,2-6 15 16,0 8 17-16,0-2-11 0,0 4-4 16,0-1 4-16,0 3 3 0,0-3-1 0,0 3-20 15,0-1 15-15,0 2-4 0,0-5-27 0,0 1 0 16,0-1 9-16,0 0-17 0,0-5 6 16,0 0 10-16,0 0-15 0,0-1-11 0,0-2-14 15,0-6-4-15,0 0-43 0,0 9 5 16,0-9-153-16,0 0-99 0,-19 12-84 0,15-13 21 15,-2-3 14-15,-5-1 0 0</inkml:trace>
  <inkml:trace contextRef="#ctx0" brushRef="#br0" timeOffset="18640.244">15450 2278 291 0,'0'0'112'0,"0"0"-13"0,0 0-15 0,0 0-9 16,-15 0-9-16,15 0-1 0,-21-10-4 15,17 8-5-15,0 0 26 0,-1 1 5 0,2 1-21 16,-2-2-7-16,-2 2-39 0,7 0-4 15,0 0-3-15,-8 0 0 0,0 0-2 0,-12 12 26 16,9-7-11-16,1 0-4 0,0 3 21 0,-2 1-18 16,9-2-1-16,0 0-5 0,1 0 0 15,0 1-2-15,1-3-25 0,1-5 4 0,0 0 37 16,0 9-2-16,0-9-4 0,0 8-2 0,18 8-4 16,-12-9-38-16,3-1 22 0,1-5-1 15,-1-1 0-15,-1 0 0 0,-8 0 0 16,14 0 15-16,-4 0-2 0,19-16-2 0,-18 9-23 15,0-3 1-15,-2 5-20 0,1-6 1 16,-3 3 39-16,-3-2 36 0,-2 2-29 0,0 2-1 16,-1-3-31-16,0 1 5 0,-1 1 41 0,0-3-4 15,0-4 18-15,0 1-9 0,0-3-12 0,0 1-21 16,0 0 21-16,-13-14 18 0,9 15-4 16,1 4-5-16,0 3-1 0,3 0-12 15,-1 2 14-15,-2 0 2 0,3 1-6 0,-2 1-30 16,2-1 38-16,-1 0-19 0,1 2 2 0,-2-1 10 15,2 1-27-15,0 0 4 0,-1-1 11 0,0 3-18 16,-1 0 18-16,2 3-20 0,0-3-8 16,0 4 14-16,0 1-5 0,2 0 13 0,-1 2-18 15,-1 1 13-15,0 1 1 0,0 3-8 0,12 20 14 16,-5-15-16-16,0 0-9 0,-4 0 12 16,8 0 5-16,-1-2-17 0,3 1 5 0,-2-4-9 15,2 1 10-15,0-2-1 0,2-3 14 16,-3-1 3-16,3 0-45 0,-1-4 15 0,-3 2 10 15,2-4 7-15,-13-1-7 0,9 0-9 0,-1 0 12 16,5 0-14-16,15-14 6 0,-11 5-18 0,-4 1 1 16,-4-1 18-16,1-3-3 0,-3 2-35 15,-3 0 25-15,4-2-2 0,-6 2 9 16,-2 3-5-16,4 0 28 0,-4 2-16 0,0 5-1 16,0 0-35-16,0 0 43 0,0-7 6 0,0 7-11 15,-10-10-3-15,6 10-37 0,3 0 48 0,-3 0-42 16,0 3 4-16,0 1 4 0,0 1 39 15,-3 8 3-15,1-4-35 0,3-1 24 0,0-1 8 16,3 2 5-16,0-4-15 0,0-5 21 16,0 0-23-16,0 7-15 0,13 13 1 0,-5-14 3 15,-1-2-23-15,3-1 3 0,1-2-36 0,-1-1 35 16,0 0-7-16,4 0 7 0,4 0-40 0,20-9 36 16,-18 1-17-16,-1-1-6 0,-1-2 32 15,5-1-26-15,-7 1 44 0,3-4-37 0,-4 3 23 16,1-2-15-16,-2-1 6 0,-1 3 13 0</inkml:trace>
  <inkml:trace contextRef="#ctx0" brushRef="#br0" timeOffset="19108.988">16030 2160 1131 0,'1'-5'16'16,"0"0"-10"-16,-1 1 5 0,0 4-27 0,0-3 14 16,-2 1 8-16,-2 2 3 0,0-1-24 15,2 2 37-15,-5 0-36 0,-3 9 25 0,2-6-29 16,1 1 1-16,0 1 2 0,2-1 26 0,2 2-1 16,0-2 0-16,3 1-3 0,-4-1-1 15,4-5 1-15,0 0-9 0,0 8 3 0,0-1 0 16,0-7-15-16,0 7 0 0,14 4 46 0,-11-8-7 15,2-2-37-15,-2 2 4 0,3-1-1 16,-3-2 2-16,-1 0 0 0,1 0 1 0,0-2 1 16,0 1 0-16,-2-1 39 0,0 0-6 15,3-1-2-15,-3-1 28 0,1 1-5 0,-1-1-4 16,1 1-4-16,-2-1 22 0,0 1-12 0,2 0 4 16,0 1-44-16,1-1 45 0,-3 1-16 0,1 1-3 15,0-1-37-15,0 0 29 0,-1 2 2 16,2-1 15-16,-2 1-18 0,0 0-7 0,0 0-1 15,0 0-10-15,0 0 9 0,8 11 3 16,-8-7-21-16,3 1 26 0,4 8-12 0,2-1 10 16,-8-1-27-16,4 6 13 0,0-3 20 0,-3-3-22 15,3 7-27-15,-3 0 22 0,-2-10 13 16,0 6-37-16,0 0 29 0,0 6 16 0,10 14 1 16,-10-19-7-16,0-7-3 0,0 3 11 15,0-2 9-15,0 1-12 0,-12 7 7 0,10-8 16 16,0-4-1-16,-1 1 3 0,1-2-17 0,-4 0 9 15,4 0-13-15,-3-1 15 0,0 0-34 16,1-1 24-16,-2 1-21 0,3-3 15 0,-2 4-4 16,1-3-4-16,-2 4-19 0,1-5-4 15,2 1-33-15,3-1-8 0,0 0-59 0,0 0 10 16,-6 0-34-16,6 0-62 0,0 0-72 0,-11-14-115 16,13 9 27-16,-2-1-33 0,9-11-5 0</inkml:trace>
  <inkml:trace contextRef="#ctx0" brushRef="#br0" timeOffset="19483.978">16402 2017 226 0,'-4'2'185'0,"0"3"-33"0,-6 5-22 16,2 2 3-16,2 1-16 0,-3-1-4 0,4 4-1 16,-2-2-48-16,5 3 11 0,-7-1 9 0,5 2-3 15,0-3-22-15,3 2-42 0,1 0 22 16,0-5 39-16,0-1-44 0,0-3 19 0,0 4-51 15,13 17 18-15,-8-19 21 0,2 5-3 16,1-4-1-16,1-1-23 0,1 2 6 0,1-2 5 16,-1-5 13-16,0 3-20 0,0 3 7 0,0-6-25 15,-2 0 0-15,0-3-77 0,-1 1-2 16,2-3-49-16,-1 0-38 0,-8 0-82 0,7 0 19 16,5 0 15-16,19-14-104 0</inkml:trace>
  <inkml:trace contextRef="#ctx0" brushRef="#br0" timeOffset="20062.08">16623 2143 582 0,'-1'-2'182'0,"1"-1"-20"16,-2 3-24-16,1-3-14 0,0 3-31 15,1-1-2-15,-3 2 9 0,3 2-57 0,-1-3 2 16,2 4 43-16,-2 0-22 0,1 2-14 0,-1-2 5 16,1 2-22-16,1 1 7 0,-1-1-14 15,1 0 1-15,-1-6 15 0,0 8-2 0,0-2-17 16,0-6-11-16,0 8-7 0,0-1-5 0,0-7 22 16,0 7-13-16,0 0-4 0,0-7-3 15,9 13 14-15,-6-11-4 0,-3-2 6 0,0 0 4 16,0-2-16-16,0 0 19 0,0-2-13 15,0 0 7-15,0-1-23 0,0-4 36 0,-2 2-19 16,2-3-10-16,0-5-7 0,0 1 18 16,-7-15-10-16,4 17 0 0,2-1-14 0,1 5 28 15,0 8-1-15,0-8-13 0,0 0-14 0,0 3 19 16,0-2-30-16,13-11 20 0,-5 7 16 16,0 4-5-16,1 2-7 0,4-2-1 0,-3 4 2 15,-1 3-16-15,-9 0 7 0,9 0-4 16,4 0-8-16,15 10 33 0,-14-5-18 0,0 0 7 15,-5 2-21-15,-1-1 23 0,7 2-14 0,-5 3 2 16,-2-3-6-16,2 2 20 0,-6 0 0 0,-4-1-11 16,4-1-14-16,-1 0 23 0,-2-1 4 15,-1 0 10-15,0-7-14 0,0 7-5 0,0-2 0 16,0 7-22-16,-14 14 19 0,6-11-9 16,0-3 22-16,0-2-15 0,2 2 17 0,-1-5-1 15,-5 5-9-15,3-6-28 0,0 3 16 0,0-3 8 16,4-2-16-16,0-2 23 0,0 0-2 0,-1 1-25 15,2 0 11-15,1-2-55 0,-1 0-16 0,-2 0 7 16,5-1-80-16,1 0-55 0,0 0-82 16,0 0-73-16,-13-11 20 0,12 6 9 0</inkml:trace>
  <inkml:trace contextRef="#ctx0" brushRef="#br0" timeOffset="20437.072">16875 1954 486 0,'0'-4'198'15,"0"3"-38"-15,1-2-45 0,-1 3 23 16,4-4-31-16,-4 4-4 0,2 0 0 0,0 0 1 15,1 0-61-15,0 2 29 0,1 0 0 0,0 1-41 16,1-1 7-16,9 8 14 0,-3 0-36 16,0 0 20-16,4 1-16 0,-5 2 18 0,3 1-3 15,-3-1-28-15,-2 6 18 0,1-5-23 16,-3 1 25-16,-2-1 18 0,-1 1-24 0,-3-1 8 16,2 1 23-16,-2-15-19 0,0 14-7 15,0-2 4-15,0 3 7 0,-15 11-16 16,5-14 8-16,2-1-18 0,-1 0 3 0,4-1 0 15,-1-3-20-15,0-2 1 0,1-1 0 0,4 1-24 16,-4-5-52-16,1 3 6 0,1 1-84 0,0-3-20 16,-1-1-177-16,1 2 38 0,1-1-11 15,2-1 32-15</inkml:trace>
  <inkml:trace contextRef="#ctx0" brushRef="#br0" timeOffset="20796.437">17290 1942 540 0,'0'0'211'0,"1"0"-17"0,-1 0-41 16,2-3-5-16,-1 3-40 0,2 0 14 16,-1 0-26-16,4-2 12 0,-3 2-44 0,6-2 14 15,-3 2-31-15,1-1 3 0,11-3-12 0,2 1 12 16,-7-1-13-16,-3 3 3 0,7 0-26 16,-3-3 17-16,-4 3-10 0,-1-1 10 0,-3 1 8 15,1 1-16-15,2 0-15 0,-4-3 12 16,1 3-40-16,-2-1-6 0,3 1-37 0,-1-1 6 15,-1 1-43-15,0 0-35 0,-5 0-5 0,0 0-42 16,0 0-121-16,7 0 19 0,-7 0 12 16,0 0-14-16</inkml:trace>
  <inkml:trace contextRef="#ctx0" brushRef="#br0" timeOffset="21108.93">17358 2116 278 0,'0'2'205'0,"3"-1"-28"16,0-1-38-16,1 1-19 0,2-1 3 15,11-4 17-15,0 0-46 0,2 1 33 0,-2-1-17 16,0 0-17-16,0-1-11 0,6 1-19 0,-1 1 13 15,-5 1-29-15,-1-3 20 0,-3 3-29 0,0-1 10 16,-3 1-2-16,-3 1-4 0,2-1-8 16,-3 1-11-16,-1 0 0 0,-1-1-7 15,-1 1-1-15,0 0-22 0,2 1 8 0,-4-1-20 16,3-1-37-16,-1 2 5 0,-3-3-149 0,0 3-144 16,0 0-9-16,0 0 18 0,-13-7 7 15</inkml:trace>
  <inkml:trace contextRef="#ctx0" brushRef="#br0" timeOffset="23327.609">17858 1813 376 0,'0'-12'175'16,"0"12"30"-16,0 0-21 0,0 0 0 0,0 0-30 16,0-12-33-16,0 12 16 0,0 0-27 15,0 0-4-15,0 0 5 0,0 0-22 0,-14-19-27 16,14 17 4-16,-2 2 8 0,2-1-19 16,0 1-19-16,-2 0 12 0,4 0-6 0,-2 1 10 15,0 2-19-15,2-1 1 0,-1 3 0 0,-1-1-3 16,3 3-7-16,4 6-4 0,-2 3-12 0,-1-4 10 15,1 1 5-15,-1 3-3 0,-1-3-18 16,1 2 16-16,-1-1 2 0,-2-5 12 0,2 1-26 16,-3-3 10-16,3 0 7 0,-1-2-15 0,-2 2 13 15,0-3-10-15,2 0 6 0,0-1-5 0,-2 2 5 16,0-3 4-16,0 2-7 0,3-2-7 16,-2 1 4-16,-1 0 10 0,0-1-8 0,3 0-10 15,-2 2 19-15,0-3-19 0,-1 2 1 16,0-3 5-16,0 2 6 0,0-2-17 0,0 0 19 15,0 0-19-15,0 0 14 0,0 0-17 0,0 7 7 16,0-7-2-16,0 0 11 0,0 6 2 0,0-6-6 16,0 0-12-16,0 7 1 0,0-7 11 0,0 0-12 15,10 12 5-15,-10-10 16 0,0 0-12 16,1 2-13-16,-1-2 7 0,0-2 9 0,0 0-6 16,0 0 10-16,0 0-10 0,0 6 9 15,0-6-12-15,0 0 17 0,0 7-22 0,0-7 11 16,0 0-1-16,0 0 2 0,0 6-2 0,0-6-16 15,0 0-1-15,0 0 0 0,0 0-27 0,0 0 10 16,0 7-58-16,0-7 12 0,0 0 7 16,0 0-91-16,0 0-3 0,4 7-39 0,-5-9-128 15,1-1-48-15,0-1 31 0,1-1 18 16,1 0 7-16</inkml:trace>
  <inkml:trace contextRef="#ctx0" brushRef="#br0" timeOffset="23905.718">17947 2078 331 0,'0'2'178'0,"1"-2"-60"0,1 0 22 15,-1 1-67-15,3-1 24 0,-3 0-18 0,3-1-10 16,3 1-22-16,9-5 19 0,-3 2-17 0,5 1-6 15,-8-1-4-15,7 1 6 0,1-3-6 16,-2 3-4-16,0-3-2 0,0 3-23 16,-2-1-1-16,-1 1-1 0,4 0-2 0,0-2 18 15,1 0 3-15,-1-1-5 0,-3 4 0 0,-3 0-17 16,0-1-1-16,-11 2 14 0,9 0-8 0,-2 0-28 16,0 0 11-16,-7 0 3 0,9 0 27 0,-2 0-3 15,-7 0-1-15,8 0-40 0,-8 0 0 16,0 0 0-16,6 0-68 0,-6 0-18 15,0 0-36-15,7-1-10 0,-8 0-128 0,-1 0-52 16</inkml:trace>
  <inkml:trace contextRef="#ctx0" brushRef="#br0" timeOffset="24249.461">18175 1942 229 0,'-4'-3'252'0,"4"1"-49"16,-4 1-23-16,3-1-38 0,0 0-7 0,-1 0-66 15,-3 2 11-15,4 0 8 0,-1 0-13 16,0 2-2-16,2 1-27 0,0 1 4 16,0 1 22-16,0 1-16 0,0 1-15 0,2 9-5 15,-2-6 28-15,0 3-16 0,0 2-15 0,0 0-10 16,0 2 20-16,0-1-4 0,10 17-5 15,-8-16 0-15,1-6-1 0,-2 0-3 0,2-4-5 16,-2 3-8-16,0-5 19 0,-1 2-33 16,0-3 3-16,3 1-13 0,-2-2 10 0,-1 2 25 0,1-1-42 15,1-1 11-15,-2 0-10 0,0 0-31 16,2 0 3-16,-2-1 5 0,1-1 3 0,-1-2-212 16,0 1 18-16,0-1 17 0,4-2 19 0,-3-1-156 15,2 1-27-15</inkml:trace>
  <inkml:trace contextRef="#ctx0" brushRef="#br0" timeOffset="25624.424">19282 1823 317 0,'4'0'167'0,"-4"-2"-27"0,0-1 6 0,0-1-45 16,0 3 25-16,0-3-1 0,-2 1-29 0,-2 1-38 16,2-1 20-16,-4-1-44 0,2 1 24 15,-3 0 18-15,-6-1-17 0,-2-3 10 0,0 4-22 16,1 1 4-16,2 2-4 0,0 0-24 16,0 0-26-16,12 0 35 0,-9 0-34 0,-5 0 11 15,1 0 2-15,-14 11 19 0,16-8-7 0,-1 5-8 16,5 0-4-16,1-2 9 0,0 2-1 15,4-1-32-15,0-1 13 0,2-6 4 0,0 7 36 16,0 0-31-16,0 6-17 0,16 9 27 0,-7-5-19 16,0-2 20-16,1-3-23 0,1-2 25 15,-2-3 5-15,1-5-32 0,-1 1 5 0,-6 0-2 16,6-3 12-16,-9 0-33 0,8 0 24 16,-8 0-5-16,9 0 26 0,-3 0-14 0,5-11-10 15,0 2 14-15,-5-3-18 0,2 0-20 0,-1-3 39 16,-4 4 8-16,0-5-11 0,-3 4-3 0,2-2 0 15,-2 8 28-15,0-5-22 0,0-4 16 0,0-2-15 16,0 1 24-16,0 1-16 0,-13-16 28 16,8 18-41-16,0-1 20 0,0 2 0 0,1 4-10 15,-4-3 6-15,5 1-2 0,1 2 1 16,-3 1-10-16,4 2-12 0,-2 2 6 0,1-1 15 16,-1 2-7-16,1-2-17 0,0 1 4 0,0 2 10 15,2 0 3-15,-1 0-23 0,1-2 9 16,0 3 14-16,0 0-5 0,0 0-16 0,0 0 16 15,-8 13 3-15,8-7-3 0,-1 2-22 0,1-1 29 16,0 1-18-16,0 0 20 0,0 6-20 0,0 2 18 16,16 18-34-16,-11-17 19 0,3 0-18 15,4 0 18-15,-3-1 2 0,1-1-3 0,3 2-7 16,1-7 6-16,2 2-6 0,-2 0-14 0,2-3 14 16,0-2-10-16,1-3-10 0,-2 1-16 15,1-3 12-15,-7 0 20 0,2-2-13 0,-11 0-5 16,11 0 2-16,1 0-23 0,11-13 27 15,-17 6-5-15,5-2-19 0,-5 0 20 0,-2 1 30 16,-2 3-20-16,1-2-6 0,-2 2-4 0,1 1 14 16,-2 4 6-16,0 0 10 0,0-8-13 15,0 8 0-15,0-7 2 0,0 7-31 0,-13-13 28 16,11 12-28-16,1 0 35 0,-1-1-27 0,-3 4 29 16,1-2-13-16,2 2 14 0,0 2-25 0,1 0 36 15,-2 1-5-15,0 0-25 0,3 0 5 16,0 1 32-16,2 1-18 0,-1-2-3 0,-1 2 27 15,15 14-37-15,-4-13 20 0,-2-2-8 0,-2 0-45 16,9 0-3-16,1-3 32 0,1-1-1 16,4-2-11-16,-13 0 5 0,6 0 5 0,19-12-15 15,-15 6 3-15,-1-3-18 0,-2 0-8 16,2 0-12-16,-1-4 29 0,-2 4-30 0,-1-2 32 16,-4 0 1-16,-2 0-11 0,-5 2 46 0,1 4-2 15,-4 1-28-15,0 4 11 0,0 0 2 0,0 0 2 16,-14-12 9-16,11 14-9 0,-3-2 1 15,-1 1 1-15,-8 3 2 0,8-4 55 0,-15 5-9 16,10 4-5-16,-1-1-42 0,7 0 2 16,-1-2 22-16,5 1 1 0,-1-2-29 0,-1 0 21 15,4-5-5-15,0 0-1 0,0 0-1 0,0 7 9 16,0-7-15-16,16 12-2 0,-12-11 3 16,1 1 1-16,-1-2 38 0,2 0-3 0,-1-2-29 15,0 1 1-15,1 0 21 0,10-7 3 16,-3 2 2-16,-3 0 19 0,-2 0-5 0,1-5-4 15,-1 3-5-15,0 3-2 0,-3 1-8 0,0-1 4 16,-1 3 1-16,-1-1-10 0,-1 1 10 16,0 2-24-16,1-3-33 0,-1 3 16 0,-1 0 26 15,3 0 14-15,-4 0 17 0,0 0-61 0,0 0 37 16,0 0 7-16,10 10-4 0,-8-6-6 16,0 1-3-16,4 10 1 0,1 0-5 0,0-2 13 15,-2 3-9-15,-1 1 17 0,1-1-3 0,-2 2-9 16,1-1-25-16,-3 2 43 0,4-2-19 0,-2 2 0 15,-3-9 17-15,0 4-5 0,0-2 21 16,0 5-29-16,0-2 27 0,0 2-15 0,-18 17-4 16,11-19 0-16,-2-1-6 0,-1 0-7 15,1-1 21-15,-2-2-11 0,-2 1-4 0,3-4 8 16,-4 2-9-16,1-3-9 0,3-2-19 0,-1-1-32 16,5-1-43-16,0 1 9 0,2-1-68 0,-2-3-25 15,6 0-100-15,0 0-102 0,0 0 23 16,-11-11-37-16</inkml:trace>
  <inkml:trace contextRef="#ctx0" brushRef="#br0" timeOffset="25952.538">20023 1615 406 0,'-2'-2'187'0,"2"-1"-1"16,-2 1-35-16,0 2-41 0,2-1-2 15,-4 2 13-15,3 4-10 0,-9 8-20 0,6-6-8 16,-1 2-38-16,-2 8 35 0,2 1-12 0,1 3-6 16,-1 0 10-16,3-1-15 0,2-8-2 15,0 4-8-15,0 2 10 0,15 23-4 0,-10-24-20 16,1 4-12-16,2-4 13 0,3 3-12 15,0-5 3-15,4 1-9 0,2-2-4 0,-2-3 2 16,0 1 16-16,3-3-42 0,-2 1 0 0,0-6-42 16,0 1-5-16,-1 1 5 0,-1-4-117 0,-1-2-48 15,-13 0-147-15,9 0 23 0,-2 0 14 16,9 0-50-16</inkml:trace>
  <inkml:trace contextRef="#ctx0" brushRef="#br0" timeOffset="27405.621">20954 1473 337 0,'-2'-1'223'0,"2"-3"-53"15,-1 3 10-15,1-1-29 0,-1 1-20 0,1 0-32 16,0 1 11-16,0 0-13 0,0 0-22 0,0 0-14 16,1 0-19-16,3 2 26 0,-3 0-9 15,2 2-17-15,2 0 23 0,-1-1-22 0,7 11-11 16,1 3-13-16,-6-2-7 0,3 0 8 15,3 3 10-15,-1-2-31 0,-1 2 18 0,-2 1 22 16,0 1-19-16,-3-4 6 0,1-1-28 0,1 4 14 16,-1-2 7-16,-2 0-4 0,-1 0-6 15,2 0-4-15,-4-2 7 0,-1-7 1 0,0 1-10 16,0 5 8-16,0 1 7 0,-12 14-26 0,5-12-2 16,0-5 19-16,0 0 7 0,-1 0-4 0,-1-1-36 15,1-3 22-15,1-2-43 0,0 0 1 16,5-1 2-16,-3-2-93 0,3 1-59 0,0-1-95 15,-2-3-37-15,4 2 19 0,0-2 12 0</inkml:trace>
  <inkml:trace contextRef="#ctx0" brushRef="#br0" timeOffset="26624.396">20570 1567 336 0,'-2'-1'164'0,"2"-1"-13"0,-4 2-26 16,-1 0-39-16,1 0 27 0,-2 0-9 0,2 0-8 16,-3 0-11-16,0 3 0 0,3-1-17 0,-4 0-13 15,8-2-16-15,0 0 6 0,-9 0-22 0,-6 3 40 16,10-1-21-16,0 1-2 0,-2-2-49 0,2 0 24 16,-1-1 13-16,-8 8-8 0,5-5-38 15,9-3 5-15,0 0 60 0,-9 0-29 0,1 0 5 16,-2 9-4-16,7-8-36 0,1 2 27 15,-1-2 2-15,2 0 15 0,0 2-8 0,-3-3-9 16,2 3-6-16,0-2 3 0,1 3 15 0,1-1-26 16,-1 1 12-16,-1-1-31 0,2 1 1 15,0 1 24-15,0-3 10 0,0-2-6 0,0 0 4 16,0 13-18-16,0-1-7 0,0 0 28 0,13 8 12 16,-11-11-15-16,1 8 18 0,2-2-9 15,-3-3-6-15,-2-1-25 0,2 0 41 16,1-2-30-16,-2-3 7 0,0 2 5 0,1-1-14 15,0-2-3-15,-2 2 24 0,0 0-13 0,4-1 13 16,1 11 8-16,-5-5-12 0,2-3 1 0,-2-9-4 16,0 8 6-16,0 0 6 0,0-2-13 0,0-6 0 15,0 7 7-15,0-7-11 0,0 8-16 16,0-8-14-16,0 7 39 0,0-7 1 0,0 6-2 16,0-6-32-16,12 13 34 0,-9-12-14 0,-1 1-6 15,2 2 20-15,0-3-2 0,1 1-33 16,-1 0 42-16,2-2-37 0,1 3 26 0,0-3-1 15,1 0-2-15,1 0-25 0,5 0 29 0,4 0-6 16,1 0-6-16,0 0-13 0,-1 0 34 16,20-12-12-16,-20 10-37 0,-6 1 25 0,-1-4 8 15,-2 3-10-15,-2-1-16 0,-2-1 19 0,2 1-35 16,-2 3-21-16,-1-2 20 0,0-1-11 0,-1 1 4 16,2 0-33-16,-4-1-68 0,2 3-6 15,-3-3-40-15,0 3-59 0,0 0 15 0,0 0-102 16,0-8-27-16</inkml:trace>
  <inkml:trace contextRef="#ctx0" brushRef="#br0" timeOffset="26890.012">20435 1806 287 0,'0'0'116'0,"0"0"-19"0,0 0-13 15,0 0-14-15,5 0-6 0,-1 0 9 0,0 0-24 16,2-1 3-16,3 1-6 0,8-4-4 16,2 0-12-16,-1 1-20 0,-2 1 0 0,-3-1 41 15,0 1-5-15,-2 2-35 0,2-1 0 16,-7-1-1-16,11 0-67 0,1-3-33 0,-9 1-198 15,-1-2-36-15</inkml:trace>
  <inkml:trace contextRef="#ctx0" brushRef="#br0" timeOffset="27858.727">21308 1595 427 0,'-1'-2'151'0,"1"1"10"16,1 1-26-16,-1-1-13 0,0-2-37 0,1 3 9 15,3 0-9-15,0-2-21 0,0 2-1 16,2-2 21-16,9-2-62 0,-3 1 33 0,6 0-21 16,-2 1 12-16,0-1-8 0,3-2-3 15,-2 0-6-15,-5 3-16 0,7 0-15 0,-6-1 27 16,5-1-3-16,-4 2-24 0,4-4 16 0,-2 4 9 15,-4-3-27-15,-1 3 39 0,-4-1-15 0,2 1 13 16,-3 0-51-16,-2 1 22 0,2 1-26 16,-3 0 14-16,0 0 41 0,3-2-28 0,-5 1-49 15,-1 1 5-15,0 0 0 0,0 0-48 16,0 0-3-16,0 0-29 0,0 0-49 0,0 0-102 16,0 0 14-16,0 0-88 0</inkml:trace>
  <inkml:trace contextRef="#ctx0" brushRef="#br0" timeOffset="28202.474">21454 1722 386 0,'0'1'198'0,"0"0"11"0,0 2-35 16,0-1-35-16,0-1-5 0,0 0-14 16,0-1-32-16,6 0-21 0,-1-1 41 0,0 1-30 15,2-1-10-15,10-1 8 0,-9 2-40 0,15-6 9 16,-11 4 10-16,3-3-21 0,-3 5-7 0,-2-3-1 16,-2 2-4-16,-1 1-3 0,-1-3-1 15,0 3 13-15,-1-2-40 0,0 2 30 0,-1 0-4 16,-1 0-29-16,-3 0 13 0,0 0 10 15,0 0-1-15,0 0-14 0,0 0-17 0,7 0 12 16,-7 0-13-16,0 0-17 0,0 0 3 0,0 0-92 16,8 0-25-16,-2-8-78 0,-7 8 16 0,-2 0-152 15,1-1 26-15,-1 1-63 0</inkml:trace>
  <inkml:trace contextRef="#ctx0" brushRef="#br0" timeOffset="30439.81">22026 1561 434 0,'14'-13'186'0,"-14"13"37"0,0 0-41 0,0 0-19 16,0 0-4-16,0 0-40 0,0 0-1 15,0 0-11-15,0 0-3 0,0 0 7 0,0 0-31 16,0-13 6-16,0 13-7 0,0 0-23 0,0 0 8 16,0 0-7-16,0 0 9 0,0 0-17 0,0 0 7 15,0 0-13-15,0 0 6 0,0 0-6 16,0 0-8-16,0 0-1 0,0 0-4 0,0 0-5 16,0 0-10-16,0 0 6 0,0 0 4 15,0 0 9-15,0 0-20 0,9 12 8 0,-13 0-20 16,2 3 23-16,-1 0-15 0,-3-1 3 0,2 1-13 15,0 0 14-15,2-2 2 0,-1 2-7 16,-1-5-11-16,4 1 5 0,-2-3-6 0,2 2 7 16,-3-3 15-16,3-7-16 0,0 7 0 0,0-2 6 15,0-5-12-15,0 10 0 0,0-5 2 0,0-5 12 16,0 9 6-16,0-9-9 0,0 6-18 16,0-6 16-16,0 0-18 0,0 7 20 15,0-7 7-15,0 0-16 0,0 7 8 0,0-7-7 16,0 0-13-16,0 0 5 0,0 0-3 0,9 8 14 15,-2-9-4-15,-2-2-4 0,9-1-3 0,-1 1 18 16,2-2-3-16,-2 2-13 0,3-1 8 16,-5 0 1-16,-2 3 6 0,2-3-14 0,-5 3 12 15,3-1-6-15,-2 0-13 0,0 2 15 0,0-3-9 16,-1 3-3-16,7-5 10 0,-4 3 5 16,-3 1-19-16,-1 0 12 0,1 1-7 0,-5-1-8 15,6-1 6-15,-7 2 3 0,0 0-11 0,0 0-26 16,0 0 4-16,0 0-13 0,0 0-3 0,0 0-16 15,0 0-30-15,0 0 10 0,0 0-65 16,11-2-13-16,-11 4-37 0,0-2-13 0,-3-2-94 16,1 4 22-16,-1 0-52 0,2-2 4 0</inkml:trace>
  <inkml:trace contextRef="#ctx0" brushRef="#br0" timeOffset="30814.797">22126 1649 389 0,'-1'-3'216'16,"-2"-1"-51"-16,3 1-23 0,-2 3 2 16,-1-5-15-16,3 4-37 0,-1 0-1 0,-2-1 13 15,3 2-1-15,-4-3-32 0,4 1-25 0,-2 0 41 16,2 1-32-16,-3 1-3 0,2 1-4 15,0 1-7-15,-3 3-3 0,2-3-3 0,2 3-27 16,-2 2 29-16,2-2-5 0,0 2-10 0,0 14 3 16,0-10-8-16,0 3 7 0,0 3-15 15,0 2 6-15,0 0-18 0,0-1 12 0,0-1-11 16,0-3 20-16,0 3 14 0,0-2-3 0,0-1-45 16,0-2 31-16,0-3-13 0,0-1 10 15,0 0 0-15,0 1 9 0,0-9-17 0,0 7-2 16,0-7-17-16,0 8 35 0,0-8-17 0,0 5-19 15,0-5-17-15,0 0-9 0,0 0 3 16,0 0-74-16,11 12-79 0,-9-15-81 16,0 1 19-16,0-2 22 0,0-3-80 0,2-6 9 15</inkml:trace>
  <inkml:trace contextRef="#ctx0" brushRef="#br0" timeOffset="31033.538">22548 1721 496 0,'5'2'244'16,"-4"-1"-26"-16,3 1-40 0,-3-1-11 0,2 2-20 16,-1-3-14-16,0 1-6 0,-2-1-37 15,2 3-27-15,-2-3-30 0,3 0-51 0,-1 0 2 16,-2-3-105-16,3 2-165 0,-2-2 24 15,-1 0-132-15,0 1 1 0</inkml:trace>
  <inkml:trace contextRef="#ctx0" brushRef="#br0" timeOffset="35080.294">13734 3072 293 0,'0'0'96'0,"0"0"18"16,0 0-18-16,0 0-14 0,0 0 30 0,0 13-14 15,0-13-11-15,0 0-12 0,0 0-15 16,0 0 16-16,0 0 16 0,0 0-31 0,0 0 12 15,0 0-3-15,0 0 37 0,0 0 11 16,0 0-14-16,0 0-28 0,0 0 7 0,0 0-30 16,0 0 15-16,0 0-5 0,0 0-14 15,-14-6-5-15,14-1-2 0,0-2-10 0,0-2-4 16,0-4 14-16,14-20-14 0,-14 13-22 0,5 0 15 16,-1-1 6-16,1 1-13 0,0 2-13 15,-1-4 0-15,1 6 14 0,-1 0 5 0,1 2-12 16,-2 5-4-16,-3 3-5 0,3-1-14 15,0 5 24-15,-2 0-16 0,2 2 13 0,-2 2-7 16,-1 0-10-16,0 0 20 0,8 11-2 0,-3 5 0 16,0 3 5-16,3-2-5 0,0 1 15 0,-1 1-25 15,1 2-6-15,3-4 12 0,-2 0-2 16,0 0 6-16,1 4-4 0,2-4-5 0,-3-2 15 16,2 2-13-16,1 0 0 0,-5 0-6 0,4 0 12 15,-1-2-12-15,0 1 12 0,-1-1 14 16,-1-3-24-16,-1-5-9 0,-1 0 11 0,-4 1-3 15,1-4 1-15,-1 0-15 0,0-1-32 0,0 1 22 16,-1-2-28-16,-1 0-24 0,1-2 7 16,-1 2-85-16,-1-2-15 0,-2 0-114 0,0 2 22 15,2-4-119-15,-2 0 11 0,-1 0-8 16</inkml:trace>
  <inkml:trace contextRef="#ctx0" brushRef="#br0" timeOffset="35736.531">13766 3069 290 0,'1'-2'78'0,"0"2"-9"16,1 0-10-16,-1-1 31 0,2-1-33 0,3 0 24 15,0 0-9-15,11-3-10 0,-2 0-5 0,1-1-8 16,4 1-6-16,-1 0-9 0,2-1-48 15,2-1 44-15,-3-2 6 0,5 0-4 16,-4-2 9-16,1 4-12 0,2-1-1 0,-2-1-42 16,-3 3-1-16,0-5 9 0,-3 2-22 0,0 1 8 15,-3-2 23-15,-4 2 11 0,2-3-2 16,-3 6-1-16,-4-2-16 0,-1 1 30 0,-3-1-36 16,0 3 15-16,0 4 0 0,0 0 28 15,0 0-4-15,0-7-41 0,-11-3 28 0,7 7-14 16,1 1-2-16,-5 1 0 0,3 1 37 0,1 0-4 15,-1 1-39-15,1 0 17 0,-2 3-15 16,6-4 0-16,0 0 0 0,-14 5 1 0,14-1 8 16,-3-1 1-16,0 2-3 0,3-1-7 0,0 1-23 15,3 0 0-15,-2 0 56 0,1 0 4 16,4 0-2-16,4 4-4 0,-1 3-4 0,-1-3-27 16,5 2 2-16,-4-2-33 0,0 3 26 15,2-4 18-15,1 2-1 0,-5 0 0 0,-2-3-1 16,7 5 0-16,-7-3-1 0,0 0-1 0,-5-2-21 15,4 2 14-15,-1-2 12 0,-1-2-31 16,-2 1 2-16,0-3 4 0,0 4 25 0,0-7-8 16,0 0 0-16,0 8 10 0,-13 12 3 15,5-7-3-15,-2-3-2 0,4-3-38 0,2 0-13 16,-1-3 22-16,0-2-65 0,0-1-25 0,-2-1-126 16,5 0-63-16,2 0-3 0</inkml:trace>
  <inkml:trace contextRef="#ctx0" brushRef="#br0" timeOffset="37361.48">14666 2863 209 0,'-14'8'158'0,"2"3"-29"15,-2-3-36-15,4 4-10 0,2-2 1 16,-4 1 9-16,6 0-11 0,3-4 8 0,3-7-32 16,0 8-9-16,0-2-13 0,0 2 0 0,10 12 5 15,-1-11-6-15,-3-3-10 0,3 5 1 0,4-1 28 16,-2-3-4-16,1 0-67 0,1-5 3 15,-3 1 1-15,-3-2 2 0,4-1 26 0,-2 0-3 16,-9 0 11-16,13 0-1 0,-1 0-52 16,11-10 2-16,-15 6 49 0,-3 0 0 0,0 1 0 15,-1-2-42-15,-1 2 2 0,-1-1 3 16,2 0 2-16,-4 0 9 0,-1 0-1 0,1 1 1 16,0 3 2-16,0 0 0 0,-12-11-1 15,7 8-19-15,-13-2 3 0,8 1 33 0,-3-2 5 16,2 2-3-16,2-1-41 0,2 1 4 0,2 1 44 15,0 1-2-15,-1 0-17 0,3-1 3 16,0 1-4-16,2 0-19 0,0 1 26 16,1-3-3-16,0 2-42 0,0 2 5 0,0 0 55 15,0 0-2-15,0-8-17 0,14-2-14 0,-9 8 0 16,7-4 38-16,-5-1-2 0,1 4-36 0,2-1 0 16,-4 1 2-16,1 2-16 0,3 0 13 15,-3 0 17-15,-7 1-1 0,6 0 1 0,2 0-36 16,-2 0 40-16,8 0-1 0,18 11-2 15,-14-2-13-15,-3-6 0 0,-4 2 22 0,1 4 0 16,-1-4-1-16,-4 1-13 0,0-1-32 16,-2-1 27-16,-3 1-2 0,1 0 16 0,-3-3-3 15,4 1-9-15,-2 1 0 0,0-2 0 16,-1 1 1-16,-1 1-1 0,4-3 0 0,-4 0 55 16,2-1-45-16,-2 1 51 0,0-1-34 15,0 0-6-15,0 0-3 0,0 0 3 0,8-11-4 16,-6 6-66-16,1 0 5 0,-2 0 50 15,8-8-5-15,1 2 0 0,-6 4-38 0,1 1 2 16,-2 1 41-16,1 0 6 0,-2 1-3 16,-2-1-1-16,3 4-5 0,-2-2-1 0,2 1-1 15,1 0 1-15,-1 0 0 0,1 2-1 0,0 0-23 16,0 0 14-16,-4 0 1 0,0 0 1 0,0 0-8 16,8 0 1-16,-1 0 2 0,-7 0 0 0,16 12 1 15,-11-9 14-15,7 6 1 0,0-2-1 16,-4 0 14-16,3 0-3 0,-2-1-2 0,0-1 0 15,-4-1-37-15,2 0 0 0,-1-3 3 16,0 0 49-16,10 1-3 0,-7 0-27 0,-9-2-33 16,7 0 5-16,-7 0 31 0,8 0-12 0,-3 0 2 15,7-13-13-15,-11 8 5 0,3 1 0 16,-3-3-13-16,0 1 5 0,4-9 1 0,-5 0 39 16,0 3-3-16,0 12 0 0,0-16-3 15,0-1 13-15,-14-16-2 0,10 16-4 0,-2 1 34 16,-2-1-1-16,2 6 8 0,-2-4-7 0,0 3 13 15,0-2-5-15,1 3-5 0,0-1-24 16,-1 1 20-16,4 5 2 0,0 1-5 0,-1 1 1 16,3-2-24-16,-1 4 3 0,-1-1-17 15,4 0 18-15,-1 3 3 0,0-1-8 0,-2 1-36 16,3 0 51-16,0 0-43 0,0 0 26 0,-1 14-9 16,1-7-10-16,1-1 16 0,3 10-4 15,-4-6 13-15,0 3-27 0,10 17 15 16,-3-16-29-16,-2 1 24 0,1 2-7 0,2-2 23 15,-2-5-17-15,2 4-6 0,3-1-12 0,-4-5 18 16,-2-4-11-16,1 0-13 0,1 0-5 0,-1-2 10 16,-2-1-34-16,2 2 0 0,-1-3 1 15,-5 0 31-15,0 0-15 0,9 0 17 0,-2 0 7 16,4-12-24-16,4 7 13 0,-8-4 1 0,-1 6 2 16,-2 0 4-16,0-1 6 0,0 1-6 15,1 1-32-15,-3-1 30 0,0 1 2 0,0 2-22 16,-2 0 6-16,3-1 28 0,-1-1 9 0,0 2-3 15,0 0-37-15,-2 0 37 0,0 0 17 16,0 0-18-16,0 0-18 0,0 0 10 16,7 12-32-16,-5-9 18 0,3 2-11 0,-1-4 37 15,-1 3 0-15,-2 2-8 0,5-3-37 16,-2 0 20-16,2 2-8 0,2 5 4 0,4-1 21 16,-3-6 29-16,-5 1-54 0,5-2 20 15,-3 0 5-15,0-1-8 0,-2 0 14 0,2-1 25 16,-6 0-5-16,0 0-3 0,9 0-26 0,-9 0 6 15,10 0-25-15,11-16 25 0,-11 7-6 16,-3 1 15-16,-1 1 8 0,-2 0-34 0,2-3 19 16,0 2 19-16,-4 1-33 0,2 0 10 0,-4 1 4 15,1 3 36-15,-1-3 22 0,0 4-8 16,0-2-38-16,2 1 0 0,-1 1-4 16,0 1-7-16,-1-3 17 0,3 2-18 0,-3 1-2 15,0-1 20-15,0 2-20 0,0 0 15 0,0 0-33 16,0 0 33-16,0 0-31 0,1-5 40 0,0 5-19 15,0 3 3-15,-1 0-13 0,2 1 13 16,-1 0-12-16,1 2 11 0,0-2-11 0,-1 2 7 16,6 10-4-16,-4-1-18 0,-1-5 21 0,2 7 1 15,0-5-18-15,3 2 20 0,-3-4-13 16,-2 0 13-16,-2-1-9 0,7 4 6 0,-1 1-22 16,-2-2 9-16,-2-3 16 0,2 9-20 15,1-6-3-15,-5-3 22 0,3 3-1 0,-2-5 1 16,-1 1 11-16,0-8-6 0,0 0 27 0,0 8-22 15,0 0 13-15,0-2-14 0,-13 13 12 16,6-8-7-16,1-3 5 0,-6 3-20 0,-5-5 10 16,6 3-7-16,-4-3 0 0,0 0-24 0,-2 2-8 15,6-3-19-15,1-3-22 0,0 1-21 16,4-2 9-16,6-1-178 0,0 0-147 0,-10 0 25 16,10 0 25-16,-15-11 53 0,11 7-29 0</inkml:trace>
  <inkml:trace contextRef="#ctx0" brushRef="#br0" timeOffset="38173.961">16192 2853 290 0,'-3'-6'178'0,"2"3"-22"16,0 0-38-16,0-1-33 0,1-2 18 0,0 2-3 15,1-3-27-15,0 2 16 0,0 0-18 16,4 1-18-16,-3-1-8 0,1 0-3 0,1 3 3 15,1-2-11-15,1 2-16 0,-1-1 10 16,0 2-2-16,1 1-19 0,0-3 22 0,-6 3 10 16,0 0 2-16,11 0-22 0,-4 0 10 0,12 17-31 15,-8-6-3-15,-4-2 18 0,-2-2 4 0,-3 1 8 16,6 4-39-16,-8-1 20 0,2 6 9 16,0-6-25-16,-2-11 2 0,0 10 0 0,0-2 23 15,-14 13-4-15,6-9-20 0,4-1 9 0,0-3-28 16,0 0 13-16,2-3 11 0,-2 0 21 15,2 0 15-15,-2-2-7 0,4 1-11 0,-3-1-7 16,2 1 4-16,1-3 0 0,-1 2-2 0,1 0-20 16,0-2 12-16,0-1-36 0,0 0 45 0,0 0 5 15,0 0-16-15,0 0-35 0,14 4 50 16,-9-4-2-16,1-1 6 0,1 1-14 16,-1-3-8-16,0 2 15 0,1-2-11 0,-7 3-18 15,13-3 24-15,6 2-16 0,-4-3 9 0,4 1-15 16,-1 1 0-16,1 0-73 0,2-1 6 15,-3 3-46-15,1-2-22 0,-5 0-106 0,5-2 12 16,-1 2 12-16</inkml:trace>
  <inkml:trace contextRef="#ctx0" brushRef="#br0" timeOffset="39173.927">16834 2728 436 0,'-5'1'139'0,"1"0"-7"16,0 4-50-16,-6 4 23 0,1 2-23 0,1-4 11 15,1 5-32-15,0 2-11 0,7-4-3 16,-2 0-4-16,2-1-4 0,-2-1 32 16,2-8-40-16,0 6-27 0,0 2 28 0,0-8 4 15,0 7-21-15,14 7-2 0,-9-11-2 0,10 5 8 16,-5-4-19-16,-1-1 0 0,0-1 1 0,-2-2 14 16,-7 0-8-16,9 0-2 0,3 0-55 15,13-12 3-15,-14 6 51 0,0-2-3 0,-3 1 1 16,-3 1 0-16,1-1-1 0,-3 0-2 0,-2 2-2 15,-1 5 2-15,0-7 34 0,0 7-4 16,0-9-3-16,-13-12-22 0,2 8 24 0,-3 8-4 16,2-2-2-16,-4 2-18 0,-1 2-15 15,-1-2 17-15,0 2-2 0,3 3-14 0,6-2 32 16,-3 2-39-16,3-2 2 0,2 0 3 0,2 2-1 16,-2 0 2-16,5 0 2 0,-3-1 0 15,1-1 24-15,4 2-10 0,-2-4 34 0,2 4-22 16,0 0-8-16,12-3-17 0,-6 1 39 0,15-1-40 15,-4-1 22-15,2-1-9 0,1 0-19 0,3-1 22 16,1 2-22-16,-2 0-1 0,0-2 1 16,3 4 2-16,-4-1-1 0,2-1 5 0,-5 1 1 15,1 1 15-15,-1-3-3 0,1 1 0 0,-6 1 0 16,-1 2-33-16,-2-1 0 0,-3 0 42 16,1 0-3-16,-3 1 0 0,0 1-18 0,-1-1 9 15,-2 0-1-15,2 1 2 0,-1 0 3 16,-3 0 1-16,1-2-1 0,-1 2 14 0,0 0-2 15,0 0-2-15,0 0-1 0,-6 2-2 0,2-1-1 16,-1 0-21-16,-9 6 0 0,2 0-32 16,-3-2 5-16,2 1 40 0,5-2 7 0,-4 4 26 15,-1 1-30-15,4 0-27 0,-2 2 32 0,3 1 23 16,4-2-37-16,0-1 5 0,1-1 11 16,2-1 0-16,1-7-17 0,0 7-6 0,0-7 6 15,0 7 1-15,0-7 1 0,18 22 0 0,-9-17-1 16,3-1 1-16,-3-3 0 0,0-1-6 15,-1 0 8-15,-8 0-2 0,7 0 2 16,4 0-3-16,15-17-16 0,-17 11 37 0,4-4-2 16,-4-1-1-16,-4-3-18 0,4 2 3 0,-3-2-14 15,-3-2 21-15,-2 4 19 0,1-8-26 16,-2 12 4-16,0-5-21 0,0-3 7 0,0 0 53 16,0 0 6-16,0-1-35 0,-14-12 7 0,12 18 25 15,1 0 8-15,-3 1-24 0,1 6 19 16,2-4-27-16,0 2 24 0,-6-5-31 0,5 4 8 15,0 2-3-15,0 0 7 0,2 3-19 0,0-2 25 16,-2 4 5-16,2-1-21 0,-1 1-12 0,1 0 23 16,-1 1-12-16,1 3-13 0,0 0 10 15,1 2-17-15,0 1 8 0,5 7-2 0,-1 4 5 16,0 1 11-16,-1-2-25 0,3-1 10 16,1 2-7-16,-2-3-10 0,3 3 5 0,2-3-4 15,-2-2-46-15,1 1-2 0,0-5 1 0,2 4 5 16,0-4-35-16,2 1-15 0,-1-3-16 15,0-5 0-15,-3-2 21 0,1 1-58 0,9-1-15 16,-11 0-15-16,5 0 18 0</inkml:trace>
  <inkml:trace contextRef="#ctx0" brushRef="#br0" timeOffset="39595.789">17432 2687 380 0,'4'-7'66'0,"-3"2"14"0,0 0-11 16,-1 0-7-16,2 3-24 0,-6-1-3 0,1 1 48 16,-2-1-11-16,-1 2-6 0,0 0-9 0,-2 1-17 15,-1 0 0-15,1 0-6 0,-2 0 21 16,-2 0-23-16,1 0 6 0,-10 16 5 15,12-11-5-15,3 3-3 0,4-2-4 0,-1 1-35 16,0 1-1-16,3-8 3 0,0 7-2 0,0-2 37 16,0-5-2-16,17 23-11 0,-8-14 10 15,-3-4-4-15,1-1-12 0,-2 0 3 0,5-4 0 16,-5 0-22-16,2 0 0 0,-7 0 0 16,0 0 33-16,24-12 1 0,-14 1-41 0,-1-3 38 15,0 1 14-15,0-1-6 0,-5-2 1 0,4-2-24 16,-3-3 30-16,-4 0-45 0,4-1 16 15,-5 11 18-15,0-8 0 0,0-4 7 0,0 0-13 16,-14-21 10-16,8 22 6 0,-1 3-16 16,1 0 36-16,1 3-26 0,-3 3 14 0,4 1-15 15,-2 7 8-15,4-4 3 0,0 5-11 0,-1-1 3 16,1 2-18-16,2 0-5 0,-5 1 21 16,5-3-7-16,0 4-7 0,0 1-3 0,0 0 19 15,0 0-23-15,-1 11 7 0,4 6 6 0,0 3-2 16,2 3-7-16,-1 3-13 0,2-1 23 15,-2 1-16-15,6 1-6 0,-2 0-13 0,1 0 14 16,0-2 7-16,1-2-7 0,2 1-15 0,-1-2 3 16,-1 0 1-16,1-4-19 0,0-2-25 15,-1-4-43-15,7 2 10 0,-4-4-97 0,-3-7-84 16,0-1 19-16,-1 0 19 0,0-2 20 16,0 0-187-16,11-13 30 0</inkml:trace>
  <inkml:trace contextRef="#ctx0" brushRef="#br0" timeOffset="41392.613">18195 2646 357 0,'0'-2'152'15,"0"-3"4"-15,-3 1-32 0,1-1-37 0,-2 0 20 16,-7-3-11-16,-1-2-44 0,0 1 64 16,0 1-42-16,0 5-31 0,4-1 12 15,-4 4 41-15,4 0-74 0,-2 0 36 0,1 0 0 16,-2 0-4-16,-12 11 14 0,10-3-36 0,0 2 4 15,4-1-5-15,-2 2-5 0,6 0-4 0,0-1-14 16,3-3 13-16,1 2 3 0,0-1-16 16,-1-4-2-16,2-4 10 0,0 7 9 0,0-7-23 15,16 22-3-15,-7-15 4 0,0-3 20 16,-2-2-42-16,3-2 35 0,-2 2-14 0,-8-2 0 16,8 0-2-16,6 0 6 0,15-15-15 15,-17 8 15-15,-2-4-9 0,0-4-25 0,0 6 26 16,-2-5 6-16,-5-5-9 0,-2 5 8 0,2-5-10 15,-1 1-12-15,-2 7 24 0,0-1-33 0,0-5 54 16,-13-18-4-16,4 16 1 0,-1 1-20 0,4 3 9 16,-3 1 21-16,0 1 13 0,-4 2-8 15,9 1 5-15,-1 5-1 0,1-2-10 0,-1 2-26 16,1 2-1-16,1 1 12 0,1-3 5 16,0 3-31-16,0 2 33 0,0 0 4 0,2 0-8 15,0 0-38-15,0 0 20 0,-3 14 10 0,3-8 8 16,3 13-19-16,-3-10 13 0,9 18-10 0,2-7 2 15,-3-2 3-15,2 1 2 0,2-6-18 16,-2 4 17-16,5-3-2 0,0 1-12 0,1-6-1 16,-2-1-24-16,1 2 17 0,-1-6-21 15,2 1-7-15,-5-2-20 0,-1-1 32 0,2-2-15 16,-12 0-3-16,11 0 24 0,0 0 3 0,9-14 3 16,-8 4-43-16,-3 5 33 0,-2-9-9 0,1 4 3 15,-4 0-23-15,0-7-14 0,-1 8 6 16,-1-1 6-16,-2 3 5 0,0 4 63 15,0 3-31-15,0 0 4 0,0 0 1 0,0-7-28 16,0 7 4-16,0 0 2 0,-8-8 5 0,6 9 28 16,0 0 18-16,0 3 1 0,-2-2-18 15,4 3 1-15,0-1 0 0,-3 3 0 0,3-2 7 16,0 1-1-16,0 1 1 0,0 1 23 16,19 11-33-16,-12-7-3 0,-1-5 27 0,7 0-15 15,5-3 0-15,-4-3 1 0,4 1-2 16,-10-2 0-16,5 0-11 0,18-10-1 0,-13 3 1 15,1 0-47-15,0-3 10 0,-2 0 3 0,0 1 3 16,-3-3 5-16,-2-1-13 0,-3-1 29 16,-1 4 8-16,1-2 16 0,-4 5-23 0,-5 0 33 15,0 7-39-15,0 0 35 0,0-10-7 16,0 10 9-16,0-7-26 0,-14-1 18 0,12 6 3 16,-4-2-18-16,1 3 2 0,0 0 32 0,0 2-2 15,1-1-38-15,1 1 4 0,-1-1 0 16,2 3 2-16,2-3 17 0,0 0-18 0,-7 7 2 15,4-3-1-15,3-2 2 0,0 2 47 0,3 0-7 16,-2 3 2-16,0-2-20 0,7 9 4 0,-5 1-2 16,4 1-25-16,0-1 0 0,0 2 1 15,2-1 1-15,-2 3 0 0,0 2 7 0,3 0-26 16,-6-1 3-16,0 1 1 0,-3-1 29 16,5 2-29-16,-6-3 3 0,0-7 57 0,0 1-7 15,0 3-21-15,0 1 34 0,-12 17-6 0,7-19-2 16,0 0-5-16,2-1 3 0,-4-2 9 0,-1 1 5 15,1-4-17-15,4-4 2 0,-4-1-38 16,2 1 2-16,1-3 19 0,-2-1 0 16,2 1 9-16,4-2-7 0,0 0-7 0,0 0-22 15,-9 0 16-15,2-10-2 0,5 3-16 0,2 2 10 16,0-1-8-16,0-2-2 0,0 0-51 0,13-21 11 16,-5 9-20-16,-1 0 9 0,4 0 15 15,1-1 16-15,1 1-16 0,-1 1 9 0,-2-3-6 16,6 2 10-16,-1 3-9 0,0-3 1 15,-2 0 21-15,2 2-28 0,0 0 20 0,-1-1-7 16,3 1 10-16,-3-2 20 0,1 2-7 0,0 0 29 16,-3 2 29-16,-4 3-22 0,1 1-1 0,-2 0-7 15,-3 4-2-15,-1 1 25 0,-3 2 19 16,0 5-4-16,0 0-8 0,-13-11-9 16,9 10-7-16,-1-1-8 0,1 0 46 0,-5 4-8 15,4 0-4-15,-2-2-35 0,0 3 14 0,-2 4-40 16,-7 0 22-16,3 3 22 0,1 0-24 0,7-1-18 15,3 1 13-15,2-3 13 0,0 2-40 16,0-3 22-16,0-6 17 0,0 7 2 0,0 5-3 16,12 11 13-16,-4-10-50 0,1-3 23 15,4 0 3-15,-3-5 17 0,0-1-16 16,-2-3-28-16,2 1 27 0,-10-2-9 0,12 0 7 16,4 0-19-16,16-12 2 0,-13 6-34 0,-2-3 3 15,1-1 37-15,-4 0 0 0,1-5 2 16,-2 0-18-16,-1-4 8 0,-5 6 12 0,2 0-1 15,-5 2 2-15,0 3-1 0,-3-1 0 0,1 4 1 16,-1 2-1-16,0-3-8 0,-1 3 16 0,0 3-2 16,0 0 1-16,0 0 1 0,0 0 1 15,0 0-1-15,0 0-2 0,-6-12-30 0,6 15 4 16,-1-3 20-16,2 2-11 0,0 3 24 16,0-1-24-16,2 1 11 0,7 7 0 0,0-5 1 15,3 1 10-15,0 4-1 0,-2-3-1 0,3-5 0 16,4-3-21-16,-5-1 1 0,1 0-16 0,-5 0 1 15,4 0 3-15,18-9 6 0,-17 3 5 16,-2-1 2-16,-1 2-18 0,-4-2-29 0,1 3 36 16,-3-4-34-16,-4 1 11 0,3 2 23 15,-2-1-11-15,-2 1-18 0,0-1 42 0,0 2-4 16,0 4-6-16,0 0 47 0,0 0-21 0,0 0-3 16,-10-15-25-16,7 12 6 0,-4 3 5 15,4 0 19-15,-4 1-33 0,5 3-2 0,-4-2 29 16,0 12-8-16,0-7-5 0,6 4 25 15,-2-4-13-15,2-7 2 0,0 8 8 0,0 2-22 16,21 11 13-16,-10-10 11 0,3-3-2 0,2 2 51 16,0-3-5-16,3-1-7 0,2 1-5 15,2-4-5-15,-3 2-17 0,6-4-7 0,-5 1 0 16,-1-1-2-16,-9-1-2 0,3 0-2 0,2 0 7 16,-1 0-21-16,17-10 0 0,-19 8 2 15,-13 2-2-15,10 0-20 0,-1 0-49 0,13-13-100 16,-18 6-128-16,-1 2 12 0,-1 0-101 0</inkml:trace>
  <inkml:trace contextRef="#ctx0" brushRef="#br0" timeOffset="42205.09">20002 2471 272 0,'-2'-1'137'0,"2"-2"-14"0,0 3 14 0,-2-3-5 15,4 3-37-15,-2 3-32 0,4-3 34 16,0 4-10-16,0 1-8 0,5 5-63 0,0 5-1 15,3-3 58-15,-1 2-13 0,3 1-35 16,-3-1 14-16,1 1 0 0,-3-2-6 0,1 0-3 16,0-3-3-16,-3-3-4 0,1 0-21 0,-3-1-11 15,-1-3 10-15,-1-1 13 0,0 0-24 16,-3-2 39-16,0 0-5 0,0 0 4 0,0 0-30 16,20-21-5-16,-15 3 32 0,0 3 6 0,2-4-25 15,-4 0 8-15,4-1-15 0,-2 2-20 16,-1 0 38-16,0 2 3 0,-4 3-23 0,2 6 9 15,1-2-8-15,-2 5 0 0,0 0 0 16,-1-1-30-16,3 3 3 0,-3-1-89 0,1 1 42 16,3 0-69-16,-4-1-54 0,4 2 14 15,-3-1 13-15,5 0-122 0,0 0-2 0</inkml:trace>
  <inkml:trace contextRef="#ctx0" brushRef="#br0" timeOffset="43314.433">20403 2538 247 0,'2'1'46'0,"1"-1"29"0,-2 3-34 16,2-3 17-16,-1 0 1 0,0 0-32 0,0 2 25 15,0-2-2-15,1-2 7 0,-3-1-27 0,2 2 17 16,-1 0-24-16,0-2 27 0,-1-1-15 16,4 1-22-16,-8-1 8 0,6 0 15 0,-4-2-3 15,2 2-3-15,-1 1-18 0,0 0 2 16,-2-4 34-16,1 7-4 0,0-5-5 0,0 4-4 16,-1 0-4-16,0-2-3 0,1 1-46 0,-3 2 17 15,0 0-1-15,0 0 24 0,2 2-5 16,-2 1 0-16,0-1 8 0,2 3-3 0,-1-3-12 15,0 4 0-15,2-1-21 0,-5 8-4 0,4-5 8 16,-1 0 2-16,3-1-1 0,1-7-6 16,0 0-6-16,0 9 27 0,0-2-1 0,0-7 5 15,13 17 11-15,-2-7-4 0,2 0-36 16,1-3-19-16,-1-5 32 0,2 4-14 0,2-5 23 16,-6 2 0-16,-11-3-2 0,15 0 0 0,-2 0 1 15,17-12-34-15,-18 9 22 0,3-5-14 0,-3-2 11 16,2 4-15-16,-1-3 27 0,-5-3-4 15,-2 4-25-15,-2-2 33 0,-4 2-12 16,0 1 16-16,3-1 0 0,-3 1-2 0,0 1-9 16,0 6 8-16,0 0 1 0,0-7 1 0,0 7-21 15,0-8-1-15,-13-5 3 0,10 9-25 16,-1 2 45-16,-1-3-3 0,0 4 27 0,1-2-3 16,-1 3-29-16,4 0-4 0,-4 2 1 15,2-2-1-15,-3 2-29 0,6-2 13 16,0 0-18-16,-4 10 34 0,4-5-23 0,-1-3-16 15,1 3 21-15,0 2 42 0,1-2-21 0,-1 1-29 16,0 3 21-16,11 9 7 0,-4-5 5 0,-1-4-26 16,3-1 22-16,3 4 0 0,2-5-22 15,0 0 19-15,1-7 14 0,4 4 8 0,-1-1-41 16,2 0 9-16,-10-3-20 0,1 0 32 16,5 0 19-16,1 0 10 0,-1 0-26 0,21-16-15 15,-19 11 26-15,-8 0-45 0,3-3 18 0,-2 0-12 16,-1-3 3-16,2-2 1 0,-7 5 68 15,0-2-21-15,0-5 9 0,-2-2-5 16,-2 0 3-16,4 0-37 0,-5 8 3 0,0-6-2 16,0-2 1-16,-16-16 62 0,8 14-19 0,0 1 5 15,2 1 8-15,-4 3 3 0,1-3 0 0,2 2 3 16,1 5 4-16,-4-2-37 0,6 3 35 16,-1 3-10-16,0 1-4 0,3 2-22 0,0-1 25 15,-3 0-11-15,5 1 15 0,-3 3-48 16,3 0 28-16,0 0-30 0,0 0 32 0,-4 10-11 15,4-6-1-15,0 4-31 0,3 9 22 0,-3-10 14 16,0 6-9-16,13 16-4 0,-7-10 3 0,2 3-19 16,2-3 14-16,-1 3 0 0,4-8-25 15,-3 6 0-15,1-3 10 0,1-3 3 16,-1-2-13-16,1-1 18 0,-2 0-19 0,3-1 10 16,0-2-11-16,-3 1 1 0,1-5 11 0,-1-1-19 15,-2-1-2-15,-1-2-5 0,-1 0-5 0,-6 0 2 16,0 0 22-16,8 0-49 0,-8 0 27 15,16-13 19-15,-7 2 4 0,-3 1-32 0,0-4 34 16,-1 4-2-16,0 1-3 0,-2 3 3 16,-1-2-1-16,0 4-23 0,-1 0 39 0,0 2 6 15,0-1-42-15,2-2 11 0,-3 5 14 0,1-2-20 16,0-3 50-16,1 4-35 0,-2 0 24 0,1 1-39 16,-1 0 20-16,0 0 12 0,0 0 3 15,0 0-6-15,11 14-4 0,-8-12 3 16,1 3-16-16,5 5-16 0,-2-3 59 0,5 4-26 15,-2-4-19-15,2-2 22 0,-3 1 15 0,1 2-24 16,0-6-33-16,-1 3 13 0,0-5-13 0,-1 2 4 16,-8-2-155-16,9 0-127 0,10-12 18 15,-8 7-46-15</inkml:trace>
  <inkml:trace contextRef="#ctx0" brushRef="#br0" timeOffset="43470.674">21116 2283 239 0,'-3'-3'170'0,"1"1"-29"0,1 0-22 15,-1 2-89-15,4-3 23 0,-1 3-46 0,0-2-70 16,2-1-59-16,1 0-220 0</inkml:trace>
  <inkml:trace contextRef="#ctx0" brushRef="#br0" timeOffset="43736.293">20866 2301 212 0,'15'-2'191'0,"0"0"-26"15,-3 0-23-15,7-2-17 0,-6 4-7 0,6-6-56 16,-6 2 7-16,6 1 8 0,-8 3-11 16,0 0-3-16,-5-2-25 0,2 2 17 0,-3 0 2 15,0-3-42-15,0 3-8 0,-5 0-1 16,0 0-48-16,0 0-45 0,5 0-2 0,-5 0-90 16,0 0-112-16,7 0 8 0</inkml:trace>
  <inkml:trace contextRef="#ctx0" brushRef="#br0" timeOffset="44548.778">21318 2370 219 0,'-4'4'106'0,"3"2"-15"0,-3-4 13 16,2 4-53-16,-2 0 16 0,4 0-7 0,0 0-10 15,0-1-22-15,-1 2 23 0,1-7-5 16,0 0-7-16,0 8-20 0,0 0-30 0,0-2 19 15,0 1-8-15,16 13 48 0,-11-13-13 16,3-2-8-16,1-2-35 0,-2 1 1 0,0-2 26 16,2-2-3-16,-3 1-1 0,4-1 5 0,-2 0-30 15,6 0 42-15,18-18-36 0,-16 14-5 16,0-1-4-16,-3-5-8 0,0 0 38 0,-2 2-17 16,-2-5-7-16,0 3 6 0,0-2-25 15,-3 2 1-15,1 3 5 0,-5 1 1 0,1 2 2 16,-3-3 0-16,1 2 92 0,-1 5-13 0,0 0 13 15,0 0-13-15,0-6-7 0,0 6-6 16,0 0-6-16,-11-11-4 0,8 9-34 0,-2 2-2 16,1 0 1-16,-1 2 37 0,-1 1-36 0,3-1 0 15,-2-2-13-15,1 3 1 0,2 2-1 16,-1-1 2-16,3 1 23 0,0 2 0 0,0-2-2 16,0 0-3-16,3 2-28 0,-3-7 2 0,12 17 46 15,-2-5-4-15,-3-4-2 0,5 0-3 16,-3-4-3-16,5 3-20 0,-4-3 0 0,1-3-1 15,-1 1-6-15,0-2 13 0,0 0 7 0,-1 0-7 16,4 0-16-16,17-15 14 0,-15 8-1 0,1 0-4 16,0-1-2-16,-3-1 1 0,0-2-6 15,-4 3 5-15,1-2 9 0,-5 0 8 16,0 2 10-16,-3 0-14 0,-1 1-11 0,-1-1 14 16,0 8 11-16,0 0-11 0,0-7-15 0,0 0-14 15,-21-6 48-15,12 5-18 0,1 5-3 0,-1 0 17 16,2-1-31-16,-2 3-13 0,2 1 31 15,7 0-3-15,0 0-10 0,-8 0 26 0,8 0-6 16,-6 0-33-16,-3 10 2 0,7-5 2 16,2-1-7-16,0 1 12 0,0 0-23 0,2 2 6 15,0-2 0-15,-1 2 25 0,8 6-2 0,0-1-16 16,3 2 20-16,-3-2 8 0,2 3-16 0,-1-1-11 16,2-2 10-16,-1 0 6 0,1 1-14 15,-2-4 5-15,-2 5 2 0,2-2 8 16,-3-4-12-16,-5 0 23 0,2-1-46 0,-1-1 7 15,-1-1 3-15,-2 1-57 0,0-2-13 16,0 1-28-16,0-5-36 0,0 0-82 0,0 0-102 16,0 0 2-16</inkml:trace>
  <inkml:trace contextRef="#ctx0" brushRef="#br0" timeOffset="44736.27">22150 2534 219 0,'0'5'167'0,"0"5"-27"15,-3 6-21-15,2-1 0 0,1-7-14 0,-6 17-12 16,2-9-13-16,0 1-79 0,1-3-47 0,0-6-89 16,-1 1-159-16,-2 3 0 0</inkml:trace>
  <inkml:trace contextRef="#ctx0" brushRef="#br0" timeOffset="46142.476">22786 2164 329 0,'0'-14'214'0,"0"14"-10"16,0-12-34-16,2-6-14 0,-2 13-18 0,-1 1-5 15,1 0-37-15,0 1 9 0,0 0-14 0,-3-1-21 16,3 1-18-16,0 3 9 0,0 0 21 16,0 0-17-16,0 0-13 0,0 0-11 0,0 0 5 15,-1 2-32-15,2 2 14 0,-1 2 24 16,0 0-11-16,2 1-10 0,-1 14-23 0,-1-13 8 15,0 5-7-15,6 19-7 0,-6-19 2 0,3 4 14 16,-2-4-2-16,2 7 4 0,0-5-26 16,-1 2 12-16,2 0 1 0,-2-5-10 0,1 0 21 15,-1-5-10-15,7 5 1 0,-7-2-22 0,1-5 25 16,1 4-7-16,-3-5-10 0,2 0 1 16,1-2-9-16,1 1-8 0,1-1 1 0,-2-2-45 15,5 0 8-15,-9 0-67 0,10 0-1 0,1 0-1 16,16-15-45-16,-16 6-65 0,0 2-90 15,0-1-12-15,-2 1 5 0</inkml:trace>
  <inkml:trace contextRef="#ctx0" brushRef="#br0" timeOffset="46548.71">22825 2247 214 0,'14'-8'84'0,"-2"1"26"0,4 2-60 15,-4 1 36-15,-1 1-20 0,4-2 12 16,-3 0-34-16,0 1-5 0,-1 1 12 16,1 3 5-16,-12 0-13 0,13 0-5 0,12 13-16 15,-15-9-5-15,3-1 1 0,-1 2-4 16,-2 2-12-16,-1-3 38 0,-2 1-33 0,-1-2-1 15,-4 1 2-15,2 1 3 0,-1-2-27 0,1-1 34 16,-1 1-22-16,-2-2 19 0,2 2-2 16,-2 0-21-16,-1-1 32 0,0-2-5 0,0 0-20 15,0 0 25-15,0 0-14 0,0 0-20 0,-14 3 2 16,10-3 64-16,1-3-5 0,-1 3-6 0,2-2 13 16,-1-1-26-16,0 0-28 0,-2-1 39 15,4 0 3-15,0 1 7 0,-1-5-52 0,1 4 2 16,1-4 21-16,0-2-5 0,0 1-46 15,0-1 1-15,16-6 5 0,-13 9-64 0,5-4 5 16,-2 2 13-16,2 3-49 0,-3-1-66 0,6-2-148 16,2 3 3-16</inkml:trace>
  <inkml:trace contextRef="#ctx0" brushRef="#br0" timeOffset="49298.634">23257 2155 331 0,'-9'0'121'0,"2"1"-17"15,-7 3-25-15,0 0 2 0,1 1-5 0,-2 5-23 16,4-2-1-16,2-4-23 0,2 3-3 15,4-4-3-15,-1 2-3 0,3-1 8 0,-2 2-13 16,3 0-2-16,0-6-1 0,0 0-3 0,0 6 13 16,0 1-26-16,16 2 1 0,-8 3 0 0,2-7 0 15,1 2 1-15,1-4 28 0,-2-1-16 16,0 1 7-16,-1-3-22 0,-3 0 30 0,1 0-30 16,-7 0 19-16,0 0-15 0,10 0-16 15,-2 0 35-15,9-12-42 0,-8 4 1 0,2-2 2 16,-2-1 43-16,-3 3-1 0,-2-2-4 15,-2 3 5-15,0 2-2 0,-1-2 11 0,0 4-4 16,-1 3-2-16,0 0 36 0,0 0-8 0,0-8-27 16,0 8 25-16,0-6 5 0,0 6-14 0,0 0-1 15,0-7-28-15,0 7 21 0,0 0-4 16,-7-7-8-16,7 7 23 0,0 2-21 0,0 3-19 16,0-3-24-16,1 3-5 0,1-2 12 0,1 0 12 15,0 3 1-15,-2-3 0 0,1 2-18 16,4-1 5-16,-2-1 1 0,2-1-31 0,-2 1 17 15,1 0-29-15,0-1 29 0,-1 2-17 0,1-3 23 16,-1 0 1-16,2-1 1 0,-1 1 7 16,-1-1-9-16,1 0-15 0,-5 0 16 0,0 0 0 15,0 0-4-15,7 0 0 0,-7 0 19 16,10 0-9-16,-10 0 7 0,5 0 0 0,-5 0 2 16,8 0 5-16,-8 0-14 0,6 0 15 0,-6 0-15 15,9 0 24-15,-9 0 0 0,7 0-2 0,1 0-25 16,13 14 27-16,-12-9-31 0,-3 0 1 15,2-2 2-15,1 1 0 0,-4-1 1 0,-1-1 1 16,-1 0 2-16,0-1 11 0,0 1 20 16,2 2 4-16,-2-4-30 0,0 3-6 0,0-3 18 15,-1 0-2-15,-2 0 1 0,0 0 14 0,0 0-1 16,0 0-2-16,7 0-15 0,3-14 3 16,-7 11-1-16,-1-2-1 0,2-2 1 0,5-2-4 15,-7 1 1-15,5-1 4 0,-6 4-19 16,3 0 4-16,-4 0 37 0,2 0-3 0,-1 3-37 15,1 1 8-15,-2-3 5 0,1 2-1 16,0 0-13-16,1 1 22 0,-2-1 4 0,1 0-1 16,-1 2 0-16,1 0-18 0,2 0 0 0,-1 2 3 15,1-2 11-15,0 0-23 0,2 0 17 16,-2 3-30-16,0-3 3 0,2 2 2 0,-2 0 53 16,2 0-26-16,-3 0-9 0,5-1 2 0,-2 1-38 15,1 1 19-15,-1-3-11 0,-5 0 23 16,0 0-27-16,8 0-28 0,0 0-4 0,-2 0 48 15,2 0 9-15,-8 0-32 0,24-12 1 16,-14 7 7-16,-2 2-3 0,1-2 4 0,-5 1 3 16,-2-1 39-16,1 0 9 0,-3 0-37 0,0 3 17 15,0 2 13-15,0 0 12 0,0-7-27 16,0 7-9-16,0-8 10 0,0 8-12 0,-14-14 6 16,9 11 25-16,1 0-19 0,-1 2 13 15,1 0 8-15,-2 1-7 0,3 2-2 0,-4-2 4 16,-3 10 9-16,4-2-32 0,1-3 25 0,0 1-5 15,1 0 2-15,3 1 42 0,1-2-38 0,0-5-25 16,0 0 22-16,0 7 3 0,0 0-5 16,0-1-5-16,15 12 13 0,-6-7-38 0,-2-4 28 15,2-2-1-15,-1-1-10 0,1-1 21 16,-1-1-24-16,-2 0 16 0,3-2-18 0,-3 0 29 16,-6 0-13-16,5 0 37 0,11 0-20 15,11-11-13-15,-14 6-10 0,-3-3-1 0,0 2 18 16,-2 0 10-16,1-4-30 0,-3-1 34 0,0-2-41 15,0 5 18-15,-3 0 33 0,-1 1-16 16,-1 3 9-16,-1 0-7 0,0 4-20 0,0 0-10 16,0 0 8-16,0-7 22 0,0 7-36 0,0 0 41 15,-10-11-11-15,6 12-19 0,1-1-14 16,-2 2 36-16,3 1-26 0,-2-1-6 0,1 0-9 16,-2 2 3-16,4 0 0 0,-2 0 61 15,3 0-21-15,0 2-17 0,3-2 31 0,-3 1-1 16,9 8-41-16,-5-3 2 0,8 1 8 15,-3-3 5-15,0-1-21 0,1-4 16 0,-2 1-21 16,0-1 3-16,0-1 13 0,2-1 20 0,-1 0-47 16,-4-1 13-16,-5 0 14 0,14 0-2 15,18-11 38-15,-15 6-5 0,-4-5-26 0,0 2-17 16,-1-1 18-16,-3-3-10 0,-4 5-5 0,0-5 0 16,3 0-1-16,-5 4-2 0,0-1 18 15,-3 1 25-15,1 2-13 0,0 3 8 0,1-2-13 16,-2 0-32-16,0 3 16 0,1-3-27 0,-1 3 48 15,1-2-36-15,1 3 9 0,-2-1 17 16,2 2-18-16,-2 0 33 0,0 0-31 0,0 0 21 16,0 0-14-16,6 0 16 0,7 9 4 0,-9-7-24 15,-1 3-2-15,7 5 2 0,1 1-8 16,-4 0 0-16,2 1 41 0,0-1-58 0,0-1 32 16,-4 0-5-16,-4-2 1 0,2 2-1 0,-2-2-14 15,-1 0 3-15,0-2-13 0,0-6 33 16,0 0-26-16,0 8 22 0,0-1-13 0,0-7 12 15,0 8-10-15,0-1-2 0,0-7 22 0,-10 17 2 16,6-16-1-16,4 3-24 0,0-1 2 16,-4-1 0-16,3 2 2 0,1-3 3 0,0 1-7 15,0-2 39-15,0 0-40 0,1 0 17 0,3 0-29 16,0 0 31-16,1-3-2 0,-1-1-27 16,10-5 4-16,-3-2-12 0,1 2 18 0,2-1 12 15,-5-4 1-15,2 2-1 0,-1 0-7 0,-2-2 6 16,-3 1 12-16,2 0 2 0,3-1-12 0,-5 2-6 15,-1-2 40-15,1 1-29 0,-1 4-6 16,-3 0 31-16,2 3-21 0,-3 0 1 16,0 3 34-16,0-2 16 0,0 0-8 0,1 3 3 15,-1-1-1-15,0 1-18 0,0 1-16 0,0 0 15 16,0 1-26-16,0 0 19 0,-1 2-18 0,1 0-11 16,-2 1 17-16,1 1 9 0,1 1 9 15,1 0-4-15,1 1-3 0,-2 0-43 16,0-2 40-16,1 2-1 0,-1-6-4 0,10 22-2 15,-2-11-48-15,0 0 7 0,-3-4 1 0,1 1 26 16,-2-4 6-16,2-1 4 0,-1 1-3 0,2-2 0 16,-3-1-1-16,3 1-59 0,-3-2 4 15,4 0 31-15,-8 0 1 0,0 0-14 0,6 0 2 16,-6 0 2-16,22-14-1 0,-16 4 2 16,-1 2 2-16,-3-1 31 0,4 1 19 0,-3-6-22 15,-2 0 4-15,-1-3 2 0,1 2-13 16,-1 3 4-16,0-7 29 0,0 7 0 0,0-1-53 15,0 13 2-15,0-9 47 0,0 1 1 16,0 1 5-16,0 2-28 0,0 5 18 0,0-9 24 16,-11-1-26-16,11 10-2 0,0 0-5 0,0 0-33 15,0-7 41-15,0 7-34 0,0 0 18 16,-4-8 29-16,5 9-4 0,-2 1-53 0,2 3 22 16,0 2 18-16,1 8-7 0,-2-6-26 15,9 20-4-15,-7-12 26 0,2 1 9 0,0 1-9 16,2 0-23-16,1 0 21 0,2-4 3 0,-3 2-7 15,0-3-11-15,3 1-27 0,0-1 33 16,3-2-23-16,-6 0 4 0,3-4 2 0,-3-1 2 16,1-2 1-16,-1-2-55 0,-3 1 30 15,2-1 2-15,-3-1 0 0,2-2 3 0,-4 0 35 16,0 0-2-16,0 0-51 0,0 0 25 0,24-15-1 16,-18 7 3-16,-2 1 3 0,-2 2 15 15,2-3-2-15,-4 1 6 0,0 1 1 0,0 1-27 16,3 0 21-16,-3-1-7 0,0 3-5 0,1-2 10 15,-1 1 3-15,0 1-9 0,0-1 34 16,0 4-23-16,0 0 21 0,0 0-53 0,0 0 22 16,0-7 23-16,0 7 10 0,9-11 2 0,-3 8-35 15,0 2 0-15,1-2-15 0,-3 1 17 16,5 1 9-16,6-4 13 0,-3 1-28 0,-1 1-20 16,-3 1 22-16,1-1-8 0,6-5 16 15,-3 1-15-15,2 0 4 0,0-1 6 0,-3 0 17 16,2 0-13-16,-4-4 2 0,-3 3 10 15,4-1 27-15,-6 1-14 0,-1-2-2 0,1 2-1 16,-3-1-2-16,-1 0 1 0,0 2 5 0,0 0 0 16,0-2 60-16,0 0-38 0,-14-12 25 0,6 8-39 15,1 4 0-15,1 5 32 0,1 0-5 16,0-2-46-16,1 4 64 0,-2-3-24 0,5 3-7 16,-3 1-5-16,1 0-32 0,1 1 50 15,-1 0-52-15,2 0 32 0,-3-1 6 0,4 2-11 16,0 0-10-16,0 0-11 0,0 0-16 0,-10 16-13 15,10-11 39-15,-3 15-18 0,2-3 40 16,1-2-34-16,0-6 15 0,0 5-23 0,0 3 7 16,12 18-1-16,-6-16 10 0,6 0 7 15,-1-2-9-15,3 0 3 0,1-3-28 0,-1-4 13 16,3 2-22-16,-2-2 29 0,2-1-12 0,0-4 31 16,-1 2-22-16,-3-3-14 0,-2-3 1 0,1 2 1 15,-3-3-43-15,-9 0 9 0,10 0 6 16,11-12 40-16,-11 6 0 0,1-2-44 15,-2-4 5-15,1 1 37 0,-4 0 4 0,-3 4-1 16,-1-1 1-16,-2 1-7 0,2 2 20 0,0-3 14 16,-2 2 5-16,0 1-2 0,0 5-4 0,0 0-30 15,0 0-2-15,0-7 2 0,0 7 17 16,0-8-15-16,0 8 0 0,0 0-2 16,0 0 22-16,-11-7-19 0,10 9 19 0,-2 0-15 15,2 1-1-15,0 1-1 0,-1 0 4 0,2 0-10 16,0 1 7-16,-2-2-6 0,4 3 9 15,1-3-12-15,-3 3-17 0,4-2 27 0,4 7 1 16,0-3-1-16,5-2-5 0,-4-1 14 16,1-2-30-16,0 0 1 0,-1-1 7 0,0 0 1 15,1-1-27-15,-4-1 5 0,-6 0 25 0,8 0 0 16,3 0-3-16,5 0-9 0,9-12 1 0,-9 7-16 16,-6 0 3-16,0 0 20 0,-4 0 2 15,0 0 16-15,-1 3-3 0,-1-1-12 0,1-1 1 16,-2 4-1-16,-1-5-15 0,3 2-44 15,-3 1 1-15,0-1-17 0,-1 2-55 0,-1 0-53 16,5-1 12-16,-4 0-166 0</inkml:trace>
  <inkml:trace contextRef="#ctx0" brushRef="#br0" timeOffset="49986.114">24335 1873 371 0,'-3'0'156'0,"1"0"-15"15,-2 0 10-15,1 2-41 0,1-2 6 0,-1 0-57 16,0 0 45-16,0 0-42 0,2 0-5 16,-2 0-32-16,2 0 45 0,-2-2-21 0,2 2-16 15,-2 0-15-15,3 0 42 0,-1 0 0 16,1 0-13-16,-1 0 24 0,0 0-56 0,-1 0 39 16,1 0-3-16,1 0-12 0,-4 0-18 0,4 0 13 15,-1 0-15-15,0 0-17 0,-2 0 18 0,6-1 4 16,-3 2-2-16,-3-1-9 0,3-1 8 15,0 1-10-15,-1 0-12 0,1 1 29 0,1-1-12 16,-2 0-8-16,1 0 8 0,0 0-14 16,0 2 27-16,-1-2-42 0,2 0 21 0,-1 0 17 15,0 0-52-15,0-2 12 0,0 2-18 0,1 0 3 16,-2-2-215-16,0 0-126 0,1-3 26 0,0 1-4 16,-4-13 7-16</inkml:trace>
  <inkml:trace contextRef="#ctx0" brushRef="#br0" timeOffset="-67514.027">14748 3510 524 0,'0'0'202'0,"0"-13"-37"16,0 13-5-16,0 0 3 0,0 0-23 0,0 0-3 15,12-27-15-15,-12 25-5 0,0 1-8 16,0-2-37-16,0 1 6 0,-2-1-12 0,2 3-4 15,0-3 2-15,-3 2-20 0,6 0 17 16,-6-1-19-16,4 2-8 0,-2-1-13 0,1 1 16 16,0 0 0-16,0-2-13 0,0 4 9 0,-3 1-23 15,1-1 4-15,0 4 15 0,2-1-14 16,-4 10-4-16,-2-1-17 0,0 1 10 0,4 0 8 16,0-3-3-16,-3 6-7 0,3-2 0 15,-1 4 2-15,1-3 15 0,0-5-16 0,0 5 2 16,1-5 3-16,-2-1 11 0,2-2-15 15,-2-3-2-15,3 2 4 0,0-5-10 0,-1 2 9 16,0-2 11-16,-1 2-26 0,2-3 18 0,0 1 3 16,0 1 15-16,0-3 6 0,-2-1-14 15,2 3 20-15,0-3-14 0,0 0-11 0,0 0 8 16,0-13 3-16,0 5-13 0,5-12-4 0,-5 9 3 16,5-19-9-16,0 8 16 0,2 1-27 15,-4 0 18-15,4 0 4 0,-1-1-3 0,1 3 0 16,0-1-2-16,-1 2-3 0,2-1 3 0,-1 1 8 15,2 5-17-15,-3-2 4 0,-1 1 3 16,-2 6-3-16,0 0 0 0,1 0 5 0,-2 3-10 16,-1 1-3-16,0 2-6 0,-1-1 2 0,3 1 7 15,-3 1-1-15,0 0 0 0,4 0 1 16,-2 1 3-16,2 0-4 0,-4 0-15 0,0 0 14 16,0 0-1-16,6 0 10 0,12 14-21 15,-5-3 21-15,-5-4-1 0,-3 0-14 0,6 5 9 16,2 0 2-16,-4 2 1 0,1-2-5 0,-2 5 7 15,4-5-10-15,-1 0 5 0,-4 2 11 16,3 2-14-16,-2-1 3 0,1-1 2 0,-6 3-2 16,5-1-5-16,-4-1 7 0,4 0-9 0,-3 0 16 15,0 0-6-15,3 0-8 0,-6 2 7 0,2-9 2 16,-1 1-4-16,0-1-9 0,-1-1 18 16,0-2 3-16,-1 0 3 0,1-1-3 0,0 0-4 15,-1 0-11-15,-1 0 17 0,4 0-10 16,-3 0-14-16,2-2 10 0,-2 1 4 0,0 2-6 15,-1-4 2-15,2 2-10 0,-1 0 13 0,0-2 3 16,-1 2-9-16,3-2 8 0,-3 2 1 16,2-2 7-16,-2-1-14 0,0 1-41 0,-2-2-33 15,-1 0-3-15,2-1-40 0,0 1 11 16,-1 1-84-16,-3-2-56 0,0-1-116 0,0 0 16 16,-6-6 29-16,-1 2 43 0,0 0 8 15</inkml:trace>
  <inkml:trace contextRef="#ctx0" brushRef="#br0" timeOffset="-67107.794">14657 3638 504 0,'0'0'134'0,"0"3"27"16,-1-2-58-16,-1 0 43 0,1 1-57 0,1-2 9 16,0 0-21-16,1 0-6 0,2 0-1 0,2-2-22 15,1 1 4-15,-2 1-20 0,14-4 12 0,0 1 2 16,0-1-7-16,-3 0-35 0,2 1 11 15,1-3 31-15,0 2-18 0,-2-1-8 0,1 5 25 16,-3-3-25-16,-1 3-7 0,-3-1 18 0,0 1-45 16,0-1 32-16,-3 1-8 0,-1-2-5 15,1 2 12-15,0 0-9 0,-2 0-15 0,-5 0 1 16,0 0-51-16,5 0-8 0,-5 0-10 0,7 0-35 16,-7 0-59-16,9 0-75 0,-9 0-80 15,0 0 11-15,0 0 2 0</inkml:trace>
  <inkml:trace contextRef="#ctx0" brushRef="#br0" timeOffset="-66560.937">15328 3551 383 0,'-1'0'103'15,"0"0"-15"-15,1 0-11 0,-2 0-8 0,1 0 46 16,-2 0-26-16,5 0-23 0,-4 0 2 16,2 0 26-16,0 0-28 0,-1 1 29 0,0-1-35 15,1 0 17-15,0 0 21 0,0 0-47 0,0 1 38 16,0-1-30-16,0-1-8 0,0 1-4 16,0 1-3-16,1 1 0 0,-1-4-10 0,0 2-12 15,-1-1-19-15,2 1 32 0,0 1-12 16,-1-1-10-16,6 0 10 0,-4 0 2 0,0 0-15 15,5 0 2-15,-2 0-16 0,1-1 27 0,1 1-1 16,4 0-26-16,3 0 21 0,3 0 2 16,21-10-32-16,-15 7 24 0,-2 1 1 0,1 2-5 15,-3-3 7-15,-3-2-3 0,-2 2-6 0,3 1-3 16,-4-2 9-16,-6 2-8 0,2 1 1 0,-5 1 6 16,3 0-28-16,-4-3 28 0,3 3-6 15,-4-1 6-15,-1 1 4 0,1-1-9 0,2 0 7 16,-3 1 5-16,1 0-19 0,1 0-10 0,-3-1-50 15,5 1-4-15,-5 0 6 0,0 0-57 16,0 0-43-16,2 2-53 0,-3-3-110 0,1 3 27 16,0-3 16-16,-1 2 7 0</inkml:trace>
  <inkml:trace contextRef="#ctx0" brushRef="#br0" timeOffset="-65451.593">15736 3428 551 0,'0'-1'189'16,"-2"-1"8"-16,0-1-36 0,1-1-11 0,1 3-33 15,-2-3-18-15,1 1-2 0,1 1-19 16,1-1 1-16,1-2-8 0,-1 1-2 0,1 1 5 16,4-1-46-16,-4 2 7 0,5-4-5 0,-5 5 13 15,13-6-7-15,-6 4 12 0,0 0-32 16,1 0 11-16,-4 3-29 0,1 0 8 0,0-1-1 16,-7 1 20-16,7 0-6 0,-2 0 2 0,3 0-16 15,-1 0 25-15,0 0-15 0,15 13-15 16,-5-8 19-16,-10 1-39 0,1-1 28 0,-1-1-17 15,0 0 19-15,3 5-10 0,-4-1 10 16,1 0-8-16,-3 0 17 0,1-2-13 0,-3 1-3 16,4 9-28-16,-2-7 29 0,1 5 6 0,-4-1-6 15,0-3-23-15,2-1 5 0,-3 0 22 0,0-9 14 16,0 5-24-16,0 2-1 0,0 1 11 16,0-2-4-16,0 5-2 0,-14 15 2 0,14-17 2 15,-4 2-6-15,0-6-5 0,-1 2 2 16,2-1 11-16,0 1-2 0,-2-3-16 0,-3 6 18 15,-1-1 9-15,-1 1-27 0,1 0 23 0,0-3 20 16,0-4-11-16,2 1 10 0,2-2-17 0,-3 1 13 16,3 0-33-16,1-1 28 0,-3-2-8 15,3 1-3-15,-2 0-1 0,2 1 9 0,-2-1-1 16,1 0-11-16,0 1 7 0,0-2-7 16,2 0-1-16,0 1 5 0,0-1-6 0,-1 0 7 15,4 0-3-15,0 0-37 0,0 0 0 0,0 0-27 16,-7 0-25-16,7 0 8 0,-8-1-104 15,10-1-37-15,-1-2-110 0,0 2-28 0,13-6 19 16,-1 2 14-16,1 0-1 0</inkml:trace>
  <inkml:trace contextRef="#ctx0" brushRef="#br0" timeOffset="-66045.321">15762 3428 278 0,'-2'-3'258'0,"1"-1"-44"0,-1 0-21 15,-1 0-22-15,0 0-17 0,3 1-14 0,0-1 3 16,-1 0-34-16,1 1 17 0,-1 0-21 16,1 0-7-16,-3 1-13 0,3-1 8 0,0 0-21 15,-1 2-12-15,1 1-10 0,0 0 11 0,0 0-18 16,0 0 4-16,0 0-16 0,0 0 6 16,0-7-12-16,0 7 0 0,0 0 5 0,-4-6-26 15,4 6 13-15,0 0-16 0,1 4-1 16,-1 1 18-16,0-1 8 0,0 3-19 0,3-1 1 15,-2 1-15-15,-1 1 23 0,0 4-13 16,0 2-9-16,0 0 18 0,0 0-4 0,0 2-1 16,0 1-14-16,14 18 18 0,-12-19-4 0,1 2-4 15,0-2-13-15,-2-3 19 0,0 0-3 0,1-2-3 16,-2-2 4-16,0-1 0 0,0-3-4 16,5 11-15-16,-4-4 25 0,2-3-21 0,-3-4 12 15,0 1 12-15,0-1-20 0,0-1 10 16,0 0-12-16,0-3 2 0,0 1 17 0,0 1-10 15,0 0-6-15,0-2 19 0,0-1-9 0,0 0-1 16,0 0-15-16,0 0-7 0,-3 3-34 0,3-6-38 16,-1 2 13-16,-1-2-31 0,2 2 10 0,-1-3-102 15,-1-1-87-15,2 1-78 0,0-1 25 16,0-1 19-16,0 0 10 0</inkml:trace>
  <inkml:trace contextRef="#ctx0" brushRef="#br0" timeOffset="-64545.371">16169 3505 257 0,'-2'2'227'0,"2"1"-22"0,0-3-28 0,0 0-20 15,0 0-28-15,0 0 15 0,0 0-29 16,0 0-20-16,0 0 3 0,0 0 3 0,0 0-12 15,0 0-13-15,0 0-3 0,0 0-6 0,0 0-25 16,0 0 6-16,0 0-12 0,0 0 5 16,0 0 0-16,0 0-10 0,0 0-11 0,0 0 0 15,0 0 2-15,27 0-21 0,-16-2 12 16,-11 2 1-16,22-5 23 0,-3 2-17 0,-4 1 0 16,0 0-26-16,-3 1 15 0,0-2 5 15,-2 3-14-15,-1-1 6 0,-4-1-8 0,4 2 12 16,-2-1-4-16,1 1 0 0,-3 0 5 0,2 0-5 15,-7 0-4-15,7 0 9 0,0 0-19 16,0 0-3-16,-7 0 5 0,9 0-5 0,-1 0 17 16,-8 0 7-16,8 0-1 0,-8 0-12 0,7 0 4 15,-7 0 5-15,7 0 0 0,-7 0-1 16,0 0 18-16,8 0 16 0,-8 0-6 0,0 0 4 16,6 0-14-16,-6 0 6 0,0 0 9 15,9 0-6-15,-9 0-17 0,0 0 9 0,0 0-1 16,0 0 0-16,0 0-15 0,5 0 4 0,-5 0 0 15,0 0-5-15,0 0-5 0,0 0-16 0,0 0-24 16,0 0-41-16,0 0-27 0,14 0-8 16,-14 1 9-16,0-1-63 0,0-1-78 0,0 1-61 15,1 0-27-15,0-3-23 0,2 3 49 16,1-2 34-16</inkml:trace>
  <inkml:trace contextRef="#ctx0" brushRef="#br0" timeOffset="-63951.637">17041 3277 563 0,'0'0'126'15,"1"0"33"-15,-2-2-6 0,3 2-32 0,-2-3-16 16,-1 2 6-16,0-1-9 0,1 1 0 16,-4-1-18-16,1-1-12 0,1 3-38 0,0-4 26 15,-2 3 1-15,-1 0-7 0,1 0 1 0,-3 0-18 16,1-1-20-16,1 2 24 0,-4 0 0 0,4 0-24 15,-4 0 8-15,-4 0-17 0,-1 0-2 16,-1 0 0-16,-16 15 15 0,19-10 15 0,1-1-41 16,1-1 18-16,3 0-9 0,0 2 4 15,3-1 5-15,-4-2 7 0,-2 9-9 0,2-7 9 16,3 5-28-16,-1-2 14 0,3 0 18 16,-5 7-13-16,6-3-5 0,-4-1-13 0,5 0 10 15,1 0-20-15,0-4 33 0,0 1-13 16,0 1 20-16,0-8-16 0,0 12 12 0,0 1-6 15,13 16-2-15,-6-14-10 0,0-3 3 0,2 2-7 16,2 0 7-16,-1-1-23 0,-3-4 21 16,4 3 17-16,0-3-5 0,2 1-3 0,-1-3-7 15,1-2 1-15,7-2 5 0,-1 0 2 16,2-3 3-16,-10 0-20 0,4 0-4 0,3 0 1 16,4 0 8-16,-2 0-4 0,-1 0 9 15,1 0 10-15,-5 0 2 0,-2 0-11 0,-3 0-11 16,1 0 7-16,-3 0 8 0,0 0-49 0,-8 0-11 15,7 0-11-15,1 0 7 0,-8 0-174 16,0-6-145-16,13-4 38 0,-13 6 8 0,-3 2 47 16,1-4-19-16</inkml:trace>
  <inkml:trace contextRef="#ctx0" brushRef="#br0" timeOffset="-63061.036">17374 3446 262 0,'0'0'168'0,"0"0"-30"0,0 0-19 16,0 0-6-16,0-13-16 0,0 13-23 15,0 0 5-15,0 0-15 0,0 0 7 16,0 0-32-16,0 0 32 0,0 0-34 0,4-13 21 16,3 13-5-16,1 0-4 0,2-2-18 0,0 2-33 15,4 0 46-15,1 0-36 0,2 0 15 0,1 0-15 16,0 0 4-16,12-10 25 0,-18 9-20 16,0 1-40-16,-12 0 60 0,8 0-44 0,0 0 24 15,-2 0 7-15,2 0-19 0,-8 0-3 16,8 0 11-16,-2 0 2 0,-6 0-44 0,6 0 3 15,-6 0-41-15,7 0 23 0,-7 0-21 0,8 0-2 16,-8 0-55-16,0 0-18 0,5 0-122 16,-5 0-37-16,0 0-26 0</inkml:trace>
  <inkml:trace contextRef="#ctx0" brushRef="#br0" timeOffset="-62248.558">17892 3278 247 0,'0'-3'247'0,"0"0"-54"0,2 2-11 0,-2-1-28 15,2 1-27-15,-2 0 3 0,0 1-43 16,0-3 2-16,0 2-19 0,1 4 4 0,-2-1-8 15,1 2-4-15,0-1-4 0,0 2-12 0,0 2 15 16,-2 11-30-16,2-11 26 0,0 4-29 0,-8 18-11 16,5-10-24-16,-3-1 52 0,3 1-31 15,-2 0 3-15,0-1-26 0,1 1 21 0,-1 2 2 16,-2-3-3-16,4 0-9 0,-2-2 19 16,5 2-6-16,-4-6 18 0,4-4-25 0,-4 0 3 15,4-2 2-15,0-6-16 0,0 0 3 16,0 7 34-16,0-7-25 0,0 8 18 0,0-8-7 15,0 0 24-15,0 5 2 0,0-5 9 0,0 0-3 16,0 0-4-16,-2 8-12 0,4-8 12 16,-2-4-12-16,1 3 8 0,-1-5-22 0,2 2 2 15,-1-1-1-15,-1-1-4 0,6-10 4 0,-3-1-18 16,0 1 11-16,2-2-12 0,-2-1 17 16,3-1-1-16,-1-1-5 0,1 2-8 0,1-5 7 15,0 1-19-15,0-2 16 0,-1 2-4 0,3 3-1 16,0-1-12-16,-3-1 14 0,-2 3 11 15,3 2-11-15,-5 0 7 0,4 0-17 0,-1 2 2 16,1 1-6-16,-1 0 10 0,1 2-12 0,-2 2 16 16,0 2-8-16,-2 3-2 0,0 0-6 15,0 1 4-15,-2 1 8 0,4 1-3 0,-1-3-9 16,-1 4 4-16,-1-1-8 0,2-1 12 16,-2 2-14-16,3 0 9 0,-3-1-11 0,-1 2 20 15,0 0-4-15,0 0 9 0,0 0-8 0,9 0-2 16,-9 0-3-16,13 13 13 0,-3-2-14 15,-1 0-1-15,-1 3-5 0,2-2 17 0,-5 4-8 16,4-1 0-16,0 0 13 0,-1 2-13 16,2-3-5-16,-2 2-8 0,-3 0 0 0,4 0 17 15,-2 0 1-15,2 0-6 0,-1 1 5 0,-1-3-3 16,0 0 7-16,1 1-15 0,0 0 13 0,-1-1-1 16,2-1-14-16,-4 0 8 0,3 0 3 15,-2-1 2-15,3 0 5 0,-5-3-4 0,4-1 1 16,-3 0-4-16,-1-2-9 0,0 0 21 15,1-2-16-15,-3 1 5 0,2-1-1 0,-3 0 4 16,2-1-11-16,-2-1 9 0,3 1-2 0,-3 0 8 16,1-2-15-16,0 2 11 0,-2-1-4 0,3 0-12 15,-1 1 5-15,-2-3-3 0,0 1-24 16,0-1-14-16,0-2-45 0,-2-1-25 16,0 0 11-16,1 0-84 0,-1-1-29 0,0-1-155 15,-8-6 23-15,6-1 0 0,0 3-11 16,-2-4 6-16</inkml:trace>
  <inkml:trace contextRef="#ctx0" brushRef="#br0" timeOffset="-61904.821">17900 3428 343 0,'-1'0'213'0,"-2"0"-62"16,1-1-39-16,2 1-7 0,-2-2 1 16,5 2-41-16,-2-3 41 0,3 2-11 0,2 0-44 15,1-2-24-15,-2 0 4 0,1 2-14 0,10-3 39 16,4 1-14-16,-1 0-28 0,-2-1 20 0,3 3 5 15,-7-1-15-15,1 2 7 0,-6-1-16 16,6 1 7-16,4-2-3 0,2 1-13 16,-13 1 27-16,3 0-47 0,5 0 1 0,1 0-61 15,-1 0-22-15,-2 0-39 0,-2 0-147 0,-3 0-6 16,0 0-33-16,-8 0-4 0</inkml:trace>
  <inkml:trace contextRef="#ctx0" brushRef="#br0" timeOffset="-49217.68">23293 2788 345 0,'0'-2'155'0,"0"1"-28"0,0 0-16 16,0-2-14-16,-1 1-21 0,-1 2 0 0,1-1 16 15,-1 0-34-15,-5 1-13 0,5 0-4 0,-3 1-5 16,1-1 4-16,-1 0-7 0,-2 0-21 0,-2-1 20 15,4 2 3-15,5-1-7 0,-7 0-24 16,-1 0 25-16,0 0 5 0,1 0-5 16,1 0-12-16,6 0 38 0,-10 0-23 0,1 0-8 15,9 0-5-15,-7 0 25 0,7 0-20 0,-8 0-10 16,8 0-4-16,-7 0-14 0,7 0 18 16,-10 0-29-16,1 8 32 0,8-8-5 15,-1 2-5-15,-1-2-2 0,2 1 15 0,-1-1-7 16,-1 0-11-16,1 0-2 0,-1 1-14 0,3 2 6 15,0-2 16-15,-3 1 6 0,3 0-24 16,-1 1-6-16,-1-1-21 0,2 1 22 0,0 1 25 16,0 1 4-16,0 2-49 0,0-2 17 0,0-5 23 15,0 7 6-15,0 4 8 0,0 3-36 16,0 1 27-16,0-1-2 0,11 12-18 16,-8-10-10-16,-1-2 40 0,-1 5-5 0,2-5-2 0,-3-3-10 15,0-3-4-15,0 5 31 0,0-3-24 16,0 0 13-16,0 0 4 0,0-1-44 15,0 0 21-15,0-2-20 0,0-1-7 0,0 1 42 16,0 0-39-16,0-2 5 0,0 2 29 0,0-2 7 16,0-5 10-16,0 9-42 0,0-2 43 15,0-7-17-15,0 8 15 0,0-3-40 0,0-5 21 16,0 7 9-16,0-7-9 0,0 0-7 0,0 7-11 16,0-7 29-16,0 7 1 0,0-7 5 15,0 0 10-15,6 11-10 0,-2-10-21 0,5 0 19 16,-4-1-23-16,3 2-23 0,1-4 31 0,2 2 0 15,3 0 17-15,6 0-14 0,19-8-22 0,-25 7-9 16,4-1 29-16,-2 1-6 0,-4 0-21 16,0-2 14-16,-2 3 23 0,-1-3-37 0,5 0 13 15,0 0-6-15,-5 2 33 0,-2 1-38 16,1-3 30-16,-3 3 5 0,-2 0 9 0,1-1-23 16,-2 1 2-16,2 0 4 0,-1 0-20 0,-2 0-21 15,2 0 18-15,-1-2-31 0,-2 0 20 0,1 2 1 16,1 0-104-16,-2-3-55 0,-1 3-107 15,0-2-43-15,1-1 14 0,-1 0-62 16</inkml:trace>
  <inkml:trace contextRef="#ctx0" brushRef="#br0" timeOffset="-48295.841">23210 2970 340 0,'0'0'138'0,"0"0"-14"0,-13 0-18 16,13 0-13-16,0 0 17 0,0 0 10 15,0 0-41-15,0 0-28 0,0 0 23 0,0 0-15 16,0 0-37-16,0 0 34 0,0 0-4 0,0 0-1 16,0 0-42-16,0 0 33 0,0 0-20 15,0 0 5-15,8 15-34 0,-2-15 31 0,0-2-18 16,1 1 30-16,-1-1-54 0,0 2 47 16,1 0 3-16,0-3-13 0,2 3-13 0,-3 0 10 15,0 0-20-15,2-2 20 0,1 2-44 0,-1-2 45 16,-4 2 3-16,3-1-13 0,1 1-20 0,-2-2 21 15,-1 2 5-15,0-1-13 0,-1 1 3 0,2-1-13 16,0 1 24-16,-1 0-18 16,-1 0 0-16,-4 0-38 0,0 0-22 0,0 0-6 0,0 0-17 15,5 0-11-15,-5 0-54 0,0 0-66 16,0 0 13-16,0 0-138 0</inkml:trace>
  <inkml:trace contextRef="#ctx0" brushRef="#br0" timeOffset="-47873.979">23645 2919 278 0,'1'1'177'0,"3"-1"-16"0,-4 0-45 16,1 0 7-16,0 0-11 0,3 0-21 0,-1 0-50 16,1 0 36-16,1 0-13 0,1 0-2 0,2 1 14 15,-2-2-25-15,2 1-3 0,-8 0 2 0,7 0-5 16,2 0-5-16,-1 0-42 0,4 0 17 15,4 0-19-15,-3 0 16 0,0 0-16 0,0 0 22 16,-4 0 14-16,1 0-26 0,-3 0-14 16,1 0 16-16,-1 0 28 0,-7 0-22 0,8 0-20 15,-1 0 19-15,-7 0-40 0,6 0 41 0,-6 0 5 16,8 0-15-16,-8 0-1 0,9 0-39 0,-9 0-18 16,6 0-24-16,-6 0-28 0,7 0-3 15,-7 0-93-15,0 0 15 0,7 0 12 0,-7 0-142 16</inkml:trace>
  <inkml:trace contextRef="#ctx0" brushRef="#br0" timeOffset="-47420.861">24122 2729 363 0,'-2'-4'217'0,"2"2"-8"0,0 0-8 0,0 0-27 0,-1-2-57 16,1 2 19-16,0-1-25 0,0 2-5 16,0-1-7-16,-1-1-36 0,-2 2 19 0,3 0-33 15,0 0-1-15,0-1-12 0,0 2 1 16,3-2-1-16,-2 6 0 0,-2-2-7 0,2 0 8 15,-1 3 9-15,0-1-41 0,0 3 4 0,0 0 0 16,3 10 11-16,-3-7 10 0,0 4-12 16,0 2-8-16,0 3 5 0,0-3-18 0,0 1 6 15,9 17 11-15,-8-17-8 0,0-3-12 16,-1-2 6-16,0-3 12 0,0-2-12 0,2 2 8 16,-2-2 0-16,0 0 0 0,0-1-21 0,2-1 4 15,-2 1 15-15,0-6-10 0,0 0-8 0,0 7 6 16,0-7 17-16,0 7-1 0,0-7 5 15,0 7 5-15,0-7-3 0,0 5-30 0,0-5 20 16,0 0-24-16,0 0 2 0,0 0-41 16,-2 13-22-16,2-16 8 0,0 3-65 0,0-3-20 15,0-1-12-15,-3 0-48 0,3 0-101 0,0-3-25 16,0 0 9-16</inkml:trace>
  <inkml:trace contextRef="#ctx0" brushRef="#br0" timeOffset="-46327.142">24124 2706 371 0,'0'-2'168'15,"0"-1"3"-15,0-2-68 0,0 3 21 0,0-3-35 16,0 3-15-16,4-4-22 0,0 2 18 0,-1 1 2 15,7-5-2-15,0 2-16 0,-5 1-40 16,0-2 32-16,1 5-11 0,1-1 25 16,-1-1-67-16,1 3-5 0,-1-2 41 0,9-1-24 15,-3 1-14-15,-2-1 4 0,-1 1 32 0,0 2-6 16,-2-2-38-16,-1 3 1 0,1 0 15 0,-2-3-13 16,1 3 9-16,-4 0 28 0,4 0 1 15,-2 0-17-15,-4 0-21 0,0 0 48 0,0 0-43 16,7 0 18-16,-7 0 2 0,13 14-7 15,-8-11-2-15,-4 2 1 0,-1 0 18 0,1 0 6 16,0 2-1-16,-2 0-3 0,1-7-50 0,0 5 39 16,0 2-3-16,0 1-10 0,-15 17-7 15,8-11 10-15,1-2 11 0,0 1-9 0,-7-2-18 16,3-2 26-16,1 1-3 0,-4 0-6 0,-1-2-22 16,2 0 21-16,3-2 7 0,3 0-8 0,-3-1-20 15,3-2 37-15,2 0-14 0,-4 1-10 16,7-4-17-16,-3 3 0 0,1-3 3 0,1 3 24 15,0-2 10-15,-1 0-31 0,2 1 29 16,-1-1 2-16,0 0 8 0,-1 1 5 0,2-2-27 16,0 1 10-16,-1 1-44 0,1-2 36 0,-1 0 0 15,2 1 16-15,0-1-46 0,0 0 59 0,0 0-25 16,0 0 13-16,0 0-11 0,0 2-9 16,0 0 8-16,3-4 8 0,1 2 9 0,0 0 3 15,1 0-29-15,3 0-15 0,-3 0-7 0,1 2 26 16,2-2-2-16,1 0-18 0,-9 0 45 15,6 0 1-15,2 0-19 0,0 0-32 0,7 0 26 16,-2 0-5-16,3 0 1 0,0 0 9 0,-4 0-27 16,12 10 0-16,-16-10 19 0,0 1 0 15,-4 1-4-15,4-1-14 0,-2 2 40 0,-2 0-45 16,2-1 15-16,-2 0 20 0,0 1-15 16,1-1 11-16,-2 2-30 0,3-1 36 0,-2 0 0 15,0 2-6-15,-1-1 1 0,0-1 18 0,1 2-30 16,-1-2 12-16,-2 2-23 0,0 1 3 15,3-1 44-15,-3-1-28 0,-1 2-12 0,1-1 29 16,-1 2-8-16,2-2-6 0,-2-5-31 0,0 7 13 16,0-1-11-16,0-6 36 0,0 8-32 15,0 0 36-15,0-3-17 0,-13 8 8 0,13-8-27 16,-3 1 34-16,1-2-12 0,-1 1 6 16,2 0-13-16,0-2-6 0,-2 0 33 0,2 2-4 15,-2-2-9-15,2 0 10 0,-5 1-2 0,4 0-2 16,0 0-3-16,-2-4 6 0,-1 5 4 15,1-2-1-15,0 0 15 0,0 0 3 0,-6 7-6 16,2-7-26-16,2 2 6 0,1-2-24 0,-3-1 25 16,2 2 10-16,1-1-36 0,2-3 14 15,-1 2 13-15,-1-1-34 0,0 1 2 16,1-2 32-16,-2 2 8 0,3-2-20 0,-2 1 13 16,1-1-3-16,-1 2-8 0,-1-1 0 0,2 0 12 15,-1 0-5-15,0-1 8 0,1 0 0 16,-1 0-8-16,-1 0-17 0,6 0 17 0,0 0-2 15,-8 0 4-15,8 0-3 0,-8 0 1 0,8 0-6 16,-9 0 7-16,9 0-4 0,-7 0 16 16,7 0-11-16,-7 0 1 0,7 0-3 0,-6 0 2 15,6 0-17-15,-13-10 17 0,11 7-12 0,-1 3 17 16,0-2-3-16,1 1-9 0,-1-1 0 16,2 2-18-16,-2-3 12 0,2 2-10 0,-1-1 4 15,0 1-4-15,1-2-28 0,1 3 9 16,-1-2-15-16,-1 0 12 0,2 1-67 0,-1-3 12 15,1 1 6-15,1 1-60 0,-1-2-70 0,0 4-175 16,0 0 24-16,0 0 21 0,0-8 12 16,0 1-4-16</inkml:trace>
  <inkml:trace contextRef="#ctx0" brushRef="#br0" timeOffset="-59670.476">18460 3246 326 0,'0'0'173'0,"0"0"-49"15,0 13 9-15,0-13-27 0,0 0-2 0,0 0-6 16,13 0-5-16,-13 0-4 0,0 0-14 0,0 0-24 16,0 0 20-16,0 0 4 0,30 25-39 15,-27-25 14-15,1 1 16 0,1-1-10 0,0 2-7 16,1-1-21-16,-1-1 22 0,-5 0-11 16,0 0-4-16,8 0-18 0,0 0 22 0,-2 0-43 15,3 0 30-15,5 4 11 0,-7-4-28 16,0 0 6-16,1 0 3 0,-3 0 1 0,4 0 4 15,-9 0-40-15,0 0 31 0,8 0-2 0,-1 0-28 16,-1 0-5-16,-6 0-7 0,8 0-25 0,-8 0 6 16,8 0-85-16,-8 0-29 0,6 0-137 0,-6 0-4 15,0 0-28-15,0 0 8 0</inkml:trace>
  <inkml:trace contextRef="#ctx0" brushRef="#br0" timeOffset="-58701.784">18879 3159 394 0,'0'-3'267'0,"-1"2"-36"15,0-1-17-15,-2 1-46 0,3 0-32 0,-1-2 4 16,1 2-32-16,-2-1 1 0,2 2-16 0,0 0-15 15,0 2-2-15,0 0-10 0,0 1-2 16,2 1-16-16,-2 2-13 0,0 0 8 16,1 13-6-16,-1-12 4 0,0 6-18 0,7 18-9 15,-5-13 8-15,0 3 1 0,1-2 0 0,1-2-1 16,-4-2-2-16,2 2-12 0,-2-3 12 0,0-2 4 16,0-2-32-16,2-2 20 0,-1-1 11 15,-1 0-8-15,0-1-7 0,0-2 11 0,1 1-28 16,-1-5-2-16,0 0 19 0,0 0 8 15,0 7 15-15,0-7-11 0,0 5 38 0,0-5-4 16,0 0 0-16,0 0 3 0,2 12-25 0,-4-16-1 16,2 2 10-16,0-4-13 0,-1 1-10 15,1-2 9-15,-8-9-6 0,4-2 0 0,0-5-11 16,1 4 10-16,-1-5-7 0,4 0 7 0,-3 1 4 16,1 0-10-16,-1 2-8 0,3-4 6 15,0 16-13-15,0-8 0 0,0 0 1 0,0-3-2 16,0 3 18-16,0 3-11 0,0 2-5 0,0 1-3 15,0 3-6-15,0 0 6 0,12-11 0 16,-3 6-4-16,-2 5 19 0,3 0-10 16,3 1-6-16,-1 3 10 0,-2 3-25 0,3-2-6 15,-5 3 10-15,3 0 2 0,3 0-12 0,12 12-10 16,-13-6 7-16,1-1 0 0,-4 1-2 16,-1 2 12-16,3 1-6 0,-6 2-15 15,-1-1 18-15,-3-2-13 0,0 0 3 0,-2 1 17 16,0-9 6-16,0 8-4 0,0 4-6 0,-15 15 10 15,5-13-9-15,0-2-3 0,1 1 20 0,-7 0 7 16,5-1-10-16,-1 1-6 0,-1-1 7 16,0-4-7-16,-1 0 20 0,2 0-22 15,1-3 2-15,6-2 14 0,-2-1 14 0,2 1 0 16,1-1-4-16,2 0 7 0,-2-2-2 0,0 0-6 16,4 2-7-16,0-2 1 0,0 0 5 0,0 0-10 15,0 0-5-15,-4-8 6 0,5 7-9 16,2-4 6-16,0 2-6 0,2 0 5 0,0 2 5 15,-1-2 1-15,2-1-9 0,11-2-6 0,-6-2-5 16,1 3 9-16,3-1-5 0,-4 3-6 16,-4 1 15-16,3 0-13 0,-2 2 1 0,-8 0-2 15,0 0 6-15,9 0-2 0,-1 0 1 0,-8 0 10 16,7 0-9-16,7 14-14 0,-8-11 7 0,1-2 1 16,1 10 9-16,0-1-4 0,-3-3-9 15,-4 1 5-15,-1-1 3 0,5 0 6 0,-5 0-7 16,0-7-1-16,0 13 4 0,0 0 12 15,0-3-4-15,0 4-2 0,-15 6 4 0,11-11-17 16,-1-3 13-16,1 1 3 0,0-3 5 16,-6 6 1-16,2-5-10 0,0 0 21 0,2 0-3 15,-2-1 2-15,1-1 6 0,0-2-10 16,2 0 7-16,-4 0-8 0,9-1 14 0,0 0-17 16,-9 0-13-16,3 0 26 0,-1 0-12 0,7 0 7 15,-10 0-37-15,4 0 8 0,6 0-18 0,-8 0-22 16,-6-10-23-16,9 6 9 0,4 1-107 15,-2-3-77-15,3 2-125 0,0 0 27 16,3-1 23-16,-3-1 12 0,1 2 23 0</inkml:trace>
  <inkml:trace contextRef="#ctx0" brushRef="#br0" timeOffset="-58170.547">19381 3243 351 0,'0'-1'166'0,"-1"2"-17"0,-1-1-2 15,0-2-13-15,1 2-51 0,1 2-4 16,-3-2 18-16,6 1 0 0,0-1-32 0,-2 2-5 15,1-4 3-15,3 2-18 0,1 0-21 0,-2 0 33 16,4-1-9-16,-1 0-12 0,1 0-19 0,1 1 1 16,5 0 4-16,-2 0-1 0,14-7-25 15,-16 7 14-15,-3 0 13 0,2 0-8 16,0 0-15-16,1 0 18 0,-4-3-26 0,0 3 32 16,3 0-41-16,2 0 36 0,-2 0 5 0,-3 0 8 15,0 0-22-15,-6 0 13 0,11 0-9 16,-11 0 16-16,5 0-24 0,-5 0 23 15,6 0-4-15,-6 0-27 0,0 0 35 0,7 0-16 16,-7 0-19-16,0 0-52 0,0 0 5 0,7 0 5 16,-7 0-93-16,0 0-70 0,0 0-110 0,6 0 3 15,-6 0-11-15,0 0 0 0</inkml:trace>
  <inkml:trace contextRef="#ctx0" brushRef="#br0" timeOffset="-57529.948">20173 3072 310 0,'-4'-3'209'16,"0"1"-21"-16,0-1-59 0,-1 1-36 0,0 0 13 16,-1 2 3-16,2-1 0 0,-3-1-44 15,2 0 14-15,-2 2 1 0,-1 0-37 0,0 0 6 16,1-3 22-16,-2 3 0 0,1 0-10 0,-2 0 7 15,-4 0-5-15,-3 0-5 0,1 0-22 16,-18 11 7-16,19-7 13 0,0 2-16 0,3-2 6 16,3-2-26-16,1 3-6 0,2-2-3 0,-2-1-8 15,-4 8 31-15,3 0-3 0,0-1-8 16,-1 3-29-16,6-3 27 0,-2-1-3 16,3 5-16-16,-4 2-1 0,5-5 27 0,2 3-17 15,0 5 2-15,0-12 14 0,0 3-25 0,0 3 8 16,9 17-19-16,-3-16 20 0,1 3-6 15,3-3 2-15,-1 1-20 0,1-1 21 0,0-2-10 16,1 0-5-16,1-1 22 0,2-2-7 0,-2 0-15 16,1-4 26-16,-1 3-23 0,-1-1 12 0,1-4 1 15,1 3-20-15,-1-1 7 0,-2-3 18 16,1-1-8-16,1 0-20 0,-3 0 22 0,-9 0 0 16,13 0-8-16,4 0-7 0,-2 0 23 15,-2 0-9-15,16-11 12 0,-18 7 0 0,-1 3-19 16,-3-2 17-16,0 0 9 0,-1 3 0 0,-1-1-11 15,-3-1-1-15,2 2 11 0,0 0-14 0,-3 0 0 16,2-2-15-16,1 0 14 0,-4 1-15 16,2 1 13-16,1-1-3 0,-3 1-18 0,2 0-47 15,0 0-12-15,0-3 8 0,-1 0-163 0,1 2-169 16,-2-2 23-16,0 2-11 0,-3-3 15 16,3 4 59-16</inkml:trace>
  <inkml:trace contextRef="#ctx0" brushRef="#br0" timeOffset="-53639.425">20610 3235 267 0,'0'0'185'0,"0"0"6"0,-13 0-13 16,13 0-18-16,0 0-46 0,0 0 27 16,0 0-10-16,-25 15-17 0,23-15 1 0,0 0-17 15,2 1-1-15,-2-1-31 0,1-1 11 16,0 1-13-16,1 0-8 0,0-1-5 0,0 2-6 16,4-1 0-16,-3 0-6 0,4-2-28 15,0 0 0-15,2 2 21 0,-2-2-2 0,2 1-28 16,0 1 22-16,3 0-1 0,2 0-9 15,2 0-8-15,4 0 9 0,-3 0 0 0,0 0 10 16,2 0-1-16,-3 0-23 0,-1 0-29 0,-3 0-1 16,-2 0 10-16,2 0-12 0,-3 0-40 0,0 0 16 15,-7 0-18-15,9 0 5 0,-3 0-48 16,-6 0-26-16,9 0 33 0,-3 0-52 0,-6 0-67 16,7 0 16-16,2 7-141 0,-4-6 3 15</inkml:trace>
  <inkml:trace contextRef="#ctx0" brushRef="#br0" timeOffset="-52811.334">21249 3002 291 0,'3'0'216'0,"-2"-3"-51"0,0 3-16 15,-1-3-25-15,0 3-9 0,0 0-48 0,0-1 27 16,-5 1-39-16,4 1-15 0,-4-1 14 0,1 0-11 16,1-1-6-16,-2 2 28 0,0-1 0 15,1 2-52-15,-2-2 35 0,2 1-4 16,-2 1 10-16,6-2-48 0,-8 0 30 0,1 0-4 15,-6 0-11-15,1 0-16 0,-11 5 20 0,15-5-5 16,0 3 24-16,4-3-46 0,-3 0 25 0,3 0-36 16,0 1 35-16,4-1 1 0,0 0-10 15,0 0-5-15,0 0 10 0,-6 0 4 0,6 0-34 16,-7 0 20-16,7 0 12 0,0 0 4 16,0 0-1-16,-7 0-16 0,7 0 27 0,0 0-14 15,-8 0-11-15,8 0 4 0,0 0 1 0,0 0-2 16,0 0 3-16,0 0-9 0,-7 0 14 0,7 0-16 15,0 0-7-15,0 0-1 0,0 0-9 16,0 0-19-16,0 0 32 0,-7 0-23 16,1 13 30-16,6-10 18 0,0 3-22 0,0-1-9 15,0 2 4-15,1-1 10 0,-1 1-2 0,0-7-8 16,0 10-4-16,0 4 16 0,0-2-8 0,0 2 1 16,0 1 14-16,0-3-14 0,0 1-5 15,10 16 16-15,-8-18-33 0,-2 2 27 0,0-4-4 16,3 1-2-16,-3-1 15 0,3-2 3 0,-3 1-4 15,0-2-40-15,0 2 17 0,3-2-21 16,-2 2 1-16,-1-1 28 0,0 0 11 0,4 9-27 16,-3-7 23-16,-1-1-29 0,0-8 0 15,0 7 21-15,0-1 4 0,0-6-11 0,0 7 9 16,0 0 11-16,0-7-33 0,0 5 17 0,0-5 17 16,0 7-2-16,0-7 17 0,0 0-45 0,0 6 2 15,0-6 16-15,0 0 3 0,0 7 0 16,0-7 24-16,0 0-17 0,0 0 0 0,11 10-24 15,-7-10 24-15,1 0 1 0,-1 0-36 16,1 0 21-16,1-1 5 0,1 1-4 16,0 0 6-16,-7 0 5 0,6 0-26 0,0 0 16 15,1 0-3-15,3 0 14 0,-3 0-29 0,1 0 22 16,8 0 13-16,-2 0-9 0,-1 0-10 16,-2 0-12-16,-3 0 19 0,3 0-11 15,-4 0-6-15,-1 0 12 0,-6 0-5 0,9 0-18 16,-3 0 0-16,-6 0 28 0,8 0-12 0,-8 0 3 15,6 0-8-15,-6 0-10 0,7 0 16 0,-7 0-29 16,0 0-21-16,9 0 6 0,-9 0-48 16,0 0-42-16,6 0-26 0,0-12-107 0,-3 12-32 15,1 0-13-15,-2-3 5 0</inkml:trace>
  <inkml:trace contextRef="#ctx0" brushRef="#br0" timeOffset="-52451.97">21079 3231 256 0,'0'-1'100'0,"1"-1"-53"0,-1 2 20 16,3 2 19-16,0-2-36 0,0-2 4 0,0 1-12 16,1 1-32-16,3-1 10 0,-2-1 3 15,0 4 26-15,3-1-6 0,-2-1-24 0,-6 0-12 16,6 0 20-16,8 0 24 0,1 0-7 0,-1 0-4 15,4 0-69-15,-4 0-15 0,0 0-36 16,-4 0-5-16,0 0-69 0,-4 0-150 0</inkml:trace>
  <inkml:trace contextRef="#ctx0" brushRef="#br0" timeOffset="-52076.981">21494 3159 290 0,'0'0'209'0,"0"1"-38"0,1-1-22 0,-1 0-42 15,2 2 13-15,1-2-36 0,-1 0-19 16,2 0-15-16,0 0 8 0,0 0-2 0,0 0-34 16,0 0 4-16,3 0-20 0,-2 0 38 15,-1-2-3-15,2 4 6 0,-6-2-26 0,0 0 6 16,8 0-28-16,2 0-1 0,1 0 26 16,1 0 0-16,2 0-23 0,-1 0 1 15,0 0-1-15,-3 0 15 0,5 0-26 0,2 0 50 16,-2 0-4-16,0 0-5 0,-3 0-35 0,-1 0 1 15,-2 0-36-15,-3 0-38 0,4 0-9 0,-2 0 15 16,-8 0-26-16,8 0-57 0,-8 0-68 16,8 0 13-16,-8 0-162 0</inkml:trace>
  <inkml:trace contextRef="#ctx0" brushRef="#br0" timeOffset="-51108.256">21969 3013 389 0,'-1'-3'245'0,"1"2"-56"15,1 1-5-15,-2-3-44 0,1 3-3 16,0-2-16-16,0 1-21 0,0 1-18 0,0-1-16 15,0 1 8-15,0 0-15 0,0-1-21 0,0 1 4 16,0 1 7-16,2-1-4 0,-2 2 6 0,0 3-24 16,0-2 7-16,0 1-1 0,0 1-9 15,1 0-8-15,3 12-14 0,-4-17 0 0,0 9 18 16,0 2 10-16,0-1-22 0,3 9 8 0,-3-11-17 16,2 10 11-16,-2-18-18 0,0 12 34 15,0 2-15-15,0 1 7 0,0-3-39 0,0-1 45 16,0 0-17-16,0-2-15 0,0-3 29 0,0 0-6 15,0-6 3-15,0 8-2 0,0-8-41 16,0 8 30-16,12 3 1 0,-12-9 5 0,0 1-15 16,0 1 11-16,1-3 8 0,-1 3 12 0,0-3-28 15,-1-2 16-15,1 1-3 0,0-2-13 16,0-1 2-16,0-1 2 0,-1 2 5 0,1-1 11 16,-2-3-29-16,2 1 20 0,0 1-9 0,-6-10-4 15,3 2 3-15,1-4 1 0,0 3 5 16,-1-3-2-16,-1 3-1 0,3-2-2 0,-1 0 21 15,0 4-18-15,0 2 2 0,1-2-14 0,0 4-6 16,0 0 20-16,1 0-14 0,-3 2-7 16,3-2 22-16,0 1-2 0,-1-1-11 0,1 3 7 15,-2-1 5-15,2 0 3 0,0 2-8 16,-1-2 5-16,1 1-19 0,0 1 14 0,0 3 16 16,0 0-13-16,0-8-5 0,0 8-17 0,0-6 30 15,13-4-17-15,-10 8-8 0,-1-3 23 16,2 2-18-16,-2-1-10 0,3 3 15 15,-1-2 7-15,0 1-4 0,0 0-3 0,1 2 0 16,-1-2 3-16,4 2 1 0,-3 0 13 0,1 0-32 16,-1 0-5-16,-5 0 27 0,7 0 4 15,-7 0-10-15,25 10 11 0,-9-6-4 0,-5 4 0 16,3-3-20-16,-4 1 19 0,-2-2-8 0,-3 3 2 16,7 5-8-16,-5-5 7 0,2 4 0 15,-3-3 12-15,2 4-30 0,-5-4 26 0,3 1-16 16,-2-1 14-16,0-1-2 0,-1-2 2 0,-1 2 1 15,-1 0-17-15,1-1 22 0,1-1 1 16,-3 1 7-16,2 1-16 0,-2-1 2 16,0-6-7-16,0 6 1 0,0-6-11 0,0 9 9 15,0-2 8-15,0-2-23 0,0-5 22 0,0 9-7 16,-12 4 6-16,7-8-6 0,4-1 14 16,-2 1-11-16,-1-1 18 0,-3 6-15 0,-9-3 11 15,9 2-10-15,-6-1 13 0,2-1 8 0,3-2 1 16,0 0-5-16,1 0 1 0,-1-2 6 15,5-2-20-15,-3 2 12 0,3-2-5 0,-3 2 12 16,2-3-10-16,0 1 3 0,2-1-11 0,-1 1 2 16,-1 2-3-16,2-2 3 0,-1 1-5 15,1-2 1-15,0 0-16 0,0 0-2 0,0 2-12 16,0-1 10-16,1-1-10 0,-2 0-29 0,3 0 0 16,-1 0 5-16,1 0-80 0,0 0-33 15,1-6-70-15,1 2-105 0,0 0-12 16,2 0 19-16,0 1 2 0,-2-1 1 0</inkml:trace>
  <inkml:trace contextRef="#ctx0" brushRef="#br0" timeOffset="-49983.29">22544 3081 343 0,'0'0'132'16,"0"0"32"-16,0 0-4 0,0 0-49 0,0 0 39 16,0 0-28-16,0 0-4 0,0 0-25 0,0 0 4 15,0 0-6-15,0 0-8 0,0 0 3 16,0 0-14-16,0 0-3 0,0 0-22 0,0 0-33 15,0 0 20-15,0 0 20 0,0 0-28 16,0 0-20-16,0 0 32 0,0 0-7 0,0 0-23 16,0 0-13-16,0 0 24 0,4 8-3 0,5-8 1 15,-2 2-9-15,1-1-11 0,11 0-4 16,-5-1 15-16,7 3-12 0,-3-1 29 0,-4-1-7 16,-3-1-9-16,-1 1-7 0,-3 2 7 15,-1-3 1-15,1 0-6 0,-2 1 6 16,2-1-24-16,-4 0 31 0,1 0-41 0,-4 0 31 15,0 0-24-15,0 0 37 0,6 0-19 0,-6 0 28 16,7 0 0-16,-7 0-1 0,0 0-7 16,7 0 20-16,-7 0-18 0,0 0 9 0,0 0-15 15,5 0 7-15,-5 0-15 0,0 0 7 16,0 0 7-16,0 0-7 0,0 0-18 0,8 0-17 16,-8 0-45-16,0 0-24 0,0 0 6 0,0 0-70 15,0 0-4-15,10-8-57 0,-10 5-83 16,2-1-54-16,0 0 19 0,11-5-45 0</inkml:trace>
  <inkml:trace contextRef="#ctx0" brushRef="#br0" timeOffset="-43076.876">15680 4613 422 0,'-13'0'176'16,"13"0"5"-16,0 0-9 0,0 0-47 15,-16 0-8-15,16 0-24 0,-23-14 15 0,20 15-41 16,-3 2-1-16,4 0-6 0,-2 0 16 0,-1 1-4 16,-8 4-25-16,8-2-19 0,1 1 12 15,-1-1 1-15,1 1-37 0,2 0 37 16,-2-2 0-16,1 2-9 0,3-2-14 0,0 2 28 15,0-7-26-15,0 6-8 0,0 1 2 0,0 5-8 16,13 14 20-16,-7-13-11 0,3-4-9 16,4 1 14-16,-3 0-1 0,2-1-37 0,2-7 11 15,0 3 2-15,-1-2 23 0,-2-2-5 0,2-1-7 16,-5 0 8-16,3 0-3 0,1 0-4 16,12-13-23-16,-6 8 23 0,-6 1 9 0,-1-4-4 15,-2 2 3-15,-3 0-4 0,1 0 2 0,-4 2 8 16,1-1 8-16,-1 1 3 0,-2-2 1 15,-1-1-9-15,1 4 7 0,-1 3-1 0,0-11-7 16,-12-12 6-16,4 9-8 0,-1 3 2 0,0 1-20 16,-1-4 15-16,-2 6 3 0,-3-2-12 15,0 2 3-15,0 1-3 0,2 1 1 0,-4-1 0 16,6 2-11-16,-1 0 9 0,1 4 2 0,-1-2-10 16,3 2-2-16,1 1 4 0,1 0 2 15,0 0-3-15,1-3-33 0,-2 3-14 0,4 0-57 16,4 0 48-16,0 0 6 0,-6 0-81 15,6 0-13-15,0 0-8 0,-10 11-11 0,10-9-115 16,0 0-64-16,1 0 18 0,-1-1 24 16,4 3 2-16</inkml:trace>
  <inkml:trace contextRef="#ctx0" brushRef="#br0" timeOffset="-42358.144">15909 4584 275 0,'0'0'227'0,"0"0"-36"16,0 0-14-16,0 0-36 0,0 0-62 15,0-2 42-15,0 2-57 0,2 0 20 0,2-2-11 16,-2 2-41-16,1-1 15 0,2 1-8 15,-2-1-13-15,3 1-3 0,0-1 25 0,-1 1-1 16,0 1-49-16,3-1 43 0,-8 0-14 0,0 0-11 16,8 0 18-16,-1 0-10 0,14 12 16 15,-7-9-1-15,-5 0-22 0,-1 0-22 0,-2 1 14 16,8 2-21-16,-6 1 29 0,2-3-38 16,-2 1 20-16,-4 0 24 0,3-1-16 0,-3 1-2 15,7 3-25-15,-9 0 11 0,4-2-28 0,-3 0 52 16,1 1-3-16,-3-3-1 0,2 1-33 15,-3-2-15-15,0 2 4 0,0-5 4 0,0 0 21 16,0 9 21-16,0-9-47 0,0 7 34 16,-19 10-8-16,11-9 18 0,1-3 0 0,-2 0-3 15,1-4-2-15,5 5 27 0,-7-5 3 0,4 0-22 16,0 2 8-16,1-2 7 0,0 1 3 16,-2-2-5-16,7 0-21 0,0 0 16 0,-6 0-16 15,6 0 36-15,-6 0-20 0,-5-14 8 0,10 10 8 16,1-1-29-16,0-4 18 0,4-7-15 0,-4 7-21 15,8-18 20-15,-6 11 9 0,7-1-13 16,-1 2 24-16,-5-2-12 0,3 2-6 0,-4 4-4 16,0-1 11-16,3 5-2 0,-1-1-18 15,-3 2 11-15,3 0 16 0,-1-1-16 0,-1 2-15 16,-1-1-1-16,3 2 23 0,-2-2-21 0,1 1-8 16,-2 2-2-16,1-2-7 0,0 0-41 15,1 0 9-15,-2 2 4 0,0 1-70 0,0-3-50 16,-1 5-87-16,0 0 19 0,0 0 20 0,0 0-72 15,0 0-17-15</inkml:trace>
  <inkml:trace contextRef="#ctx0" brushRef="#br0" timeOffset="-40186.329">17381 4516 610 0,'0'-1'164'15,"0"1"-3"-15,0-1-53 0,0-2 12 0,-1 2 7 16,-1-2-41-16,2 3-12 0,-1-4 12 16,-2 1 17-16,1 0 1 0,-1 1-25 0,1-1-21 15,-4-1-9-15,3 0-17 0,-2 1 16 16,0 0 13-16,-2 0-12 0,2 2-13 0,-1 0-2 16,-1-2-3-16,1 2-11 0,1 1-19 0,5 0-1 15,-9 0-2-15,0 0 7 0,-3 0 20 16,-9 13-21-16,13-7 4 0,-1 3 10 0,0 1-8 15,2-3-2-15,0 4 1 0,2 0 0 16,1-4-15-16,-1 9 3 0,4-5 7 0,0-1-4 16,-1-1-4-16,2-2-1 0,0-7-25 0,0 7 23 15,0-1-16-15,0-6 12 0,0 8-26 16,14 5 21-16,-3-4 6 0,-2-3 9 0,-1-1 1 16,0-3-8-16,-1 0-41 0,0-1 39 0,-2-1-18 15,3 0 32-15,0 0-5 0,2 0-4 16,15-13-18-16,-11 6 30 0,-1 2-22 0,-1-2 17 15,2-3-35-15,-3 2 62 0,1-1-14 0,-1-2-19 16,1 0-9-16,-2 4 15 0,-4-1 21 16,0 1-25-16,-3 3-32 0,3-2 9 0,-5 2 39 15,4 2 12-15,-5-3-41 0,5 2 24 0,-4 0 3 16,2 2 1-16,-2 0-44 0,3-4 39 16,-3 5 3-16,2-3-38 0,-2 2 21 0,3-2 10 15,-4 1 6-15,1 0-10 0,-1 2 0 0,2 0 0 16,0 0 4-16,-1-3 3 0,-1 3-8 15,0 0-9-15,0 0 18 0,0 0-16 0,0 0 29 16,0 0-46-16,14 11 29 0,-11-10-18 0,0 4 9 16,0-2 20-16,0-1-16 0,1 3-13 15,-3-2 38-15,4 1-49 0,-4 0 21 0,2-2 5 16,-2 2-1-16,3-2 5 0,-1 1-1 0,-2-1-20 16,2 0 21-16,-1 1 8 0,-2-1 16 15,1 0-10-15,2-1-28 0,-3 1 2 0,2-2 34 16,-1 0-10-16,2 0 16 0,-3 0-25 0,0 0 6 15,0 0 1-15,0 0-37 0,10-12 22 16,-6 7 10-16,9-3-28 0,-4-1 35 0,0 2 12 16,2-1-32-16,-3-1 9 0,1 4-8 0,-2 1-6 15,0 1 16-15,6-2-10 0,-6 2 4 16,1-1 10-16,-1 1-10 0,-1 2-4 0,-2 0 6 16,1 1-9-16,-1 0 1 0,-4 0-37 0,0 0 36 15,0 0 21-15,10 0-4 0,4 9-47 0,-10-6 27 16,0 2 0-16,1 0 0 0,-1 0 7 15,-3-2-14-15,4 2-2 0,-2-2 28 0,-1 3-11 16,2-4-24-16,-1 3 20 0,-2-2 13 16,2-1-6-16,-1 3-19 0,2-3 32 0,-3 0-40 15,0 2 7-15,2-3 11 0,-3 1 23 0,2 1 18 16,1-3-23-16,-3 0-29 0,1 1 31 16,-1-1-17-16,0 0 6 0,0 0-12 15,0 0-28-15,0 0-12 0,0 0 33 0,8-12-5 16,-7 9 14-16,1-2 1 0,-1 0-40 0,2 0 37 15,-1 2 12-15,0-2-1 0,0 2 7 16,-1-1 6-16,2 0-20 0,-1 2-5 0,-2 0 1 16,0-1-28-16,0 0 6 0,3 1 32 0,-2 2-7 15,0-3 20-15,2 3-32 0,-1 0 6 16,1-3-14-16,-3 3 13 0,0 0-9 0,0 0 24 16,0 0-5-16,6 0 26 0,5 13-49 0,-8-11 24 15,0 1 17-15,1 0-39 0,1 1-3 16,-2-2 30-16,3 0-28 0,-2 3 30 0,2-4 26 15,-2 3-31-15,1-2-25 0,0-1 46 16,3 2-14-16,-4-1-14 0,1-2-17 0,-1 2 21 16,2 1 20-16,-3-3-36 0,2 1 3 0,-2-1 29 15,0 1-9-15,-3-1 16 0,0 0-48 0,0 0 56 16,8 0-18-16,-8 0 5 0,11-12 14 16,-9 9-25-16,-2-1 13 0,6-2 7 0,-5 3-27 15,2-3-11-15,-2 2 5 0,-1-2 32 16,3 2-30-16,-3-2 43 0,1 1-5 0,0 1-35 15,-1 4 23-15,0 0 32 0,0-9-29 0,0 4 5 16,0 5 10-16,0-8-21 0,0 8-16 16,0-8 16-16,0 8 18 0,0-7-3 0,0 7-16 15,0 0-6-15,0-7-12 0,0 7 2 16,0 0-1-16,0 0-20 0,0 0 22 0,0 0 22 16,-13-8-16-16,13 9-34 0,-3 2 9 0,3-1 18 15,0 0-21-15,0 2 4 0,0-1 23 0,0 0 10 16,0 1-36-16,0-1 36 0,3 2-30 15,-1 0 22-15,-2-2-12 0,2 2 11 0,1-1-16 16,-2 1-8-16,4-3 22 0,-1 1-14 0,1 1-15 16,-1-1 27-16,2-3 7 0,0 0-46 15,1 0 40-15,0 0 18 0,-7 0-15 0,12 0 4 16,1 0-14-16,15-12-18 0,-16 7 26 0,6 0-5 16,-5-2 2-16,-1 2 10 0,-4-2-5 15,-2 2-4-15,2 0 11 0,-4 3-13 16,0-3 23-16,-2 1 2 0,-1 1 11 0,2-2 14 15,-2 0-8-15,0 2-9 0,1-1 21 0,-2 0-19 16,1 1 19-16,-1-1-2 0,0 0-4 0,0 1-1 16,0 2 4-16,0 1 2 0,0 0-13 15,0 0-2-15,0 0-5 0,0-8-12 16,0 8 10-16,0 0-16 0,0 0-4 0,0-8 11 16,0 8-4-16,0 0 2 0,0-7-23 0,0 7 15 15,0 0-5-15,0 0-4 0,0 0 3 0,0 0 6 16,-11-8-12-16,9 11 6 0,4 0 5 15,-2 2-13-15,0-2 8 0,0 2 3 16,2 2-6-16,-2-2-13 0,0 3 10 0,0-1 3 16,0 4-5-16,0 1 5 0,8 17 1 0,-7-13 5 15,3-1-12-15,1 3-6 0,0-1 13 0,-1 1-2 16,-1-3-11-16,0 2-5 0,0-1 20 16,1-3-6-16,-3 3-1 0,3-4 13 0,-3-1-5 15,4 6 5-15,-5-8-21 0,3 1 13 16,-3-2-7-16,1 1 4 0,-1-2-6 0,1 0 10 15,-1-7 3-15,0 7-5 0,0-7 17 0,0 8-9 16,-12 14 11-16,8-13 28 0,-3-1-19 0,2-2-4 16,-5 3-5-16,1 0-3 0,-2-1 33 15,-1-4-17-15,4 0 9 0,1 2 1 0,-8-3-26 16,0 4-5-16,5-2 12 0,-5 2-21 16,5-6 10-16,3 0 32 0,7-1-11 0,-10 0-38 15,2 0 8-15,3 0 4 0,5 0-16 0,-11 0-19 16,11 0-38-16,-7 0-24 0,7 0-61 15,-7 0 13-15,7 0-74 0,-7 0-75 0,7 0 24 16,-10 0 21-16,10 0-125 0,0 0 26 16,-6-2 11-16,7-1 34 0,2-1 8 0</inkml:trace>
  <inkml:trace contextRef="#ctx0" brushRef="#br0" timeOffset="-39483.224">18829 4432 331 0,'-5'-3'229'0,"0"2"-73"0,1 0 4 16,0-1-9-16,1 1-21 0,-1 1-5 15,1 1-41-15,-1 2-22 0,0 1 20 0,-1 0-15 16,-4 9-10-16,-2-1-18 0,6 1 14 0,-3 1-8 15,6-3-18-15,2-3-20 0,0 0 35 16,0 0-40-16,0-2 9 0,0 1 30 0,11 9-9 16,-11-8-20-16,10 3 1 0,-1-5 13 0,1 1 0 15,-1-6-10-15,-1 0-14 0,1 2 16 16,0-3 5-16,3 0-10 0,1 0-4 0,17-11-3 16,-13 4 9-16,-5 1 2 0,2-3-23 0,-3-1 14 15,-3 5-2-15,3-6-2 0,-5 2 34 16,-2 2 16-16,0 0 0 0,-3-1 4 0,-1 8-9 15,0-7-10-15,0-4-3 0,-13-14 20 0,4 12-29 16,-2 0 10-16,-1 0-10 0,1 4 2 0,-4 1-4 16,2 0 5-16,-1 2-17 0,1-2 7 15,3 3 3-15,-6-1-13 0,9 4-7 0,-2-2-15 16,2 2-27-16,2 0-32 0,1 2-13 16,4 0-5-16,0 0 8 0,0 0-63 0,0 0 2 15,-6 0-60-15,6 0-94 0,0 0-19 0,0 0 1 16,-10 9 6-16,12-9 36 0</inkml:trace>
  <inkml:trace contextRef="#ctx0" brushRef="#br0" timeOffset="-39108.235">19090 4188 376 0,'-1'-5'292'0,"0"4"-37"0,1-1-32 16,-3 0-22-16,3-2-23 0,0 3-27 0,-1-1-17 15,1-1-22-15,-2 2 0 0,2 0-11 16,0 1-25-16,0 0-4 0,0 0-13 0,0 1-4 16,0 2-4-16,0 1-16 0,3 0 5 0,-3 1-1 15,3 1-19-15,2 12 21 0,-4-1-23 16,-1 0 15-16,5 0-14 0,-1 3 4 0,-2-2-6 15,3 2-15-15,-3-4 3 0,1 2-2 16,2-2 14-16,-2 1-6 0,1-1 6 16,1-2-12-16,-2-5 7 0,3 5-3 0,-2-2-2 15,0-4-3-15,-1-3-6 0,0 2-17 0,4-2 5 16,-5-1 11-16,-1-1-37 0,5-2-9 16,-3 0-53-16,1-1 12 0,1 2 6 0,3-2-67 15,-8 0-35-15,9 0-50 0,14-15-105 0,-17 9 8 16,2 2 16-16,-1-1 13 0</inkml:trace>
  <inkml:trace contextRef="#ctx0" brushRef="#br0" timeOffset="-37811.401">18993 4328 557 0,'-1'-3'118'16,"1"3"-10"-16,2-1-15 0,2-3-8 15,10 0-25-15,1-4 6 0,3 3-9 0,0-2-58 16,1 1-10-16,4 0 38 0,-5 0-38 0,4-1-11 16,6 3-25-16,-7-5 32 0,-1 4-44 0,1 0 5 15,-1-2 27-15,-2 0-42 0,0 0-14 16,-4 1-14-16,0 1 2 0,-3-4 31 0,-1 4 13 15,0 2-2-15,-7-4 26 0,3 3 30 16,-6-2 57-16,1 4-14 0,-1-4 6 0,0 0-6 16,0 6-6-16,0 0 17 0,0-8-6 0,0 8 61 15,0-6 17-15,0 6-34 0,-12-15 1 16,8 10-34-16,3 3 30 0,-2-3-7 0,3 2 15 16,-3-1-16-16,0 2-24 0,2-2 0 15,-2 3-46-15,3-3 21 0,-2 4-6 0,0-2-10 16,2 2-7-16,0 0 5 0,0 3 4 15,0 1-18-15,0-1 12 0,2 1 16 0,-1 2-4 16,0 1-15-16,6 10-30 0,-4 0 36 16,1 1-29-16,2 0 28 0,-4-1-9 0,5-2 0 15,-4-3-1-15,1 4 23 0,2-2-18 0,-3-2-14 16,-2-2 4-16,1-2-2 0,-2-5 13 16,1 3-30-16,0 0 28 0,-1-1 11 0,1-2 9 15,-1-1-52-15,2 2 5 0,-2-2 26 16,1 1-24-16,-1 0 33 0,0-3 1 0,0 0 5 15,-1 0-71-15,1 0 44 0,-2-3-35 0,4 0 23 16,-1-3-4-16,1 3-7 0,0-4-10 0,3-6 5 16,1 2-16-16,-2 3 5 0,1-1 24 15,-1 5 5-15,0 0 1 0,0-2-23 0,-2 5-14 16,1-3 3-16,2 1 6 0,-1 0 2 16,-2 2 5-16,5 0-2 0,-4 1 11 0,2 0 4 15,-5 0 0-15,0 0-11 0,0 0 14 16,5 0-14-16,-5 0 29 0,19 12-10 0,-14-11 3 15,8 9 22-15,-10-2-2 0,7-2-1 0,-1 3-1 16,2 0-35-16,-2-3 20 0,-1 2 2 16,2 0-26-16,1-1 3 0,-3-1 4 0,1 0 22 15,-1 0-21-15,4 0 5 0,-4-1-1 0,0 0 5 16,-1-2 0-16,-1 0 7 0,-1 1 18 16,-1-4-2-16,-4 0-3 0,4 1-9 0,-4-1 6 15,0 0 8-15,0 0-19 0,8 0 9 0,2-10-2 16,-7 7 1-16,0-2-5 0,-3 0 15 15,2 1-12-15,0-3 1 0,-2 2 0 0,2-2 13 16,-1 0-2-16,0 1 13 0,-1-2-2 0,0 8-4 16,0-6 9-16,0 0-20 0,0 6-2 0,0-7 0 15,0 0 20-15,0 7-12 0,0-7-1 16,-14-3-1-16,12 10 0 0,-2-2-7 16,1 2-2-16,0 2-35 0,-3-1 2 0,5 0 53 15,-2 3 15-15,0 0-5 0,2 0-1 0,-1-1-42 16,2 4 2-16,0-4 0 0,2 4 8 15,-2-4 8-15,2 2 19 0,1-1-4 0,3 0-3 16,-1 0-2-16,8 3-41 0,4-3 1 16,-1 2 30-16,2-4-15 0,1 0 17 0,-10-2-17 15,5 0-1-15,3 0 3 0,1 0-1 0,18-17 1 16,-18 10 12-16,-1-1 0 0,-2 1 5 16,0-2-4-16,-4-1 1 0,1-2-4 0,-3 0 20 15,0 2-8-15,-5 2 17 0,-4 0-1 0,0 0 12 16,0 8-8-16,0-8 8 0,0-1-18 0,-13-11-21 15,6 13 23-15,-1 0-6 0,1 3 10 16,-6-3-38-16,1 3 19 0,2 0-7 0,0 1 9 16,3 3-30-16,7 0 2 0,0 0-39 15,-9 0-11-15,9 0 6 0,-8 0 6 0,8 0 10 16,-8 0-13-16,-1 11 17 0,8-8 3 0,1-2-21 16,1 4 2-16,3-3 41 0,1 1 1 15,-1 1-29-15,8 3 28 0,-2-2-9 0,3 3 0 16,0-1 3-16,-1-5-11 0,-4 4 11 15,6-1 19-15,-3-1 1 0,-2 1-29 0,-3-2 20 16,0 1 0-16,2 0 1 0,-6-3-31 16,2 4 27-16,1-2-3 0,4 10 24 0,0-2-6 15,-2 3-12-15,-2-4 21 0,0 4-14 0,1-1-1 16,-1 3 32-16,0-1 3 0,0 1-12 16,-1-1-5-16,3 0-15 0,-5-3-1 0,3-4 46 15,-1-1-12-15,-1-1-8 0,0 0 2 0,-1-1-21 16,2 0 3-16,-2-1 6 0,1-1 22 15,1-1 5-15,3-1-37 0,0 0 0 0,-7-1 0 16,9 0-2-16,2 0-119 0,22-16-39 0,-17 5-117 16,-2 0-30-16,-2-4 9 0,-4 3-3 15</inkml:trace>
  <inkml:trace contextRef="#ctx0" brushRef="#br0" timeOffset="-37155.167">20233 4186 367 0,'0'0'258'0,"-4"-1"-47"0,3 1-40 16,1 0-21-16,0-2-11 0,-3 2-24 0,2 0-15 15,1 0 3-15,0 2-12 0,-4-1-19 0,4 2-27 16,-1 0 4-16,1 0 8 0,-3 1-11 16,2-1-11-16,1 2 4 0,-1 1-2 0,2-2-7 15,-2 0 9-15,1 1-26 0,0 2 8 16,0-7-16-16,0 0 19 0,0 8-16 0,0-8 17 16,11 15-32-16,-8-11 6 0,2-1-30 15,-1 1 33-15,0-4 3 0,1 3 4 0,-1-3-20 16,2 0-1-16,-4-2 5 0,2 1-9 15,1 1-14-15,-5 0 24 0,0 0 7 0,11-9 2 16,-5 7-19-16,-2-1 15 0,0-1-35 0,-2 0 44 16,1 0-3-16,-1-1 13 0,1 3-12 0,-2-1-7 15,2 1 29-15,-2-1-7 0,-1 1-12 0,3-1-5 16,-1 0 14-16,1 3-5 0,-2-2-4 16,0 1-30-16,0-1-2 0,-1 2 25 15,2 0-11-15,-2 0-2 0,0 0 11 0,0 0 9 16,0 0-18-16,10 10 16 0,-7-8 18 0,-1 0-26 15,1 4 1-15,2-3-12 0,0 2 20 0,-1-4-3 16,7 7-21-16,3-1 4 0,2 0 2 16,-6-3 10-16,-1-1-8 0,-1 1-11 0,-1-3 25 15,2-1-2-15,-1 0-4 0,-8 0 9 16,6 0-3-16,1 0-5 0,-7 0-31 0,10 0 62 16,10-13-7-16,-8 5 3 0,-6-1-26 0,-1 4 36 15,2-2 0-15,-5-1 6 0,-1 3-15 0,-1-3 18 16,0 8-15-16,0-12-13 0,0-1 6 15,-11-12 7-15,7 16-7 0,-2-3-2 0,2 4-8 16,-6-2 3-16,5 3-7 0,1-1 0 16,0 2-31-16,0 3-7 0,1-1-42 0,1 0-26 15,-3 4 10-15,2 0-67 0,1 0-35 0,2 0-74 16,0 0 19-16,0 1-124 0,0 1 15 16,2-4 44-16</inkml:trace>
  <inkml:trace contextRef="#ctx0" brushRef="#br0" timeOffset="-35858.332">20772 4124 406 0,'2'-4'167'0,"-2"1"-6"0,0-1-20 15,0-2-14-15,0 2-29 0,-2 1 5 16,1-4-12-16,-2 5 5 0,1-5-14 0,-3 3-4 16,1 0-10-16,0-1-14 0,-6-4 0 15,-4 4 2-15,5-1-16 0,1 5-3 0,-1 0 5 16,2-2-21-16,0 2 26 0,1-1-29 0,6 2 10 16,0 0-25-16,-26 11 15 0,17-6 2 15,-2 4 0-15,4-2-6 0,2 1 12 0,1 0-22 16,1-3-25-16,0 2 25 0,-2-1-18 15,4-1 14-15,1 1 0 0,-3 0-5 0,3 0 13 16,0 2-8-16,0-8-6 0,0 10-7 0,14 14-5 16,-3-15 14-16,2 0 9 0,-1-1-19 15,-3-1 6-15,2-7-3 0,4 2-45 0,-3 0 44 16,0 0-18-16,-12-2 27 0,9 0-11 0,3 0 6 16,10-11-29-16,-12 8 9 0,-3-3 44 0,-1 2-8 15,1 0-45-15,-5-1 29 0,1-1 28 16,4-9-32-16,-5 4 14 0,3 1 42 0,-5 1-10 15,2-2 4-15,-2 4 13 0,0 7-6 16,0-6 8-16,0 1-7 0,0-3 7 0,0 8 4 16,0-8-27-16,0 0-1 0,0 8 15 0,0-8-10 15,0 8 5-15,-10-14 2 0,9 11-36 0,1 1 20 16,-2-2-33-16,2 1 24 0,-2 3-8 0,1 1 5 16,1 1-17-16,0 0 18 0,0 1-1 15,-2-1-11-15,4 3-10 0,-1 0 5 0,3-1 6 16,-3 0 8-16,7 9 7 0,0-8-15 15,3 7-19-15,-3-3-9 0,0-4 21 0,0-1 2 16,0 3-16-16,1-5 19 0,5 3-12 0,-4-3 6 16,0 2-21-16,-1-4 38 0,-1 0-12 15,-8 0-5-15,6 0 4 0,-6 0-12 0,8 0-10 16,15-13 26-16,-16 2 3 0,0 6 0 0,-2-1-20 16,0 1 9-16,-1-2 0 0,0 1 29 15,-3 1-26-15,2 0 12 0,-3 0 4 0,1 1 8 16,-1 0-4-16,3 1 0 0,-2 1-14 15,-1-3 12-15,1 3-1 0,1 1-10 0,-2-1-5 16,1 0 7-16,-1 0-7 0,0 1 0 0,0 1-5 16,0 0 10-16,0 0-10 0,1 1 11 15,-1 2-3-15,1 1-3 0,-1 0 4 0,3-1-1 16,-3-1-7-16,5 5 3 0,-5 0 1 0,3-4-26 16,4 12 28-16,-3-7 4 0,1-1-14 15,3 0-20-15,-3-3 26 0,0-3-31 0,2 3 24 16,-1-1-17-16,-1-2 23 0,3 0-9 15,-2 1 17-15,1-2-19 0,-7 0-6 0,6 0 5 16,7 0 15-16,15-12-18 0,-18 2 21 0,0-1-7 16,2 6 11-16,-1-6 10 0,-2 1 2 15,1-1-27-15,-2-2 33 0,-3 6 3 0,-3-2-6 16,0 2-10-16,-1 0 17 0,2 0-9 0,-3 3 25 16,0-1-14-16,0 0 14 0,0 1-14 15,0 0 1-15,0 1-5 0,0 0 4 0,0 3-7 16,0 0 6-16,0 0-8 0,0 0-10 0,0-6-7 15,0 6 8-15,0 0 1 0,0 0-7 16,1-11 6-16,-1 11 7 0,2 3-10 0,1-3 6 16,-3 1-19-16,0 2 7 0,1 1 10 0,-1 0-10 15,1 1-5-15,1 0 14 0,-1 1-10 16,3 12 1-16,1-1-10 0,2 2 6 0,-5-3 2 16,2 2 2-16,1 2-11 0,-2-3 14 15,-1 1-4-15,2-1 3 0,0 2-12 0,-3-4-3 16,1 3 18-16,0-1-8 0,2 0-7 0,-4-3 9 15,3 1-10-15,0 1 7 0,-1-2 13 0,0 2-6 16,1-2-14-16,-2 1 9 0,2-1 0 16,-3-14 15-16,0 12-17 0,0-2 8 15,0 3-9-15,0 0 5 0,0-3 4 0,0 1 1 16,-16 14-4-16,12-15 20 0,-6 0-18 0,5 1 12 16,-8-3 5-16,1 0-17 0,2-4 14 15,-1-1 23-15,2 0-18 0,-7 2-3 0,4-5 12 16,0 1 17-16,1 1-28 0,11-2 18 15,-9 0 41-15,-1 0-51 0,4 0 11 0,-1 0-19 16,-1 0 30-16,-2-11-32 0,-4 3 21 0,2 1 13 16,7-1-30-16,-2 1-5 0,3-1 14 15,1 0 2-15,3 8-28 0,0-13-35 0,16-21 9 16,-3 15 6-16,2-2-31 0,0 2-23 0,4 1-17 16,4-3-34-16,-3 3-59 0,2-2 17 15,0-1-278-15,-6 2 12 0,-2-1 54 0,-3 1 8 16,-3-5 22-16,-2 0 23 0,-4 0 48 0,-2 2 34 15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0T02:25:47.192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819 2094 287 0,'0'0'17'0,"0"0"22"0,0 0 45 16,0 0-55-16,14 0-14 0,-14 0-3 15,0 0-8-15,0 0 23 0,0-13 2 0,26-2 31 16,-25 12-38-16,0 0 8 0,1 2 33 0,-1-2-27 16,-1 2-16-16,2-3 11 0,-2 4-13 15,2-3 17-15,-1 1-13 0,0 2 24 0,-1-2-21 16,0-1-23-16,0 2 42 0,0-2-9 0,0 0-34 16,0 1 19-16,0 2 6 0,0 0-3 0,0 0-3 15,0 0-15-15,0 0-1 0,0 0 0 16,0 0 5-16,0-7 0 0,0 7-2 0,0 0-1 15,0 0 26-15,0 0-6 0,0 0-10 16,0 0-9-16,0-6-13 0,0 6 1 0,0 0 1 16,0 0 0-16,0 0 34 0,0 0 6 0,0 0-4 15,0 0-4-15,-9-9-2 0,9 9-3 16,0 0-1-16,-1 1-4 0,0 0 0 0,-1 1-3 16,-1 1 5-16,3-3-3 0,0 2-51 15,0 0 3-15,0-1 2 0,0 2 4 0,-2-1 2 16,4 1 3-16,-4-2 1 0,4 2 44 0,-2-1-4 15,0-1-45-15,0 0 5 0,2 2 25 16,-1 0-15-16,1-2-16 0,0 0 33 0,1-1 1 16,-1 2-21-16,1 1-23 0,1-3 27 0,-2 0 22 15,1 0-15-15,2-3-3 0,0 1 2 16,-1 0 1-16,1-1-2 0,0 0 1 0,-1-1 0 16,7-4 37-16,-4 1-5 0,-5 2-48 0,4-2 2 15,-2 3 46-15,-1 3-2 0,1-4-4 16,-1 1-2-16,-3 2-52 0,1 1 12 0,0-1 17 15,0-2 1-15,-1 0-1 0,0 0 0 0,0 1 32 16,0 1 6-16,0 2 9 0,0 0-4 0,0 0-5 16,0 0-28-16,0-8 21 0,0 8-34 15,0-6 1-15,-11-2 38 0,9 6-21 0,-1 1 3 16,0-3 24-16,2 4-32 0,-4-3 0 16,4 3 27-16,-2-2-28 0,0 1 29 0,0-1-26 15,-1 0-29-15,1 2 31 0,0-2-4 0,1 2-33 16,-2 0 23-16,4 0 4 0,0 0 3 15,0 0 6-15,0 0 3 0,-6 0 9 0,6 0-22 16,-8 0 4-16,8 0 13 0,-11 14-3 16,7-11-1-16,1 0-22 0,1 1-30 0,-1-2 25 15,1 1 6-15,-1 0 7 0,1 1-13 0,-2 0-23 16,3-1 4-16,-1 0 3 0,0 2 36 16,0-1-12-16,2-1 8 0,-2 1 8 0,2 0-8 15,-1 0-26-15,1-1 20 0,0-3-23 0,0 0 10 16,0 0 2-16,0 9-26 0,0-9 16 15,0 7-12-15,0-7 4 0,0 6 1 0,0-6 5 16,14 11 52-16,-11-10 1 0,1 0-6 0,-2 1-26 16,1-1 23-16,0-1-17 0,1 2 1 15,-2-2 0-15,2 0-1 0,1 0 0 0,0 0 1 16,-2-2-1-16,-3 2-6 0,0 0 2 16,0 0 1-16,6 0 0 0,6-10-6 0,-8 8 34 15,-2-1-41-15,1 1 23 0,-1-1 3 0,1 1 5 16,-3 0-10-16,2-1 15 0,1 0-21 15,-3-1 27-15,1 2-37 0,-1 0 53 0,0-1-38 16,0 2 34-16,0-2-1 0,-1 0-28 16,1 3 27-16,0 0-12 0,0 0 14 0,0 0-9 15,0 0-3-15,0 0-20 0,-10-8-22 0,7 8 33 16,-2 3-3-16,1-3 5 0,2 2-30 16,-2-1-9-16,1 0 0 0,-1 2 23 0,2-1-7 15,-2 1-14-15,0-1-6 0,-1 1 38 0,4 1-7 16,-2-1-11-16,1 2 16 0,-1-1-7 15,2 0-17-15,-2 3 13 0,3-2 2 16,-2 2-3-16,1 0 0 0,1-2-31 0,0 2 1 16,0-7 41-16,0 0-30 0,0 8 17 15,0-2-18-15,12 13 0 0,-5-11 8 0,-5-3 12 16,3-2-5-16,0 1-25 0,-1-2 4 16,2-2 2-16,-3-2 37 0,4-1-12 0,-7 3-11 15,0 0 14-15,14-6-9 0,-9 3 10 0,-2-1-26 16,0 1 21-16,4 0 18 0,-5-2-8 15,-1 0-46-15,3-1 21 0,-3 2 46 0,2-2-46 16,-2 1 27-16,-1 1-16 0,3-2 8 0,-3 4 21 16,0-4 2-16,1 2 16 0,-1 0-23 15,0 4 3-15,0 0-14 0,0 0 4 0,0-7-7 16,0 7-12-16,0 0 41 0,-10-13-13 0,7 10-54 16,1 1 41-16,1 1-6 0,-4 0-5 15,2 0-4-15,1 1-28 0,0 0 39 0,-2 1-4 16,3 0 5-16,-2 0-16 0,1 1 6 0,-1 1 0 15,2-1-4-15,-2 3-5 0,2 0-27 16,-1-3 61-16,2 3-23 0,0-1-22 0,0 1-9 16,0 1 12-16,2-2 4 0,-2-4 0 0,0 0 16 15,0 5 0-15,0-5 1 0,10 14-48 0,-7-11 21 16,1 0 19-16,-1-3-15 0,-1 1 26 16,3-1-21-16,-1-1 6 0,-2-1 10 15,2 1-27-15,-1 1 45 0,-1-3 0 0,0-1-6 16,0 0-20-16,-2 1 3 0,2-1 13 0,-2 0 3 15,0 1-31-15,0-1 24 0,0 1-1 16,0 1-82-16,-2-1-62 0,1 0-46 0,-2 0-159 16,1 1 18-16,-2 1 34 0</inkml:trace>
  <inkml:trace contextRef="#ctx0" brushRef="#br0" timeOffset="-25454.694">884 1971 288 0,'-12'0'115'0,"12"0"-43"0,0 0-8 16,0 0-8-16,0 0-6 0,0 0-6 0,0 0-6 15,0 0-2-15,0 0-6 0,0 0 93 16,0 0-38-16,0 0-19 0,0 0 31 16,0 0-29-16,0 0-11 0,0 0 37 0,0 0-59 15,0 0 51-15,0 0-18 0,0 0-11 0,0 0 30 16,0 0-20-16,0-14-33 0,0 14 30 0,0 0-12 15,0 0-18-15,0 0 4 0,0 0 8 0,0 0-8 16,0 0-1-16,0 0-37 0,0 0 9 16,0 0 33-16,0 0-13 0,0 0 0 0,0 0 9 15,0 0-41-15,0 0 11 0,0 0-4 16,0 0 9-16,0 0 1 0,0 0 3 0,0 0 6 16,0 0-17-16,0 0-15 0,0 0 14 0,0 0 2 15,0 0-7-15,0 0 6 0,0 0-6 16,0 0-18-16,0 0 21 0,0 0 10 0,0 0-15 15,0 0 2-15,0 0-12 0,0 0 15 0,0 0-28 16,0 0 25-16,0 0 4 0,0 0-5 16,0 0 0-16,0 0-8 0,0 0 20 0,0 0-2 15,-18 5-1-15,20-1-20 0,-1-1-4 0,-1-1 22 16,0 0-9-16,2 2 3 0,-2 0 6 16,2-1-1-16,-2 1-10 0,0-2 6 15,0-2-9-15,2 9 15 0,-2-5 9 0,1 0-19 16,-1 1 7-16,0 0-26 0,2-1 8 0,-2 1 14 15,0 0 11-15,3 0-3 0,-2-1 5 0,-1 2-17 16,3-1-10-16,-3-1-9 0,0 1 22 16,2 1 5-16,0 0 17 0,-1 0-43 0,0-2 21 15,-1 3 21-15,3-2-20 0,-3 1-4 16,1-1 11-16,0-1-7 0,-1 2-4 0,3 0 18 16,-2-1-10-16,0 0-7 0,1 2-13 0,-1-4 19 15,0 2 5-15,0 1-5 0,-1-1-3 0,0 0 16 16,0 0-10-16,0 0-12 0,2 2 12 0,-1-4-9 15,0 2-7-15,-1 1 15 0,0-1 5 16,3 0-1-16,-3 2 3 0,0-7-7 16,0 0-4-16,0 7-3 0,0 0-9 0,0-7-7 15,0 8 20-15,0-1 17 0,0-2-1 0,0 2-23 16,0-7-8-16,0 10 5 0,0-3 3 16,0-2 8-16,0 2 4 0,0-2-14 0,0-5 10 15,0 10-3-15,0-4-12 0,0 0 21 16,0-6 12-16,0 7-8 0,0 0 3 0,0-7-11 15,0 8-1-15,0-1-8 0,0-7 10 0,0 8-23 16,0-1 39-16,0-2-40 0,0 2 33 0,0 0 0 16,0-7-14-16,0 7 3 0,0 0 7 15,0-2-23-15,0 2 21 0,0-1-3 16,0-6-11-16,0 9 15 0,0-2-6 0,0-2-6 16,0 2 12-16,0-7 7 0,0 8-25 0,0-1 11 15,0-7 11-15,0 10-14 0,0-3 10 16,0-2-1-16,0-5-9 0,0 8 5 0,0-2 1 15,0 1-18-15,0-7 13 0,0 8-19 0,0-1 14 16,0-1 4-16,0-6 6 0,0 7-31 16,0 0 45-16,0-7-33 0,0 8 6 0,0-1 11 15,0-7 4-15,0 7 0 0,0 1 7 0,0-8 0 16,0 7-11-16,0-1-2 0,0 1-5 16,0-7 10-16,0 7 1 0,0 0-10 0,0-7-19 15,0 8 38-15,0-1-25 0,0-2 14 0,0-5-15 16,0 10 16-16,0-3 12 0,0-7-19 15,0 7-5-15,0 1-14 0,-7-8 22 0,7 7 6 16,0 1-27-16,0-8 29 0,0 8-7 16,0-2-2-16,0-6-10 0,0 7 9 0,0 0 0 15,0-7-3-15,0 7 3 0,0-7-17 16,0 8 26-16,0-8 11 0,0 8-26 0,0-2 3 16,0-6-3-16,0 7 5 0,0-7 5 0,0 7-4 15,0-1 2-15,0-6 4 0,0 7-10 16,0-7 8-16,0 9 10 0,0-4-12 0,0-5-10 15,0 8-6-15,0-8 22 0,0 7-3 16,0 0-9-16,0-7-9 0,0 7 8 0,0 0 9 16,0-7-4-16,0 8 12 0,0-3-16 0,0-5 7 15,0 9-4-15,0-2 6 0,0-1-5 16,0-6-11-16,0 7 27 0,0 0-22 0,0-7 4 16,0 8 8-16,0-1-11 0,0-7 1 0,0 8 1 15,0 1-4-15,0-3 7 0,0-6-2 16,0 9-14-16,0-1 22 0,0-2-22 0,0-6 20 15,0 9-7-15,0-2-12 0,0-1 18 0,0-6 3 16,0 8-8-16,0-1 12 0,0 1-2 0,0-2-8 16,0 0-1-16,0 1 3 0,0-1-13 15,0 1 16-15,0 0-19 0,0-1 12 0,0 1-7 16,0 0-9-16,0 0 24 0,0 0-20 16,0-2-5-16,0 8 26 0,6 8-1 0,-5-10 11 15,0-3-9-15,-1-1-7 0,0 1-16 0,0-3 2 16,0 1 3-16,0 1 5 0,0-2 24 15,0 1-1-15,0 1-14 0,0-7-5 0,0 0-2 16,0 9 17-16,0-1-25 0,0-1 13 16,0 0 4-16,0-1 11 0,0 0-20 0,0 1 1 15,0 0 1-15,0-1 4 0,0 8 4 0,0-2-5 16,0 1 10-16,0-3-9 0,9 8 0 0,-6-10-4 16,-3-8 12-16,0 5 1 0,0-5-20 15,0 9 20-15,0-2 1 0,0 0-5 0,0-1 0 16,0-6-11-16,0 9 14 0,0-2-7 15,0 1 2-15,0-3 9 0,0 3-13 0,0 0 10 16,0 0-1-16,0 4-12 0,0-1-4 0,0 0 12 16,0-2-10-16,0 1 9 0,0 0 8 0,0-3-13 15,0 0 0-15,0 0-9 0,0 1 11 16,0-1 15-16,0 0-13 0,0 0-12 0,0 5 14 16,0 1 2-16,0-1-3 0,0-1 2 15,0-1-2-15,0-1-1 0,0-1-14 0,0 0 12 16,0-1-10-16,0 0 9 0,0 6 3 0,0 0-3 15,0-2 1-15,0 1-1 0,0-3 5 16,0 0 0-16,0-1 2 0,0 0-5 0,0-1 7 16,0 2-19-16,0-2 18 0,0-1-7 0,0 2 9 15,0-1-14-15,0-1-2 0,0 2 5 0,0-2 6 16,0 0-3-16,0 1-3 0,0 0 1 16,0 0 1-16,0 1 2 0,0-3 3 0,0 2-8 15,0-2-5-15,0 3-5 0,0-1 16 16,0-1-12-16,0-1 24 0,0 2-14 0,0 1-2 15,0-3-1-15,0 1 13 0,6-6-14 0,-6 10-2 16,0-2 17-16,0-3-10 0,0 3 10 16,0 0-9-16,0-3-6 0,0 3 17 0,0-3-6 0,0 2 5 15,0-1-7-15,0 0-7 0,0-6 2 16,0 8 12-16,0-2-13 0,0 2 0 0,0-8 1 16,0 7-14-16,0 1 16 0,6-2 6 15,-6-6-11-15,0 8 11 0,0-1-15 0,0-2 7 16,0 4 10-16,0-9 1 0,0 8-21 0,0 0-7 15,0-2 19-15,0 0-1 0,0 0 6 16,0 1 4-16,0 1-16 0,7-3 12 0,-7 2-8 16,0-2-13-16,0 4 2 0,0-1-4 15,0-4 11-15,0 2-4 0,0 1 23 0,0 0-20 16,0-7 5-16,0 9 3 0,0-1-17 0,0-3 12 16,0-5-6-16,0 10 9 0,0-3 1 15,0-1 1-15,0-6 8 0,6 7-17 0,-6 1-3 16,0-8 1-16,0 8 22 0,0-2-19 15,0 0 24-15,0-6-17 0,0 8 18 0,0-2-10 16,0 0-12-16,0-6 3 0,0 9-2 0,0-3 19 16,0 1-14-16,0-7-1 0,0 7 8 15,0 0-27-15,0 0 8 0,0-1 2 16,0-6 19-16,0 8-25 0,0-2 6 0,0-6 0 16,0 7 17-16,8-1-21 0,-8-6 11 0,0 8 3 15,0-1-13-15,0-7 5 0,0 7-5 16,0-7 13-16,0 6-11 0,0-6 25 0,0 8-34 15,0-8 9-15,0 6 6 0,0-6-1 16,0 9-10-16,0-9 14 0,0 8-12 0,0-1 22 16,0-7-5-16,0 8-7 0,0-8-8 0,0 8-7 15,0-8 31-15,0 7-27 0,0-7 3 16,0 8 20-16,0-8-29 0,0 7 7 0,0-7 2 16,6 7 14-16,-6-7-4 0,0 6-11 0,0-6-1 15,0 0 12-15,0 0 3 0,0 6 16 16,0-6 12-16,0 0-23 0,0 0-9 0,0 0 6 15,0 6 17-15,0-6-17 0,0 0-6 16,0 0-3-16,0 0 1 0,5 8-21 0,-5-11-56 16,-2 1-53-16,-1-4-50 0,-2-5 16 0,0-8-260 15,-1 5 40-15,2-7 27 0,4 0 23 0,0 7 23 16,0-5-55-16,0-6 5 0</inkml:trace>
  <inkml:trace contextRef="#ctx0" brushRef="#br0" timeOffset="-18015.406">958 4376 277 0,'0'0'68'0,"0"0"-18"15,0 0 9-15,0 0-19 0,0 0 5 16,0 0-3-16,0 0 13 0,0 0-40 0,0 0 4 16,-12 0-2-16,12 15 8 0,0-15 9 0,0 0 4 15,0 0 8-15,0 0-2 0,0 0-16 16,0 0-1-16,0 0-5 0,-12 26-1 0,12-23 4 16,0 1-10-16,-1-1-1 0,1 2 44 15,0-3-15-15,0 1-5 0,0 3-23 16,0-6-1-16,0 0-17 0,0 6 0 0,0-6 0 15,0 7 17-15,0-7-1 0,0 7-1 0,0-7-2 16,0 8-6-16,0-8-1 0,0 7 1 0,0-7 3 16,0 7 7-16,0-7-2 0,0 7 0 0,0-7-21 15,0 0 3-15,0 7 0 0,0-7 1 16,0 8 22-16,0-8-4 0,0 0 14 0,13 11-10 16,-13-8 21-16,1 0-3 0,-1-1-6 15,0 0-26-15,0 1 17 0,1-1 2 0,-1 1-1 16,0-3-1-16,0 2-10 0,0-2-1 0,0 0-29 15,0 0 5-15,0 0-11 0,0 0 4 0,0 0 0 16,0 0 4-16,0 0 25 0,0 0 20 16,0 6 15-16,0-6-20 0,0 0-22 0,0 0-1 15,0 0-13-15,0 0 2 0,0 0 33 16,0 0 4-16,0 0-3 0,0 6-2 0,0-6-3 16,0 0 1-16,0 0-2 0,0 0-2 0,0 0-17 15,0 0-1-15,6 0 42 0,-6 0-21 0,12 12-1 16,-9-11 19-16,-1 0 11 0,5-1-27 15,-4 0-2-15,0 0-34 0,2 1-10 16,-1-1 63-16,1 2-16 0,-1-2-8 0,2 0-39 16,-2 0 42-16,0 0 6 0,1 3-11 0,2-3 4 15,-4 0-20-15,4 0 28 0,-2 0-15 0,1 1-21 16,1 0 5-16,1-1 29 0,-2 2-13 16,-1-2-5-16,4 0 25 0,-1 0-10 15,0 0-40-15,0 0 25 0,-8 0 14 0,13 0 1 16,1 0-9-16,0 0-5 0,-1 0 27 15,-2 0-12-15,6 0-35 0,-2 0 36 0,3 0-5 16,-4 0-1-16,14-10-7 0,-18 8 4 0,1 2-3 16,-2 0-5-16,-2-2 16 0,-7 2-5 15,8 0-19-15,0 0 14 0,-2 0-16 0,1 0 22 16,3 0 8-16,-5 0-59 0,2 0 53 0,1 0-42 16,0 0 37-16,-1 0-6 0,0 0 12 15,1 0-41-15,-1 0 30 0,1 0 18 0,0 0-22 16,-1 0-8-16,2 0-14 0,-3 0 18 0,7 0 3 15,-1 0 5-15,-1 0-9 0,-2 0 11 16,1 0-4-16,-2 0 8 0,-1 0-18 0,2 0 20 16,-2 0-12-16,-7 0-6 0,9 0-16 15,-2 0 42-15,0 0-32 0,-1 0-27 0,2 0 21 16,-1 0 37-16,8 0-19 0,-1 0 5 16,-1 0-10-16,0 0-17 0,-1 0 26 0,0 0 4 15,2 0-12-15,2 0 24 0,-1 0-24 0,-1 0 6 16,-3 0-16-16,0 0 0 0,-1 0 19 15,-1 0-31-15,-2 0 49 0,1 0-38 0,1 0-1 16,-1 0 36-16,-1 0-20 0,2 0 13 0,-2 0-31 16,2 0 24-16,-3 0-6 0,3 0-14 0,-3 0 13 15,1 0 5-15,0 0 3 0,1 0-23 16,0 0 27-16,-1 0-4 0,0 0 5 0,1 0-16 16,-2 0-5-16,1 0-15 0,0 0 27 0,-2 0 1 15,4 0-7-15,-1 0-28 0,-2 0 41 16,2 0-10-16,-1 0 10 0,0 0 8 0,-1 0-39 15,2 0 16-15,-2 0 19 0,2 0-3 16,-1 0-7-16,4-5-8 0,3 5 15 0,-1 0 5 16,-2 0-16-16,-1 0 16 0,-1 0-17 0,0 0-20 15,0 0 12-15,-1 0 12 0,-1 0-32 0,0 0 17 16,2 0-14-16,18-14 25 0,-15 14 7 0,8 0-6 16,-10-3 16-16,-1 3-12 0,-9 0-1 15,7 0-13-15,0 0-3 0,1 0 20 16,-3 0 16-16,-5 0-32 0,10 0-24 0,-3 0 27 15,1 0 7-15,-1 0 5 0,1 0-11 0,-1 0-5 16,1 0 16-16,-3 0-8 0,5 0 7 0,-2 0-6 16,-1 0 5-16,0 0-36 0,2 0 36 0,-2 0-12 15,0 0 6-15,2 0 12 0,-2 0-18 16,1 0-9-16,1 0 43 0,4 0-29 0,1 0 2 16,-1 0 2-16,0 0 1 0,-2 0-14 15,0 0 38-15,-3 0-28 0,0 0 9 0,-1 0-5 16,1 0-9-16,-1 0 11 0,1 0-17 0,-1 0 4 15,7 0 7-15,-1 0 2 0,-1 0 17 16,0 0-1-16,-2 0-11 0,2 0 8 0,-3 0-24 16,-2 0-1-16,2 0-19 0,-1 0 37 0,6 0-11 15,1 0 3-15,-1 0 6 0,-1 0 22 16,-1 0-26-16,-2 0-8 0,5 0-1 0,-1 0 22 16,2 0-37-16,-5 0 17 0,22-7 18 15,-14 6 3-15,1 0-10 0,-6 0-7 0,-4-1 16 16,1 1-30-16,-2 0 19 0,-2 1 0 0,-7 0-10 15,10 0 20-15,-4 0-40 0,1 0 30 0,-7 0 19 16,9 0-9-16,0 0 14 0,-3 0-25 0,2 0-4 16,-3 0 5-16,4 0-4 0,-9 0-2 15,9 0-10-15,8-9 36 0,-10 9-19 0,-1-1 2 16,15-1-30-16,-11 0 25 0,2 1 23 16,-2-1-16-16,-1 2-28 0,0 0-8 0,-1-3 32 15,0 2 1-15,-1 0 5 0,1 1-21 16,11-3 20-16,-7 1-4 0,0 0-6 0,-2 2 6 15,8 0 16-15,-5-3-18 0,-3 3-7 0,0 0-24 16,-2 0 32-16,1-3-7 0,-1 3-6 16,0 0 27-16,9-1-8 0,4 0-15 0,-2-2 4 15,-6 1-11-15,-2 1 12 0,-1 0 5 16,-3 1 0-16,13-3-11 0,-6 3 8 0,-2-2 10 16,-1 1-8-16,-2 0-26 0,0-1 44 0,1 2-51 15,-3-1 25-15,-1 0 4 0,1 1 18 16,-1-1-28-16,1 1-11 0,1-2 12 0,9-1-2 15,-6 1 10-15,2-3 16 0,1 3-37 0,-4-1 43 16,-1 2-1-16,7-1-10 0,-5-3-13 0,-1 5-1 16,-2-2 3-16,1 0 7 0,-1-1 0 15,1 2-9-15,-3 0 27 0,13-1-23 0,-7-2-24 16,4 0 12-16,-4 2 22 0,-2 0-6 16,0-1-8-16,-1 3-16 0,0-3 39 0,-1 3-40 15,-2-1 26-15,1 0-9 0,-1-1-1 0,1 0-8 16,0 1 31-16,-2 1-17 0,2-1-3 15,-2 0 6-15,1-1 7 0,0 1-20 0,1-1-13 16,-1 1 26-16,-2 0-8 0,4 1 20 16,-2 0-32-16,-1-3 18 0,2 2 3 0,-2 1 0 15,1 0-20-15,4-2 22 0,-4 2-1 0,-6 0 4 16,7 0-16-16,7 0 6 0,0 0-30 16,3 0 22-16,-2 0-14 0,-1 0 8 0,-2 0 23 15,-2 0-11-15,1 0-22 0,5 0 26 16,-1 0-4-16,-1 0 0 0,0 0-7 0,2 0 7 15,-5 0 9-15,1 0-5 0,-3 0-25 0,-3 0 45 16,-6 0-14-16,9 0-2 0,-9 0-17 0,6 0-7 16,-6 0 25-16,0 0-6 0,7 0-10 15,-7 0 26-15,6 0-29 0,-6 0 16 0,0 0 7 16,0 0-38-16,9 7 31 0,-9-7 1 16,0 0-3-16,5 0 8 0,-5 0 5 0,0 0-37 15,9 0 23-15,-9 0 1 0,5 0-1 0,-5 0 4 16,8 0-20-16,-8 0 22 0,6 0 10 15,-6 0-28-15,8 0 7 0,-8 0-1 0,0 0-2 16,8 0 21-16,-8 0-15 0,6 0-6 0,-6 0-8 16,8 0 18-16,-8 0-24 0,7 0 18 15,-7 0-23-15,0 0 33 0,7 0-9 0,-7 0 7 16,0 0-31-16,6 0 24 0,-6 0 14 0,0 0-11 16,9 0 12-16,-9 0-3 0,4 0-8 15,-4 0-24-15,0 0 34 0,9 0-29 0,-9 0 10 16,0 0 6-16,0 0-17 0,6 0 22 0,-6 0-5 15,0 0 0-15,7 0-10 0,-7 0 14 0,0 0-1 16,7 0-9-16,-7 0 21 0,8 0-14 16,-8 0-1-16,0 0 6 0,0 0-34 0,7 0 28 15,-7 0 11-15,0 0-2 0,0 0-18 16,5 0 13-16,-5 0-7 0,0 0 21 0,0 0-12 16,11 4-8-16,-7-4-4 0,-4 0 2 0,2 0 2 15,0 0-24-15,-1-1 26 0,-1 2 20 0,1-2-2 16,1 2 3-16,0-1-55 0,-2 0 20 15,0 0 30-15,2 0 5 0,-1 0-22 0,0 0-8 16,-1 0 6-16,1 0 18 0,-1 0-14 0,2 0 1 16,-1 0-14-16,-1 0 12 0,0-1-6 15,1 2 9-15,-2-1 0 0,1-1-12 0,1 1 0 16,-1 0 4-16,0 0-4 0,3 1 12 16,-1-2 14-16,-1 1-23 0,-1 0 2 0,0 0-21 15,0 0 30-15,0 1 6 0,1-1-7 16,1 0 4-16,-2 0-1 0,0-1-8 0,0 2 1 15,1-1-22-15,-1-1 25 0,0 2-17 0,0-1 15 16,0-1-2-16,0-1 7 0,2 2-3 0,-1 2 12 16,-1-2 0-16,0 0 1 0,0 0 7 15,0 0-22-15,0 1 21 0,0-2-27 0,0 1 21 16,0 0-4-16,0 0 9 0,1 0-11 16,-2 0 4-16,2 0-5 0,0 0 9 0,-1 0-15 15,-1 0 5-15,1 0-1 0,0 0 1 0,0 1 3 16,0-1 16-16,0 0-20 0,1 0 3 0,-1 0-3 15,0-1 10-15,0 1-12 0,0 0 1 16,-1 1-4-16,2-1-16 0,-2 0 3 0,0 0 28 16,1-1-7-16,0 1-11 0,0 0-8 15,1 0-1-15,-1 0 11 0,0 0 0 0,1 0-17 16,-1 0 16-16,-1 0 0 0,2 1 3 0,-3-1 12 16,3 0-17-16,-1-1 5 0,0 2 6 15,-1-1 5-15,2-1-11 0,-2 1-10 0,1 0 6 16,0 0 1-16,0 1 4 0,0-1-2 0,0 0-1 15,1 0 0-15,-1 0 0 0,1 0-6 0,-1-1 7 16,0 1 11-16,0 0-16 0,0 1 10 16,0-2-7-16,0 2-10 0,0-2 2 0,0 2 17 15,0-1-11-15,0 0-18 0,0 0 21 16,0 0-2-16,0 0 2 0,-1 0 1 0,1-1-8 16,1 1 6-16,-2 0-6 0,1 0 7 0,1 0-11 15,-1 0 12-15,0 0 16 0,0 0-11 16,2-2-12-16,-2 2-10 0,2-1 11 0,-2 1 3 15,0 0 6-15,3 0-3 0,-3-3-19 0,0 3 4 16,0 0 18-16,0 0-4 0,0 0 10 16,0 0-6-16,0 0-4 0,0 0-12 0,0 0 13 15,0 0-9-15,0 0 5 0,0 0 6 0,0 0 2 16,0 0-7-16,0 0 2 0,0 0-22 0,0 0 7 16,0 0 31-16,0 0-28 0,0 0-16 15,0 0 0-15,0 0-59 0,0 0 9 0,0 0-135 16,0 0-166-16,0 0 23 0,-1-33 26 15,-5 27 19-15,-3-6 12 0,1 0 2 0</inkml:trace>
  <inkml:trace contextRef="#ctx0" brushRef="#br0" timeOffset="5843.751">938 4559 242 0,'0'0'54'0,"0"0"26"0,0 0-13 0,0 0 3 16,0 0 30-16,0 0-26 0,0 0-14 0,0 0 6 15,0 0-9-15,0 0-6 0,0 0-14 0,0 0 1 16,0 0-26-16,0 0 3 0,0 0 24 16,0 0-6-16,0 0-2 0,0 0-3 0,0 0 42 15,0 0-16-15,0 0 10 0,0 0-52 0,0 0 10 16,0 0 33-16,0 0-27 0,0 0-2 16,0 0-3-16,0 0-5 0,0 0-7 15,0 0 6-15,0 0-3 0,0 0 2 0,0 0-5 16,0 0 7-16,0 0-11 0,0 0 4 15,0 0-3-15,0 0 15 0,0 0-3 0,0 0-2 16,0 0-27-16,0 0 28 0,0 0 7 16,0 0-2-16,0 0-2 0,0 0-46 0,0 0 45 15,0 0-16-15,0 0 2 0,0 0-2 0,-8 1-3 16,10 1 27-16,0 1-42 0,0-1 2 0,0 2-17 16,1-1 37-16,0 1 5 0,-1 0 2 15,0-2 7-15,-1 1 5 0,3 0-25 0,-4 0 11 16,3 2-5-16,-1-3-11 0,2 2 2 15,-2-2 4-15,2 1-19 0,-2 1 10 0,-1-1 40 16,6 0-19-16,-6-1 4 0,1 2-32 0,1-1 24 16,0 0-8-16,-2 0 3 0,1 2 18 15,1-4-10-15,0 4-20 0,-2-3-18 0,1 3-4 16,1-2 39-16,0 1 0 0,0-2 6 16,-1 3-13-16,1-3-37 0,0 1 34 15,0 0-1-15,-2 1 5 0,1-1 0 0,2 0 1 16,-1 1-25-16,-1-1 36 0,2 0-50 0,-1 1 37 15,-1 0-6-15,2-1-14 0,-3 0 15 0,3-1-24 16,-1 4 57-16,-1-5-13 0,2 3-13 0,-1-1 7 16,0 1-7-16,1 0-23 0,-2-2 27 15,0 0-6-15,1 3 14 0,-1-3 9 16,3 4-3-16,-3-4-24 0,3 2-4 0,-2-1 7 16,0 0-35-16,1 2 40 0,0-3 8 0,-2 1-27 15,1 1 6-15,0-1 31 0,0 1-23 0,1-1-15 16,0 2 23-16,1-3-4 0,-1 1-29 15,-1 0 28-15,0 1 3 0,1-1-1 0,0 1 5 16,1-4 2-16,-2 5-16 0,2-2 9 16,-3-1-7-16,2 3-25 0,-1-1 21 0,-1-1 12 15,2-1-2-15,-2 1 11 0,1 0-2 0,3 1-6 16,-2-1 8-16,-1-1-17 0,0 3-5 0,0-1-18 16,1-2 27-16,-1 2-4 0,1-1-16 15,-2-2 23-15,5 5-28 0,-5-4 29 16,3 1 13-16,-2 1-5 0,1-1-38 0,0 1 19 15,-1-1 13-15,3 1-10 0,-1-1 5 0,-2 1-1 16,8 6 6-16,-5-4-21 0,0-2 36 16,2 0-28-16,-1-1-1 0,-4 2-6 0,3 0 22 15,-3-3-6-15,4 1 0 0,-4 0 4 16,3-1-2-16,-4 3 0 0,3-3 10 0,-1 1-5 16,1 1 1-16,2-1-3 0,-4-1-17 0,1 3 8 15,7 3-11-15,-1-2 13 0,-4-1 3 0,-1-1-10 16,0-1 16-16,1 1-10 0,-3-3-5 15,2 1-1-15,-1 0-5 0,-1-1 21 0,1 4-11 16,1-3 6-16,-4 1-3 0,6-1 1 16,-5 0-13-16,7 1 2 0,-5-1-4 0,0 1 4 15,0-1 12-15,2-1-4 0,-1 2 8 0,0 0-29 16,-2-1 22-16,0-1-27 0,3 1 20 0,-4 1 12 16,5-2-31-16,-4 3 31 0,5-2-12 0,-2 0 9 15,0-1 1-15,-3 3-11 0,3-3 22 16,1 1-2-16,-2 0-20 0,0 2 7 0,1-3 1 15,-1 1-10-15,2 0 4 0,9 3 1 16,-9-2 13-16,3 2-22 0,-1-3 24 0,-3 1-13 16,0-1 4-16,-1 0-16 0,3 1 16 15,-4-1-5-15,1 0 9 0,-1-1-16 0,-1 1 14 16,3 1-28-16,-1-1 16 0,0 0 5 0,0 0-25 16,0 1 11-16,2 0 33 0,-1-2-29 0,1 2 7 15,6 2 5-15,-1 0 7 0,-1-2-29 16,-2 1 19-16,0-2 5 0,-1-1-7 0,-2 1-3 15,7 5 4-15,1 1 12 0,-2-6 5 16,-2 1-23-16,-1-1 10 0,-2 0-6 0,1-1 27 16,0-1-13-16,-1 2-6 0,0 0 0 0,-2 0-3 15,4-2 1-15,-3 1-11 0,1 1 23 16,-1-2-8-16,3 2-1 0,-3-1-16 0,1 0 12 16,-1-1-1-16,-2 1 12 0,5-1-8 15,-1 2 7-15,-4-1-23 0,4 0 28 0,-1-1-23 16,0 0 10-16,9 6 2 0,-5-6-4 0,-2 0-5 15,-2 0 11-15,-7 0-13 0,7 0-8 16,1 0 14-16,-2 0 1 0,-6 0 1 0,9 0-6 16,-1 0 12-16,0 0 3 0,-1 0-1 15,0 0-6-15,0 0-12 0,0 0 15 0,0 0 2 16,0 0-24-16,0 0 20 0,0 0-8 0,2 0 10 16,-1 0 0-16,-3 0-6 0,2 0-20 0,1 0 34 15,-2 0-13-15,1 0-4 0,1 0-11 16,-2 0 15-16,1 0-16 0,0 0 17 0,-1 0-6 15,1 0 4-15,2 0-2 0,-5 0-11 16,-4 0 4-16,10 0 14 0,-3 0-2 0,1 0-10 16,-8 0 8-16,8 0-10 0,-1 0 3 0,0 0 12 15,-7 0-6-15,10 0-8 0,-5 0-4 16,-5 0 18-16,8 0-13 0,0 0 9 0,-8 0-2 16,10 0 7-16,-5 0-1 0,-5 0-20 0,9 0 10 15,-9 0 3-15,9 0 3 0,-3 0-10 16,-6 0 10-16,8 0 0 0,-8 0 1 0,9 0-4 15,-3 0-22-15,-6 0 18 0,9 0-2 0,-9 0-4 16,6 0 23-16,-6 0-12 0,9 0 0 0,-9 0-17 16,7 0 3-16,-7 0 16 0,10 0-12 15,-10 0 14-15,9 0-9 0,-9 0 2 16,8 0 9-16,-2 0-3 0,-6 0 1 0,7 0-14 16,0 0 9-16,-7 0-3 0,8 0 7 0,-1 0 8 15,-7 0-10-15,8 0-9 0,-2 0 14 0,-6 0-9 16,8 0-14-16,0 0-1 0,-8 0 29 15,7 0-26-15,-7 0 17 0,8 0-8 0,-1 0 4 16,-7 0 3-16,8 0 7 0,-8 0-20 16,8 0 11-16,-8 0 2 0,8 0-3 0,-2 0 1 15,-6 0-7-15,9-6-3 0,-3 6 8 16,-6 0 3-16,8 0-2 0,-8 0 3 0,8 0-15 16,1 0 8-16,-9 0 23 0,7 0-40 0,0 0 24 15,-1 0-17-15,-6 0 11 0,10 0 16 16,-3 0-8-16,-7 0 12 0,8 0-13 0,-2 0-9 15,-6 0-18-15,9 0 19 0,-3 0 8 0,-6 0-12 16,8 0 7-16,-2 0 9 0,-6 0 2 16,9 0-10-16,-1 0 15 0,-2 0-4 0,-6 0-13 15,8-6-7-15,1 6 3 0,-9 0 10 0,9 0-6 16,-3 0 3-16,1 0 1 0,2 0 4 16,2-13-20-16,-4 12 13 0,-1 0-11 0,1 1 15 15,0-2-1-15,-2 2-2 0,3-3 9 0,-3 3-3 16,10-4 1-16,-2 0-9 0,-2 2 5 15,0 0-22-15,-4 0 21 0,1-1-18 0,-2 3 26 16,1-3-13-16,-2 2 1 0,1 1 0 0,2-3 3 16,5-2-2-16,-3 3 5 0,1-3 5 0,-3 3-23 15,-1-2 5-15,0 3 0 0,1-2 14 16,-3 3 1-16,0 0-20 0,3-3 17 0,-2 2-5 16,0-2 6-16,0 3-22 0,-2-1 27 0,3-3-12 15,1 4 0-15,-3-2 15 0,0 1 2 16,-1-1-11-16,2 0 1 0,-1-1-25 0,0 2 20 15,0 0-15-15,1-1 17 0,-2-1 2 0,2 2-3 16,-2 0 3-16,5-2-6 0,-4 1 2 0,8-4-5 16,-3 2 1-16,-2 1 11 0,-3-1-8 15,0 2 1-15,0-1-2 0,3 1-17 0,-3-1 20 16,-1 2-11-16,-2 0 9 0,3-1 5 16,-1-1-1-16,0 2-1 0,1 0 7 0,-1 1-4 15,1-5-2-15,-1 3 3 0,1 1-6 0,0-1-6 16,0-1 7-16,0 1 3 0,2 0 5 0,-4 1-20 15,4-1 24-15,-2 0-9 0,1 0 8 16,-3 1-18-16,2 0 5 0,0-2-14 0,-1 0 15 16,10-1 6-16,-5-1 1 0,0 2-9 0,-1-2 13 15,-2 3-22-15,0 0 21 0,0-1 0 16,-1-1-9-16,-2 3-2 0,4-1-22 0,-3-1 32 16,1 1-9-16,-1-3 3 0,1 3 6 0,0 2-5 15,0-3-4-15,0 0-7 0,0 1-7 16,0 0 17-16,-1-2-5 0,0 3 4 0,9-6 2 15,-4 4 1-15,0-1-3 0,-3 0 1 0,-1 1-3 16,0-1-18-16,2 3 30 0,-2-2-11 16,5-5-8-16,0 2 11 0,-6 4 6 0,4-1-11 15,-4 0 2-15,2 2-1 0,-2-2-5 16,0-1 11-16,-1 3-6 0,3-4 11 0,-4 2-9 16,5-1-12-16,7-1 11 0,-8-2 0 0,3 2-7 15,-2 0 2-15,0 0 14 0,-2 2-8 0,0-1-11 16,0 1-4-16,2 1 9 0,-4-1 6 15,3-1 6-15,-2 2-11 0,1 1-9 0,-2-3 19 16,1 2-27-16,3-1 22 0,-4-1 4 16,3 3 7-16,-1-4-18 0,-1 3 9 0,1-1 3 15,-1-1 10-15,2 3-17 0,-1-1-6 16,8-7 1-16,-4 3 14 0,-3 2-7 0,2-1-8 16,-3 2-10-16,1-2 18 0,1 3-23 0,4-5 26 15,-2 2-7-15,-1 1 12 0,-3 1-8 16,0-1-3-16,0 3-1 0,-1-2 5 0,0 0-8 15,0 1 1-15,2-3 21 0,-2 3-14 0,-1 0-1 16,0 0 9-16,1-1-10 0,-1 0-2 0,3 0 8 16,-3-1-12-16,3 3 4 0,-2-2-5 15,1 0 4-15,-2 0-1 0,-1 1 5 0,3-3-6 16,-1 3 3-16,1-1 0 0,-1-1 0 16,-1 4-4-16,2-5 7 0,-1 2-11 0,-1 1 13 15,1-1 1-15,1 0 0 0,0 1 0 0,-1-3 6 16,0 3-15-16,0-2 3 0,0 1-12 0,1 1 13 15,-2-2 12-15,3 1-12 0,-2 0-17 16,1 1 26-16,-3-1-10 0,5 1 2 0,-2-1-3 16,0-1-9-16,0 1 8 0,-1 0 1 0,2-1 3 15,-2 1 5-15,10-4-1 0,-5 2-10 16,0 0 6-16,-4 1 3 0,3 1 0 0,-6-1 5 16,2 1-11-16,1-1 13 0,-1 3-18 0,-1 1 1 15,1-4-12-15,2 1 22 0,-2 0-8 16,0-1 4-16,1 1 5 0,-1 1-6 0,8-6 17 15,-3 3-14-15,-2 1-10 0,-2-1 3 16,1 0 4-16,-2 3 4 0,1-1 9 0,0-1-17 16,-1 0-7-16,-1 3-2 0,1-2 28 0,0 0-16 15,0 0-3-15,0 2-3 0,1-1 15 16,-2 0-7-16,0-1-15 0,0 3 6 0,1-4 14 16,0 1 4-16,1 0-12 0,-1 1-2 0,0-1 9 15,0 0-8-15,-1 3 3 0,1-4 5 0,0 0-15 16,2 3 17-16,-2-2-5 0,0 0 8 15,1-1-8-15,-2 2 4 0,2 0-4 0,-4-3 14 16,3 2-31-16,0 0 13 0,-2-1 5 16,2 1 13-16,-1-2-14 0,-1 3 0 0,1 0-5 15,-1-1 6-15,1-1-15 0,1 4-5 16,-3-4 33-16,1 1-26 0,0 2 7 0,2-2 3 16,-2-1 4-16,1 1-2 0,-3 2 1 0,4-2 7 15,-2 0 2-15,-2 1-5 0,3 0-22 16,-2-1 12-16,2 2 2 0,-2-3 3 0,0 1 12 15,1 2 2-15,-1-2-14 0,0 1-6 0,1 0-11 16,1 1 12-16,-3-3 18 0,3 1-4 16,-2 2-11-16,0 0-13 0,2 0 29 0,-2-1-15 15,-1-2-7-15,2 2 1 0,-1 2 13 16,0-2-23-16,-1 0 5 0,1 0 1 0,1 0 2 16,0-1-16-16,-2 2-33 0,0-2-51 0,0 3 10 15,0 0-82-15,0 0-152 0,0 0 25 0,0 0-57 16,-10-8 20-16,5 8 25 0</inkml:trace>
  <inkml:trace contextRef="#ctx0" brushRef="#br0" timeOffset="7781.199">2711 5489 409 0,'0'0'193'0,"0"0"-33"0,0 0-2 0,0 0-15 15,0 0-15-15,-13 0 13 0,13 0-25 0,0 0-11 16,0 0-1-16,0 0-9 0,0 0 0 15,0 0-2-15,0 0 7 0,0 0-19 0,-14 0-16 16,-2 6-16-16,13-5 11 0,-2-1-25 0,0 3 17 16,1-3 3-16,-1 4-6 0,-13 3-6 15,5-1-26-15,-3 0 7 0,1 0 7 0,1-2 2 16,3 1-1-16,-4 3 4 0,1 1-20 16,5-2-4-16,0-4 3 0,-3 7 6 0,1-3-6 15,2 0 8-15,4-3 6 0,-1 1-12 0,0 1 0 16,0-2-8-16,2 1 15 0,-5 5-13 15,4-1-5-15,-4 2-10 0,1 1 8 0,4-3 5 16,2 0-5-16,0 1-9 0,-2-2 19 0,3-1-12 16,-3 9 5-16,3-3-15 0,0-1 11 0,1-1-9 15,0-4 8-15,0 4-1 0,0 1-1 16,0-2 8-16,0 3-11 0,15 16 12 0,-12-17-9 16,1-1 9-16,1 2-10 0,0-3 4 0,3 4 1 15,-3-5 7-15,0-2-19 0,-1 1 2 0,2-2 13 16,-2 0-9-16,6 3 9 0,2 0-3 15,-4 0-4-15,-1-3-1 0,-2 0 3 0,2-2-12 16,-2 0 19-16,1 0-1 0,-3-4-6 16,4 3 9-16,-2-3-13 0,2 1 11 0,-1 0-7 15,-6-1 0-15,8 0-5 0,3 0-1 0,5 0 6 16,-1 0 0-16,10-10-24 0,-8 5 22 16,-5 0-16-16,-1 0 15 0,-1 1-12 0,-3-1 17 15,0 1-7-15,-1-1-7 0,1 2 10 0,-3 0-2 16,1-2 2-16,-1 3 2 0,0-1 10 0,0 0-5 15,-2-1-11-15,2 0-1 0,-2-1 7 16,1 2-4-16,-1-2-6 0,0 1 0 0,1-1 17 16,-2 2-21-16,1-4 11 0,0 2 3 15,-2 0-4-15,0-1 1 0,2 0 2 0,0 1-7 16,-2-2-2-16,0 2 12 0,1 0-12 0,-1 5 12 16,0 0-10-16,0-9 25 0,0 2-19 15,0 7 17-15,0-8 8 0,0 8 2 0,0-7-11 16,0 7 1-16,0-9 5 0,-13-2-1 0,11 7-23 15,0 1 10-15,-2 1-5 0,1-3 17 16,-1 3-10-16,0 0-8 0,1 1 3 0,-1-2-12 16,1 1 17-16,-1 2-7 0,0-1-8 0,-2 1 23 15,2 0-17-15,4 0-2 0,0 0 16 0,-8 0-17 16,8 0 11-16,-7 0 0 0,7 0-10 16,-6 0 14-16,6 0-21 0,-7 0 3 0,7 0 3 15,0 0-6-15,0 0 14 0,-8 0-2 16,8 0-5-16,0 0 12 0,0 0-1 0,-7 0-7 15,7 0-9-15,0 0 19 0,0 0-15 0,0 0-7 16,0 0 0-16,0 0-1 0,0 0-1 16,0 0 11-16,-13-8-8 0,17 5 13 0,-1 2-6 15,-2-2 1-15,2 0-13 0,2 1 6 16,-1-1 5-16,1 1-6 0,0 0 2 0,13-3-3 16,-9 0 11-16,2 1 8 0,-4 0-7 0,2 1-10 15,-1 2 3-15,0 0 2 0,8-3-11 16,-1-1 10-16,2 0 4 0,1 1-3 0,-3 3-3 15,5-4 9-15,-3 3-15 0,-4-1 25 0,-3 2-24 16,0-2 12-16,-2 3-12 0,-2-3 15 16,0 3 9-16,1-1-22 0,-4-1 6 0,0 2-7 15,0-1 0-15,1 1 12 0,-3-1 7 0,3 1-23 16,-1 0 10-16,-2-2 1 0,0 2 6 16,2-1 2-16,-3 1 19 0,0 0-6 15,0 0-13-15,0 0 19 0,0 0-13 0,0 0-9 16,0 0 2-16,0 0 16 0,0 0 0 0,0 0-20 15,0 0-2-15,0 0-7 0,0 0 11 0,0 0 6 16,0 0 1-16,0 0 0 0,12 11 2 16,-12-8-21-16,-1 2 3 0,1 1 6 0,0 2 13 15,-1 8-13-15,1-8-15 0,0 6 11 16,0-2 17-16,0 3-13 0,0 2-8 0,0 0 7 16,0-3 9-16,0 1-12 0,0-3 14 15,8 18-21-15,-5-19 24 0,0 1-18 0,-2-2 5 16,1 0 1-16,0-2-4 0,-1 0-9 0,3 9 24 15,0-5-6-15,-1-3-6 0,-2-1 5 16,1 2 2-16,0-5-10 0,-1 0 4 0,-1-1-17 16,0 1 29-16,4-2-20 0,-4-1 9 0,0 1-10 15,0 1 10-15,1 1 11 0,0-4 14 16,-1 1 14-16,0 1-17 0,2-1 12 0,-1 0-14 16,-1 0 9-16,0 0 1 0,0-1 19 0,0 1 8 15,0-2-19-15,1 3 6 0,0-3 2 16,-1 2-38-16,0-2 3 0,0 2-4 0,2-2-38 15,-2 0-16-15,0 0-40 0,0-2-23 16,-2 2-44-16,2 0 12 0,-2-2-202 0,2 2 27 16,1-3 24-16,0 0-85 0,-1-1 19 15,2 2 3-15,-4-3 47 0,4 2 5 0</inkml:trace>
  <inkml:trace contextRef="#ctx0" brushRef="#br0" timeOffset="8515.553">3193 5970 491 0,'0'0'201'0,"0"-3"-9"0,-1 2-25 0,1-2-15 0,-2 3-21 15,1-3 5-15,1 1-11 0,-2-1-32 16,0 2 17-16,1-1 9 0,-1-1-16 0,2 0-19 15,0 2 11-15,0 0-5 0,0-2-17 16,-2 2 18-16,1 1-13 0,1-1-22 0,-1-1 4 16,-1 2-14-16,1-1 3 0,1-1 0 15,0 2-8-15,0-2 4 0,0 2-8 16,0 0-8-16,0 0 6 0,0 0-17 0,-2 0-4 0,2 0-9 16,2 0 8-16,-2 0 15 0,-2 0-24 15,2 0 6-15,0 0 2 0,0 0-14 0,0 0 4 16,0 0 0-16,-1 0 5 0,2 0 3 0,-1 0-15 15,-1 0 20-15,2 2-10 0,-1 1 0 16,2 0-4-16,-2 1 5 0,0 1-6 0,0 0 8 16,3 2-1-16,-2 10 1 0,-1-10-7 0,5 17 7 15,0-9-12-15,-2 2 14 0,-2-1-13 16,4 3-6-16,0-4 7 0,-5 4 11 16,4-1-15-16,-4-1-5 0,1-8 24 0,3 8-12 15,-1-2-1-15,-2-6-12 0,0 1 14 16,3 5-1-16,-2-6 0 0,0 1 13 0,-2-3-14 15,0 0-9-15,1-4 11 0,-1 2 4 0,0-5 2 16,0 0 0-16,0 0-11 0,0 9 15 16,0-9-8-16,0 8 8 0,0-8-14 15,0 0 21-15,0 4-20 0,0-4 2 0,0 0-8 16,0 7 5-16,0-7-10 0,0 0 28 0,0 7-18 16,0-7 2-16,0 0 17 0,0 0-4 0,0 0-13 15,0 7 1-15,0-7-12 0,0 0 29 0,0 0-17 16,9 7-10-16,-9-7-6 0,0 0-5 15,3 0-23-15,-5 0-39 0,1 0-18 0,2 1 11 16,-2-3-192-16,1 0 24 0,0-1 21 16,-2 2-106-16,0-3 2 0,0 2 58 0,-1 0 16 15,-2-1 13-15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0T02:25:25.661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868 1985 254 0,'0'0'72'0,"0"0"50"15,0 0-24-15,0 0-12 0,0 0 2 0,0 0-11 16,0 0-39-16,0 0-7 0,0 0-1 16,0 0-5-16,0 0-1 0,0 0-2 0,0 0 61 15,0 0-39-15,0-12 3 0,0 12-1 0,0 0 21 16,0 0-2-16,0 0-10 0,0 0-4 15,0 0 24-15,0 0-36 0,0 0 6 0,0 0-11 16,0 0-2-16,0 0-9 0,0 0 14 0,0 0-17 16,0 0 22-16,0 0-15 0,0 0-17 15,0 0 10-15,0 0-32 0,0 0 38 0,0 0 21 16,0 0-13-16,0 0-1 0,0 0-1 0,0 0-12 16,0 0 13-16,0 0-3 0,0 0-12 15,10-11 16-15,-5 12 19 0,-4-1-17 0,4 0-26 16,0 0 17-16,2 1 4 0,-7-1 3 0,0 0-11 15,9 0 15-15,-2 0-11 0,0 0-23 0,-1 0 14 16,2 0 5-16,0 0-6 0,-2 0-4 16,0 0 7-16,2 0 3 0,1 0-7 0,-1 0-7 15,3 0 4-15,5 0 8 0,-5 0-5 0,-1 0-6 16,3 0-17-16,-4 0 15 0,0 0-1 16,-1 0 1-16,-1 0-12 0,-7 0 21 0,9 0-11 15,0 0-12-15,-2 0 14 0,-1 0-20 0,0 0 8 16,2 0 15-16,0 0-8 0,-1 0 13 15,6 0 4-15,1 0 7 0,-1 0-9 0,4 0-5 16,-4 0-16-16,0 0 14 0,-1 0 2 16,-3 0-2-16,11-10 8 0,-11 8-3 0,-1 1-8 15,0 0-16-15,-2 0 16 0,2 1-17 0,1 0 19 16,9-3-4-16,-2 3-11 0,0-4 3 0,-4 4 11 16,-3-3-6-16,0 3 13 0,0 0-3 15,-2 0-7-15,0-2-19 0,-3 2 23 0,3 0-4 16,1 0-23-16,-3 0 15 0,1 0 6 15,0-1-2-15,-1 1-8 0,-5 0 7 0,8 0 15 16,-3 0-14-16,8 0-7 0,1 0-10 0,-4 0 23 16,0 0-4-16,-1 0 13 0,-1 0-13 15,0 0-10-15,-8 0 8 0,7 0 3 0,2 0-12 16,-9 0 6-16,9 0 4 0,-2 0-3 0,-7 0-5 16,10 0 21-16,-3 0-15 0,0 0 6 15,4 0-8-15,14-13 5 0,-16 11-11 0,1 2 7 16,-2-1 1-16,0 1 3 0,-1-2 6 0,-2 2-4 15,1 0-14-15,-2 0 0 0,3 0 6 16,-2 0 16-16,2-1-8 0,-7 1-11 0,0 0 1 16,7 0 2-16,-7 0 4 0,9 0 5 0,-4 0 1 15,-5 0-16-15,10 0-1 0,-2 0 2 16,-8 0 4-16,9 0 12 0,-2 0-12 0,0 0 11 16,0 0-24-16,0 0 16 0,-2 0-1 15,4 0-4-15,-2 0 7 0,1 0-7 0,0 0 10 16,6 0 4-16,-1 0-7 0,1 0 1 0,0 0 0 15,2 0-2-15,-2 0 6 0,2 0-10 16,-1 0-8-16,0 0 3 0,-3 0 12 0,1 0-16 16,2-4 11-16,12-6 0 0,-10 8 7 0,-3 2-18 15,0 0 14-15,-4-3 2 0,-1 3-12 16,0 0 8-16,0 0-3 0,0 0 11 0,-2 0-3 16,0 0-4-16,4 0 7 0,3 0-19 0,0 0 18 15,-1 0-4-15,-1 0 8 0,0 0-18 0,1 0 9 16,0 0-10-16,0 0 24 0,-1 0-8 15,4 0-7-15,-2 0 2 0,4 0-23 0,-3 0 13 16,-1 0 11-16,-1 0 6 0,4 0-10 0,-3 0-8 16,1 0 14-16,3 0-6 0,-1 0-5 0,3 0 7 15,-3 0 1-15,2 0-2 0,1 0 2 0,-3 0 4 16,0-7-10-16,2 7 8 0,0 0 3 16,0 0-11-16,-1-7 5 0,23-1-9 15,-24 5 19-15,5 1-13 0,-1 0-3 0,2 0-12 16,-1 2 14-16,2-3 1 0,-1 1 2 0,-1 0-10 15,-3 1 14-15,4-3 1 0,-5 1-2 0,4-1-11 16,-2 4 6-16,-2-2 8 0,2 1-3 0,1-2 6 16,-3 1-18-16,2 0 6 0,-11 2-4 15,6 0-6-15,2 0 7 0,2 0 7 0,-2 0 3 16,-1 0-14-16,-1 0 4 0,-1 0 5 16,18-12 14-16,-12 12-9 0,-6 0-3 0,8-3-18 15,-9 1 33-15,6 2-12 0,0-1-7 0,-2-1-13 16,-2 0 11-16,0-1 5 0,-7 3-4 0,1 0 0 15,0 0 1-15,1 0-3 0,0 0 10 16,-1 0-1-16,4 0-11 0,2 0 3 16,2 0 13-16,-2 0-12 0,20-9 13 0,-19 9 3 15,1-3-18-15,2 1 16 0,-2-1-19 0,-2 1 19 16,-2 2-19-16,-3-3 9 0,-1 3-2 0,0-2 2 16,-1 2 1-16,1 0 4 0,0 0-17 15,2 0 0-15,3 0 3 0,-3 0 10 0,2 0 0 16,-5 0-7-16,8 0 12 0,1 0 2 0,10-9-3 15,-13 7 8-15,4-1-16 0,-1 1 5 16,-3 0-1-16,-1 2-18 0,-1-3 23 0,-3 3 7 16,-1-3-16-16,1 3 2 0,-3-1 0 0,3 1 3 15,0 0-4-15,4 0 8 0,-4 0-2 16,4 0-6-16,-5 0-5 0,0 0-6 0,0 0 11 16,-2 0 1-16,2 0-1 0,-3 0-3 0,3 0 4 15,6 0 8-15,-1 0-6 0,-4 0 7 0,2 0-17 16,-2 0 8-16,-1 0-15 0,7-9 5 15,-15 9 21-15,0 0-9 0,8 0 5 0,0 0-3 16,-1 0 2-16,1 0-9 0,-8 0-11 16,9 0 16-16,-3 0-13 0,8 0 10 0,-1 0 10 15,0 0-8-15,-3 0 7 0,-1 0-9 0,-3 0 6 16,2 0-17-16,-8 0 18 0,6 0-8 16,-6 0 6-16,9 0-14 0,-9 0 14 0,7 0-4 15,-7 0-2-15,0 0 12 0,7 0-29 0,-7 0 27 16,0 0-28-16,7 0 6 0,-7 0 20 15,0 0-2-15,6 0-2 0,-6 0-9 0,0 0-2 16,0 0 23-16,7 0-16 0,-7 0-10 16,0 0 17-16,0 0-2 0,0 0-4 0,0 0 10 15,0 0-10-15,0 0 2 0,8 0-8 16,-8 0 1-16,0 0 12 0,0 0-11 0,0 0-1 16,0 0 9-16,0 0 1 0,0 0 8 0,0 0-15 15,0 0 1-15,0 0 4 0,0 0-3 0,0 0-3 16,0 0 7-16,0 0-6 0,0 0 10 15,0 0-9-15,6 0-3 0,-6 0 2 0,0 0 13 16,0 0-10-16,0 0-11 0,7 8 5 0,-7-8 17 16,3 4-16-16,-3-1 1 0,1 0-6 15,-1 1-2-15,0 1 4 0,2 0 14 0,-1 0-8 16,-1 0-3-16,1-1 2 0,0 1 3 16,-1-5 5-16,0 0 7 0,0 8-9 0,0 1 1 15,0-4 2-15,0 2-4 0,0-7-15 0,0 8 13 16,0 1 11-16,0-2-11 0,0-2 12 0,0 8-11 15,0-2 8-15,10 14-16 0,-7-17 9 16,-3 1 2-16,0 0 4 0,0-9-5 0,0 7-6 16,0 1 7-16,0-1 2 0,0 1-7 0,0-1 7 15,0 1-2-15,0 4-8 0,0 2 3 16,0-2 2-16,0 0 4 0,0-2-4 0,0-2-2 16,0 0-6-16,0-1 9 0,0 1 4 0,0-2-6 15,12 9 6-15,-12-7-14 0,0-3 16 16,0 4-3-16,1 8 1 0,1-2 2 0,-2-3-11 15,0-12 8-15,0 10 1 0,0 0-3 16,0-1 13-16,0-2-17 0,0 3 13 0,0-3-6 16,0 1-15-16,0 4 18 0,0 0-5 0,0 0-5 15,0-1 14-15,0-3-15 0,0 2-5 0,0-1-2 16,0-1 4-16,0-2 5 0,0 7 5 16,0-1-16-16,0 3 18 0,0-3 2 0,0 0-2 15,0-2-18-15,0-1 21 0,0-1-3 0,0-1-11 16,0 0 12-16,0 0-1 0,0-1-4 15,0-6-4-15,0 9-12 0,0 0 22 0,0-4-3 16,0 3-2-16,0-1-4 0,0 0 2 0,0 0-12 16,0 0 3-16,0 3 17 0,0 4-16 15,0-4 11-15,0-1-3 0,0 2 11 16,0-3-5-16,0 1-12 0,0-3 11 0,0 2-9 16,0-2 3-16,0 2 8 0,0 4-8 0,0 1 2 15,0-1-2-15,0-1 0 0,0 0 11 0,0-1 3 16,0-1-10-16,0 0-6 0,0-1 3 15,0-1-2-15,0 8 2 0,0-2-6 0,0-1-10 16,0-1 21-16,0 1-6 0,0-4-6 16,0 1-7-16,0-1 18 0,0-1 0 0,0-1-10 15,0 0 3-15,0 2 5 0,0 0-18 0,0-1 10 16,0 1 12-16,0-2-22 0,0 2 28 16,0-2-14-16,0 2-2 0,0-1-2 0,0 0 10 15,0 0-14-15,0 2 21 0,0-1-6 16,0 4-6-16,0 2-8 0,0-3-3 0,0 2 0 15,0-3 20-15,0-1-7 0,0-1 6 0,0-1-19 16,0 1 19-16,0-1 2 0,0 3-7 16,0-3-10-16,0 0 7 0,0 0 8 0,0 1-7 15,0-1 13-15,0-1 0 0,0 2-22 16,0 0 8-16,0-1 5 0,0 0 11 0,0 0 3 16,0 1-30-16,0 4 14 0,0 3 3 0,0-4 8 15,0 0-9-15,0-1-2 0,0-2 15 0,0 0-12 16,0-1-5-16,0 0-2 0,0 0 12 15,0 1-5-15,0-1-18 0,0-2 6 16,0 3-7-16,0-2 4 0,0 2 1 0,0-1 6 16,0 2 6-16,0-2 8 0,0 0-21 0,0 0 13 15,0 6-13-15,0 1 9 0,0-1 1 0,0-1 18 16,0-3-13-16,0 1-8 0,0-2 1 16,0-1 2-16,0 1 11 0,0-8 14 0,0 9-8 15,0 0-30-15,0-1 9 0,0 0 23 16,0-2-16-16,0 2 8 0,0-1-13 0,0 0 18 15,0 6-16-15,0 2 9 0,0-1-4 0,0-3-16 16,0 1 0-16,0-4 17 0,0 1-12 16,0 0 23-16,0-2-17 0,0 1-11 0,0-3 27 15,0 1-20-15,0 0 7 0,0 2-16 0,0-2 4 16,0 0 5-16,0 2-11 0,0-2 2 16,0 2 9-16,0-1 1 0,0 0 26 0,0 0-18 15,0 7 6-15,0 0-23 0,0-2 20 0,0-1-17 16,0-1 1-16,0-1 27 0,0-1-23 15,0 0-3-15,0 0 14 0,0-2-11 0,0 1-9 16,0 0-4-16,0 0 31 0,0 1-2 16,0-1-20-16,0 1-6 0,0 5 10 0,0 1-4 15,0 0 20-15,0-3 6 0,0-1-26 0,0 0 6 16,0 0-6-16,0-1 11 0,0-4-8 0,0 4 9 16,0-1 11-16,0 4-21 0,0 1-5 15,-9-1 2-15,0 16 16 0,8-15-9 0,-1-4 0 16,-1 2 1-16,-1 4 5 0,2 2-16 15,-1-4 13-15,3-2 2 0,-1 0-10 0,-2-3 13 16,3-1 8-16,0 2-27 0,-1-2 9 16,1 0 2-16,0 2 23 0,0-1-4 15,0 0-26-15,0-1 28 0,0-2-7 0,-1 3-12 16,1-1-2-16,0 1 15 0,0 0 0 0,-2 9-16 16,2-2-15-16,0-6 10 0,-1 1 22 15,1 0-31-15,-2 8 5 0,-1-5 1 0,3-1-10 16,0-1 29-16,0-3 6 0,0-8-27 0,0 10 30 15,0-3-28-15,0-1 3 0,0 2 0 16,0-3-1-16,0 3 15 0,0-1-8 0,0 1-8 16,0-3 4-16,0 2 12 0,0-2-15 15,0 4 0-15,0-4 2 0,0-5-1 0,0 10 3 16,0-4 1-16,0-6-5 0,0 8 30 0,0-1-35 16,0-7 2-16,0 8 30 0,0-3-17 15,0 3 5-15,0-8-27 0,0 7 26 16,0-1-16-16,0-6 0 0,0 8 8 0,0-1 13 15,0-7 1-15,0 7-3 0,0-1-18 0,0-6 4 16,0 9 4-16,0-4-3 0,0-5 1 0,0 7 14 16,0-7-12-16,0 9-11 0,0-2 9 15,0-7-12-15,0 7 27 0,0-2-13 16,0-5-12-16,0 10 7 0,0-5 31 0,0-5-33 16,0 7 4-16,0 0 2 0,0-7 5 0,0 7 8 15,0-7-22-15,0 8 6 0,0-8 22 0,0 8-29 16,9 4 15-16,-9-8-6 0,1 3-6 15,-1-4 0-15,0 0-2 0,0 1 29 16,0-1-27-16,2 0 1 0,-2 1 17 0,1-3-6 16,-1 1-7-16,1 1 11 0,-1-3 31 0,0 0-37 15,0 0 26-15,0 0-15 0,0 0-3 16,0 0 32-16,0 0-43 0,0 0-12 0,0 6-10 16,0-6-53-16,0 0-25 0,0 0 10 15,0 0-245-15,0 0-95 0,-14 12 31 0,0-9 26 16,1-1 33-16,4-2 13 0,9 0 23 0,-15 0-12 15</inkml:trace>
  <inkml:trace contextRef="#ctx0" brushRef="#br0" timeOffset="12827.752">1019 4471 272 0,'0'0'62'0,"0"0"-34"15,0 0 58-15,0 0-60 0,0 0 26 16,0 0-22-16,0 0 34 0,0 0-30 0,0 0 24 16,0 0-11-16,0 0-5 0,0 0-12 0,0 0 4 15,0 0 13-15,-12 0-2 0,12 0-7 16,0 0-3-16,0 0 32 0,0 0-32 0,0 0 1 16,0 0-3-16,0 0 24 0,0 0-8 0,0 0-2 15,0 0-8-15,0 0 21 0,0 0-30 0,0 0 2 16,0 0 2-16,0 0-6 0,0 0-1 15,0 0-3-15,0 0 7 0,0 0-5 0,0 0-8 16,0 0 5-16,0 0 14 0,0 0-50 0,0 0 37 16,0 0-36-16,0 0 31 0,0 0 1 15,0 0 6-15,0 0-19 0,0 0 19 0,0 0-28 16,0 0 24-16,0 0-1 0,-3-17-38 16,6 14 26-16,0 1 1 0,-1-4 4 0,3 3 1 15,-2-1-20-15,-1 0-26 0,4 0 10 0,-3 0 37 16,7-6-18-16,-2 3 18 0,-3 2-15 15,3-1 6-15,3-4 9 0,-3 3-45 0,-3 2 28 16,1-3-33-16,1 3 43 0,2-5-11 16,-3 4-18-16,2-1 42 0,-2 0-22 0,0 1 0 15,-3 1-16-15,8-6 36 0,-4 3-4 16,0 3-24-16,-1-1 39 0,-1 0-31 0,-1 1 27 16,7-6-54-16,-4 0-4 0,1 3 42 15,-2 1 19-15,-1 3-13 0,1 0 9 0,-2-1-52 0,1 1 31 16,-1 0-7-16,-2-1-7 0,8-7 5 15,3 3-23-15,-4-3 34 0,-3 4-25 0,0 1 24 16,5-1-7-16,-2-2 15 0,-3 2-12 0,4-2-2 16,-3 3 10-16,-2-1-3 0,1 0-9 15,-1 2-8-15,3-4 17 0,-1 2-25 0,-1 6-13 16,0-6 40-16,5 0 16 0,-4 0-59 0,-1 1 62 16,-2 4-23-16,2-4-7 0,0 2-26 15,-3 0 44-15,5-3-4 0,1 0 2 0,-1 1-38 16,-5 1 40-16,3 2-16 0,0-2-3 0,7 0 25 15,-9-2-18-15,2 3 2 0,-1-1-18 16,9-2 14-16,-5 1 0 0,-2 3 12 0,0-2-44 16,0 1 48-16,-2 1-14 0,6-5 0 15,3 2-20-15,-3 1 20 0,-4-2 8 0,0 4 12 16,-1-1-24-16,-1 2-15 0,-1-2 18 0,-2 2 4 16,4-1 3-16,-2 2-24 0,-2-1 37 0,0 0-23 15,5 1 21-15,-3-2-44 0,0 1 19 16,1-1 8-16,5-4-19 0,3-1 27 0,-6 4 10 15,0 2-7-15,-2-2-31 0,2 1 9 0,-1-1 14 16,-2 2 12-16,-2-2-10 0,5 3-43 16,-4-1 22-16,4-1 12 0,3-4-34 0,-4 1 32 15,1 2-5-15,2-2-30 0,2-1 50 16,-3 2-38-16,1 3 36 0,-3-2-11 0,-1 1 9 16,2-1-22-16,-3 2 16 0,1-1-6 15,0 1-14-15,0 0-7 0,6-4 38 16,1-2-8-16,-3 2 24 0,0 1-49 0,-4-1-7 15,2 3 8-15,-3-1 38 0,1 2-12 0,6-5-36 16,-1 2 57-16,-4 0-27 0,2-3 13 0,0 4-10 16,1 0-33-16,-4-2 28 0,0 3-20 15,-2 0 48-15,3 0-17 0,-2-1-8 16,0 1 4-16,8-4-30 0,0-3 38 0,-3 5-5 16,-2-1-3-16,4-3 4 0,1 2-39 0,0-2 20 15,-1-1 35-15,0 2-8 0,-2 1 6 16,1 1-8-16,-1 1 5 0,1-5-30 0,0 1-4 15,2 0 18-15,-3 2-2 0,0 2 4 0,-3 1-24 16,7-5-21-16,-3 2 31 0,-1-2-19 16,2 2 19-16,0 3 17 0,0-4-8 0,3 1 3 15,-5 0 15-15,4 1-57 0,-8-2 56 0,3 4-40 16,4-4-14-16,-2-3 12 0,4 2 32 16,1 0-44-16,-9-7 30 0,7 5 22 15,0 4-16-15,0-4-28 0,-3 1 45 0,0 6-3 16,2-5-6-16,-1 2-16 0,-1-4 28 0,1 3-11 15,-1 3-2-15,-5-1-3 0,3 0 6 16,-1 5-20-16,6-8 14 0,-1 2 5 0,-5 1-4 16,6-2-14-16,-5-1 12 0,7 1-8 15,-3-2 11-15,-6 4-45 0,8-4 26 0,-3 0 9 16,1 1 7-16,2 2-32 0,-4 3 26 0,6-6-21 16,-4 3 25-16,0-3-20 0,-1 0 29 15,1 1 4-15,-2 2-5 0,0-3-3 0,2 3 2 16,-3 0 3-16,1 0-3 0,2-2 6 0,-1 1-51 15,2 1 26-15,-1-3 20 0,0 1-4 16,1 0 5-16,0 0-17 0,1 3 10 0,1-6-4 16,-1 4-21-16,1-1-1 0,0 0 24 0,-3 1 8 15,0 0-31-15,1 1 32 0,1-2-22 16,2 2 17-16,-3-3-5 0,0 3 2 0,-1-1 8 16,1 0-3-16,0 1 11 0,-5 2-28 15,3-4 13-15,2 1-28 0,-1-3 13 0,-2 5-20 16,1-5 18-16,1 3 45 0,3-1-23 0,-3 0-22 15,-2 1-13-15,3-4 37 0,0 4 1 16,-2-1-19-16,2 0 30 0,-3-2-17 0,3 0 15 16,-3 1-27-16,4 3 31 0,-1-2-19 15,-2 1-12-15,5-1 14 0,-6 0 8 0,-1 1-11 16,5 1-36-16,0-1 30 0,-1-4 27 0,0 5-27 16,1 1-12-16,-3-4-18 0,-2 7 21 15,5-4 30-15,-2-4-10 0,0 1-14 0,0 0-20 16,-2 1 37-16,4 2-17 0,-5-3-3 0,-1 4 19 15,2-3-41-15,-3 4 17 0,0-2 17 16,2-3-2-16,0 4-29 0,-4 2 35 0,2 1-3 16,-2-1-26-16,0 0-11 0,0 1 41 0,-1 1 17 15,0 0-20-15,6-6-16 0,0 1 32 0,0-1-34 16,-2 2-19-16,1-1 62 0,0 2-29 16,-3 0 13-16,2 0 7 0,-3 2-22 0,1-1 1 15,-2 1-31-15,3 1-2 0,-2-1 23 16,5-4 16-16,3 1-27 0,-3 0 42 0,-2 2-24 15,-1-3 6-15,2 4-1 0,-3-1-16 0,0 2 4 16,1-1 20-16,4-3-29 0,-2 0 34 0,-3 4-10 16,0-4-6-16,0 2-27 0,1 2 37 15,-2-1-4-15,9-6-4 0,-5 5-22 0,-2-2 44 16,0 2-45-16,4-3 34 0,-1 1-1 0,1 0-25 16,3 0 14-16,-6-1-30 0,-1 1 30 15,5-1-32-15,1 0 55 0,-4 2-48 0,-3 2 48 16,2-1-23-16,-3 0 5 0,0 0 10 15,-3 3-35-15,5-3-21 0,-3 2 38 0,0-1 4 16,0 1-4-16,0-2 13 0,8-4-11 0,-3-1-35 16,0 3-8-16,-2 3 67 0,0-1-26 15,-3 2-21-15,1 0 50 0,0-2-24 0,-1 3-8 16,6-8 2-16,-2 3 17 0,0 0-22 16,-2 4 21-16,-1-2-7 0,3 1-6 0,-4 1-3 15,-2 0 27-15,5-1-26 0,-5 0 4 0,3 1-35 16,9-5-5-16,-7 1 32 0,7-2-19 0,-3 1 34 15,-2 2-44-15,3-2 67 0,-5 1-21 16,0 2-4-16,1 0-14 0,-2 2-29 0,-4-3 47 16,3 3-17-16,-1-1-8 0,-1 1 18 15,1 1 0-15,-2-1-28 0,2 2 40 0,-2-3-13 16,4 1-35-16,-4 1 38 0,1 0 2 0,1-3-1 16,-2 2 0-16,2-1-2 0,1 1-31 15,-2-2 38-15,-2 3-7 0,5-1 1 0,-2-1-31 16,-3 3 38-16,2-3 5 0,1 1-9 0,-1 1-16 15,2 0-13-15,-3-3-3 0,2 2 34 16,2 1-27-16,-3-2 23 0,1 0-43 0,0 1 46 16,0-1 3-16,-2 1-2 0,3-1-5 0,-2 1-1 15,2-1-17-15,-3 2 20 0,2-1-2 0,1-1-23 16,-1 0-21-16,0 1 58 0,-1-1-48 0,-2 2 17 16,5-1 19-16,-3-1-16 0,-2 1 22 15,4 1-7-15,-2-1 9 0,-1 1-11 0,1-1 1 16,0 2-1-16,-2-2 3 0,1-1-27 15,-2 4 42-15,1 0-31 0,1-3 1 0,-1 2 2 16,-1-1-31-16,4 2 59 0,-2-1 1 0,-2 0-20 16,0 1-15-16,0-1 1 0,2 1 1 15,0 0 2-15,-2 0-100 0,0-2-50 0,0 4-51 16,-2-2-107-16,-1 0 15 0,-2 0-72 0</inkml:trace>
  <inkml:trace contextRef="#ctx0" brushRef="#br0" timeOffset="45827.276">8146 1927 278 0,'0'0'95'0,"0"0"-3"0,0 0-48 16,0 0 46-16,0 0-35 0,0 0 27 0,0 0-48 15,0 0 1-15,0 0 26 0,0 0-31 16,0 0 3-16,0 0 5 0,0 0 2 0,0 0-5 15,0 0-4-15,0 0-2 0,0 0-22 16,0 0-2-16,0 0 1 0,0 0 12 0,0 0-2 16,0 0 25-16,0 0-8 0,0 0-3 15,0 0-2-15,0 0-5 0,0 0-25 0,0 0 0 16,0 0 0-16,0 0-2 0,0 0-1 0,0 0 51 16,0 0-33-16,0 0-1 0,0 0 17 0,0 0 10 15,0 0-34-15,0 0 11 0,0 0 0 16,0 0-3-16,0 0 1 0,0 0-11 0,0 0-6 15,0 0-4-15,0 0 10 0,0 0 9 16,0 0-10-16,0 0 39 0,6-18 4 0,0 18-33 16,0 0 21-16,2-1-6 0,-2 1 7 0,-6 0-13 15,4 0 21-15,5 0-24 0,-4 0-25 0,4 0 42 16,-2 0 2-16,0 0-20 0,3 0-7 0,-2 0 1 16,4 0 0-16,2 0-3 0,-1 0-28 15,-3 0 13-15,0 0 23 0,-1 0-5 0,0 0-31 16,-2 0 20-16,1 0 11 0,0 0-11 15,-2 0 9-15,3 0-4 0,-2 0 28 0,2 0-58 16,-2 0 37-16,1 0-13 0,0 0-6 0,1 0 17 16,0 0-9-16,5 0 17 0,-2 0 7 0,4 0-11 15,-6 0-14-15,3 0-25 0,-4 0 43 16,1 0-12-16,0 0-5 0,-4 0-7 0,3 0-15 16,-1 0 25-16,0 0 0 0,1 0-1 15,-2 0 11-15,0 0 5 0,2 0-40 0,-1 0 22 16,-1 0 10-16,8 0-9 0,-1 0 2 0,3 0-6 15,-4 0 10-15,-2 0 15 0,2 0-42 0,-4 0-8 16,2 0 34-16,-2 0-11 0,-1 0 11 16,0 0 2-16,1 0-5 0,-2 0-14 15,8 0 17-15,2 0-31 0,-1 0 3 0,-1 0 42 16,-2-7-20-16,0 7 9 0,-4 0 8 0,1 0 3 16,10-8-47-16,1 4 24 0,-8 4 2 0,2-1-8 15,2 0 30-15,-1-5-10 0,0 6-12 16,3 0-20-16,-6 0 11 0,2-1-8 0,2-3 22 15,-2 3-21-15,-4 1 9 0,3 0 40 16,-3 0-58-16,-4-2 13 0,2 2 43 0,9-1-24 16,-2 0 3-16,-4 1 1 0,6-2-24 0,2 0 26 15,0-1 6-15,3 3-26 0,0-2-1 16,-1-1 11-16,-1 1-4 0,-2 0 15 0,-12 2-21 16,4 0-21-16,4 0 28 0,1 0-5 15,-2 0 27-15,3 0-34 0,16-9 17 0,-17 8-28 16,-3 1 13-16,-1-2 20 0,-1 2-39 0,-3-1 41 15,3 1-26-15,8 0 31 0,-3 0-13 16,-5-2-5-16,2 2-12 0,-3 0 23 0,11 0-16 16,-2-2-17-16,-1 2 23 0,-1 0 15 15,-9 0 8-15,5 0-35 0,2 0 37 0,-2 0-33 16,1 0 16-16,-2 0 11 0,5 0-27 0,-1 0 0 16,1 0 12-16,-2 0-20 0,0 0 13 15,-3 0 11-15,0 0 11 0,-1 0-8 0,-2 0-41 16,-2 0 39-16,2 0-11 0,-1 0-20 0,0 0 22 15,-2 0 5-15,1 0 0 0,3 0 10 16,-4 0-11-16,7 0 2 0,0 0 17 0,-2 0-27 16,1 0-21-16,-1 0 25 0,-2 0 1 0,3 0-25 15,-3 0 23-15,5 0-2 0,4 0 11 16,1 0 8-16,-3 0-31 0,2 0 42 0,-2 0-5 16,3 0-27-16,-4 0-26 0,2 0 11 15,2 0-2-15,2 0 26 0,-1 0-13 0,-1 0 24 16,0 0-7-16,3 0 9 0,-2 0-27 15,1 0 17-15,-1 0-23 0,2 0 0 0,-3 0 31 16,2 0 10-16,0 0-16 0,1 0-2 16,3 0 9-16,0 0-36 0,-2 0 27 0,4 0-31 15,0 0 24-15,-3 0-5 0,3 0 31 0,-1 0-22 16,-1 0 8-16,2 0-3 0,22-10-1 16,-26 9-14-16,1 0 29 0,0 1-19 0,0-5-11 15,-12 5-14-15,6 0 19 0,2 0 1 16,5 0 26-16,-1 0-11 0,0 0-26 0,3 0 5 15,25-10 35-15,-26 10-22 0,-2-2-6 0,4-1 7 16,-4 2-10-16,2 0 2 0,-3-2-10 0,2 1 26 16,1 1-9-16,0-1 1 0,-1 0 3 0,-3 0-16 15,3 2 20-15,-2-3-11 0,2 1 4 16,-2 1 11-16,-1 0-24 0,7-2-18 0,-6 1 25 16,0-1 5-16,-1-2-25 0,1 3 17 15,0 0 6-15,-3-3-10 0,2 2 1 0,0 3 6 16,-2-2 9-16,0 1-12 0,-1 0 2 0,1 0 10 15,-5 1-6-15,-1 0-3 0,-2-3 15 16,-3 3-12-16,2 0 4 0,-3-1 8 0,-2-1-11 16,2 2-7-16,1-1 3 0,-5 1-9 0,5 0 21 15,-3-2-3-15,2 2 4 0,-3 0-14 16,2-1 19-16,-4 1-10 0,3-1-8 0,-3 0 16 16,1-1-20-16,2 2-14 0,-3 0 25 0,4 0 11 15,-5-2-25-15,-1 2 26 0,3-1 0 0,-2 0-9 16,1 1-13-16,0 0-5 0,1 0 28 15,-3-1 0-15,1 1-3 0,-2 0-3 0,1-2 0 16,1 2 5-16,-1 0-13 0,-1 0 1 16,0 0 12-16,0 0-1 0,0 0-8 0,0 0 12 15,0 0-2-15,0 0-5 0,0 0 0 0,0 0-1 16,0 0 12-16,0 0-2 0,0 0-4 16,0 0 0-16,0 0 0 0,0 0-10 0,5 0 4 15,-5 0 11-15,0 0-25 0,0 0 18 0,0 0 3 16,8-3 0-16,-8 3-8 0,2 0 2 15,-2 0-4-15,-2 0 1 0,1 0-4 0,2 0 4 16,-1-1 2-16,0 1-23 0,2 0 0 0,-2 0-45 16,0 0-34-16,0 0 10 0,0 0-140 15,0 1-90-15,0-1 22 0,-3 0-136 0,-2 0 26 16,0 3 76-16,-13-1 7 0</inkml:trace>
  <inkml:trace contextRef="#ctx0" brushRef="#br0" timeOffset="48249.073">8140 4603 215 0,'0'0'41'0,"0"0"-38"0,0 0 23 0,0 0 29 16,0 0 2-16,0 0-17 0,0 13-21 16,0-13-11-16,0 0-20 0,0 0 16 0,0 0 4 15,0 0-7-15,0 0 14 0,0 0 22 0,-24 26-3 16,24-23 8-16,0-1-22 0,-2 1-23 15,2 0 35-15,2 1-20 0,-4-1-17 0,2 3 24 16,2-4-11-16,-2-2 11 0,0 0 40 16,0 0-45-16,0 10 36 0,0-4-28 0,0-6 0 15,0 7-15-15,0-7 9 0,0 7-12 0,0-7 12 16,0 7-11-16,0-7 28 0,0 7 1 0,0-7-36 16,0 5 19-16,0-5-4 0,0 7 20 15,0-7-18-15,0 8-12 0,0-8 9 16,0 4-1-16,0-4-2 0,6 14-14 0,-6-11 17 15,4-1-18-15,-3 1 39 0,1 0-3 0,1 2-2 16,-3-2-40-16,3 1 14 0,-1-2-8 16,1 0 27-16,-2-1-3 0,0 3 0 0,-1-4-4 15,3 2 1-15,-2 2 3 0,2-1-3 16,0-2 4-16,0-1 30 0,0 3-6 0,1-2-4 16,2 2-17-16,-3-2 13 0,2 1-4 0,0-1-3 15,1 1-27-15,-1 0 15 0,2-2 3 16,-1 2 10-16,-1-2-22 0,3 2-3 0,-1-1 19 15,0 1 6-15,-1 0-29 0,2-1-9 0,0-1 18 16,10 4 2-16,-5-1-3 0,-1-3-23 16,-4 0 19-16,8 4-23 0,-4-1 15 0,0-2 15 15,5 1-9-15,-4 0 2 0,3 0-1 16,-7-1 8-16,2-1-24 0,6 4 32 0,-1-2 12 16,-2 1-45-16,5-1 12 0,-12-2-4 0,2 0-1 15,2 0 3-15,-1 0-7 0,-1 0-9 0,0 0 53 16,-1 0 4-16,-1 0-17 0,-1 0-16 15,0 0-7-15,-6 0-6 0,10 0 16 0,-3 0-9 16,1 0-18-16,-3 0 26 0,-5 0 11 0,10 0 1 16,-2 0 9-16,-8 0-6 0,9 0 11 15,-2 0-12-15,-7 0-8 0,9 0 3 16,-2 0-6-16,-2 0 6 0,2 0 12 0,-7 0-22 16,11 0 7-16,-5 0 5 0,0 0-1 0,1 0 14 15,2 0-32-15,-5 0-8 0,3 0-1 0,0 0 16 16,5 0-22-16,1 0 31 0,1 0 21 15,2 0-34-15,-1 0 17 0,2 0-10 16,-1 0-25-16,2 0 39 0,1 0-4 0,2 0-27 16,-3 0 2-16,0 0 22 0,2 0-7 0,0 0 9 15,-2 0-28-15,-2 0 23 0,-1 0 6 0,-2 0-11 16,-1 0-22-16,3 0 16 0,0 0-3 16,-5 0 15-16,2 0-1 0,2 0-3 0,19 7 14 15,-20-6-14-15,-2 0-9 0,1-1 14 0,-3 1 3 16,-9-1-12-16,7 0-3 0,7 0-1 15,2 0-14-15,-1 0 12 0,4 0 3 0,1 0-14 16,-1 0 19-16,0 0 7 0,0 0-36 0,-1 0 8 16,-1 0 27-16,2 0-4 0,0 0 8 15,-3 0-25-15,1 0 7 0,5 0 28 0,-4 0-20 16,22-12-1-16,-18 12-18 0,1-2 19 16,-1 2 3-16,0 0-11 0,0-2 12 0,-2 1-8 15,0-1-19-15,3 0-9 0,-5 2 7 0,0 0 7 16,-1-3 26-16,-3 3-14 0,0 0 19 0,-1 0-3 15,-1 0 5-15,6-2-2 0,-4 2-27 0,-14 0-12 16,10 0 15-16,-1 0 6 0,2 0-11 16,-1 0 6-16,-2 0-21 0,1 0 29 0,1 0-14 15,-2 0 24-15,7 0 4 0,0 0-6 16,4 0-10-16,1 0-5 0,-1 0 25 0,1 0 4 16,1 0-6-16,-1 0-21 0,-3 0 11 0,2 0-22 15,1 0 22-15,-3 0-9 0,2 0-20 16,-1 0-2-16,-1 0 29 0,2 0-5 0,-1 0 10 15,1 0-4-15,0 0-4 0,-2 0-11 16,2 0 18-16,3 0-21 0,-3 0 15 0,4 0 1 16,-1 0 2-16,1 0 12 0,0 0-15 0,0 0 6 15,0 0 1-15,-3 0 6 0,2 0-9 16,-1 0 13-16,-2 0-12 0,1 0-7 0,-1 0 22 16,-1 0-15-16,1 0-8 0,-1 0-9 0,3 0 14 15,-2 0-13-15,-4 0 8 0,2-6 3 16,-2 6 3-16,4 0-11 0,0 0 5 0,17-12-1 15,-22 12 10-15,-1 0-3 0,8 0-8 16,-6 0-14-16,-2-2 22 0,-2 2 7 0,10 0-14 16,-5 0-11-16,-3 0 5 0,-3 0-12 15,4 0 17-15,5 0 9 0,-2 0-4 0,2 0-7 16,-3 0 2-16,-1 0 12 0,5 0-28 0,-2 0 8 16,3 0 17-16,-1 0-9 0,-1 0-2 0,4 0 5 15,0 0 0-15,3 0-2 0,-2-7 1 16,2 7-5-16,1 0-1 0,1 0-16 0,2 0 16 15,0 0 10-15,0 0-1 0,-3 0 5 0,3 0-4 16,-1 0-32-16,-1 0 20 0,0 0 4 16,0-7 0-16,-1 7 6 0,28-10-14 0,-29 7 15 15,-2 3-2-15,-1-3-7 0,2 2-5 16,-1-2 7-16,0 1 19 0,-1-1-23 0,-1 1 9 16,0-2-17-16,-2 1 26 0,-11 3-8 0,5 0-23 15,0 0 17-15,3 0 5 0,-5 0-3 0,2 0 2 16,10-11-3-16,-14 11 5 0,-3-2-2 0,1 2-14 15,-1 0 16-15,11-3-4 0,-1-1-15 16,-4 0 19-16,0 3 1 0,3-1-3 0,-1-2-15 16,-3 4 16-16,4-1 10 0,0-1-14 15,-6-1-3-15,3 2-8 0,4 0 15 0,1-4 3 16,-5 4-5-16,-1 0-15 0,-4 1 15 0,1-3-2 16,-3 3 2-16,4 0-9 0,-4 0 11 0,0 0-13 15,1-1 5-15,0 1 1 0,-1 0 6 16,-1 0-4-16,-1 0-14 0,2 0 14 0,-3 0 9 15,4-2-9-15,-3 2 4 0,1 0 10 0,-3 0-3 16,2 0-5-16,-1 0 3 0,1 0 18 16,-3 0-6-16,1 0 6 0,2 0-7 0,-2 0-11 15,-2 0 21-15,0 0-15 0,0 0 11 16,0 0-14-16,0 0 9 0,0 0 1 0,0 0-9 16,0 0 16-16,0 0-17 0,0 0-35 0,12-4-27 15,-14 3 5-15,2-1-198 0,-6 0-157 16,-4-8 27-16,-2 1 23 0,-1-4 26 0,-3 1 8 15,2-4 18-15</inkml:trace>
  <inkml:trace contextRef="#ctx0" brushRef="#br0" timeOffset="61499.185">8186 4804 283 0,'0'0'117'0,"0"0"-8"0,0 0-13 0,0 0 14 15,0 0 13-15,0 0-32 0,0 13-2 16,0-13-10-16,0 0-49 0,0 0 0 0,-12 0 61 16,12 0-44-16,0 0-3 0,0 0 10 15,0 0 22-15,0 0-20 0,0 0 10 0,0 0-56 16,0 0-6-16,0 0 34 0,0 0-43 0,0 0 13 16,0 0 23-16,0 0-3 0,0 0-19 0,0 0 34 15,0 0-38-15,0 0 13 0,0 0-12 16,0 0-7-16,0 0 23 0,0 0-15 0,0 0-1 15,0 0-13-15,0 0-13 0,3-8 32 16,0 6 17-16,-1-2 2 0,2 0-32 0,0 1 7 16,0-1 13-16,5-5-48 0,-2 1 40 0,2-1-1 15,1 2-7-15,-3 1 25 0,-2 2-29 16,1-3 16-16,-2 1 6 0,1 4-10 0,0-4-19 16,1 2 6-16,4-4-27 0,0-3 38 15,-2 4 2-15,2-5-14 0,2 2-8 0,-6 2 36 16,1 4-13-16,-4-3-21 0,2 0 20 0,0 2-18 15,5-5 10-15,-1 0 28 0,-3 2-16 16,1-3-35-16,1 4 21 0,0 0-1 0,1-3 7 16,0 2-30-16,-1-2 23 0,1 1 8 0,-2 2-31 15,2 0 34-15,-7 0 5 0,5 1 11 0,-2 2-21 16,-3-2-21-16,12-5-2 0,-3 3 31 16,-2-2-22-16,1-1 9 0,-3 2-6 0,1 1-1 15,1-3 13-15,1 1-20 0,-2-3 2 0,1 3 7 16,-3 1 2-16,4 0-16 0,-2 1 1 15,-1 3 6-15,3-7 38 0,0 3-17 0,0-2 4 16,-3 4-7-16,2-1 1 0,-5 2-11 16,6-2 10-16,-3 0 14 0,4-1-24 0,-5 0-22 15,3 0 23-15,4-1-26 0,-4 0 41 0,1 2-13 16,1-4-9-16,0 4 8 0,-2-1 11 16,1 1 16-16,0-1-17 0,-4 2-8 0,6-3-7 15,-5 3 1-15,1-2 5 0,4 1-22 0,-6 3 32 16,1-2-32-16,0-5 32 0,0 4 12 15,5-1-15-15,-1 0-14 0,-2-2 8 0,1 2-24 16,-3 4-2-16,-1-3 36 0,4-1-5 0,-3 1-7 16,4-5 3-16,-1 6 7 0,0 1 10 15,2-1-41-15,-5 1 27 0,0 0-42 0,0 1 48 16,-1 0-7-16,-1 1 4 0,6-6 12 0,-3 3-49 16,-2 0 2-16,-1 2 32 0,1 0 11 15,1 2-2-15,5-5-5 0,-3 1 16 0,4 0-15 16,2-1-7-16,-5 0-10 0,0 1-17 15,2 0-3-15,-5 0 30 0,1 0-17 0,5-1 17 16,1 0-18-16,-7 0 26 0,6 1 16 0,-2 0-20 16,-1-2-28-16,0 2 32 0,4-2-15 0,-1 1-23 15,1-2 38-15,-5 3-38 0,1-1 12 16,1 2 28-16,1-3 2 0,-3 3-2 0,4-2 0 16,0-2-2-16,2 0-7 0,-5 1-3 15,3 0-5-15,0-3 14 0,-4 2-32 16,6 2 22-16,-4-3 27 0,1 2-21 0,-2-3-35 15,2 1 20-15,2 2-9 0,0 1 31 0,-2-2-8 16,0-1-4-16,1 2 18 0,1-4-12 0,0 5-7 16,4-4 0-16,-6 3 5 0,3-2 2 15,-1 1-3-15,0 0-3 0,-1-1-6 16,4 3 5-16,-4-3 21 0,2 1-52 0,-5 1 56 16,4-1-35-16,-2 0 15 0,-1 2-19 0,0-1 29 15,-1 0-48-15,2-1 39 0,-1 1-5 0,-2 3 1 16,-2-1-5-16,7-1 6 0,-4-1-29 15,3-1 6-15,0 3 7 0,-3-2 22 0,-1 1 2 16,1 0-5-16,-1 1 10 0,1 0-7 0,3-2-22 16,-4 4 11-16,1-5 11 0,2-2-43 15,0 0 53-15,-1 5-38 0,-2-7 17 0,3 6 12 16,0-4 2-16,-3 2-13 0,0 2 2 16,-3 2-1-16,0 0 8 0,0-1-35 0,4-2 18 15,0 0 19-15,3-2-15 0,-3 2 27 0,3-1-50 16,1 0 41-16,-3 1-29 0,1 0 30 15,-3-1-6-15,0 2 4 0,1-2 5 0,3 1-12 16,1 0-14-16,-5-1-22 0,0 2 31 0,4-2-25 16,-3 1 3-16,0 0 54 0,-1 1-62 15,0 3 40-15,-5-2-6 0,6-1 13 0,-1-4-10 16,2 2 6-16,2 1 13 0,-3-1-37 16,3 1 23-16,-1-1 9 0,-1-1-29 0,0 2 32 15,0-2-18-15,-2 2-1 0,0 2 14 0,3-2-31 16,0 0-19-16,1 1 41 0,-1-4-30 15,-1 5 26-15,3-3 5 0,-6 0-7 0,7 2-31 16,-2-1 27-16,-2 1 9 0,2-3-9 16,-1 1-15-16,-2 1 12 0,0 0 15 0,0-1-33 15,2 1 27-15,-3 1 3 0,1 0 3 16,4-1 17-16,-4 1-32 0,1-2 21 0,-1 1-11 16,0-2-34-16,4 0-7 0,-2 2 62 0,-2 1-18 15,1-4-31-15,-2 7 24 0,0-5-14 16,3 1 19-16,-1 2 12 0,0-3-19 0,-3 3 1 15,-3 0-4-15,7-1 6 0,-2-1 16 0,-2 3-3 16,1-5-9-16,0 6-4 0,2-5-13 0,1-2 4 16,-4 5 27-16,3-5-1 0,-1 7-27 15,-1-6 7-15,1 1 3 0,1 0-23 0,-5 2-11 16,-1 0 16-16,4 2 20 0,-4 1 5 16,0 0-11-16,7-7 0 0,-1 0 12 0,-4 7-10 15,3-3 12-15,0 0-12 0,0-2-14 16,2 0 23-16,-1 0-12 0,0 0 14 0,-5 3-5 15,4 2 2-15,4-5-8 0,-2 3 4 0,-1-2-26 16,-2 1 29-16,3-4 17 0,-2 3-13 16,-5 1-14-16,2 3-15 0,0 1-12 0,5-6 37 15,-5 3 0-15,0 0-3 0,0 2 15 0,-3 0-16 16,3 0-5-16,4-2-5 0,-2 2 2 16,-4-2 2-16,2 2 9 0,-2 2-8 0,0-2-3 15,2 2-4-15,-4 0 8 0,2-1-4 0,-2 2 7 16,3-3-22-16,4-2 15 0,3-2 11 15,-5 3-12-15,-2-2 8 0,2 5-7 0,-2 0 30 16,4-7-28-16,-2 6 3 0,1-1-37 16,-3-1 46-16,-2 2-1 0,2 0-33 0,0 1 42 15,1-1-5-15,-4 1-10 0,3 3-30 16,-2-5 28-16,0 2 20 0,10-4-13 0,-4 2-16 16,-4-1 7-16,1 3-14 0,2-1 17 0,-4 1 5 15,0 0-5-15,-1 0 7 0,1 1-18 16,-1 0 17-16,2-3-4 0,-3 3-33 0,0-1 31 15,3-1 20-15,-2 3-30 0,1-2 6 0,6-6-15 16,-7 3 1-16,4 2-7 0,-2 0 3 16,1-1 24-16,-2 4-17 0,-1-1-9 0,2-3 26 15,-2 4-9-15,2-2 18 0,-1-1-26 0,2 0 28 16,4-3-3-16,-2 0 1 0,1 2-3 16,-2 1 8-16,-4 1-9 0,4-1-12 0,-2 1-1 15,0 0-25-15,-3 1 18 0,2-2-12 0,-1 1 39 16,1 0-11-16,-2 1 1 0,4-1 19 0,-3 0-17 15,1 1-8-15,-1-3-31 0,1 4 20 0,0-2-4 16,0 0 19-16,-1 1 8 0,0-1-43 16,0 1 52-16,0-1-20 0,1-1 9 15,-1 1-15-15,2 1 10 0,-2-1-27 0,-3-1 30 16,4 1-28-16,-1-1 37 0,-1 2 3 0,-1-2-19 16,2 0 10-16,1 4-4 0,-2-4-11 0,-1 1-10 15,3 2 33-15,-2-2-18 0,-2 2 4 16,2-2 10-16,-1-1-5 0,2-1-1 0,-1 3-7 15,2-1-7-15,-3 0-12 0,2 1 24 16,-1-1 1-16,-1-1-9 0,1 1-7 0,1 1 27 16,8-8-14-16,-4 5-36 0,-1 0 2 0,-1-2 9 15,-2 5 26-15,2-4 7 0,4 0-6 0,-1 1-6 16,-3 0 21-16,0 0-9 0,-1 3-3 16,1-3-4-16,-3 0-13 0,0 3-15 0,0 1-3 15,1-3 36-15,1 1 2 0,-2 1-6 0,-1 0 11 16,-2-1 5-16,3 1 6 0,0-1-29 0,-2 3 29 15,1-2-15-15,-1-1-8 0,2-1 1 16,0 3 2-16,-1-2-8 0,0 2 13 16,-2-2-8-16,2 1-10 0,2 1 22 0,-2-1-15 15,0-1 8-15,-1 0-13 0,3 2 2 0,-1-1-2 16,-1 0-7-16,1-1 28 0,-1 1-10 0,1 1 9 16,-2-3-2-16,0 1 9 0,2 3-12 0,1-4 8 15,-3 3-9-15,1-2 21 0,-2 1-8 16,1 0 4-16,2 0-11 0,0-1 9 15,-1 1-12-15,-2 0-8 0,2 0-8 0,0 2 2 16,0-1 10-16,-1-1-4 0,0 2-8 0,1-2 12 16,-2 1 4-16,1 1-11 0,1 0 13 0,-2 0-11 15,3-2 13-15,-3 2-18 0,1 0 6 0,-1-2-15 16,0 2 19-16,0 0-18 0,0 0 8 16,0 0-7-16,0 0-13 0,3-1-26 15,-3 0-55-15,0 1 11 0,-2-1-237 0,-3-1 24 16,2 1 21-16,-12-6-81 0,-2 2 20 0,1 1-31 15</inkml:trace>
  <inkml:trace contextRef="#ctx0" brushRef="#br0" timeOffset="-163650.727">1793 8782 212 0,'0'0'191'0,"0"0"-33"0,0 0-23 0,0 0 21 0,0-12-65 15,0 12-8-15,13 0 44 0,-13 0-6 16,0 0 5-16,0 0-4 0,0 0-23 16,0 0-11-16,0 0 12 0,0 0-16 0,0 0-11 15,0 0-18-15,0 0 0 0,0 0 8 0,0 0-19 16,0 0-25-16,0 0 12 0,0 0 4 16,0 0-7-16,0 0-19 0,0 0 19 0,0 0 3 15,0 0-11-15,0 0 1 0,0 0-4 0,0 0 14 16,0 0-15-16,0 0-19 0,0 0 1 0,0 0 15 15,0 0-2-15,0 0-1 0,0 0-20 16,0 0 34-16,0 0-14 0,3 0-5 16,-2 4 4-16,-1 3-12 0,1-1 9 0,-1-1-1 15,0 3 3-15,0 3-4 0,0 1-7 0,0-1 17 16,0-1 3-16,9 18-6 0,-8-11 12 16,2-3-23-16,-2-2 18 0,0 0-3 0,1 5-9 15,0 0 7-15,-1 1-9 0,1-5 9 0,-2 5 1 16,2-4-2-16,0-3 8 0,-2 0-5 0,4 5-15 15,-3-5 18-15,-1 1 12 0,0-1-9 16,0-3-8-16,1-1 5 0,0 1-2 0,-1-2-7 16,2 0 8-16,-2 1-13 0,1-1 3 0,-1 1 12 15,3-1-26-15,-2 0 19 0,0 2 8 16,-1-1 3-16,0 1-9 0,4 10 2 0,-3-4-3 16,0-1-4-16,1-2 18 0,-1 6 4 15,-1-4-16-15,0-13 13 0,0 9-7 0,0 0-9 16,0 2-7-16,0-2-3 0,0 0 18 0,0-4 2 15,0 3-14-15,0 1-7 0,0 3 4 0,0 3-3 16,0-1 8-16,0-2 23 0,0 0-28 16,0-1 0-16,0 0 6 0,0-2 4 0,0 5 17 15,0 0-30-15,0 1 10 0,-7 17 12 16,4-16 5-16,2-4-33 0,-2 4 11 0,2-3-6 16,1-1 19-16,-2 0-24 0,0-1 13 0,2-3-4 15,0 2 29-15,0 9-12 0,0-4-19 16,-1 2 11-16,-1-4 7 0,2-2-19 0,0-11-15 15,0 12 14-15,0-3-7 0,0 1 18 0,0-2-20 16,0 4 8-16,0 2-5 0,0 0 24 16,0-1-25-16,0 1 8 0,0 3-14 0,0-2 7 15,0 1 4-15,-9 14 7 0,7-18 21 16,2 7-11-16,0-5 3 0,-2-3-18 0,2 3 20 16,0-5-20-16,-2 8 15 0,2-9-15 15,0 0 0-15,0 4 13 0,0 2 5 0,0-2 10 16,0-1-6-16,0-1-30 0,0-1 2 15,0 4 29-15,0 0-38 0,0 1 25 0,0 3-22 16,0-3 16-16,0-2 38 0,0 0-37 0,0 3-4 16,0-1 33-16,13 19-45 0,-13-18-1 0,0-3 9 15,4 4-8-15,-3 2 24 0,-1 0 6 16,2 0-13-16,-2 0-4 0,3-2 4 0,0-4-11 16,-3 1 31-16,0-13-25 0,0 12 0 0,0 5 11 15,0-2 5-15,0-1-21 0,10 12-4 16,-10-15 3-16,1-1 8 0,0 0-1 0,2 8 39 15,-3-4-5-15,2 1-50 0,0 0 44 16,-1-3-49-16,1 5 20 0,0-3-14 0,-2 2 24 16,3 2 16-16,-3 1-33 0,3-6 39 0,1 4-35 15,-3-2-8-15,-1-4 29 0,1 1-30 0,-1 5-13 16,2-3 17-16,0 4 32 0,-2-10-42 0,0 3 19 16,0 4-13-16,0-3 23 0,0 5-13 15,0-2-11-15,0-1 21 0,11 19-2 16,-9-15-22-16,1 0 7 0,-2-3 41 0,2 3-38 15,-1-1-2-15,2 0 8 0,0-2-11 0,-4-3-15 16,5 6 13-16,-4 1-6 0,1-6 53 0,3 1-31 16,-3 1-25-16,1-3 44 0,-1-3-27 15,0 1 24-15,-1-3-1 0,2 3-20 16,1 5-4-16,-2-3-17 0,0 0 4 0,1-3 17 16,-2 1 10-16,-1 0 7 0,3-5-25 0,1 12 42 15,-3-3-25-15,-1-4-29 0,4 5 11 0,-2-4 20 16,1-1 27-16,-3 0-32 0,2-2 3 15,-1-1-25-15,2-1 16 0,-2 2-18 0,1-2 15 16,-2 1 25-16,1 0-18 0,0-2-10 16,0 2 21-16,-1-1-27 0,1 2 28 0,-1-1-25 15,0-1 19-15,3 1 1 0,-3-1-17 0,0 3-6 16,0 10 19-16,0-12 22 0,0 2-49 16,0 0 31-16,0 2 15 0,0-3-19 0,0 0-16 15,0 2 15-15,0-5 0 0,0 4-14 16,0 3 38-16,0 0-25 0,0 0 5 0,0-1-9 15,0-2 17-15,0 0-24 0,0 0-15 0,0-2 35 16,0-1-13-16,0 2-9 0,0-1 8 0,0-2 31 16,0 2-27-16,-7 1 3 0,0 6-10 15,6-10 10-15,-5 12 0 0,2-5-1 16,4 0-25-16,-1 5 25 0,-1-6-8 0,1-2 25 16,0 0-17-16,-2 0-13 0,2 0-7 0,1-4 25 15,-3 1-18-15,2-1-8 0,0 1 16 16,1 1-12-16,0-2 10 0,-2 1-11 0,0 0 16 15,2 1 0-15,0-6 11 0,0 0 5 0,0 6-23 16,0 2-16-16,0-3 15 0,0 2 16 16,0-1-22-16,0 1 14 0,0-1 8 0,0-1-2 15,0 2 0-15,0 0-8 0,0-1-19 0,0 1 1 16,-10 6 47-16,8 4-5 0,1-7-28 16,-1-3-17-16,2-4 22 0,0 3-3 15,-2-2 13-15,2-2-17 0,0 3 0 0,-1-3 2 16,-1 1-9-16,2-1 2 0,0-2 0 0,0 0 12 15,0 0-14-15,0 0 2 0,0 0-1 0,0 0 38 16,0 0-42-16,0 8 16 0,0-8 19 16,0 2-73-16,2 0-12 0,-4-5-46 0,2 2-51 15,-1 1 14-15,-1-3-218 0,2-2-78 16,0 0 2-16,-8-11 51 0,8-4 15 0,0 8 34 16,0-5 57-16,0-5 15 0,11-28-95 15</inkml:trace>
  <inkml:trace contextRef="#ctx0" brushRef="#br0" timeOffset="-161041.432">5669 9198 234 0,'0'0'123'0,"0"0"-18"15,0 0 10-15,0-12-7 0,0 12-19 0,-17-22 8 16,17 18 0-16,-2 1 7 0,2 1-21 16,0-2-6-16,0 0 0 0,0 0-32 0,0 1 1 15,0 3 26-15,0 0-2 0,0 0 17 16,0 0-11-16,0-9-7 0,0 9 0 0,0 0 12 15,0-6-19-15,0 6-10 0,0 0 15 0,0 0-3 16,0-6-13-16,0 6-16 0,0 0 3 16,0 0-4-16,0 0 9 0,0 0 3 0,0 0-31 15,0-8 15-15,0 8-23 0,0 0 14 0,0 0 0 16,0 0-4-16,0 0 8 0,0 0-18 16,0 0 8-16,0 0-4 0,0 0-2 0,0 0-2 15,0 0 16-15,0 0-9 0,0 0-11 0,0 0-3 16,0 0 14-16,0 0 8 0,-10-8-12 15,10 8-13-15,0 0 9 0,0 0 3 0,0 1 1 16,0-1-10-16,-2 0-2 0,2 2 6 16,0-1 5-16,0 3 11 0,0-1-9 0,2-2 8 15,-2 3-16-15,0-1 22 0,0 3-16 0,1-3 7 16,0 2-16-16,-2-1 18 0,2 1-14 0,-1 0 5 16,0-5 2-16,0 6 4 0,0 0 9 15,0 1-4-15,0-2-2 0,0 2-6 16,0 6 1-16,0 4 6 0,0-5-11 0,0 0-5 15,0-1 17-15,0-1-9 0,0-2 4 0,10 9-4 16,-10-10 0-16,0 0-13 0,0 1 2 16,1 11 6-16,3-6-5 0,-4-2 15 15,0-3 6-15,2 3-12 0,1 6-10 0,-1-5 7 16,-1-2-3-16,2 0 16 0,-3-1-2 0,1-1-13 16,-1 1 11-16,3 8 2 0,1-5-6 0,-3 0-3 15,1-4-7-15,-2 4 14 0,3 5-10 16,-2-5 10-16,-1-1-4 0,3 8-6 0,0-4-2 15,-1-1 12-15,-1 2 4 0,5-2-2 0,-4-2-3 16,-2-4-2-16,2 9 14 0,0-3 6 16,-2-4-31-16,2 1 1 0,2 5 3 0,-4-2 16 15,0-14 17-15,0 15-8 0,0-1-20 0,0 1-3 16,0-1-7-16,11 18-2 0,-9-16 26 0,-2-16-9 16,0 10-9-16,0 0 20 0,0 4-31 15,0 0 29-15,0 0 1 0,0 0-21 0,0-2-1 16,9 10 6-16,-9-11-9 0,0-3 17 15,0 1-7-15,0-1 2 0,0 0-8 0,2 11-9 16,0 0 21-16,-2-2-1 0,3 1 9 0,-3-3-4 16,2 3-2-16,-2-9-7 0,0 6-7 15,0 3 4-15,0-3 32 0,0 2-30 0,0-2-1 16,0-2-14-16,0 3 20 0,0 1-14 0,0 0-17 16,0 0 54-16,0 1-25 0,0 1-1 0,0-4 22 15,0 1-19-15,0 3-12 0,0-5 0 16,0 4 29-16,-9 12-43 0,7-17 22 0,2-4-4 15,-1-1-1-15,0 1 1 0,0-1-5 16,-3 9 20-16,4-1-3 0,0-6-1 0,0 2-2 16,0-1 10-16,0 5-27 0,-3-3-7 0,3-13 14 15,0 11 1-15,0 3-11 0,0-1 6 0,0-1-2 16,0 1 14-16,0-2-15 0,0-3 1 16,0 1 33-16,0 5-2 0,0-1-24 0,0 0-10 15,0-1 2-15,0 4 14 0,0-2-7 0,0 1-1 16,0 0 19-16,0 3-15 0,0-3 2 15,0 1 18-15,0 0-3 0,0 0-2 0,0-4-9 16,0 1-2-16,9 0-26 0,-9 1-5 0,0-3 3 16,0 2 23-16,14 6-3 0,-14-9 8 15,3-3-2-15,-1 10 0 0,1-2-28 0,-3-4 0 16,1-1 23-16,2 6 0 0,-2-1-13 0,0-5 1 16,-1 0 24-16,0-1-11 0,3-1-3 15,-3 0-21-15,2 8 2 0,0 1 1 0,-2-5-3 16,1-2 4-16,-1-2 12 0,1 0 0 15,1 0 8-15,2 9-1 0,-4-5 0 0,0-1-1 16,1-2-7-16,-1-2-2 0,3 0 1 0,3 5-9 16,-6 2 0-16,1-4 2 0,-1-10 0 15,0 7 21-15,0 1-5 0,0-2-1 0,0 0-9 16,0-6 0-16,0 9 1 0,0-2-1 0,0 1 2 16,0 2 3-16,0 1 1 0,0 0 4 15,0-1 0-15,0-2-25 0,0 0 2 0,0 0 2 16,0-2 1-16,0-6 48 0,0 9-3 15,0-1-44-15,0 3 6 0,0 2-1 0,0-2 13 16,0-1 0-16,0-2-1 0,0 5-1 0,0-1 1 16,0 0-2-16,0-2-4 0,0 0 0 15,0-1 1-15,0-1-7 0,0 0 2 0,0-1 3 16,0 0 0-16,0 0 14 0,0-7-2 0,0 8 0 16,0-1 0-16,0 1-3 0,0-2 13 0,0 1-3 15,0 0-1-15,0-1 10 0,0 0-28 16,0 1 2-16,0 0-16 0,0 0 2 0,0 0 20 15,0-1-9-15,0 1 1 0,0 1 1 16,0-1 5-16,0 0-4 0,0 1 0 0,0 0 0 16,0 2-3-16,0 5 2 0,0-2 1 0,0-2-16 15,0-1-2-15,0-1-4 0,0 0 3 16,0-1 2-16,0 0 2 0,0 6 33 0,-7 17-3 16,7-19 1-16,-1-2 1 0,-1 0 1 15,0-2-1-15,2-1-1 0,-1 0-9 0,1 0 2 16,0-2-5-16,0 2 9 0,-2-1-5 15,2 1 4-15,-2-2 10 0,2 2-2 0,0-1-49 16,0 1 3-16,0-1 28 0,-2-1 4 16,2 5 1-16,0-5-14 0,-2 12 25 0,1-6-19 15,1-3 4-15,0-8-15 0,0 8 13 0,0 0 15 16,0-3-18-16,0 2 11 0,0-1-2 16,0 1 3-16,0-2 4 0,0-5-20 0,0 11 7 15,0-4-7-15,0 1-9 0,0-3 32 0,0 2-6 16,0 1-20-16,0-1 9 0,0 0 15 15,0-7-21-15,0 8 5 0,0-1 10 0,0 0-7 16,0-3 1-16,0-4-3 0,0 10-1 0,0-2 10 16,0-8-10-16,0 7 12 0,0-1-25 15,0-6 9-15,0 7-9 0,0 0 23 0,0-7 0 16,0 7-23-16,0 0 19 0,0-7-2 0,0 8-3 16,0-1-4-16,0-7 7 0,0 7-4 15,0-2-3-15,0-5 17 0,0 7 10 0,0 1-14 16,0-8-11-16,0 6-5 0,0-6-2 15,0 8 2-15,0-8 9 0,0 7-3 0,0-7-8 16,0 5 7-16,0-5 14 0,0 0-15 0,0 8-1 16,0-8-12-16,-6 0 39 0,6 7-23 0,0-7-12 15,0 0 27-15,0 7-1 0,0-7-1 16,0 0-2-16,0 0-1 0,0 6-2 0,0-6-10 16,0 0 2-16,0 0 0 0,0 6 1 15,0-6 10-15,0 0 3 0,0 0-43 0,0 0 26 16,0 0 8-16,0 0-6 0,0 7-5 0,0-7 20 15,0 0-16-15,0 0-5 0,0 0 19 16,0 0-1-16,0 0-98 0,0 0-9 0,-4 7-59 16,1-7-49-16,2-2 18 0,-3 2-286 0,2 0 22 15,-3-3-12-15,-2 3 58 0,-9-4 7 16,0-2 27-16,1-1-4 0,0 0 17 0,-4-2 1 16</inkml:trace>
  <inkml:trace contextRef="#ctx0" brushRef="#br0" timeOffset="-154791.614">1741 8842 280 0,'0'0'85'0,"0"0"-11"0,0 0 21 15,-14 0-12-15,14 0-11 0,0 0-7 16,0 0 24-16,0 0-20 0,0 0 6 0,0 0-20 16,0 0-7-16,0 0-2 0,0 0-7 15,0 0-4-15,0 0-46 0,0 0 3 0,0 0-1 16,0 0 15-16,0 0-1 0,0 0 24 15,9 22 7-15,-6-22-5 0,1 0-2 0,-1 0 3 16,1 0-16-16,1 1-2 0,0-1-1 16,-5 0 5-16,0 0-2 0,15 4-23 0,-8-2 2 15,-2-2 18-15,2 1 29 0,-7-1-19 0,0 0-20 16,9 0-6-16,-1 0 15 0,0 0 11 0,1 0-3 16,0 0-3-16,-2 0 5 0,7 0-16 0,0 0 6 15,-1 0 12-15,-1 0-16 0,-2 0 8 16,3 0-23-16,-5 0 10 0,0 0 15 0,2 0-1 15,-2 0-3-15,5 0-18 0,2 0 16 16,-2 0-4-16,0 0 21 0,4 0-19 0,-1 0-2 16,0 0 0-16,-1 0-2 0,0 0 15 0,20-12-5 15,-21 12-25-15,9-4 1 0,-14 3 2 16,9-4 6-16,-3 4 3 0,-2 0 6 0,-3 1-10 16,2 0-1-16,1 0-16 0,-3 0 1 15,2 0 1-15,0 0 22 0,-3 0-6 0,5 0-26 16,1 0 2-16,-3 0 4 0,2 0 14 0,-5 0 29 15,2 0-48-15,4 0 27 0,1 0-13 16,2 0 1-16,-2 0 0 0,0 0 31 0,-2 0-3 16,-4 0-38-16,2 0 20 0,3 0-2 15,3 0 2-15,-2 0 30 0,-1 0 3 0,1 0-33 16,-1 0 9-16,2 0-3 0,-4 0-31 0,-1 0 35 16,4 0 1-16,2 0-7 0,1 0-12 15,-2 0 14-15,3 0 9 0,-1 0-3 0,2 0-20 16,-1 0-11-16,0 0 35 0,-2 0-14 15,2 0 22-15,-2 0-24 0,1 0 7 0,-4 0-7 16,3 0-18-16,0 0 22 0,-3 0-16 0,3 0-16 16,-1 0 4-16,-2 0 2 0,-2 0 40 15,-1 0-12-15,0 0 18 0,1 0-10 0,5 0-4 16,-6 0 6-16,3 0-1 0,-4 0-3 0,2 0 3 16,-3 0-52-16,-1 0 2 0,4 0 5 15,6 0 59-15,0 0-23 0,2 0-24 0,-3 0-10 16,2 0 41-16,0 0 5 0,0 0-44 0,0 0 17 15,2 0 25-15,-3 0-16 0,3 0-3 16,-2 0-6-16,0 0 22 0,0 0-15 16,0 0 19-16,-2 0 10 0,4 0-23 0,-2 0-10 15,-3 0-2-15,2 0 15 0,0 0 2 0,2 0-2 16,-1 0-20-16,-3 0 35 0,-2 0-28 0,-2 0 0 16,1 0 8-16,15 12-19 0,-21-12 8 15,4 0 1-15,3 0 11 0,2 0-1 0,-1 0 1 16,2 0 11-16,1 0-12 0,0 0-11 0,-2 0-1 15,3 0 1-15,2 0 7 0,-1 0-1 16,0 0 1-16,0 0 16 0,-2 0-11 0,3 0 4 16,-2 0 8-16,-2 0 0 0,3 0-4 0,0 0 0 15,-3 0 0-15,1 0-41 0,0 0 16 16,-1 0 25-16,1 0-20 0,0 0 10 0,1 0-24 16,-1-7 24-16,19-2-9 0,-15 7 22 15,-2 0-6-15,2-1-32 0,-1 0 28 0,-1 0 8 16,0 3-8-16,1-3-31 0,-1 1 53 0,2 0-24 15,-12 2 10-15,1 0-15 0,5 0 12 16,-2 0-5-16,4 0-4 0,3 0 8 0,17-9-8 16,-21 8 3-16,2 1 20 0,-4-3-47 0,3 3 3 15,-3-2 2-15,-10 2 23 0,2 0 1 16,3 0-2-16,-1 0-13 0,-1 0 0 0,-2 0 11 16,2 0-22-16,4 0 48 0,1 0-11 0,-1 0-2 15,-2 0-2-15,1 0-16 0,-2 0 2 16,-2 0 14-16,6 0-43 0,-1 0 28 0,1 0 20 15,-5 0-8-15,2 0-42 0,-1-5 57 16,-2 5-22-16,1 0 10 0,6-8-30 0,-7 6 12 16,0 2 14-16,8-2-16 0,7-1-23 0,-7 2 59 15,-1 0-54-15,3 1 38 0,-3 0-28 0,-3-2 8 16,0 2 25-16,-3 0-10 0,0 0-1 16,-1 0-32-16,2 0 39 0,-3 0 3 15,14-3-8-15,-6 3-2 0,-15 0 0 0,10 0-10 16,1 0 3-16,-4 0 25 0,2 0-43 0,-2 0 13 15,0 0-19-15,0 0 6 0,0 0 40 16,-2 0-32-16,-5 0-14 0,11 0 33 0,-3 0 10 16,0 0-17-16,-1 0 25 0,0 0-20 15,-2 0-21-15,4 0 22 0,-4 0-5 0,4 0-11 16,-2 0 9-16,0 0 0 0,1 0-36 0,-1 0 7 16,1 0 2-16,3 7 3 0,2-7 3 0,-2 0 56 15,1 0-45-15,0 0 13 0,-3 0 6 16,2 0 0-16,-2 0-1 0,5 0 2 15,0 0 14-15,-1 0-33 0,0 0 38 0,-4 0-17 16,0 0-13-16,-2 0 27 0,1 0-8 0,-2 0-13 16,-6 0-25-16,9 0 2 0,-2 0 3 15,-7 0 19-15,7 0 20 0,-7 7-3 0,9-7-15 16,-9 0-1-16,8 0-24 0,-8 0 1 0,8 0 2 16,6 8 16-16,-9-6-25 0,-1-2 27 15,0 0 14-15,-1 0-30 0,2 1 27 0,-1-1-22 16,-1 0 29-16,1 1-3 0,1-1-17 0,-3 0 12 15,2 1-12-15,-1-1 0 0,2 2-8 16,-3-2 32-16,1 3-41 0,-3-3 6 0,0 0-2 16,6 0 1-16,-6 0 2 0,7 0 20 15,-7 0 0-15,10 0-1 0,-10 0-3 0,8 0-20 16,-2 0 2-16,-6 0 2 0,8 0 31 16,-8 0-19-16,10 0 1 0,-4 0-1 0,-6 0 25 15,6 0-3-15,-6 0-73 0,6 0 6 16,-6 0 16-16,0 0 32 0,9 0-5 0,-9 0-17 15,0 0 27-15,6 0 17 0,-6 0 0 16,0 0-12-16,0 0-12 0,6 0-9 0,-6 0 22 16,0 0-16-16,7 0 17 0,1 9-25 15,-6-6 14-15,1-1-1 0,-2-1-4 0,-1 1-26 16,1-2 48-16,0 2-7 0,-1 1 4 0,0-1-20 16,0 0 36-16,-1 0 2 0,0 3-26 15,1-3-10-15,0 1-2 0,0 1 22 0,0-3-43 16,-1 4 32-16,1-5-10 0,0 0 21 0,0 0-11 15,0 7-7-15,0-1-23 0,0-6 45 0,0 8-1 16,0-2-1-16,0-6-19 0,0 9 7 16,0-3 8-16,0-6-17 0,0 9 18 15,0-2-2-15,0 1 0 0,0-4-20 0,0 4 5 16,0 1-5-16,0-4 18 0,0 2 1 0,0 0-17 16,0-1-23-16,0 1 35 0,-14 18 10 0,10-12 2 15,4-3-36-15,0-3 20 0,0-7-2 0,0 8-20 16,0 1 40-16,0-1-2 0,0 3-27 15,0 2-2-15,0-1-11 0,0-2 21 0,0 5-32 16,0-1 36-16,0-2-2 0,0 0-2 16,0 0 3-16,0-3-28 0,0 1-29 0,0 3 7 15,0 1-129-15,-14 9-163 0,14-15 12 16,0 0-1-16,0-1 10 0,0-7 3 0</inkml:trace>
  <inkml:trace contextRef="#ctx0" brushRef="#br0" timeOffset="-12651.645">8648 12559 442 0,'0'0'160'0,"0"0"-58"0,0 0 37 15,0 0-45-15,0 0 24 0,0 0-32 0,0 0 3 16,0 0 14-16,0 0-18 0,0 0-28 0,0 0 12 15,0 0 15-15,0 0-24 0,0 0 21 16,0 0-5-16,0 0-45 0,0 0 12 0,0 0 2 16,0 0 7-16,0 0 1 0,0 0 12 15,0 0-12-15,0 0-22 0,0 0 4 0,0 0-13 16,14 0 11-16,-14 0-5 0,0 0-18 16,0 0 18-16,0 0-10 0,0 0-8 0,0 0 6 15,28 2-1-15,-27-5 5 0,1 2-18 0,1-2-1 16,0 1 27-16,-2-3-12 0,2 5-11 0,0-5 24 15,0 1-5-15,0-1-8 0,0 2-8 16,0-3 1-16,7-5 7 0,-5 2-6 0,2 2 1 16,-2 0 4-16,2-3-5 0,0 2 2 15,-2 1 0-15,0 2-16 0,1-2-6 0,-2 3 21 16,0-1-5-16,8-6-14 0,-6 2 1 0,1 4 8 16,-1 0 7-16,3-6-2 0,-3 2 5 0,2 3-24 15,-3 0 33-15,-2 0-15 0,1 1-7 16,-1 0 8-16,2 1 0 0,5-5-24 0,-3 2 28 15,-3 0-15-15,1 0 14 0,-1 1-15 16,-1 2 19-16,4-1 8 0,1-5-11 0,0-1-8 16,-4 0 4-16,3 5 5 0,-2 0 4 0,-2-1-8 15,3 5 0-15,3-10-12 0,3 4 9 0,-4 0 1 16,0-2-2-16,-2 2 2 0,2 1-16 0,-4 2 16 16,1 0-3-16,-1-1 4 0,1 2 9 15,-1 0-14-15,-2 1-3 0,3 1 2 0,-1-3-12 16,-1 3 13-16,2-1 4 0,-3-2-14 15,1 3 10-15,1-2 4 0,-2 1-4 0,1-1 12 16,2-1-11-16,-1 2 1 0,3-8-2 0,0 4 5 16,-1 0-3-16,-1 2 1 0,-1 1-5 15,0 0-12-15,0 3 17 0,0-4 2 0,1 3-6 16,-1-1-16-16,7-7 24 0,-3 5-7 16,-2-2-2-16,3-2 4 0,0 3 0 0,-1 0 4 15,-1-5-3-15,2 5 4 0,-4 1-7 0,2-2-5 16,-1 4 6-16,6-9-9 0,-2 7 11 0,-4-1-4 15,1 0 0-15,-6 4-5 0,3-1 1 16,1-1-3-16,-1 1 6 0,0 0 8 0,-1-2-3 16,1 3-4-16,0-1 11 0,0 0-22 0,0 0 8 15,1-1 14-15,-1 0-16 0,7-6 16 16,1 1-1-16,-5 3 0 0,-1-1-6 0,-1 1 8 16,0 3-10-16,-1-2-6 0,-1 1 11 0,0 1 5 15,-1-2-20-15,0 0 21 0,2 1-21 16,0 0 13-16,7-4 7 0,-3 1-12 15,-3-1 10-15,3 2 1 0,-5-1 4 0,3 1-11 16,0 3-2-16,-3-1-8 0,1 0 6 0,5-6-2 16,-2 4 8-16,-1 1-8 0,1-3 7 15,-2 4 3-15,0-2 3 0,-1 0-6 0,1 1 7 16,4-7-3-16,-4 3 9 0,1 1-6 0,-1 2-12 16,9-5 8-16,-5 0-11 0,-2 4 5 15,3-1-1-15,-1 0 5 0,0 1-3 0,-4 2-6 16,6-5 16-16,-3 2-17 0,0 2 29 15,2-7-23-15,-2 6-4 0,-2 2 5 16,3-4-9-16,1 2 4 0,-3-1 13 0,-3 3-3 16,7-4-11-16,-3 3 3 0,3-5 0 15,-1 2 0-15,2 0 13 0,-4 1-17 0,2-4 7 16,4 4 2-16,-3 0-13 0,-2 0 18 16,1-2-10-16,1-1 1 0,0 3 7 0,-2 2-13 15,2-4 5-15,-2 4 6 0,1-2-5 0,-4 0 10 16,2 1-11-16,2-2 4 0,-2 2 0 0,-2 1-19 15,-1 2 18-15,3-2-5 0,-3 0 5 16,5-2-5-16,0 0 5 0,0-1 11 0,0 0-24 16,-3 1 1-16,0 2 5 0,4 0 18 0,1-3-11 15,-7 3-5-15,2 0 8 0,-2 1-14 16,6-4 0-16,-6 3 21 0,3-1-10 0,0 4-3 16,3-8-2-16,-4 3 6 0,7 2 9 0,-6 1-9 15,2-6-10-15,-2 2 18 0,2-2-11 16,2 2 3-16,3-1-8 0,-6-1-3 0,2 3 18 15,1-2 7-15,0 2-13 0,-2-2-9 16,1 0 5-16,1 0 8 0,-2 2-9 0,-2 0-2 16,2 1 15-16,4-5-6 0,-3 5-13 15,2-2 5-15,-6 3 13 0,3-5 4 0,-2 7-3 16,0 0-19-16,3-5 4 0,-4 3 15 0,-1-2-18 16,5-1 0-16,-2 0 4 0,-1 1 18 15,-1 2-25-15,-2 1 4 0,0 1 14 0,0-2 6 16,0 2-9-16,0 0-6 0,0 1-2 0,6-6 20 15,-3 2-7-15,5-3-16 0,-3 1-7 16,0 0 8-16,-1 4 22 0,0-4-19 0,-1 1-10 16,-2-1 21-16,6 1-2 0,-2 1-11 15,0-2 12-15,-1 1-20 0,-4 2-3 0,5-4 12 16,0 1-6-16,-2 2 20 0,2-4-18 0,2 3 5 16,-5-3-10-16,4 1 4 0,-1 1 3 0,-1-1 7 15,0 3-9-15,-4 0 22 0,6-2-22 16,-3-3 4-16,2 2 1 0,-2-2 23 0,1 1-24 15,0 0-7-15,0 2 1 0,1-2 3 16,-3 4 20-16,-2 0-21 0,6-2 5 0,-2 2 16 16,0-3-17-16,0 1-6 0,1-1 2 0,2 1 2 15,-3 1-2-15,1-3 2 0,-1 2 20 16,1-3-3-16,-1 4-20 0,1 0-1 0,1-4 29 16,-1 2-33-16,-4 1 8 0,0 3 15 15,1-1 8-15,-2 3-32 0,0-2 4 0,5-2 0 16,-3 0 10-16,-1 1 12 0,5-3-6 15,-4 5 14-15,3-5-36 0,-1 4 9 0,-5-1 17 16,4 1-8-16,-4 1 3 0,1 2 4 0,0-4-17 16,3-2 27-16,-1 2-31 0,3-3-1 15,0 1 7-15,1-1-1 0,-3 1 1 0,-1 2 19 16,-2-1-18-16,4-5 1 0,3 5-4 0,-6 1 25 16,0 0-19-16,0 0-4 0,-3 2-7 15,3-2 27-15,1-3-17 0,1-1-3 0,1 5 1 16,-3-1 20-16,6-2-8 0,-3-1-10 0,-3 1-5 15,1 3 0-15,4-4 6 0,-1 0-7 16,-2 4-1-16,2-3 24 0,-4 1-16 0,5 0 19 16,-2-4-3-16,2 5-20 0,-3 0 1 15,1-5-4-15,1 8 21 0,0-5-16 0,2 1 10 16,-5 1 2-16,0 1 15 0,-1 1-33 0,-1 0-5 16,2 2 14-16,4-5-10 0,2 0 8 15,-5 1 7-15,-1 0-5 0,5 0-11 16,-3 2-1-16,-2-1 31 0,0 4-28 0,-2-4 3 15,0 5 12-15,-1-4 3 0,0 3 10 0,3-3-12 16,-3 2-9-16,1 1 7 0,10-3-15 16,-3-5 22-16,-3 1-19 0,0 2 31 15,0 1-17-15,-3 1-18 0,1 1 16 0,7-4-3 16,-8 4-12-16,6-3 14 0,-3 0 3 0,-2 1 9 16,-3 4-19-16,1-1-11 0,1-1 7 0,-1 1 10 15,1 1 2-15,-1-3 1 0,-1 3-16 16,2-1-8-16,3-7 5 0,1 5 1 0,-1 1 7 15,3-3 29-15,-3 2-12 0,-3 0-9 16,-1 0-10-16,3 0-8 0,-2 0 34 0,9-2-18 16,-5 0-10-16,-3 1 26 0,1 0-40 0,-2 3 11 15,8-6 0-15,-6 4 15 0,5-3-12 0,-5 2 19 16,1-2-3-16,-2 3 10 0,1 0-11 16,-2 1-22-16,1 0 37 0,-2 0-23 0,0 2-13 15,0-1 22-15,-1 0-23 0,2 0 31 16,-1-2-31-16,7-1 0 0,2-3 10 0,-3 2-11 15,-2 0 8-15,-3 2 1 0,1-3 8 16,1-4 21-16,1 7-26 0,-1 0-4 0,3-4 31 16,-4 2-23-16,0 1 2 0,4-1-4 0,-5 0 11 15,0 2 2-15,1 0-22 0,-5 0 7 16,2 1 6-16,2 0 20 0,-4 1-27 16,3-2 3-16,4-3-5 0,-2-1-2 0,2 0 6 15,0 1 2-15,-4 3 4 0,3-2 27 0,0-3-36 16,2 0 4-16,0 2 19 0,-1 1 9 15,-3 0-41-15,6 0 12 0,-6 1 13 0,3-2-18 16,-4 5 23-16,0-2-20 0,1-1 12 0,-2 3 15 16,0-1-18-16,1-1-11 0,6-2-1 15,-5-1-5-15,3 1-6 0,-2 1 17 0,-4 2 29 16,4 1-38-16,-2-2 9 0,0 1-1 0,0 1 4 16,-1 0 5-16,8-8 7 0,-7 4-13 15,6-2 8-15,1 1-20 0,-6 0 9 16,6-1-3-16,-4 1-3 0,-2 3 21 0,0-2-15 15,2 2 16-15,-6-1 4 0,5 3-2 0,2-7-15 16,-3 3 3-16,0 0-10 0,-1 0-4 0,-1 3 11 16,-1-2 26-16,2 3-15 0,-2-2-8 15,-1 1 3-15,2 1 1 0,0 0 5 16,-1-1-8-16,3-1-7 0,-4 1 26 0,2 1-37 16,-1-2 19-16,11-5 21 0,-7 1-1 0,-2 1-13 15,2 1-28-15,-4 0 18 0,3 0-14 16,-3 2-2-16,1 0 16 0,1 2 32 0,-2-3-19 15,6-2-6-15,-1-2-13 0,-4 5 19 16,1 0-26-16,-1-2 26 0,-1 2-15 0,3 3-1 16,-4-3 15-16,1 3-14 0,1-1-12 0,0-2 48 15,-1 2-29-15,0-1 19 0,1 1-34 16,-1-4 29-16,1 3-38 0,-1 0-5 0,-1 0 18 16,5-1-11-16,0-6 4 0,1 3 41 15,-3-1-35-15,2-4 6 0,-1 6 5 0,-2 0-13 16,2 2-13-16,1-1 4 0,-3 1 50 0,-1 1-39 15,1 0 17-15,-1 1 0 0,-1 0-15 16,2-1-2-16,-1 2 12 0,1-1-17 0,1-3 4 16,-1 2 2-16,6-6 30 0,-4 1-16 0,-1 4-9 15,0-1-9-15,4-5 30 0,-3 2-39 16,0 6 24-16,0-2-9 0,-3-2-19 0,2 2 29 16,-5 4 5-16,5-3 10 0,-4 0-46 0,2 1 13 15,0-1 2-15,0 0 3 0,0 0 0 0,-1 2 9 16,3-3 4-16,-2 2-18 0,0 1 6 15,3-3-8-15,-5 3-1 0,2-4 15 0,-1 2-4 16,1 1 14-16,1 1 13 0,-2-1 1 16,1-1-34-16,-1 2 27 0,2-1-29 0,1-2 3 15,-2 4 0-15,-1-2 9 0,0 0-2 0,1 1-7 16,1 2-11-16,-1-3 20 0,-2-1-6 16,3 1 12-16,-1-1-21 0,3 1 15 0,4-6-10 15,-7 3 19-15,2 1-8 0,-1 0 8 0,4 0 2 16,-5 3-5-16,0-2-18 0,2-1 28 15,-3 5-4-15,-1-5-24 0,2 2-12 0,1 1 20 16,1-1 9-16,-2 0-8 0,-1 2-11 0,1-2 11 16,-1 0-14-16,2 2 3 0,-1-2 8 0,1-2 6 15,-2 5 20-15,2-3-7 0,0-1-23 16,-2 1 6-16,2 1-10 0,-1-3 13 0,1 3 7 16,0-1 13-16,-1-1-20 0,0 1 17 15,2 1-29-15,-5-1 25 0,4 0 10 0,-1 0-40 16,-1 0 23-16,2 1-14 0,-2-1 13 0,1 0-5 15,1 1-27-15,-2-1 37 0,2 0 15 16,0 2-39-16,0-2 34 0,1-1-32 0,-3 1 5 16,2-1 3-16,0 3 28 0,-1-2-30 0,2-1-18 15,-2 1 11-15,-1-1 4 0,2 1-15 0,-2 3 33 16,1-4-18-16,1 1 2 0,-2 1 0 16,1 1-6-16,1-1-5 0,-2-1 45 0,2 1-32 15,0 0 15-15,-2-2-27 0,0 1 15 16,3 1 6-16,-4-1-16 0,2 1 12 0,2-1-12 15,-3-2 11-15,0 4 10 0,2-3 20 0,-1 1-19 16,0-1-18-16,-1 0 0 0,2 3 34 0,-1-2-10 16,-1-1-24-16,1 1 18 0,-2 0 3 15,2 2-22-15,-1-2 12 0,-1 2 7 0,3-3 4 16,-1 1-25-16,-1 1 4 0,0-2 18 0,3 1-21 16,-3-2 4-16,1 1-16 0,1-1 32 15,0 2-16-15,6-6-2 0,-6 2 18 0,4-3-33 16,0 2 18-16,0 1 33 0,-4 2-34 0,1 1 10 15,-3-1-14-15,1 2-9 0,1-3 19 16,0 3-4-16,-2 0 38 0,1 1-13 0,2-1-21 16,-4-1 13-16,2 1 20 0,-1 0-23 15,1 1-8-15,-2-1-6 0,1 2 20 0,0-2-13 16,2 0 15-16,-3 1 22 0,0 0-26 0,1-1-5 16,3 1 10-16,-3-1-3 0,1-1-1 15,-3 1-2-15,4 2 5 0,-2-2 0 0,1 0 10 16,-2 1-2-16,2-1-3 0,-1 1 11 0,0 1 5 15,-1-1-3-15,0 0-4 0,0-1-24 0,1 2-5 16,-2 0 4-16,3 0-1 0,-3 0-20 16,0-2-16-16,0 3-46 0,0 0-49 0,0 0-37 15,0 0-58-15,-12-7 19 0,5 6-261 16,-2 1 32-16,-11-1 33 0,-4 0 16 0,11 1 16 16,-8 0 19-16,-4 0 4 0,-3 0 70 0,0 0 7 15</inkml:trace>
  <inkml:trace contextRef="#ctx0" brushRef="#br0" timeOffset="-213396.77">2148 18010 310 0,'0'0'163'0,"0"0"-27"0,-12 0-53 0,12 0-8 16,0 0 3-16,0 0 2 0,0 0 40 15,0 0-63-15,0 0 57 0,0 0-64 0,0 0 26 16,0 0-15-16,0 0 32 0,0 0-24 16,0 0 9-16,0 0-51 0,0 0 32 15,0 0-38-15,0 0-1 0,0 0 22 0,0 0 6 16,0 0 0-16,0 0-32 0,0 0 38 0,0 0-23 16,0 0 20-16,0 0-18 0,0 0-21 15,0 0 27-15,0 0-2 0,15 3-8 0,-9-5 19 16,0 1-11-16,-3-3-7 0,8-3 13 15,-7 2-4-15,1 1-3 0,2-5-8 0,4 2 6 16,-6 3-7-16,1 0 8 0,2-4-26 0,-2 4 16 16,2-3 3-16,-4 0-8 0,6-2 0 15,-5 4-1-15,-3 0 4 0,2 0-8 0,1 2-2 16,-1-3 5-16,0 1-10 0,0 0-5 16,0 0 20-16,-2 3-12 0,1-1-4 0,1 0-6 15,1-1 12-15,-5 0-14 0,4 1 18 16,-2 0-15-16,1-3 7 0,1 3-10 0,6-8 9 15,-4 2 1-15,2-2 5 0,-2 4-15 0,-3 0 6 16,2 1 2-16,0 0-9 0,0 0 4 0,-1 1-9 16,0 1 17-16,0 1-13 0,-1-2 1 15,1 2 10-15,-1 0 0 0,6-6-8 0,-1 3 17 16,-2 0-26-16,0 1 20 0,-2 0-13 0,4-7 12 16,-4 5-11-16,3 0-3 0,-2 2 19 0,1-2-20 15,-3 5 11-15,1-2-5 0,-1 0 11 16,6-7-6-16,-2 5-14 0,0 1 17 0,-3 0-3 15,2 1 2-15,0-2-2 0,-1 2-7 16,-2 0 2-16,2 1 3 0,0-1 9 0,-1 0-9 16,1 0-8-16,0 1-4 0,7-5-8 0,-3 2 20 15,1 1-2-15,-4 0-10 0,-2 1 20 0,1 1-2 16,-1-1-7-16,-1 0 2 0,0 0 8 16,10-3-23-16,-1 0 8 0,-3 0-3 0,-3 0-2 15,2 3 12-15,-3-1 1 0,2 1-10 16,4-4 12-16,1 2 0 0,-1-2-11 0,0 1-3 15,0 0 6-15,3 1-1 0,-3-1 4 0,-2 1-1 16,0 0 0-16,3 1 7 0,-2-2-20 0,0 3 4 16,0-2 10-16,-1 2-9 0,-1-2 9 15,-2 2-11-15,1 1 12 0,-2-1 3 0,0 0-9 16,3 1 12-16,-5 2-12 0,3-3 9 0,9-4 3 16,-6 2-5-16,4-2-2 0,-2 1 0 15,-2 0 2-15,3 0-12 0,0-1 12 0,-4 3 4 16,1 2-6-16,-1-2-5 0,-2 1-7 0,0-1 8 15,0 1-5-15,4-2 5 0,0 0-1 16,2-2-9-16,-4 1 13 0,0 1-7 0,-2 2 1 16,0-1 9-16,7-3-10 0,-2 1 8 15,-2 0-9-15,0 2 14 0,-3 0-5 0,1 0-4 16,-2 1 5-16,0 0-7 0,8-4 13 0,-6 0-23 16,5-1 18-16,2 2-2 0,-1-3 6 15,-7 3-3-15,7-1-2 0,-6 1-12 0,0 0 0 16,-2 3 3-16,9-4 4 0,-9 1 0 0,9-3-4 15,-2 2 9-15,-5 1 2 0,5-1-8 16,-7 0 6-16,4 3 3 0,-6 2-9 0,2-3-9 16,1 2 20-16,4-4-3 0,-3 1-14 15,0 1 11-15,0 1-8 0,2 1-1 0,2-7 6 16,-2 3-1-16,4 0-4 0,-5 2 17 16,3-2-19-16,2 1 3 0,-3-1 17 0,3 2-10 15,-3-3-4-15,3 2 1 0,0-1 3 0,-7 0-14 16,7 0 8-16,-8 2 3 0,4-1 10 15,-3 2-23-15,1 1 13 0,0-1-5 0,-4 2 6 16,7-7 1-16,-2 3-4 0,-3 2-2 0,4 0 10 16,-3 3 5-16,3-7-12 0,5 2-2 15,-2-3 11-15,-7 2-8 0,6 3-3 0,0-2 3 16,-6-2 7-16,5 0-3 0,3-2 9 0,-3 3-17 16,-1 0 14-16,0 3-9 0,-3 0-6 15,3 1 10-15,1-5-16 0,2 2 23 0,-4 0-10 16,4 0 3-16,-4 0-15 0,0-1 1 0,1 1 0 15,2-3 9-15,-2 5-1 0,0 0-9 16,-1 1 16-16,-2 1-3 0,4-6 3 0,2 4 1 16,-4 1-9-16,-1-3-3 0,4 2-1 15,-1-1 4-15,-1 1 0 0,-2 2-7 0,6-5 14 16,-3 2 3-16,-2 1 0 0,5-2-16 16,-4 2 15-16,-3 1-3 0,4-1-7 0,-5 2 7 15,2-3-3-15,-2 3 5 0,9-5-2 0,-4 4-1 16,4-4 8-16,-5 5-15 0,0-1-1 15,-4 0 3-15,4 1-3 0,-4-1 12 0,-1 1-2 16,4-1-12-16,-4 2 9 0,1-1 2 0,-2 1-16 16,13-4 14-16,-3-2-5 0,-6 3 6 0,0 0 4 15,-1 1-10-15,2 0 3 0,-1 0-7 16,-3 0 1-16,0 1 5 0,1 1 2 0,-2-1 5 16,2-1-3-16,-1 2-11 0,3-1 0 15,-3 0 17-15,1 2-7 0,-1-3-7 0,-1 0 2 16,2 1 4-16,-2 0-7 0,4 1-8 0,7-5 16 15,-6 2 6-15,-1 1-12 0,0 1 2 0,-2 0 4 16,0-1-4-16,0 1 12 0,-1 1-1 0,2-1-1 16,7-4-18-16,-9 2 14 0,4 0 5 15,-1 1-5-15,0 1-3 0,-3-1 9 16,1 1-11-16,-1 0 0 0,2 0-2 0,-2 1 6 16,0-2 1-16,1 0-13 0,0 1 1 0,-1 0 15 15,8-3 1-15,-4 0-13 0,0 1 5 0,-3 0-12 16,4 3 27-16,-7-2-13 0,5 0-1 15,-5 1 2-15,4-1 3 0,-4 2-14 0,3 0 5 16,0-2 10-16,-2 1-1 0,3-1-7 16,-1 3 3-16,8-7-4 0,-7 1 6 0,2 5-14 15,-3-3 5-15,1 0-9 0,1 2 11 0,-3 0-9 16,2 2 11-16,1-2-10 0,-5 0 7 16,5 1-5-16,-1-2-2 0,-2 2 17 0,2 1-7 15,-2-4-4-15,1 3-3 0,1 0 12 16,-2-1-2-16,-1 1-2 0,3-1 4 0,0 2-18 15,-1-2 27-15,0 0-16 0,1 1-6 0,-1-1 11 16,0 1 9-16,-1-1-4 0,3 1-14 16,-2-1 4-16,1 1-11 0,-1 0 15 0,-1-1 0 15,3 1-9-15,-4 0 17 0,4 0-16 16,-2-1 11-16,3 0 2 0,-5 1-5 0,3-1-1 16,-1 1 9-16,9-5-5 0,-7 4 3 0,2-1-16 15,-2 1 6-15,-1 0 1 0,-3 0-4 16,0 2 6-16,1 1-10 0,-1-3 19 0,-2 2-13 15,3 0-6-15,-3-1 2 0,3 1 10 0,-2-1-7 16,1 1-7-16,-2 0 21 0,2 0-3 16,0-1-10-16,-3 2-8 0,2 0-4 0,-1-2-28 15,-1 1-31-15,0-1-24 0,0 2-8 0,0-2 11 16,0 2-224-16,0 0-79 0,0 0 23 0,-11-3-2 16,2 3 12-16,1-1-3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0T02:27:01.941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10063 1605 254 0,'0'0'94'0,"-16"0"-54"16,16 0 14-16,0 0-21 0,0 0-1 0,0 0 56 15,0 0-40-15,0 0-11 0,0 0 13 16,0 0 24-16,0 0-57 0,0 0-2 0,0 0 55 16,0 0 0-16,0 0-19 0,0 0-6 0,0 0 26 15,0 0 6-15,0 0-7 0,0 0-22 16,0 0 12-16,0 0 3 0,0 0-6 0,0 0-10 16,0 0-28-16,0 0 28 0,0 0 3 0,0 0-12 15,0 0 25-15,0 0-23 0,0 0 6 16,0 0 5-16,0 0-24 0,0 0 12 0,0 0-41 15,0 0 30-15,0 0 20 0,0 0-14 0,0 0 0 16,0 0-32-16,0 0-2 0,0 0 9 16,0 0 26-16,0 0-21 0,0 0-20 0,0 0-3 15,0 0 25-15,0 0 1 0,0 0-28 0,0 0 9 16,0 0 19-16,0 0-5 0,0 0-13 16,0 0 13-16,0 0 17 0,0 0-18 0,0 0-16 15,0 0 15-15,0 0 1 0,0 0-12 0,0 0-15 16,0 0 21-16,0 0 14 0,0 0-16 0,0 0-18 15,0 0-7-15,0 0 32 0,0 0-38 16,0 0 30-16,0 0 15 0,0 0-6 0,0 0-3 16,0 0-4-16,0 0 4 0,0 0-2 15,0 0 19-15,0 0-23 0,0 0-16 0,0 0 27 16,0 0-15-16,0 0 7 0,0 0 18 0,0 0-29 16,0 0 5-16,0 0 5 0,0 0 4 15,0 0-15-15,0 0-2 0,0 0 18 0,0 0-6 16,0 0 24-16,0 0-22 0,0 0-27 0,0 0 24 15,0 0-18-15,0 0 26 0,0 0-4 16,0 0-8-16,0 0 16 0,0 0-3 0,0 0-21 16,0 0 5-16,0 0 5 0,0 0 8 0,0 0 7 15,0 0-14-15,0 0 9 0,0 0-13 16,0 0 0-16,0 12-1 0,0-12 9 0,0 0 10 16,22 22-21-16,-19-17 10 0,-2-3-8 15,4 1-8-15,-1 3 27 0,0-5-27 0,-2 4 18 16,0-2-1-16,9 6-3 0,-2 0 10 0,-4-3-13 15,0-1-13-15,0 2 33 0,0-2-15 0,-1-2-21 16,6 8-2-16,-4-6 20 0,-1 1 19 16,-1-2-21-16,-1 0-1 0,0 1 6 0,0-4-3 15,0 3-6-15,1-4 16 0,-3 3-5 16,3 1 0-16,-1-3-12 0,-1 0-11 0,1 0-3 16,-1 4 26-16,1-5-6 0,-2 1-1 0,2 0-9 15,-2 1 15-15,4-1 0 0,-4 2 5 0,1-3-8 16,-2 2 8-16,1-2-23 0,-1 2 15 15,1 0 11-15,1-2-7 0,-2 1-13 0,0 1 26 16,0-2-25-16,2 0-11 0,-1 2-1 0,2-2 26 16,-3 2-14-16,0-1 9 0,3-1-18 0,-3 1 24 15,1 0-23-15,-1 1 17 0,2-2 7 16,1 0 0-16,-3 0-18 0,3 2 17 0,-3-2-5 16,1 1-20-16,-1-1 11 0,0 0 15 15,1 0-29-15,-1 0 7 0,0 0 16 0,0 2 7 16,0-2-1-16,0 2-12 0,0-4-2 0,0 4 0 15,4-2 26-15,-4 0-13 0,1 0-9 16,-2 0-3-16,2 0 5 0,-1 1 1 0,0-1 0 16,0 0-6-16,0 0 9 0,0 1 1 0,1-1-7 15,-1 0 8-15,0-1-4 0,0 1 4 16,0 0-6-16,0-1 1 0,2 1-4 0,-2 1 19 16,0-1-12-16,0 0-13 0,1 0 9 15,-1 0-22-15,0 0 13 0,0 0 9 0,0 0 4 16,0 0-9-16,0 0 5 0,0 0 1 0,0 1 5 15,1-1 8-15,-2 0-17 0,1-1 2 16,0 1 0-16,0 0-20 0,1 0 20 16,-1 0-13-16,2-1 5 0,-2 1 27 0,0 0 1 15,2 0-3-15,-3 0-6 0,1 0-2 16,0 0-12-16,-1 1 8 0,1-1 10 0,0 0-13 16,0 1-5-16,0-1-7 0,0 0 18 15,-2 1 8-15,1-1-30 0,1 3 20 16,-3 0-15-16,2-2-3 0,-4 2 21 0,3 1-3 15,-1 1-6-15,0-2 0 0,0-1-5 0,-6 10 3 16,2-1-13-16,-3 0 26 0,1 1-26 0,-1 0 13 16,-4 1 14-16,1 1 6 0,3 0-28 15,-3 0 9-15,3-1 18 0,-3-3-5 16,4 2-8-16,1-2 12 0,-1-3-4 0,6 1-5 16,-1-4-7-16,0 1 5 0,0-1 2 0,1-2-6 15,1-1-14-15,2 4 17 0,-3-3-17 16,1-2 14-16,2 3 0 0,0 0 6 0,-3-1-5 15,1 0-6-15,1-1 10 0,-2 1-5 16,3 0 13-16,-3-2-32 0,3 0 15 0,-1 2 23 16,0-1-14-16,-1-1-1 0,1 3 0 0,0-3-6 15,1 1 19-15,-2-1 0 0,2 0 7 16,-1 2-13-16,1-1 5 0,0-1 6 0,-1 0-17 16,1 1 18-16,0-1-11 0,0 0 6 0,0 0 4 15,0 0 1-15,0 0-22 0,0 0 17 0,0 0-1 16,0 0-2-16,0 0-11 0,0 0-1 15,0 0 10-15,0 0-9 0,2 3 6 0,-3 0-7 16,0-3-8-16,1 0 20 0,0 0-12 16,0 0-3-16,0-3 9 0,0 3-18 0,0 0 5 15,0 0 4-15,0 0-11 0,0 0 13 16,0 0-6-16,0 0 3 0,0 0 3 0,0 0 7 16,0 0-13-16,1-2 9 0,-2 2-6 0,1 2 4 15,0-2-12-15,0-2 6 0,0 2-15 16,1 0-5-16,-1-1-9 0,0 1-4 0,0-1-46 15,0 1-45-15,0 1 10 0,-1-1-124 16,2-1-91-16,0 1 23 0,-1 0 22 0,3 0-53 16,0 0 20-16,-2-1-52 0</inkml:trace>
  <inkml:trace contextRef="#ctx0" brushRef="#br0" timeOffset="4374.82">10908 2280 262 0,'0'0'77'0,"0"0"5"0,0-12 0 16,0 12-4-16,0 0 7 0,0 0-35 0,0 0-4 15,0 0-7-15,0 0-8 0,0 0 8 16,0 0 5-16,0 0-6 0,0 0-3 16,0 0-3-16,0 0-4 0,0 0-4 0,0 0-1 15,0 0-3-15,0 0 26 0,0 0 4 0,0 0-27 16,0 0 30-16,0 0-8 0,0 0-25 16,0 0 28-16,0 0-22 0,0 0-3 0,-13 8-2 15,13-4 14-15,0-1-4 0,0-1-5 0,0 3-26 16,0-2 18-16,0 2-8 0,-1-2 15 15,1-3 7-15,0 0-4 0,0 8 11 0,0-8-26 16,0 8-13-16,0-1-21 0,0 0 16 16,0 0 18-16,0-1 6 0,0-6 5 0,0 8-23 15,0-1 8-15,0-1 13 0,0 1-9 0,0-2-13 16,-16 17 20-16,14-15 11 0,-1 3-20 16,3 0 7-16,-1-3-16 0,1-2 8 0,-3 0 13 0,1 1-30 15,2-6-29-15,0 0 24 0,0 0 18 16,0 6 2-16,0-6 20 0,0 7-8 0,0-7-21 15,0 5-17-15,0-5 2 0,0 7 45 16,0-7-15-16,0 0 7 0,0 7-35 0,0-7 39 16,0 0-6-16,0 0 8 0,0 0-26 0,0 0 17 15,0 5-5-15,0-5-16 0,0 0 12 16,0 0 27-16,0 0-10 0,0 7-1 0,0-7-31 16,-8 5 14-16,9-2-4 0,-2-3 4 0,2 2 11 15,1-2-41-15,-2 2 27 0,0-2-2 16,0-1-13-16,0 2-1 0,0 0 17 0,2-1 6 15,-4 0 2-15,2 0-12 0,0 0 0 0,0 0 4 16,0 2-4-16,-2-2 24 0,2 1-31 0,0-1 20 16,0-1-11-16,0-1 3 0,0 4 5 15,0-5-9-15,2 4 8 0,-2-1 3 16,-2 0 11-16,4 0-38 0,-2 0 18 0,0 0 9 16,0 0-18-16,0 0 12 0,-3 0 0 0,4-1-12 15,1 2 3-15,-2-2-5 0,0 1 9 16,2-1 1-16,-1 2-23 0,1-2 34 0,0 1-29 15,1 1 16-15,-2-1-1 0,3-1 11 16,-3 1-1-16,4-1-15 0,-2-1 14 0,2 2-8 16,-2 0 4-16,3-3-11 0,-3 3 19 0,2 0-13 15,0 0-21-15,-5 0 24 0,0 0 12 16,6 0-3-16,2 0 12 0,-8 0-25 0,9 0-9 16,-3 0 23-16,-6 0 1 0,9 0-18 0,0 0-9 15,-3 0 18-15,-6 0-2 0,9 0 0 0,-4 0-6 16,-5 0-10-16,8 0 33 0,1 0-22 15,-9 0 13-15,8 0-22 0,-2 0 11 0,-6 0-10 16,8 0 4-16,-8 0 10 0,9 0 0 16,-9 0-11-16,7 0 17 0,0 0-8 0,-1 0-3 15,-6 0-17-15,10 0 23 0,-3 0-30 16,-1 0 30-16,-6 0-11 0,9 0 18 0,-1 0-6 16,-8 0-6-16,6 0-6 0,2 0 4 0,-8 0-9 15,8 0 15-15,-8 0-19 0,7 0 14 16,-7 0 4-16,7 0-5 0,-7 0-5 0,0 0 6 15,7 0 19-15,-7 0-14 0,0 0-6 0,8 0-22 16,-8 0 29-16,0 0-12 0,8 0 6 16,-8 0-11-16,0 0 22 0,7 0-18 0,-7 0 8 15,0 0 1-15,0 0-16 0,5 0-5 0,-5 0 20 16,0 0 2-16,0 0 17 0,7 0-12 16,-7 0 5-16,0 0-19 0,0 0 4 0,0 0-2 15,0 0-14-15,7 0 15 0,-7 0 4 0,0 0 4 16,0 0-4-16,0 0-14 0,0 0 5 15,0 0 20-15,7 7-32 0,-7-7 22 0,0 0 0 16,0 0 19-16,0 0-12 0,6 0-14 0,-6 0 10 16,0 0 3-16,0 0 15 0,0 0-23 15,0 0 0-15,0 0 18 0,0 0-17 0,7 0-3 16,-7 0 1-16,0 0-10 0,0 0 14 0,0 0 17 16,0 0-13-16,12 8-7 0,-12-6-24 15,2-1 27-15,-1-2 14 0,-1 3-4 0,1-2-4 16,-1 0 15-16,0 0 3 0,0 2 10 15,0-5-9-15,0 3 8 0,0 0-17 0,0 0 6 16,3 0-3-16,-3 0 1 0,0 0-9 0,-3 1 14 16,3-1-15-16,0 0 7 0,-1 2-9 15,2-4-8-15,-1 4-2 0,0-2 6 0,0-3 2 16,0 6 0-16,0-3-12 0,1 0 8 16,-2 0 1-16,2 0-12 0,-2 0-3 0,1 1 14 15,0-1-26-15,0-1-9 0,0 1-10 0,-1 0-29 16,1-3-37-16,1 3 8 0,-1 0-38 15,-4-1-55-15,3 1-124 0,0 1 22 0,-3-1 21 16,-1 3 21-16,5-3 10 0</inkml:trace>
  <inkml:trace contextRef="#ctx0" brushRef="#br1">11855 3200 241 0,'0'-13'116'0,"0"13"31"0,0 0 0 0,0 0 3 16,0 0-11-16,0 0-6 0,0 0-11 16,0 0-14-16,0 0 3 0,0 0-3 0,0 0-9 15,0 0-4-15,0-12 1 0,0 12-8 0,0 0 6 16,0 0-21-16,-14 0 1 0,14 0-11 0,0 0 10 15,0 0 10-15,0 0-18 0,0 0-8 16,0 0 19-16,0 0-26 0,0 0 13 0,0 0 8 16,0 0-5-16,0 0 4 0,0 0-22 15,0 0 30-15,0 0-30 0,0 0 51 0,0 0-37 16,0 0 1-16,0 0-1 0,0 0 17 16,0 0-9-16,0 0 4 0,0 0-1 0,0 0-21 15,0 0-2-15,0 0 24 0,0-16-34 0,-15-4 1 16,23 6-16-16,-4-1 32 0,2 1-16 0,0-1-21 15,0 1 4-15,1-1-1 0,-1 0-3 16,1 1 11-16,1 0-22 0,-3-1-5 0,1 1 1 16,1-3 37-16,-3 5-2 0,0 4-57 15,0 0 26-15,-1 1-24 0,0 0 19 0,0 2 0 16,-1 1-1-16,-1 0 8 0,1 1-3 0,-1 0 0 16,0-1-6-16,-1 3-1 0,4-2 8 0,-3-1-14 15,1 2 16-15,-2-1 9 0,0 3-1 16,2-3-2-16,-1 1-32 0,-1 1 2 0,2-2 0 15,-1 2 6-15,-1-3 9 0,1 4 0 16,1-2-5-16,-2 2 11 0,0-2-7 0,1 1 0 16,-1-1 0-16,0 2 16 0,0-1-42 0,0 1 9 15,2-1 10-15,-2-1 14 0,2 2-16 0,-1 0 23 16,-1-1-18-16,0 1-9 0,0-3-14 16,0 3 31-16,0 0-7 0,0 0-7 15,0 0 5-15,0 0 16 0,0 0-18 0,0 0 20 16,0 0-19-16,0-1-21 0,0 1 26 0,0 0-11 15,0 0-6-15,0 0 13 0,0 0-6 0,0 0 3 16,1 0 30-16,-1 0-49 0,0 0 20 16,2 1 35-16,-2 2-24 0,2-3-13 0,-2 1 24 15,5 1-17-15,-4-1 1 0,3 2-12 0,-1 0 1 16,1 1 2-16,7 5 9 0,-2-3-9 16,1 6 34-16,-1-3 0 0,4 1-31 0,-2 0 4 15,1-1 5-15,1 2 12 0,-2-2-20 0,3 0 1 16,1 1 18-16,-5-3-14 0,2 3-14 15,0 2 13-15,2-4-7 0,-2 1 10 0,-1 1-2 16,1 0 7-16,1-3 2 0,-3 5-27 16,-3-7 1-16,1 0 10 0,-3 1 3 0,3-3-8 15,-5 1 19-15,1-1 0 0,-1 1-17 0,-1-3 17 16,2 2-5-16,-1-3 6 0,0 3-3 0,-1-1 1 16,-1 0 1-16,2-1-6 0,1 1-21 15,-4-1 33-15,1 1 10 0,-1-1-3 0,2-1 29 16,0 2-4-16,-1-1-39 0,2-1-1 15,-3 0 29-15,0 1-13 0,0-1-3 0,0 0 6 16,0 0-2-16,1 0-98 0,-1-1-53 0,-1 0-28 16,-1-2 14-16,0 0-168 0,0 0-169 15,0-2 45-15,1 0 52 0,-3-11 35 0,3-2 23 16,1 6-44-16,-2 0 22 0,2 1 21 16,0 3-4-16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0T02:27:20.90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9031 2689 275 0,'0'0'79'0,"0"0"-14"16,0 0 33-16,0 0-26 0,0 0-48 0,0 0 31 15,0 0-24-15,0 0 2 0,0 0 6 16,0 0-13-16,0 0-4 0,0 0 10 0,0 0 20 15,0 0-18-15,0 0 6 0,0 0-5 16,0 0 25-16,0 0-7 0,0 0 7 0,0 0 2 16,0 0-10-16,0 0-6 0,0 0-6 0,0 0 25 15,0 0-17-15,0 0 18 0,0 0-13 16,0 0 9-16,0 0-32 0,0 0 14 0,0 0-6 16,0 0-25-16,0 0 26 0,0 0-8 15,0-14-33-15,0 14 16 0,-13-20 19 0,14 16-14 16,1 1 17-16,-2-1-17 0,1 0-10 15,0-1 5-15,-1 0 16 0,2 0 2 0,-2 0 1 16,1-1-27-16,3-9 23 0,-4 4-22 0,2 2 5 16,-2 1 21-16,2 3-14 0,-1-4-1 15,0 5-5-15,0-2 21 0,-1 6-18 0,0 0 10 16,0 0-11-16,0-5-6 0,0 5 8 16,0 0 10-16,0-8-5 0,0 8 4 0,0 0-25 15,0-7 4-15,0 7-1 0,0 0 15 0,0-8-11 16,0 8 2-16,0 0-17 0,0-7 18 0,0 7-4 15,0 0-1-15,0-7-2 0,0 7 2 16,0 0 2-16,0 0-5 0,0-7 1 0,0 7-16 16,0 0 22-16,0 0-33 0,0-7 40 0,0 7-17 15,0 0 5-15,0 0 1 0,0 0 0 0,0 0-12 16,0-5 7-16,0 5 15 0,0 0-13 16,0 0 3-16,0 0-4 0,0 0-1 15,0-7-24-15,0 7 36 0,0 0-32 0,0 0 25 16,0 0-6-16,0 0-9 0,0 0-1 15,0-7 14-15,0 7 11 0,0 0 4 0,0 0-16 16,0 0-7-16,0 0 10 0,0-5-14 0,0 5 16 16,0 0-7-16,0 0 12 0,0 0-9 15,0 0-22-15,0 0 12 0,0 0 16 0,0 0-2 16,0 0-4-16,0-7 14 0,0 7-31 0,0 0 9 16,0 0-15-16,0 0 19 0,0 0-1 0,0 0-14 15,6-11 12-15,-6 10 24 0,0 0-23 0,0 2-7 16,0-1 14-16,-2 0-13 0,4-1 8 15,-2-1-1-15,-2 2 3 0,2-3-7 0,2 3-1 16,-2 0-9-16,0 0 20 0,0 0 8 16,0 0-10-16,0-1 2 0,0 0-2 0,0 1 1 15,0 0-1-15,0 0 17 0,0-2-25 0,0 2-4 16,0 2 17-16,0-2-19 0,0 1 10 16,-2-2-20-16,2 1 25 0,2-2 16 0,-2 2-15 15,0 0-14-15,0 0-3 0,1 2 13 0,-1-2-4 16,1 0 4-16,-1 1-6 0,-1-1 12 15,2 0 1-15,-2 0-21 0,2-1 13 0,-1 1-1 16,0-2 0-16,-1 2-7 0,1 0 10 16,-1 0 5-16,1 2-22 0,0-2 20 0,0 0-15 15,0 0 14-15,0 0-7 0,0 0 2 16,-2-2-5-16,2 2-9 0,0 0 5 0,0 0 2 16,0 2 16-16,0-2 10 0,0-2-4 0,2 2-27 15,-2 2-4-15,-2-2 9 0,2 0 13 0,-1 0-3 16,0 0-2-16,2 0 0 0,-1 0-15 15,-1-2 20-15,2 2-10 0,0 2 13 0,-1-2-7 16,0 0 7-16,0 0-17 0,2 0 9 16,-2 0 14-16,0 0-10 0,0 0-27 0,0-2 25 15,0 2-5-15,1 0 11 0,0 0 15 0,3 0-22 16,-4 0 14-16,1 0-27 0,0 0 11 16,1 0-15-16,-2 0-2 0,1 0 18 0,-1-1 7 15,0 1-1-15,1 1-7 0,-1-1-10 16,1 0 20-16,-1 0-6 0,0-1-18 0,0 2 13 15,0-1 10-15,0-1-8 0,0 1 16 0,2 0-19 16,-2 1-8-16,0-1 23 0,0 0-5 16,1 0-5-16,-1 0 10 0,0-1-22 15,0 2 5-15,0-1 8 0,0 0-8 0,0 2 19 16,0-2-11-16,0 1 10 0,0-1-18 0,1 1-5 16,-2-2 25-16,1 1-9 0,0 1-17 15,0-1 14-15,0-1-2 0,0 1-2 0,0 0 2 16,1 0-21-16,-1 1 23 0,0-1-20 0,2 0 15 15,-1 0 5-15,-1 0 0 0,0 1-3 16,1-2 2-16,-1 1-7 0,-1 0 7 0,1 0-2 16,0 0-7-16,0 0 12 0,0 0-9 0,0 0 21 15,0 0-12-15,0 0-28 0,0 0 30 16,0 0-9-16,0 0 7 0,0 0-9 16,0 0 12-16,0 0-22 0,0 0 9 0,0 0-5 15,0 0 7-15,0 0-17 0,0 0 30 0,0 0-14 16,0 0 21-16,23-5-16 0,-19 5 2 0,0 0-9 15,-2-2 10-15,1 1 1 0,-1 1-2 16,2 0-23-16,1-1 24 0,-1 1 8 0,-4 0-10 16,0 0-3-16,8 0 2 0,-8 0-5 15,18-5-9-15,-13 5 16 0,0-2-17 0,0-1 24 16,1 3-12-16,-1-2 4 0,12-1 7 0,-5 0-14 16,-2 1-12-16,-1 0 15 0,0 0-6 0,0-1 7 15,7 3-11-15,-4-4 17 0,-1 1 4 16,-3 1 2-16,-1 0-23 0,1 2 10 0,-1-3 16 15,-2 3 4-15,-1-3-7 0,1 2-15 0,-1 1 7 16,1 0 5-16,0-1-14 0,-1-1-12 0,0 1 17 16,-1-1 12-16,1 1 2 0,-2 1-10 15,1-1 8-15,2 1 4 0,-2 0 1 0,-1 0-16 16,0-3 0-16,0 3-3 0,0-1-5 0,0 0-7 16,-2 0-8-16,3 1 33 0,-3 0-30 15,2-1 8-15,0 1 26 0,-2 0 6 0,2 0-31 16,0 0 1-16,-1-1 12 0,-1 1-1 15,0 0 8-15,1 0 12 0,-1-2-12 0,2 2-5 16,-2 0-1-16,0 0-14 0,0 0 11 16,0 0-2-16,0 0 12 0,0 0-12 0,0 0-7 15,0 0 18-15,0 0-10 0,0 0 4 0,0 0-9 16,7 0 2-16,-7 0 4 0,0 2 10 16,1-2-6-16,-1 0 4 0,-1 0-5 0,1-2-20 15,-2 4 29-15,1-4-14 0,1 2-23 0,0 0 29 16,-1 0 10-16,2 0-17 0,-1 0-5 15,-1 0 20-15,2 0-21 0,-1 0-8 0,0 0 15 16,0 0 4-16,0 0-4 0,1 0 9 16,-1 0-10-16,2 0 0 0,-2 0 1 0,0 0-8 15,0 0 20-15,0 0-28 0,0 0 28 0,1 0-7 16,-1 0-1-16,0 0 4 0,0 0-12 16,0 0 12-16,0 0-7 0,1 0 20 0,-1 0-22 15,0 0 0-15,-1 0-6 0,1 0 16 0,0 0-14 16,0 0 14-16,1-2-18 0,-1 2-2 15,2 0 26-15,-2-1-10 0,0 1-6 0,-2 0-17 16,2 0 24-16,2 0 0 0,-2 0 1 0,0 1 1 16,0-1-12-16,0 0 8 0,0 2-2 15,0-2 3-15,0 0 2 0,0-2-1 0,0 4-19 16,0-2 21-16,0 0-19 0,0 0 16 16,0 0-5-16,-2-2 16 0,2 4-13 0,0-2 9 15,0 0 2-15,0-2-28 0,0 2 22 16,0 2-11-16,0-2 15 0,0 0-6 0,0 0 2 15,-1 0-16-15,2 0 17 0,-1 0-9 0,-1 0-15 16,1 0-3-16,-1 0 3 0,1 0 2 0,0 0 14 16,1 0 5-16,-1 0 4 0,0 0 7 0,0 0-19 15,1 0 23-15,-1 0-19 0,-1 0-1 16,0 0-3-16,-1 0 16 0,4 0-5 16,-2 0-10-16,0 0 7 0,0 0-9 0,0 0 15 15,0 0-7-15,0-3 2 0,0 4-4 0,0-2 1 16,0 1-5-16,0 0 6 0,0 0-11 0,0 0 3 15,0-1 2-15,0 2-2 0,0-2-21 0,0 2 25 16,0 0-9-16,0-1 3 0,1 2 12 16,-2-4-7-16,2 4 5 0,-1-2 12 15,0-2-7-15,0 2-6 0,0 0-4 0,0-1-1 16,0 4 4-16,0-3 1 0,0-3 1 0,0 4-6 16,-1-1 1-16,1 0 9 0,0 2-7 0,0-2 16 15,1 0-41-15,-1 0 23 0,0 0 7 16,0 0-14-16,1 0 11 0,-2 0-22 0,1 0 33 15,0 0-31-15,0 0 24 0,0 0 6 0,0 0-1 16,0 0-22-16,0 0 16 0,0 0-1 0,0 0-13 16,0 0 12-16,0 0 1 0,0 0-2 15,0 0-7-15,0 0 9 0,0 0-21 16,0 0 19-16,0 0-1 0,0 0 18 0,0 0-5 16,0 0-34-16,0 0 18 0,0 0-12 0,0 0 17 15,0 0 10-15,0 0-7 0,0 0-6 0,0 0-3 16,0 0-15-16,0 0 4 0,0 0 26 15,0 0-18-15,0 0 16 0,0 0-2 0,0 0-7 16,0 0 4-16,0 0 18 0,0 0-36 16,0 0 15-16,0 0-11 0,0 0-8 0,0 0 30 15,0 0-26-15,0 0 34 0,0 0-21 0,0 0 2 16,0 0 13-16,0 0-19 0,0 0-10 0,0 0 13 16,0 0-44-16,0 0 3 0,0 0-21 15,0 0 6-15,0 0-61 0,0 0-88 0,0 0-163 16,0 0 13-16,0 0 20 0,0 0-10 15</inkml:trace>
  <inkml:trace contextRef="#ctx0" brushRef="#br0" timeOffset="-47154.88">8122 1930 212 0,'-11'0'-2'0,"11"-13"4"0,0 13 12 0,0 0 7 16,0 0-26-16,0 0 28 0,0 0 35 0,-16 0-33 15,16 0 21-15,0 0-15 0,0 0 8 16,0 0 4-16,0 0-7 0,-20-16-5 0,19 16 40 16,-2 0-20-16,3-3-8 0,0 3 19 15,-2 0 1-15,2 0-8 0,0 0 18 0,-3 0 9 16,3 0-18-16,1 0-3 0,-2 0 28 0,1 0-23 16,-1 0-13-16,-2-2-8 0,3 2-25 15,0 0 35-15,0 0 14 0,0 0-25 0,0 0 12 16,0-1-2-16,0 0-13 0,0 1-4 0,0 0-11 15,0 1 26-15,0-2-29 0,0 2-27 0,0-1 27 16,0 1-14-16,0-2 14 0,0 1 11 0,0 0-37 16,0 0 10-16,0 0 9 0,0 0 3 15,0 0 11-15,0 0-5 0,0 1-8 16,0-1 5-16,0-1-25 0,0 2 20 0,0-2-25 16,0 2 32-16,0-1-10 0,0 0-26 0,0 0 29 15,0 0-22-15,0 0 18 0,0 2-34 16,3-2 24-16,-2 0-6 0,2 0 1 0,-3 0 14 15,1 3-15-15,0-2 26 0,2 0-25 0,0 2 24 16,-3 0-43-16,4 1 26 0,-1-3-15 0,-1 3 24 16,1 0-21-16,0 1 13 0,8 5-5 15,-2 0 7-15,-3-2-25 0,3-4 30 0,-4 3-1 16,8 3-27-16,-3-1 31 0,-1-2-32 16,3 3 13-16,-6-1 16 0,1-3-5 15,4 3-4-15,-2-1 4 0,0-1-38 0,-2-2 21 16,5 5 17-16,-2-3-31 0,3 2 28 0,-5-3 12 15,2 3-14-15,3 0 1 0,-6-3 3 0,4 1-6 16,-1-1 9-16,-4 0 11 0,1-1-15 16,6 3 7-16,1 0-13 0,-5-2 7 0,-4 1-16 15,10 0 24-15,-5-2-20 0,-2 0-17 0,3 4 20 16,-2-3 0-16,7 0-3 0,-7-1-8 16,-2 0 1-16,1 0 8 0,0-3 28 0,-3 3-29 15,6 5 29-15,1-4-33 0,-5-2 16 0,-2 0-8 16,10 4 11-16,-4-1-16 0,-3-5 4 15,3 6 1-15,4-2 16 0,-5 0-5 0,-3-5-5 16,2 3 3-16,-1 0-1 0,0-1-3 16,-1-1-2-16,7 6-4 0,-1-1-19 0,-1-2 25 15,0 2-9-15,2-5 25 0,-6 4-11 0,0-5-1 16,7 5 9-16,-6 0-32 0,0-1 21 16,-1 0 10-16,-1-2-6 0,-2 0-4 0,10 3 2 15,-5-3 7-15,1 4-4 0,-2-2-10 0,-3 0-8 16,1-3-16-16,1 3 18 0,-2-3 23 15,-1 1-18-15,1 0-12 0,5 4 24 0,2 0-31 16,1 0 24-16,-7-2-3 0,0 2 12 16,2-2-10-16,-3-1-10 0,-1 0-14 0,7 7 23 15,2-3 10-15,-5-4-18 0,3 3 12 0,-4-3-17 16,-1 2 1-16,-1-5 19 0,-1 3-1 0,3-2-9 16,-3 3-7-16,1-2 12 0,-1-1-1 0,-2 3-4 15,0-3-8-15,3 2 13 0,-1 0 3 16,-1-1-9-16,9 5 12 0,-5-2-7 0,0-1-3 15,-3-1-10-15,2 1-1 0,-3-3-13 16,3 1 30-16,-3 1-7 0,1-2-1 0,-1 2 0 16,8 3 5-16,-4-2-23 0,-1 2 17 0,-1-2 12 15,-1 0-4-15,-1-2-12 0,2 1 6 16,0-1 11-16,-1-1-8 0,-3 3 2 0,8 2 0 16,0-5 9-16,-4 4-10 0,2-2 14 0,-3 2-13 15,0-1-23-15,0-2 23 0,1 2-33 16,6 3 14-16,-3-3 32 0,-4 2-36 0,2-4 7 15,-1 3 27-15,-1-4-16 0,0 1 5 0,0 1 15 16,-3 0-27-16,11 3 21 0,-8-3 6 16,2 3-9-16,-2-4-24 0,1 1-13 0,-2 1 18 15,-1-1 10-15,1-2-4 0,-2 2 1 0,4-1 14 16,-3-1-7-16,1 3-6 0,-2-2-13 0,4 2 5 16,3 4 14-16,-1-3-10 0,-3 0 1 15,1-1-18-15,-2 0 29 0,-1-1-7 0,1-1-5 16,-1 1 5-16,2 0 7 0,-2-1-9 15,0 1 4-15,1-1 7 0,-1-1-6 0,2 2 1 16,-3 0-1-16,1-1-1 0,2 0 5 0,-3 1-10 16,0-1 19-16,3 0-21 0,-4-1 13 0,3 1-24 15,0 0 13-15,-3-1-8 0,2 2 6 16,-1-1-3-16,1 0 5 0,-1-1 5 0,2 3-8 16,-1-3 14-16,-1 0-5 0,1 1 1 0,-1-2-2 15,0 3-9-15,3-1 13 0,-3 1-11 16,0-1 0-16,3-1-4 0,-2 1 13 0,-1 0-12 15,3 0 4-15,-3-1 3 0,0-1 3 0,2 1-1 16,-2 2 19-16,1-3-19 0,-3 2 2 16,3 1-11-16,0-1 5 0,1-1 16 0,-3-1-23 15,2 1 9-15,-1 2-10 0,1-2 9 16,-2 1 12-16,2-3-5 0,1 2-8 0,-3 1-2 16,3 0-17-16,-3-2 24 0,2 1-2 0,-1 2 18 15,2-3-17-15,-3 1-9 0,2 0 14 16,2 1 4-16,-4-2-20 0,1 2 4 0,4-3-1 15,-5 3-8-15,1-1 20 0,3 0-4 16,-2-1 7-16,0 2-15 0,1-1 4 0,-2-1 14 16,1 1-8-16,-2 0-6 0,2-1 4 0,2 1-1 15,-4-1 0-15,2 0-12 0,-1 2 0 16,1-2 18-16,-2-1-12 0,0 2 1 16,2-2 3-16,-3 2 13 0,2-2-5 0,0 3 15 15,-1-1-6-15,0-2-4 0,1 0-8 0,-2 0 11 16,0 0 2-16,0 0 3 0,0 0-7 0,0 0-7 15,0 0 5-15,0 0 1 0,0 0 7 0,0 0-13 16,0 0 4-16,0 0-2 0,0 0 13 16,0 0 2-16,0 0-7 0,0 0 3 0,0 0-13 15,0 0 24-15,0 0-17 0,9 3 15 16,-9-3 5-16,0-1-11 0,0 2-7 0,0-1 15 16,0 0-2-16,0 0-8 0,0 0 11 0,1 0-12 15,-1 0 3-15,0 0-4 0,0 0-19 16,0 0 4-16,1 0 3 0,-1 0-10 0,-1 0 8 15,1 0 3-15,2 2-5 0,-3-4 6 0,1 4 5 16,0-2-10-16,0 0 16 0,0 0-25 16,3 0 18-16,-3 0-16 0,0 0-3 15,-2 0 0-15,2 0 15 0,2 0-7 0,-2 0 4 16,0 0 6-16,0 1-5 0,1 0-6 16,-1-1 12-16,2 0-12 0,1 2 4 0,-3-2-9 15,0 0-1-15,2 1 12 0,-2-2-13 0,2 2 2 16,-2-1-1-16,2 0 0 0,-2 0 1 0,3 2 8 15,-3-1-8-15,1 0 10 0,-1-1-15 16,0 0 9-16,3 0-2 0,-3 0 17 0,2 0-11 16,-2 0 7-16,0 0-10 0,0-1-1 0,2 1 8 15,-2 1-9-15,1-1 2 0,-1 0 10 16,0 0-18-16,0 0 2 0,0 0 8 0,1 2-2 16,-2-2 5-16,2 0 2 0,-1 0-8 0,0 0-10 15,0 0 9-15,0 0 3 0,1 0 5 16,-1 0-19-16,0 0 2 0,0 1 19 0,0-1-6 15,2 0-12-15,-2 0 26 0,0 0-12 16,1 2-1-16,-2-1-13 0,1-1 3 0,2 0 11 16,-2 0-7-16,3 1-8 0,-3-1 14 0,0 1-9 15,2 1 13-15,-2-2-9 0,1 0 10 0,1 3-1 16,-1-3-10-16,0 1 17 0,1-1-9 16,-2 2 4-16,1-1-12 0,2-1 1 0,-3 1 11 15,2-1 2-15,-1 4-2 0,1-4-17 16,0 0 21-16,1 1-18 0,-3-1-11 0,4 2 10 15,-1-2 13-15,0 2-11 0,-2 0 0 16,1-1 1-16,-1 1 4 0,1-1-7 0,1 1-8 16,-2-2 16-16,2 1-1 0,-3 0-8 15,2 0 9-15,1 0 3 0,1-1 1 0,-4 2-1 16,2-1-8-16,0 0 9 0,1 0-10 16,-1-1-5-16,0 3 5 0,1-3 11 0,-3 1-3 15,2 0-9-15,0 1-3 0,-2-2 14 0,2 0-13 16,-2 1 21-16,3-1-16 0,-3 2 9 15,0-2-11-15,2 0 10 0,1 2-7 16,0-2 5-16,-2 0-6 0,-1 3-10 0,1-3 11 16,0 0-5-16,-1 0 5 0,3 0 1 0,-3 0 8 15,0 0-13-15,0 0 16 0,0 0-8 16,0 0-5-16,0 0 12 0,0 0-13 0,0 0-8 16,0 0 7-16,0 0 5 0,0 0 3 0,0 0 0 15,0 0-2-15,7 0 6 0,-7 0-12 16,0 0-2-16,0 0 4 0,0 0 20 0,0 0-14 15,12 11-11-15,-10-10-7 0,0-1 7 0,-2 0 13 16,3 0 5-16,-2 2-16 0,2 1 1 16,-1-2 10-16,0-1-14 0,1 1-1 0,-1 2-1 15,1-3 10-15,-3 0 12 0,4 2-13 16,0 0 0-16,-3-2 13 0,4 3-13 0,-1-2-3 16,1 1-7-16,-1-1 20 0,-2 2-18 0,4-1 11 15,-3-1-8-15,3 1 8 0,0 1-13 16,-1-1 9-16,-1 0-2 0,1 1 15 0,0 0-1 15,0-2-11-15,3 2-8 0,2 4 13 0,0-2 11 16,7 2-18-16,-8-4-2 0,0 0 13 16,-2 0 2-16,-1-2-14 0,0 2 10 0,0-1-5 15,-2-1 7-15,3 2-5 0,-4-2-4 0,1 2-11 16,1-2 16-16,0 2-7 0,1-2 8 16,-1 2 1-16,1-2-4 0,-2 1-9 0,1 0-2 15,9 3 18-15,-6 0-6 0,-1 0-3 16,4 3-1-16,-1-3 4 0,-1-1-1 0,-4-2-15 15,0 1 9-15,-1 0 10 0,1-1-1 0,0 1-13 16,-1-2-4-16,0 2-2 16,1-3 12-16,-2 4 4 0,0-4 3 0,4 2-11 15,-5 1-6-15,2-2 17 0,0 2 1 0,-1-2-14 16,-2-1 13-16,4 3-8 0,-4 0-5 16,2-1 15-16,2 0-5 0,-4 0 2 0,2-2 3 15,-2 1-11-15,1 3 1 0,1-2 4 0,0-1-9 16,-3-1 17-16,0 0 0 0,0 0-10 15,0 0 19-15,0 0-22 0,0 0 4 0,0 0-3 16,5 0-13-16,-5 0 21 0,12 9-11 16,-9-6 5-16,-3-3 12 0,0 0-9 0,0 0-8 15,0 0 14-15,0 0-6 0,0 0-17 0,0 0 21 16,0 0 3-16,0 0-21 0,0 0 20 16,13 9-6-16,-12-9-2 0,0 1 0 15,2 1-1-15,-3 0-1 0,0-2-7 0,0 0 24 16,0 0-9-16,0 0-10 0,0 0-7 0,0 0 22 15,0 0-17-15,0 0-9 0,0 0 20 0,7 0-11 16,-7 0 13-16,10 10-17 0,-10-9 1 16,5 0 12-16,-4 2 7 0,2-1-9 0,-2 0-1 15,1 0 0-15,1 1 10 0,-3 0 3 16,1-2-17-16,2 0 2 0,-2 2-10 0,4-2 7 16,-2 1 8-16,-2 2 0 0,3-2-13 0,-2 0 18 15,0-1-7-15,1 3-3 0,-1-3-4 0,2 3 7 16,-3-3 5-16,2 2-4 0,1-2-9 15,-1 2 13-15,-3 0-21 0,4-1 17 0,0 1 1 16,-3-2-1-16,3 2-13 0,0 0 10 0,-2-1 6 16,1 1-12-16,1 0-9 0,-1-1 12 15,0 2 8-15,-1-4 4 0,2 5-10 0,0-1-3 16,-1-1 10-16,2-1 1 0,-2 1-17 0,3 0 18 16,-2-1-7-16,0 1-10 0,-1 0 7 15,0 0 11-15,2-1 2 0,0 3 1 0,2-2-5 16,-4-1 1-16,8 8-9 0,-2-5 13 15,2 0-13-15,-4 1 12 0,4 1-19 0,-2-3 14 16,-4 4 5-16,1-4-7 0,1 0 1 0,-2 0 6 16,0 0-18-16,0-1 13 0,-1 0-6 15,1 1-1-15,0 0 5 0,8 3-3 0,-5-1 3 16,-3-2-7-16,3 1-3 0,-2-1 10 0,-4-1-3 16,5 1-11-16,-3-1-3 0,-1-1 20 0,1 2-8 15,0-1-3-15,0-2 6 0,1 2 16 16,-1 1-21-16,1 0 6 0,-1-1-11 15,1-2 4-15,-1 4 12 0,2-3-15 0,-3 1 16 16,0 1-15-16,0-1 8 0,1-2-10 0,1 2 11 16,-2 1-17-16,-1-2 13 0,2 0-2 15,1 1 2-15,-1-1 14 0,0 3-12 0,-2-3 12 16,1-1-8-16,2 3-3 0,-4-1-1 16,2-1-1-16,1-1-8 0,-1 2 13 0,0-2-6 15,-1 2 17-15,3-2-8 0,-3 2-15 16,1-3 7-16,-3 3-12 0,4-2 13 0,-3-1-6 15,0 3 5-15,2-1-12 0,-2 0 21 0,0-1-11 16,4-1 4-16,-2 3 7 0,-2-1-8 16,3 0-9-16,-2 0 11 0,0-1 9 0,-1 2-5 15,2-2-3-15,-1 2-3 0,1-3-11 16,-2 1 7-16,1 2 8 0,0 0 8 0,2-3-10 16,-2 2-2-16,-2 1 2 0,4-3-6 0,-1 2-2 15,-2-1 15-15,0 1 4 0,0-2-17 16,1 4 18-16,3-3-22 0,-4 1 4 0,2 0-3 15,-2 1 17-15,2-2-5 0,0 2-15 16,0-2 2-16,-2 2 4 0,3-1 11 0,-3 0-13 16,3 0 6-16,-1 1-2 0,-1-3-6 0,2 3 16 15,-2-2-17-15,0 2 13 0,3-2 5 0,-2 2-9 16,-2-2-1-16,3 2 13 0,0-1-6 16,-3-1-13-16,3 2 3 0,-3-2 9 0,4 2-18 15,-1-2 17-15,0-1-6 0,-2 3-4 16,1-2 8-16,-2 1 6 0,2-1-14 0,0 2 8 15,0-2 1-15,0 1 3 0,-1 0-12 0,0 0 6 16,1-1-7-16,1 1 4 0,0-2 2 16,0 4 5-16,-2-3 2 0,2 1-10 0,0-1 1 15,0 3 17-15,11 1-12 0,-8-1-9 16,-1 0 10-16,2 0 0 0,-2-1 6 0,-3-1-24 16,3 1 14-16,-3-2 6 0,2 2 3 0,-1 0-14 15,3-2 12-15,-2 1-9 0,-1 1 5 0,1 0 4 16,-1-1 0-16,0-2-4 0,3 3 3 15,-1 0-11-15,-3-1 15 0,1 0-11 16,0 0 0-16,1 1 7 0,-1-3-14 0,1 2 4 16,0 1 2-16,-2-1 6 0,1 0-18 0,0-1 14 15,-2 0 17-15,-2 0-29 0,4 1 13 16,0 1 8-16,1-3-2 0,-4 4-12 0,3-3 2 16,-3 1 2-16,2-1 15 0,1 0-5 15,-2 0-17-15,1 1 7 0,0 0-10 0,2-1 9 16,-4 1-3-16,2-2 12 0,-1 3-8 15,2-3 0-15,-2 3 5 0,1-2-6 0,-1 0 3 16,2 0 9-16,-1 2-17 0,-2-3-1 16,4 3 5-16,-1-2 11 0,-2 0-8 0,2 0 7 15,-1 2-15-15,-1 0 22 0,1-2-13 16,1 0 0-16,-3 2-6 0,3 0 0 0,0-2 10 16,0 0-13-16,-3 1 6 0,5 0 13 0,-3 1-12 15,2-3-4-15,-2 3 21 0,-1-1-9 16,2 0-6-16,2 0-2 0,-2-1 14 0,0 0-12 15,-1 0 0-15,0 4 3 0,1-5-2 0,-1 1-9 16,2 2 8-16,-1-2 13 0,-3 2-4 16,4-2-18-16,-2 0 15 0,-1 2-11 0,2-1 7 15,-1 0 5-15,-1-2-2 0,1 0-9 0,-2 3-9 16,5-2 18-16,-5 2-14 0,2-2 10 16,0 0 1-16,-1 1-9 0,0 1 19 0,0-2-17 15,2 0-5-15,-3 0 11 0,2 1-8 0,-3 0 7 16,5 1 0-16,-1-2 2 0,-2 0 0 15,2 2 8-15,-1 0-15 0,-1-3 5 0,1 2-9 16,-1 0 4-16,2 1-5 0,-1-1 9 0,-2-2-4 16,2 0 2-16,-1 3 5 0,1-1-12 15,-1 0 19-15,2 0-15 0,-3-1 6 0,3 0 14 16,-2 2-6-16,0 0-12 0,1-3-1 16,-2 1 4-16,3 2 11 0,-3 0-8 0,5-2 10 15,-4-1-14-15,0 2 8 0,2 1-17 16,-1-1 9-16,-1 0 14 0,1-2-19 0,0 3 7 15,0-1-8-15,1 0 3 0,0 0 6 0,-2 1 5 16,2 0-10-16,-1-1-4 0,2-1 15 16,-4 2-6-16,3 1 1 0,0-3 11 0,-1-1-15 15,-1 3 6-15,2 0-1 0,-2-3 3 0,0 1 3 16,0 2-10-16,3-2-5 0,-5 1 15 16,3 0-22-16,-2-2 13 0,3 3-4 0,-1-1 15 15,-2 0-23-15,4-2 8 0,-3 3 9 0,1-2-5 16,0 2-13-16,-1 0 17 0,3-3-4 0,-2 1 11 15,-1 2 4-15,2 1-13 0,0-2 0 16,0 0-16-16,0 1 10 0,0-1 9 0,-1 1-8 16,0-1-8-16,1 0 16 0,-2 0-11 15,2 1 7-15,-1 1 9 0,2-3-10 0,-3 3-2 16,1-1 6-16,1-2 5 0,-2 0-7 0,2-1-13 16,0 3 11-16,-1 0 5 0,-1-2 7 0,3 2-18 15,-2 0 4-15,-1-2-11 0,0 0 19 16,0 2-4-16,3-3-6 0,-3 4 4 15,-1-2-5-15,3 0 2 0,-2 1 5 0,1 0 6 16,-1-3-21-16,2 1 21 0,-3 1-12 0,3 0 16 16,-1 0-17-16,-2-1 14 0,0 0-12 15,1 0 12-15,0-1-6 0,1 2-12 0,-2-1-5 16,1 1 17-16,-1-2 5 0,1 2-19 16,0 1 14-16,1-2-15 0,-3 0 11 0,3 0-8 15,-2 0 9-15,0 0 0 0,-1 0-13 0,2 2 13 16,-1 0 6-16,-1-2 3 0,1 0-1 0,-1 0-6 15,3 2-6-15,-1-2-3 0,-2 1 15 16,2 0-15-16,-1 1 7 0,-1-3-5 0,0 0 3 16,4 3-10-16,-2-3 22 0,-2 1 5 15,3 0-18-15,-2 2-3 0,2 0 6 0,-2-2 5 16,0-1-4-16,1 3 3 0,1-1-4 0,-3-2-11 16,0 1 10-16,3 1 11 0,-2 1-2 15,2 0-3-15,-1 0 3 0,-2-2-1 0,3-1-12 16,-2 4 4-16,4-1 5 0,-3 1 2 15,1-1-12-15,-1-1 10 0,1 2-8 0,-1-2 5 16,-1 1-5-16,4 2 0 0,-1-1-1 0,-1 2 17 16,9 2-11-16,-4-3 1 0,-2 2-14 15,-2-3 0-15,3 2 13 0,4 1-2 0,-3 1 13 16,-2-2 3-16,-1 1-16 0,0-2 3 16,-1-1 1-16,1 0 2 0,-1 1-8 0,7 3-5 15,-3 0 15-15,0-1-11 0,-3-1-10 0,2-2 11 16,-3-1-5-16,2 1 16 0,-2 0-24 15,1 0 14-15,0-1 15 0,7 5-17 0,-5-2 12 16,-2-2-10-16,-1 1 2 0,-2-2-11 0,2-1 30 16,-1 1-21-16,-2-3-6 0,1 4 18 15,0-1-2-15,1-2-12 0,-2 0-8 0,1 1-3 16,1-1 12-16,-3-1 8 0,4 2-9 0,-2-1 12 16,-2-1 10-16,3 1-21 0,-3 0-1 15,3-1 15-15,-1 2-4 0,-2-2-11 0,0 0 13 16,0 0-14-16,0 0 10 0,0 0-17 15,0 0 4-15,0 0-2 0,0 0 10 0,0 0-6 16,0 0 8-16,0 0 10 0,0 0-15 0,11 12 5 16,-11-10-1-16,2-2-13 0,0 0 21 0,-1 1-4 15,1 1-4-15,1-1-12 0,-2 0 30 16,0 0-27-16,1 1 7 0,0-2 16 16,1 3-8-16,-2-2-12 0,1 0 5 0,0 1-9 15,0-1 13-15,2 0-6 0,-2 1 5 0,1-2 14 16,-3 3-21-16,4 0 2 0,-1-3-2 15,-1 2 9-15,-1 0-14 0,2 0 1 0,0-1 10 16,-2 1-15-16,0-2 20 0,0 1-5 16,2 1-3-16,1 0 14 0,-1 1 1 0,-3-3-18 15,3 3 5-15,0-2 6 0,-1 2-9 16,-1-2-5-16,1 2 6 0,0 0 5 0,2-2-14 16,-2 2 6-16,-1-2-8 0,1 1 16 0,3 0-13 15,-3 1-1-15,-1 0 18 0,0-1 3 0,2 1-1 16,-1 0-23-16,0-2 16 0,0 2-17 15,-1 0 6-15,2-1-1 0,-2 1 20 0,4 0 0 16,-5 0-17-16,4 0-1 0,-1-1 5 0,1 1-11 16,-2-1 29-16,-1 1-15 0,2-1 5 15,0 3-12-15,-2-3 4 0,1 1-4 0,4 0 8 16,-5 0 3-16,0 1-18 0,4-1 19 16,-2 0-4-16,7 6-12 0,-5-3 12 0,-1-1-1 15,-1-2 1-15,4-1 11 0,-4 3-6 0,-1-4-5 16,1 2-8-16,-1 0 9 0,1-2 9 15,1 0-13-15,-2 3-8 0,2-3 4 0,-1 4 13 16,0-3-17-16,2 1 15 0,-2-1-11 0,1-1 6 16,-2 3-4-16,2-2-4 0,0-2 11 15,0 3-10-15,0 0 8 0,1-1-4 0,-2-1-7 16,0 2 9-16,3-1-5 0,-3 1 20 0,3 0-17 16,-3-3 17-16,2 2 1 0,1 0-16 15,-3 1 4-15,3-2 8 0,-4 1-25 0,1 0 14 16,1-2-2-16,0 2 8 0,2-1-13 15,-3 1-2-15,1 2 8 0,-1-3 15 0,0-1-11 16,0 1-6-16,4-1 1 0,-5 3-1 0,2-1 3 16,-1-1-5-16,-1-1-4 0,1 2 7 15,2 0-8-15,-3-1 9 0,1 0 11 0,0 0-4 16,2 1-11-16,-4-1 20 0,0 1-13 16,-1-2-10-16,7 0 13 0,-5 0-1 0,-1 0 1 15,3 2-5-15,-1 1-2 0,-1-3 1 0,2 0 12 16,0 0-6-16,-2 0 0 0,1 0-11 15,0 2-7-15,1-1 6 0,-1 0 9 0,0 0-8 16,0 1 7-16,-1 0-5 0,3-2-5 0,-1 2 15 16,-2-1-6-16,4 1 8 0,-4 0-5 15,2-1 0-15,0 0 5 0,-1 0-18 0,0 1 8 16,4 0 2-16,-6 0 2 0,5-1-14 16,-3-1 7-16,2 3 19 0,-1-2-6 0,1 0-12 15,0 1-3-15,-3-1 1 0,2 1 9 16,1 0 7-16,-2-1-13 0,1 1 11 15,-1 0-18-15,2-2 0 0,1 2 9 0,-3 1-10 16,2 0 5-16,-1-2 4 0,-2 2 0 16,3-3 5-16,-2 3-4 0,1-3-9 0,0 2 21 15,0 1-22-15,2-2 6 0,-6-1 1 0,4 2-8 16,-3-2 13-16,1 1 0 0,0 0 2 16,-2 1-4-16,4-2 28 0,-4 0 6 15,2 2-12-15,-1-2-18 0,3 3 30 0,-4-3-15 16,3 0-7-16,-3 0-9 0,1 0 24 15,0 0-5-15,-1 0-15 0,1 0 6 0,-1 0 7 16,2 2-26-16,-1-2 0 0,-1 0 17 0,0 0-36 16,0 0-23-16,0-2-41 0,-1 2-36 15,-1 0 11-15,0-5-167 0,-2 5 24 0,-2-4 19 16,-6-4-131-16,0 1 24 0,-3-1 24 0,0-4-13 16,-2 2 41-16</inkml:trace>
  <inkml:trace contextRef="#ctx0" brushRef="#br0" timeOffset="-45608.044">9979 3193 456 0,'0'0'137'0,"0"0"-43"0,0 0 25 16,0 0-29-16,0 0-15 0,0 0 10 0,0 0-30 16,0 0 11-16,0 0 4 0,0 0-8 15,0 0-6-15,0 0-28 0,0 0-3 0,0 0 24 16,0 0-34-16,0 0-1 0,0 0 8 15,0 0 12-15,0 0-35 0,0 0-6 0,16 0 0 16,-16 0 1-16,0 0 25 0,0 0 18 0,0 0-17 16,0 0-15-16,13 0 30 0,-13 0-23 15,20 0 10-15,-18 0-7 0,0 1 15 0,2-2-3 16,-2 1-14-16,1 0 29 0,1 1-11 16,-2-2-21-16,1-1 19 0,-1-1 25 0,1 2-14 15,-1-2-10-15,1 1 10 0,-3-2 8 0,3 2 13 16,-2-1 15-16,-1-1-1 0,0 3-5 0,0-3-7 15,0 2 2-15,-1-1-9 0,-2 0 5 16,3 0-22-16,0 1 7 0,-3-2-17 0,3 4 2 16,-7-5 14-16,7 1-11 0,-5 1-6 0,4 1-1 15,-2 1 5-15,1-1-14 0,0-1 5 16,-3 3-13-16,2 0-4 0,-2 0 5 0,1 0-3 16,1 0 1-16,-1 0-2 0,4 0-14 15,0 0 18-15,0 0-5 0,-7 0-8 0,7 0 4 16,-13 8-9-16,10-5-8 0,-1 0 13 0,1-2-5 15,1 2-16-15,2 1 17 0,-2 0-5 0,2-1-7 16,-2 0 14-16,2 1-11 0,0-1-8 16,1-1-1-16,0 1 16 0,3-1-13 0,-4-2 8 15,7 5-3-15,-7-2 10 0,6-2-8 0,-2 0 5 16,1 0 9-16,-1-1-4 0,0 0-3 16,2-2-1-16,-2 3 14 0,1-3-19 0,-5 2 11 15,0 0-11-15,6 0 3 0,5-12 12 0,-1 3-4 16,0 1 13-16,-6 0-7 0,2 3 7 0,-3-2-10 15,1 2 12-15,-4-3 5 0,2 3 1 16,0 0-2-16,-2 5 23 0,0 0 0 0,0-8-13 16,0 8 18-16,0-7-9 0,0 7-23 0,0-9 18 15,0 9-7-15,-13-13-21 0,9 10 6 16,3 1-8-16,-3-1 12 0,3 2 1 0,-3 0-16 16,0-1 9-16,-1 2-5 0,0 0-2 15,-1 0-11-15,1 2 20 0,5-2 5 0,-15 10-22 16,5-5 7-16,5 2 7 0,0-3-8 0,-4 8 5 15,4-5-13-15,1 2 1 0,0-2-10 16,3 0 6-16,-2-2-3 0,2 2-16 0,1-2 6 16,-1 0 14-16,1-1-30 0,0 0 10 15,0-4-5-15,0 0 6 0,0 8 13 0,0-8 6 16,14 13-4-16,-9-10-11 0,0-2 23 0,-1 1 2 16,1-2-6-16,0 1 3 0,-2 0 6 0,4-1-4 15,-1 0 7-15,-6 0 1 0,0 0-9 0,7 0 11 16,-7 0 6-16,7 0 3 0,6-13 9 15,-10 10-9-15,1 1 15 0,-3-3 11 0,3 2 7 16,-3-1 3-16,0 1-9 0,2-1 6 16,-3-1-15-16,-1 0 34 0,1 5-43 0,0 0 11 15,0-7-9-15,0 7 2 0,0-5-7 0,-13-7-12 16,12 10 0-16,-3-2 9 0,-1 1-40 16,1 1-19-16,1 1-37 0,-1-1 4 0,0 4-33 15,2-1-38-15,-3 2 14 0,1 0-92 16,-2 1-103-16,2-1 25 0,1 2 21 0,1-3 22 15,-1 3 19-15,2-3-76 0,1 1 1 0</inkml:trace>
  <inkml:trace contextRef="#ctx0" brushRef="#br0" timeOffset="-44561.201">10554 3094 493 0,'2'-1'198'0,"-2"1"-51"16,0 0 13-16,0 0-11 0,0 0-5 0,0 0-36 15,0 0 14-15,0 0-19 0,0 0-1 0,0 0 7 16,0 0-32-16,0 0-2 0,0 0-1 15,0 0-14-15,0 0 8 0,0 0-6 0,0 0-9 16,0 0-12-16,-19-12-3 0,13 12 2 0,3 0-6 16,-1 3 3-16,-1-3 2 0,1 1-13 15,-1 1-2-15,5-2-6 0,0 0-8 0,-9 0 11 16,9 0-3-16,-15 6-23 0,10-5 8 0,-1 1 18 16,1 0-12-16,0 1-19 0,1 0 5 0,1 1 5 15,-4 6-5-15,1-3-4 0,0-2 9 16,3-1 11-16,-2 1-6 0,2 1 10 0,2-2-4 15,-3 0-17-15,4-1 16 0,-2 4 2 16,1-3-17-16,1 0 8 0,0 1 2 0,0-5 7 16,0 0-8-16,0 8-6 0,0-1 2 0,0-7 4 15,0 9-9-15,0-4 2 0,0 2 7 16,0-7-2-16,11 16 1 0,-11-10-2 0,5-3-7 16,-2 2 12-16,-1-1-19 0,2-2 14 0,0 3-27 15,7 5 29-15,-3-6-3 0,1 0 16 0,-3-3-20 16,2 2-1-16,2-3 2 0,-10 0 5 15,9 0-15-15,4 0 10 0,1 0 5 0,0 0-11 16,19-11 2-16,-19 7 7 0,2 1 12 16,-1-3-10-16,-6 1 13 0,5 1-8 0,-4-1 0 15,-1 2 1-15,-2 0-1 0,-3 0-13 0,4 2 21 16,-6-3 13-16,3 2-5 0,-3 0 1 0,1 0 11 16,-1 1 7-16,1-1 20 0,-2 1-20 15,3 0-7-15,-1-2 15 0,0 3 7 0,-3 0 1 16,2-2-27-16,-2 2 5 0,0 0-19 0,0 0-14 15,0 0 5-15,0 0 3 0,0 0-18 16,0 0-10-16,0 0-32 0,0 0-39 0,0 0-21 16,11-5-35-16,-12 3 15 0,0 2-280 15,-2-2 29-15,3 2-34 0,-4-4 26 0,2 3 67 16,-7-8 20-16</inkml:trace>
  <inkml:trace contextRef="#ctx0" brushRef="#br0" timeOffset="19067.205">10932 4018 362 0,'0'0'96'16,"0"0"-32"-16,0 0-1 0,0 0-6 0,0 0-7 15,0 0-6-15,0 0-4 0,-14 0-6 0,14 0 52 16,0 0 8-16,0 0 6 0,0-13-14 0,0 13-2 16,0 0 17-16,0 0 2 0,0 0-5 15,0 0-22-15,0 0 20 0,0 0-27 0,0 0 3 16,0 0-17-16,0 0 6 0,0 0-25 15,-12 0 2-15,12 0-21 0,0 0 22 0,0 0-2 16,0 0-16-16,0 0-4 0,0 0 7 0,0 0-3 16,0 0-5-16,0 0 6 0,0 0 0 15,0 0 7-15,0 0-22 0,0 0-2 0,0 0 6 16,0 0-13-16,0 0 15 0,0 0 7 16,0 0-8-16,7-18-6 0,-2 18-1 0,0 0 3 15,0-3 7-15,4 3-24 0,-4 0 6 0,-5 0-12 16,0 0 18-16,9 0 18 0,1 0-41 15,16-4-3-15,-15 3 14 0,2-1 18 0,-3 1-1 16,-2-1-6-16,-2 2 5 0,2 0-21 16,0-2 21-16,-8 2 12 0,6 0-16 0,-1 0-7 15,3 0 5-15,-3 0-3 0,4 0 1 16,1 0-8-16,3 0 18 0,0 0-9 0,-3 0 20 16,-2 0-45-16,-2 0 21 0,3 0-10 0,-9 0 13 15,8 0 25-15,-8 0-29 0,6 0 2 0,-6 0 16 16,9 0-15-16,-9 0-21 0,6 0 12 0,-6 0 23 15,0 0 1-15,7 0-9 0,-7 0-4 16,0 0-22-16,0 0 15 0,0 0 29 0,5 0-16 16,-5 0 11-16,0 0-18 0,9 0 3 0,-9 0 7 15,0 0-9-15,0 0 11 0,0 0-13 16,0 0 22-16,0 0-23 0,0 0-12 0,6 0 2 16,-6 0 12-16,0 0-3 0,0 0 0 0,0 0 20 15,0 0-43-15,0 0 20 0,0 0 7 16,0 0 20-16,0 0-21 0,0 0-28 0,7 0 26 15,-7 0 1-15,7-5-2 0,-6 5-8 0,1 0 3 16,-1 0 10-16,-1 0-3 0,3 0 10 16,-3 0-14-16,2 0 16 0,1 0-20 0,-3-3-14 15,2 3 12-15,0 0 5 0,-1 0 10 0,0 0 8 16,0-2-6-16,1 2 8 0,-2 2-20 0,2-2-4 16,-2 0 2-16,2 0 1 0,-1 0 13 15,-1 0 0-15,0 0 11 0,0 0-26 0,1 0 16 16,-1 0 10-16,0-2 4 0,0 2-41 15,1 0 22-15,-1 0 1 0,2 0-7 0,-4-1 26 16,4 0-19-16,-2 1-3 0,0-1-2 0,0 1 4 16,-2-2 22-16,1 0-53 0,1 0 30 15,0-1 19-15,0 2-14 0,-1-3-26 0,1 0 18 16,-3 1-21-16,1-1 28 0,2-2 19 16,-3 3-16-16,2-4-6 0,-4-5 18 0,0-2-2 15,-1 3-35-15,3 1-1 0,-4-2 15 0,2-1 11 16,3 4 10-16,0-1-16 0,-4 4 1 0,5-2-15 15,-3 2 23-15,3-1-7 0,-2 4 12 16,1-2-4-16,0-2 1 0,0 3-12 0,0-2 15 16,2 1-30-16,-2-2 26 0,-1 3 1 0,2-1-10 15,-1-2 5-15,1 2 2 0,-2-1-1 16,1 2-9-16,1-1 6 0,0 0-5 0,1 0 6 16,-3-2-10-16,3 4-9 0,0-3 18 0,-1 1-21 15,0 1 20-15,1-1 17 0,-3 2-24 16,3-2 12-16,0 5-19 0,0 0 12 15,0-7 0-15,0 7-5 0,0-8-5 0,0 8 14 16,0-9-4-16,0 9 8 0,0-5-5 0,0 5 16 16,0-8-46-16,0 8 17 0,0 0 6 15,0-7 7-15,0 7-31 0,0 0 26 0,0-7-8 16,0 7-8-16,0 0 21 0,0 0-10 16,0-7 7-16,0 7-5 0,0 0 9 0,0 0-22 15,0 0 22-15,0-4 5 0,0 4-10 16,0 0 14-16,0 0 0 0,0 0-14 0,0 0-9 15,0-8 8-15,0 8-15 0,0 0-5 16,0 0-45-16,0 0-14 0,0 0 25 0,-4-7 6 16,4 9-40-16,3-4-77 0,-2 2-38 0,0 2-140 15,3-1 39-15,-4-1 16 0,3 1 11 16</inkml:trace>
  <inkml:trace contextRef="#ctx0" brushRef="#br0" timeOffset="-60920.433">7585 1798 224 0,'0'0'179'0,"0"0"-21"15,0 0-27-15,0 0-42 0,0 0 21 0,0 0-13 16,0 0-12-16,0 0-26 0,22-2-16 0,-22 8-7 16,0 1-21-16,1 2-9 0,-1-9-3 0,0 12 36 15,0 1 3-15,0 4-5 0,0-2 3 16,0-2-4-16,0 0-3 0,0-1-5 0,0-4 9 15,0 1 4-15,0-2-22 0,0 0-27 0,0-7 18 16,0 7 27-16,0-1-12 0,0-6 6 16,0 6-4-16,0-6 30 0,0 8 30 0,0-8-2 15,0 0 10-15,0 5-5 0,-11 3-9 16,11-11-20-16,-2 0 14 0,2 1-17 16,2-1-9-16,-4-2-4 0,2-4-2 0,-1 4-5 15,0-14-7-15,1 11-1 0,0-9-1 0,0 1-7 16,0-5-5-16,0 3 7 0,0-2-12 0,0 4 12 15,10-21-28-15,-9 23 24 0,2 4-7 16,-2 1-9-16,3 1-10 0,-4 1 12 0,4 3-8 16,-3-3 9-16,3 1-15 0,-3 3 19 0,2-3-4 15,-1 3-5-15,-2 0 4 0,3-2 3 16,0 1-11-16,0 1-1 0,-3 1-2 0,3 2 1 16,0-3-6-16,0 3 20 0,0 0-13 0,2 0-6 15,-5 0 9-15,0 0 7 0,0 0-13 16,9 0 5-16,-3 0-1 0,6 12 11 0,-7-7-11 15,6 4 0-15,0 2-7 0,1 1 12 0,-3 0-3 16,-2 0-7-16,4 2 5 0,-2 0-13 16,0-2 17-16,1 2 3 0,-3 1-15 0,-1 0 21 15,3-2-13-15,-5 3-3 0,6-3 3 0,-6 1 11 16,1-3-3-16,-1 3-8 0,1-3 0 16,-3-3 6-16,2-1-17 0,-1-1 9 0,0-2 13 15,-2 0-2-15,1-1-3 0,0 0 1 0,-1-1-4 16,0 3 11-16,1-5-11 0,-1 4-22 0,0-3 33 15,2 2-14-15,-3-2 0 0,0 2 7 16,0-1-18-16,1-2-16 0,-1 0-9 0,0 0-39 16,-4 0-19-16,3 0 8 0,-2-2-100 15,2-1-34-15,-2-2 19 0,-2 2 15 0,4-1-176 16,-2 0 21-16,-3-2 13 0,-1-5-41 16</inkml:trace>
  <inkml:trace contextRef="#ctx0" brushRef="#br0" timeOffset="-60529.816">7629 1862 222 0,'-2'0'184'0,"2"0"-53"0,0 2 28 16,-1-2-24-16,0 0-22 0,1 0 14 15,-3 0-61-15,4 0 15 0,-2 3 26 0,1-3-42 16,0 0 4-16,0 0-15 0,3 0-26 0,-2 0 20 16,0 0 11-16,2 0-43 0,1 0 25 15,-2 2-25-15,2-2 6 0,-1 0 8 16,2 0-19-16,0 2 6 0,-1-2 12 0,2 0-2 15,-1 0-5-15,-5 0 9 0,9 0-51 0,-2 0 10 16,0 0 35-16,0 0-18 0,-1 0 26 16,8 0-3-16,-2 0-25 0,-2 0-12 0,1 0 13 15,-2 0-6-15,0 0-28 0,-9 0 4 0,8 0-76 16,-8 0-29-16,8 0-17 0,-8 0-86 16,6 0-102-16,-6 0-1 0,0 0 15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0T02:27:38.07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9007 3730 262 0,'0'0'83'16,"0"0"-3"-16,0 0-25 0,0 13 15 0,0-13-10 16,0 0-31-16,0 0 20 0,0 0-5 15,0 0-6-15,0 0 22 0,0 0-28 0,0 0 25 16,0 0-9-16,0 0 23 0,0 0-7 0,0 0-9 16,0 0 10-16,0 0-31 0,0 0 50 15,0 0-44-15,0 0 19 0,0 0 24 0,0 0-56 16,0 0 13-16,0 0 29 0,0 0-20 15,0 0-26-15,0 0 40 0,0 0 7 0,0 0-31 16,0 0 14-16,0 0-6 0,0 0-15 16,0 0-14-16,0 0-19 0,0 0 36 0,0 0-23 15,0 0-21-15,0 0 20 0,0 0 4 16,0 0 18-16,14 0-20 0,-14 0-8 0,0 0-7 16,28 9 5-16,-23-9-1 0,0-2 26 0,0 2-21 15,2-3-6-15,-3 2 28 0,4 0-17 0,-1-1-37 16,-1 1 5-16,11-3 26 0,-6 2 6 15,0 0-21-15,-1-2 13 0,6 2 2 0,-3-1 11 16,-5 3-38-16,-4-3 2 0,5 3 47 16,-4-2-18-16,0 0-31 0,-1 2 41 0,0-1-43 15,-4 1-2-15,0 0 13 0,0 0 14 0,6 0 8 16,-6 0-29-16,7 0 17 0,-7 0-5 0,0 0 18 16,8 0-2-16,-8 0-11 0,0 0 8 15,7 0-7-15,-7 0 6 0,5 0-19 0,-5 0 5 16,0 0 16-16,9 0-5 0,-9 0-16 15,7 0 33-15,-7 0-21 0,0-7-33 0,14 2 15 16,-11 3 18-16,0 1 7 0,0 1-9 0,-2 0 8 16,5 0-22-16,-5-1 4 0,0 1 12 15,2 0 6-15,-3 0 10 0,2-1-16 0,-2 1-5 16,0 0-19-16,0 0 22 0,0 0 1 16,0 0 10-16,0 0-3 0,0 0 17 0,0 0-19 15,0 0-3-15,0 0-7 0,0 0 4 16,0 0-5-16,0 0 13 0,0 0-3 0,7 0 20 0,-7 0-5 15,0 0-14-15,0 0-10 0,0 0 19 16,0 0-10-16,0 0-11 0,0 0 4 0,6 0 14 16,-6 0-7-16,0 0 6 0,0 0-29 15,0 0 40-15,0 0-27 0,0 0 28 0,0 0-30 16,0 0-3-16,0 0 10 0,12-4-2 0,-12 4 6 16,0 0-23-16,0 0 10 0,0 0 19 15,0 0-8-15,0 0 14 0,0 0-25 0,2 0 21 16,-2 3-14-16,0-6 15 0,1 3-31 0,1 0 25 15,-2 0-6-15,0 0-7 0,1 0 2 16,0 0 7-16,1 0-27 0,-2 0 17 0,2 0 39 16,-2 0-22-16,2 0-35 0,-2-1 29 0,0 1 7 15,3 0-18-15,-1-2 21 0,-1 1-1 16,0 1-29-16,1-1 7 0,1-2 21 0,2 3-2 16,-3-1-30-16,1 1 40 0,1-3-10 0,-2 3-32 15,2 0 19-15,-3 0 24 0,3-3 10 0,-2 3-22 16,1 0-3-16,-3-1-7 0,5 0 10 15,-5 1-11-15,2 0 19 0,1-2 7 0,-3 1-15 16,1 1 0-16,-1 0 2 0,3 0-43 16,-3 0 36-16,1 0-5 0,2-1 23 0,-3 1-39 15,0 0 17-15,0 0-34 0,2-2 38 0,-2 2-22 16,0 0 27-16,0 0 28 0,0 0-23 0,0 0 6 16,0 0-21-16,0 0-20 0,0 0 33 15,0 0 7-15,0 0-1 0,0 0-9 0,0 0-17 16,0 0 9-16,7-2 4 0,-7 2 23 15,0 0-34-15,0 0-4 0,0 0 37 0,1 0-27 16,-1 0 10-16,0-1 16 0,3 1-61 0,-6 0 43 16,3 0 1-16,0 0-9 0,0 1 4 0,0-1 32 15,0 0-28-15,-1 0 6 0,2 0-14 16,-1 0 32-16,-1 0-8 0,1 0-25 0,0 1 27 16,0-1 7-16,0 1-7 0,1-1-5 0,-1 2-3 15,0-2 4-15,0 0-2 0,-1 0-1 16,1 0 7-16,0 1-22 0,0-1 9 0,0 0-5 15,0 0 2-15,0 0 2 0,0 0 9 16,0 1-34-16,0-1 17 0,0 0-1 0,0 0 11 16,0 2-15-16,0-1 7 0,0-1-16 15,0 0 6-15,-2 1-24 0,2 2 14 0,-1 0 20 16,0 1 19-16,1-2-20 0,-2 1 15 0,1 2-28 16,-1 0 6-16,2-1 1 0,0 2 16 15,-2-1 3-15,0 1-14 0,0 1-8 0,0 11-12 16,-3-3 29-16,3 3-9 0,-1-4-12 15,2 4 22-15,-3-1 5 0,2-2-37 0,-1 2-9 16,0-3 32-16,-2 1-14 0,1-1 24 0,4-5-15 16,-1-1 7-16,-1 1-4 0,2-2 10 0,-1 0-23 15,1-3 12-15,-1 3-2 0,1-3 13 16,0 2 0-16,-3 1 14 0,3-2-34 0,-1 0 19 16,1 0-8-16,0-1 5 0,0 0-3 0,-2-1-9 15,2 3 29-15,0-5-25 0,0 5-11 16,-2-5 37-16,2-1-26 0,0 0 26 0,0 0-30 15,0 0 15-15,0 0 17 0,0 0-10 0,0 8-2 16,0-8-16-16,0 0 7 0,0 0 11 16,0 0 17-16,0 0-9 0,0 6-6 0,0-6-5 15,0 0-8-15,0 0 8 0,0 0-8 16,0 0 2-16,0 0 2 0,0 0-1 0,0 6-2 16,0-6 14-16,0 0-8 0,0 0-10 0,0 0-19 15,0 0 10-15,0 0-32 0,-1 8 31 16,1-10-66-16,-1 1-15 0,1 1 8 0,1 0-98 15,-2-3-114-15,1 0 20 0,2 1 23 0,0 0-60 16,0-2 13-16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0T02:27:35.023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10371 4666 222 0,'0'0'106'0,"0"0"27"0,0 0-20 0,0 0-29 16,0 0-7-16,0 0-20 0,0 0-14 15,0 0-3-15,0 0-4 0,0 0-4 0,0 0 30 16,0 0 43-16,0 0-38 0,0 0 1 0,0 0-12 16,0 0-5-16,0 0 17 0,0 0-25 15,0 0-34-15,0 0 10 0,0 0 27 0,0 0 4 16,0 0-12-16,-3-7-24 0,-1 9 45 16,1 3-27-16,-1-4 13 0,0 0-3 0,-3 2-48 15,4-1 34-15,-4 1-22 0,-4 4 25 0,-1-2-23 16,6 1 10-16,-8 0 14 0,1 1-41 0,0 2 1 15,3-5 39-15,1 1-18 0,1-1 16 16,3-1-8-16,-1-1-4 0,2 1-31 0,-1 1 26 16,1-3 5-16,-2 0 5 0,3-1 6 0,-1 3-23 15,-1 0-12-15,3-3 21 0,-2 1 2 16,1-1-8-16,2 1-17 0,-3-1 44 0,3 2-20 16,1-2-38-16,0 0 23 0,0 0 14 15,0 0-40-15,0 0 35 0,0 0 12 0,-8 0 3 16,8 0-4-16,0 0-18 0,0 0 5 0,-13 10-8 15,13-10 16-15,-2 0-8 0,2 3-4 0,-3-3-2 16,-1 0 7-16,4 0-6 0,-1 2 15 0,1-2-11 16,-2 0-13-16,2 0-13 0,0 0 25 15,0 0-18-15,0 0 32 0,0 0-1 0,0 0-7 16,0 0 3-16,0 0-5 0,0 0 2 16,0 0-6-16,-7 0 13 0,7 0-13 0,0 0 8 15,0 0-24-15,0 0 17 0,0 0 15 0,0 0-2 16,0 0-4-16,-6 0-5 0,6 0 4 15,0 0-4-15,0 0-3 0,0 0-17 0,-7 0 27 16,7 0 5-16,0 0-17 0,-7 10 10 16,4-10-10-16,3 0-6 0,0 0 28 0,0 0-31 15,0 0-1-15,0 2 19 0,0-2 0 0,0-2 3 16,0 1-5-16,-1 1-9 0,2 0 5 0,-3 1-17 16,-1-1 20-16,3 0-20 0,0 0 18 15,0 2-21-15,-3-2 12 0,3-2 8 0,0 2-4 16,-2 0-1-16,2 0 7 0,0-1-2 15,0 1-3-15,0 0 0 0,-3 0 16 0,6 0-13 16,-3 0-17-16,0 0-3 0,-3 0 11 0,3 0 1 16,3-2 11-16,-3 2-24 0,0 3 17 0,0-4-5 15,0 1 17-15,0 0-14 0,0 1 6 16,0-1-16-16,2 0 15 0,0 0-2 0,-2 0-7 16,0 0 13-16,1 0-6 0,-2 0-18 15,1-1 6-15,1 2-7 0,-1-1 18 0,1 2-6 16,2-2 2-16,-2 2 2 0,2-2 12 0,-2 1 1 15,3 0-15-15,-2 2 2 0,1 0-23 16,1-2 12-16,2 3 16 0,-3-1-3 0,10 6 2 16,-6-2-10-16,2 0-3 0,0 3-6 15,1 0 17-15,-1-1 3 0,-4-2-8 0,3-1 7 16,1 4 2-16,4 1-19 0,-6-4 18 0,2 2-22 16,0-2 18-16,1 2-1 0,-3 0 4 15,2 0 7-15,0-1-16 0,-4-3-1 0,0 0 7 16,-1 2-4-16,1-2-3 0,1-3 5 0,-2 3-12 15,0-2 8-15,0 1 18 0,-2 1-10 0,1-2-8 16,1 0-9-16,1 1 17 0,-4 0-9 16,4-1 6-16,-1-3-14 0,-2 4 11 0,0-1 4 15,3-1-1-15,-2 2 8 0,-3-1-15 0,4-2 8 16,-1 2-21-16,-1 0 17 0,3-2 9 16,-4 0-2-16,1 2 6 0,1 0 4 0,-3-2-31 15,3-1 13-15,-3 2-4 0,1-2 18 0,-1 1-15 16,0-1 11-16,1 1-5 0,-1 1-5 0,2-2 2 15,-1 1 2-15,-1-1-6 0,0 2 10 16,0-2-12-16,0 0 10 0,0 0-22 0,0 0 25 16,0 0-14-16,0 0-13 0,0 0 27 15,0 0-17-15,0 0 16 0,0 0 11 0,0 0-28 16,0 0 10-16,0 0 0 0,0 0-9 0,0 0-15 16,0 0-4-16,5 1-49 0,-5-4 8 15,1 0-145-15,1-1-94 0,-2-1-51 0,1 0 25 0,0-2 16 16,-1-1 15-16</inkml:trace>
  <inkml:trace contextRef="#ctx0" brushRef="#br0" timeOffset="-43457.111">11124 6105 348 0,'2'-1'196'0,"-2"0"-13"0,0 1 13 15,0-2-57-15,0 0 8 0,0 2-9 0,-2 0-4 16,2-2-15-16,0 2 1 0,-2-1-49 16,0 1 16-16,-1 0 4 0,0 0-18 0,-1 0-18 15,-3 0-1-15,3 0 4 0,-1 0-9 16,-1 0 18-16,-2 0-30 0,8 0 13 0,-7 0-1 15,-5 0-3-15,-20 12-13 0,14-7 1 0,3-2 1 16,-2 2-6-16,7-1 9 0,-6 3-1 16,6-1-6-16,-1 1-11 0,-1-1 0 0,-2 0-3 15,8 2-1-15,-7-1 1 0,7 1-7 0,-2-2 8 16,-1 4-8-16,4-3 5 0,1 2-13 16,-1-1 3-16,1-1-2 0,3-2-12 15,-2 3 5-15,3-2 11 0,-2 2 7 0,-1-1-11 16,2 0 4-16,1 10-13 0,0-5 13 0,0 0 2 15,0-12-2-15,0 10-6 0,0 2-4 16,0 0 6-16,0-2-11 0,0 1 12 0,11 7 3 16,-9-11-6-16,-1 0 0 0,2-2 4 0,-1 0-19 15,5 9 23-15,0-1-4 0,-3-4-1 0,6 3-11 16,-1-4-2-16,-4 0 3 0,4-2 4 16,-4-1 13-16,-1 0-12 0,3-1 5 0,-3 0-1 15,2-2 0-15,-1 2 7 0,1-2-11 16,12 2-6-16,-6-1 5 0,8 0 9 0,-15-3-5 15,7 0 0-15,2 0-7 0,0 0 4 0,19-10 7 16,-14 4-2-16,-3 4 2 0,2 1-7 0,-4-4 6 16,-4 5-23-16,-1-2 5 0,-3 0 16 15,4-2-2-15,-6 2-9 0,1 0 3 0,-1 0 17 16,0-1-12-16,-1 0 3 0,-2 0 0 16,3-1-17-16,-3 0 5 0,3 0 15 0,-2-2-2 15,-2 4-13-15,3-4 17 0,-2 1-1 0,-1-1 4 16,3 3-22-16,-3-2 19 0,1-2-12 15,0 5-4-15,-1-5 18 0,2 3-16 0,-2 4 12 16,0 0 3-16,0 0-7 0,0-7-10 16,0 7 16-16,0-8-14 0,0 8 17 0,0-7-3 15,0 7 6-15,-11-15 3 0,9 12-8 16,-3 0-10-16,1 1-2 0,0 0 15 0,-2 2-2 16,2-1-7-16,-2-2 11 0,0 3 5 0,1-1-17 15,-2 1-7-15,7 0 11 0,-7 0-1 16,7 0-8-16,-10 0-3 0,2 0 14 0,1 0-19 15,0 0 10-15,7 0-7 0,-10 0 13 0,10 0 3 16,-8 0-12-16,8 0 8 0,-7 0-2 16,7 0 1-16,-8 0-17 0,8 0 21 0,-6 0-25 15,6 0 5-15,0 0 15 0,0 0-2 16,-7 0-6-16,7 0-11 0,0 0 8 0,-6 5 3 16,7-5-7-16,2-1 8 0,-1-1 14 0,3 1-12 15,-1-2 6-15,2 2-12 0,1 1 6 0,8-4-5 16,1-1-6-16,-5 0 21 0,6 0-6 15,-5 4-4-15,1 0-10 0,4-4 21 0,-3 1-11 16,-4 3 6-16,-1-2-14 0,-1 1 3 0,1 0 13 16,-3-1-19-16,-2 2 17 0,1 1 3 15,1-1-18-15,-2 1 3 0,1-2 15 0,-1 1-16 16,0 1 8-16,1 0 2 0,-2-2 9 0,2 2-3 16,-1 0-5-16,-2 0 2 0,3-1-1 15,-2 1-9-15,0-1 13 0,-1 1 6 0,1 0-15 16,-1 0 5-16,-2 0-5 0,0 0 10 0,0 0-4 15,0 0-1-15,0 0-20 0,8 0 12 16,0 12 2-16,-6-9-4 0,-1-1 0 0,1 1 7 16,0 2 1-16,0-1 3 0,0 0-10 0,-1 1-9 15,2 0 11-15,-2 0 12 0,-1 0-7 16,4 0 2-16,-2 1 0 0,0 0-2 0,2 13-3 16,-2-7 0-16,1 0 9 0,-1 7-4 0,1-7 6 15,-3 1-7-15,1 3 2 0,-1-5-15 0,4 0 18 16,-3-3 4-16,-1-3-6 0,0 2-1 15,0-2 4-15,0 0-16 0,0-3 24 0,0 4 0 16,2-5-15-16,-2 2 21 0,1 0-5 16,-1-1 2-16,0 2 20 0,0-2 0 0,0-1-19 15,0 0-9-15,1 1 8 0,-1 0 13 0,2-1-7 16,-2 2-7-16,2-3-3 0,-2 1 13 0,0-1-14 16,0 0-2-16,0 0 1 0,0 0-15 15,0 0 32-15,0 0-29 0,0 3-31 0,-2-5-16 16,0 1-38-16,2 0-18 0,-1-1-34 0,1 0 14 15,-3-2-194-15,3 1-66 0,0 0 5 16,0 0 35-16,0 1 3 0,2-3 49 0,0 3-29 16</inkml:trace>
  <inkml:trace contextRef="#ctx0" brushRef="#br0" timeOffset="-42800.889">11614 6494 310 0,'0'-3'272'0,"-1"0"-53"16,0 1-25-16,1 2-18 0,-3-5-5 0,3 4-22 15,-1 0-11-15,1 0-7 0,-2-1-13 16,1 1-18-16,1 0 9 0,0-1-6 0,-2 1-25 16,2 0-4-16,-1 0 4 0,1 1-20 15,-2-1 4-15,2 1-11 0,0 0 0 0,-1-1 0 16,1-1-30-16,0 2 11 0,0 0 7 0,0-1-14 15,-1 1 4-15,2 0-7 0,-2 0-19 16,-2 0 3-16,3 0 15 0,0 0-13 0,0 0 8 16,0 0-5-16,0 3 3 0,0-1-10 15,0 0 15-15,0 1-13 0,-1 2-7 0,1-1-2 16,1-1 7-16,-2 4 2 0,1-2 0 0,-1 0-3 16,1 1-5-16,0-6 3 0,0 0 8 15,0 8-17-15,0 2 2 0,0 2 14 0,0 0-1 16,0 3-7-16,0-1-1 0,0 1 9 15,0-3-16-15,0 2 10 0,0 3-2 0,0-3 5 0,0-1-13 16,0-3 26-16,0 0-17 0,0-1 14 16,0-1-10-16,0-2-5 0,0 0 16 0,0-6-8 15,0 8-8-15,0-2 19 0,0-6-8 16,0 7-1-16,0 0-3 0,0-7 25 0,0 6-3 16,0-6 8-16,0 6 9 0,0-6 0 0,0 0 15 15,0 7-9-15,0-7-37 0,0 0 8 0,0 8 6 16,0-8 15-16,0 0-2 0,0 0-19 15,0 6-11-15,0-6 4 0,0 0-21 0,13 8-28 16,-13-8-22-16,-1-1-67 0,1 0 12 16,-2-2-256-16,-1 0 29 0,2-2 25 0,-3 2 24 15,-7-8 22-15,-5 0-62 0,6 1 58 0,-4 0-62 16,-1-2 10-16</inkml:trace>
  <inkml:trace contextRef="#ctx0" brushRef="#br0" timeOffset="-45082.072">10470 5463 394 0,'0'0'64'0,"0"0"-31"0,0 0 39 15,0 0 1-15,0 13-7 0,0-13-12 16,0 0-4-16,0 0 6 0,0 0-15 0,0 0 5 16,0 0 0-16,0 0-6 0,0 0-6 15,0 0-1-15,-12 0 20 0,12 0 20 0,0 0-5 16,0 0-7-16,0 0-5 0,0 0 21 16,0 0-5-16,0 0 9 0,0 0-39 0,0 0 23 15,0 0 5-15,0 12-5 0,0-12-26 0,0 0 14 16,0 0-19-16,0 0-4 0,0 0 20 15,0 0-10-15,0 0-32 0,0 0 15 0,0 0-4 16,0 0 11-16,0 0-14 0,0 0-16 0,0 0 30 16,0 0-8-16,0 0-1 0,0 0 8 15,0 0-1-15,0 0-27 0,0 13 12 0,2 2-3 16,1-14-11-16,2 0 17 0,0 1 9 0,3-1-4 16,4 6-22-16,1-7 18 0,0 1-20 15,-4 0 32-15,1-1-15 0,8 5-23 0,-18-5 17 16,13 0-5-16,-3 0-2 0,-1 0 23 15,1 0-18-15,-1 0 1 0,-2 0 10 0,-1 0-12 16,1 0-14-16,1 0 6 0,-1 0 8 0,-7 0 1 16,17 10 4-16,-9-10-10 0,-4 2 12 0,1-1-12 15,-1 1 4-15,1-2-13 0,1 1 10 0,0 0-8 16,-4 1 1-16,5-2 7 0,-3 0 1 16,1 2 2-16,0-1-20 0,-3-1 16 15,2 2 14-15,-1 1-1 0,-1-3-6 0,2 1-7 16,-1 0-2-16,-1 1 11 0,0-1-10 0,-2-1 11 15,0 0-11-15,0 0 4 0,0 0-6 16,10 0 2-16,-10 0 4 0,6 0-1 0,-6 0-1 16,0 0 5-16,4 0-25 0,-4 0 24 0,0 0 3 15,9 0 2-15,0 9-21 0,-8-9 14 16,0 1 0-16,-1-1-3 0,0 0 3 16,0 0 2-16,0 0-2 0,0 0-6 0,0 0-10 15,0 0 17-15,0 0-16 0,8 0 16 0,-7 1-20 16,0-1 16-16,-1-1-6 0,2 2 8 15,-1 0-2-15,-1-2 4 0,1 2-11 0,1-1-4 16,0 2 10-16,0-2-5 0,-2 0-2 0,2 0 14 16,-1 2 1-16,3-2-5 0,-1 0 7 0,-2 1 7 15,-1-1-11-15,4 1-10 0,-2 0 11 16,1-1-5-16,-2 2 2 0,-1-2-24 0,3 0 27 16,-1 0-8-16,2 1 1 0,-2-1-13 15,-1 2 27-15,1-2-13 0,2 1 1 0,-2 0 1 16,1 1 1-16,-2-1-5 0,2-1 6 0,0 0-10 15,-1 1 7-15,-1-1 10 0,1 2-7 16,-1-1 7-16,2-1-7 0,-3 0 8 0,2 0-2 16,-2 3-10-16,3-3 9 0,-1 0-11 15,-2 1-22-15,0-1 24 0,0 0-11 0,0 0 9 16,0 0-17-16,0 0 22 0,0 0-5 16,0 0 4-16,0 0-3 0,0 0 15 0,0 0-22 15,0 0-2-15,0 0 16 0,8 0-4 0,-8 0 12 16,0 1-17-16,1-1 17 0,-2 0-1 15,2 0 10-15,-2 2 0 0,1-2-3 0,0 0 0 16,1 0 8-16,-2 1-8 0,1-1-3 16,0 0-4-16,1 0-8 0,-2 0 19 0,1 2-24 15,1-1 2-15,-2-1 15 0,2 0-14 0,-1 0 9 16,0 0 1-16,0 1-4 0,0 0-1 0,-1-1-3 16,0 4-17-16,-2-4-2 0,2 3 14 15,-2 1 4-15,-2-1 4 0,-3 7-3 0,-1 2 3 16,2-5-14-16,-3 8 17 0,-1-8-5 0,1 7-16 15,-1-2 8-15,4-4 16 0,-2 1-4 16,-1 5-9-16,4-7-5 0,2 0 9 0,-1-3-9 16,0 0 24-16,1 1-21 0,0 0 4 15,0-5-1-15,4 3-2 0,-1-3 11 0,0 4-8 16,-2-3 5-16,2 3-13 0,-1-1 24 0,1-3-9 16,0 2-1-16,-2 1-1 0,2-3 0 0,1 3-9 15,-3-2-6-15,2 2 16 0,0-1-13 16,0-2 8-16,1 1-9 0,-2 1 21 0,0 1-8 15,-2-2 1-15,4 1 11 0,-1-1-13 16,0 1 2-16,-1-1-6 0,0 1 19 0,-2 0-20 16,4-2 1-16,-3 3 16 0,3 1-19 0,-2-3 17 15,-1 2-17-15,1-2 3 0,0 2 13 16,2-1-3-16,-2 0-20 0,-2 1 9 0,1-1-10 16,2 1 1-16,-1 0 0 0,0 0 1 15,0-3 1-15,-1 3 6 0,3-1-6 16,-1 1 0-16,-1-3 6 0,0 3-2 0,1-3 5 15,-2 2-11-15,2 1 14 0,-2 1 10 0,-2-1-26 16,3-1 22-16,-1 1 3 0,-3 1-9 0,4-1-19 16,0 2 11-16,-1-3 10 0,-2 2 5 15,2-1-10-15,-1-2-4 0,1 3-9 0,-1-1 24 16,4-1-17-16,-4 0 2 0,3-1-9 16,-2 2 17-16,2-1-11 0,1-1 12 0,-2 0-20 15,-1 1 9-15,3-2-2 0,-1 1-14 0,-1-1 3 16,1 2-35-16,1-2-12 0,0 0-66 15,0-5 12-15,1 1-196 0,1-2-71 16,3-11 17-16,-3 7 24 0,1 1 23 0,-3-1 26 16,0 3-26-16</inkml:trace>
  <inkml:trace contextRef="#ctx0" brushRef="#br1">11628 7870 252 0,'0'0'88'0,"0"0"-85"16,0 12-12-16,0-12-15 0,0 0-11 0,0 0 35 15,0 0-19-15,-3 26-25 0</inkml:trace>
  <inkml:trace contextRef="#ctx0" brushRef="#br1">11609 7966 242 0,'0'0'121'0,"0"3"2"0,0-2-18 0,0 1-13 16,0-2-12-16,0 2 9 0,0-2 40 0,0 0-36 15,0 0 10-15,0 0 28 0,0 0-41 16,0-2-13-16,0 2 20 0,2-2-7 0,-1-2-34 16,1 2-1-16,-2-2-19 0,2 1 15 15,0-3-15-15,-2 1 4 0,3-1 1 0,-2-1-10 16,2 2 7-16,-3-2-2 0,3 1 1 0,-3-1 10 15,0 2-25-15,3 1 0 0,-3-3 2 16,0 2-22-16,0 0 24 0,1-1 8 0,-1 2-23 16,0 0 13-16,0 0-9 0,0-2-3 15,0 6 16-15,0 0-19 0,0 0-9 0,0 0 15 16,0-5-14-16,0 5 2 0,0 0-1 0,0-8-11 16,0 8-3-16,0 0-25 0,0 0 46 15,0 0 6-15,4-9-26 0,-4 12 4 0,0-1-3 16,0-1-3-16,0 5 1 0,0-1 24 15,0 0-29-15,0 1 28 0,-1 0-4 0,2 0-7 16,-2 3-5-16,1-9-15 0,0 7 22 16,0 0-2-16,0 0-28 0,0 4 18 0,0 3 16 15,0-5-6-15,0-2-3 0,0 0 28 16,0-1-7-16,0-6-19 0,0 7-6 0,0-7 16 16,0 7 6-16,0-7-12 0,0 0-12 15,0 6 14-15,0-6 1 0,0 0-35 0,0 6 29 16,0-6 4-16,0 0 6 0,0 0-7 0,0 0-26 15,0 6 27-15,-10 1-6 0,10-8 4 16,-1-2-32-16,1 0 18 0,-2 0-29 0,2-3-2 16,0 1 33-16,2-3 31 0,2-8-10 0,-4 9-23 15,0-4-3-15,0 0 16 0,0 2 3 16,0 0-2-16,0 1-29 0,0 0 35 0,0 0-18 16,0 1 4-16,0 7 6 0,0-8 8 15,0 8 2-15,0-8-12 0,0 8-9 0,0-7-21 16,0 7 30-16,0-5 2 0,0 5-14 15,0 0 20-15,-7-9-7 0,7 9 16 0,0 2-7 16,-1 2-12-16,-1 1 13 0,2 1-42 0,0-1 35 16,-1 13 5-16,1-11-4 0,0 2-5 15,0 3 16-15,-8 14-20 0,7-14 13 0,1 4-6 16,-3-3-7-16,3 1-31 0,0-6 46 0,0-1 1 16,0 0-28-16,0-7 16 0,0 0 16 15,0 8-10-15,0-8-3 0,0 7-27 0,0-7 1 16,0 7 36-16,0-7 2 0,0 0 9 0,0 0-10 15,0 0-14-15,0 9 25 0,-1-10-8 16,2-4-8-16,-1-1-12 0,0-1 35 0,-1-9-32 16,1 5 12-16,0-3 10 0,0-5-16 15,0 0 7-15,0-1-8 0,9-21 8 0,-8 24-9 16,3 1-11-16,-1 2 8 0,-3 6-10 0,0 1 19 16,0 2-50-16,0-2 37 0,1 6-6 15,-1 1-2-15,0 0 17 0,0 3 1 0,2 3-21 16,-4 14 11-16,2-7-4 0,0 6-24 15,0 4 4-15,0 3-216 0,-9 31-97 0,5-28 14 16,-1-3 18-16,-1-6 12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0T02:26:39.301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8003 5016 642 0,'0'0'246'16,"0"0"-28"-16,0 0-34 0,0-14-2 16,0 14-12-16,0 0-21 0,3-20-23 0,-6 19-10 15,3-1-10-15,0-2-8 0,-1 4-10 0,2 0-10 16,-2 1-25-16,2 4 6 0,-1 0 2 16,0 0-11-16,-1 14-9 0,1-9 7 15,0 4-21-15,0 3 8 0,0 3 5 0,0 0 3 16,0-1-25-16,0 3 17 0,12 20-7 0,-8-21 14 15,-4-2-23-15,4-1 5 0,-4-3-3 16,2-3 14-16,-1-1-7 0,-1-2-11 0,4 7-5 16,-4-16 18-16,0 8-28 0,0-1 6 15,0-7 9-15,0 8-14 0,0-8 0 0,0 6 28 16,0-6-8-16,0 0-17 0,0 0 0 0,1 10-19 16,-2-10-17-16,0-3-16 0,-1 1-11 15,0-5-37-15,0 1-12 0,0-10-34 0,0 0 13 16,-2 3-49-16,4 4-26 0,-3-3-3 0,2-4-88 15,-1 3 20-15,2 13 23 0,0-12-44 16,0 2-41-16,0 0-4 0</inkml:trace>
  <inkml:trace contextRef="#ctx0" brushRef="#br0" timeOffset="484.355">8008 5058 290 0,'0'-9'172'15,"-2"-4"41"-15,-1 9-65 0,3 0 20 16,0 0-42-16,-1 0 21 0,1 0 10 0,-1-2-6 15,1 4-35-15,0-1-22 0,0 3 10 16,0 0-7-16,0 0-1 0,0 0-42 0,0-7 10 16,10-3-13-16,-5 6 7 0,0 2-11 15,8-5-2-15,-3 6-1 0,5-2 0 0,6 1-13 16,-9 1 4-16,3 1-10 0,-5 0 2 16,-10 0-18-16,9 0 10 0,6 0-13 0,16 10 12 15,-17-5-4-15,3 3 11 0,-5-1-13 0,2 2-8 16,-2 4 15-16,1-1-25 0,-4 0 21 15,0 2-1-15,-2 0-1 0,-1-1-9 0,1 2 10 16,-2 1 8-16,-1-1-9 0,-3-1-7 0,-1-4 9 16,3 1-5-16,-3-4-5 0,0 6 19 15,-12 15-8-15,8-13 6 0,0-2 12 0,-5 1-20 16,0-1 1-16,-2-1 11 0,4 0-2 16,-4-1 7-16,2 2 8 0,-5-5-2 0,2 5-6 15,-1-5 30-15,0-1-18 0,0 0 29 0,1-1-4 16,-3 3-39-16,0-6 24 0,5-2-15 15,0 0 11-15,0 1 21 0,2-1-6 0,-1-1-10 16,0 2-7-16,9-2-3 0,-7 0-5 16,7 0 4-16,-9 0-12 0,0 0 6 0,9 0 2 15,-9 0-10-15,5 0-33 0,4 0 5 0,-10 0-30 16,10 0-28-16,-7 0-14 0,7 0-50 16,-8 0-35-16,8 0 14 0,0 0-268 0,0 0-15 15,-11-12 16-15,13 7 26 0,0 0 59 16,5-7 16-16,1-2 7 0,3-1 20 0,5-3 35 15</inkml:trace>
  <inkml:trace contextRef="#ctx0" brushRef="#br0" timeOffset="8265.379">8174 4784 310 0,'0'0'93'0,"0"0"-28"15,0 0 11-15,0 0-21 0,0 0 6 16,0 0-10-16,0 0 1 0,0 0-7 0,0 0-5 15,0 0-5-15,0 0-20 0,0 0 1 0,0 0-4 16,0 0 32-16,0 0-8 0,0 0-10 16,0 0 14-16,0 0-14 0,0 0-10 0,0 0 0 15,0 0-4-15,0 0-2 0,0 0-1 0,0 0 0 16,0 0-2-16,0 0 1 0,0 0-2 16,12 0 27-16,-12 0-1 0,0 0-41 0,0 0 0 15,0 0 0-15,0 0 2 0,0 0 29 0,20 8-3 16,-18-5-6-16,-1 0-1 0,0-1 16 15,1 5-3-15,1-4-2 0,0 1 10 0,-2 3-5 16,2-3-1-16,0 3-3 0,1 7-3 16,2-5-4-16,0 2-1 0,-2-3-2 0,-2 0-16 15,1-4 25-15,-1 2-1 0,2 1-47 16,-1-5 2-16,-1 4 15 0,4 0 2 0,-5-1-1 16,1 0 32-16,1 0-2 0,0 0-2 15,-1 0-8-15,9 9 16 0,-8-6-16 0,1 1 10 16,-2-3-11-16,2 2 8 0,3 3-20 0,-2-2 11 15,-2-3 19-15,1 1-25 0,0-1-34 0,-1-3 33 16,-1 3 2-16,1-3-3 0,9 9 0 16,-7-4 1-16,1-3 15 0,-3 2 0 0,-1-1 16 15,-1-3-8-15,2 2-23 0,0 0-5 0,-1 0 2 16,1-3-12-16,-1 4 43 0,1 0-23 16,8 4 5-16,-7-3-12 0,3 1-26 0,-1-1 29 15,-3-2-25-15,1 1 33 0,0-1-5 16,0 0 4-16,-2-2-7 0,3 2 3 0,-1 0-2 15,-1-2 7-15,6 8-15 0,0-4 11 0,-4 1 10 16,0-3-19-16,-1 0-9 0,3 0 37 16,-4-3-23-16,0 4 4 0,1-3 3 0,0 1-10 15,3 8-7-15,1-6-9 0,-2 1 35 0,-1-4-26 16,1 3-3-16,-1-2 27 0,6 4-5 16,-4-1 7-16,-1-1 9 0,-2-3 5 0,0 2-17 15,1-3-3-15,-1 3-28 0,-1-3 23 16,2 3 6-16,-2-2-2 0,2 0 5 0,-1 1 7 15,1-1-12-15,2-1-4 0,-4 4-13 0,10 1-9 16,-1 1 23-16,-5 0-23 0,2-4 20 0,-3 1 5 16,1-2 10-16,5 6-21 0,-3-2-19 0,-1-1 28 15,0-2-20-15,4 3-2 0,-1 0 21 16,-2-4 13-16,-2 1-16 0,0 0 11 0,7 3-15 16,-5-2-1-16,2 4 12 0,4-1-16 15,-5-4 12-15,-2-1-16 0,1 2-6 0,2 3 12 16,1-1 13-16,-2-1-12 0,-2-1 12 15,-2 2-2-15,3-3-4 0,2 4-4 0,1-2 11 16,-3-1-4-16,0 1 5 0,-1-3-15 0,5 3 6 16,-5-2-3-16,1 3-8 0,-3-2 5 15,1 0 13-15,-1-1-24 0,0-1 13 0,5 4-6 16,2 0 21-16,-2 5-20 0,-1-7-5 0,-3 0-12 16,1-1 37-16,1-1-8 0,-2 1 2 15,9 3-19-15,-4-1 11 0,-2-1 4 0,-2-2-3 16,1 6-13-16,5-3-3 0,-5 0 6 15,-2-3 16-15,-1 2-2 0,-1-1-14 0,1 1 13 16,0-2-16-16,-1-2 2 0,-2 3-6 0,4-1 24 16,-2-2-4-16,7 6-4 0,3 1 12 15,-9-3-9-15,1-1 3 0,0-1 2 0,0-1-20 16,0 1-3-16,-2 1 2 0,1-3 5 0,-1-1 3 16,0 3 3-16,2-1 7 0,-1 1 2 0,-1-2-27 15,-1 2 21-15,11 2-1 0,-5-5 14 16,-1 5-20-16,0-3 9 0,-1 0 4 0,-4-2-4 15,3 3 7-15,-2-3-10 0,2 2 8 0,-1 1 3 16,2-1-15-16,-4-1 4 0,2 0 11 16,3 2-7-16,-3-3-24 0,1 1 19 15,11 3 8-15,-6 0 7 0,0-2-7 0,3 1-18 16,-3 0 16-16,0-1 1 0,-4 0-10 0,9 0 4 16,-4 1 6-16,-4-3-21 0,1 0 6 15,-2 3 24-15,1-3-6 0,2 2 5 0,-5-2-12 16,10 5-5-16,2-3 11 0,-4-1 4 0,-2 1-9 15,0-1 8-15,0 0 8 0,-2-1-12 16,10 0 3-16,-6 0-9 0,1 0 3 0,3 1 0 16,-11-1-1-16,3 0 3 0,2 0 7 0,3 0-12 15,-1 0-5-15,1 0-3 0,-2 0 13 16,1 0 7-16,0 0-25 0,-1 0-2 0,-2 0 15 16,-2 0 3-16,-2 0 6 0,3-6-6 0,-2 6 3 15,-1 0-6-15,0 0 12 0,2 0-24 0,-3 0 14 16,0 0-20-16,1 0 28 0,1 0-12 15,-1 0 1-15,7-12-18 0,5 10 15 0,-7 1-3 16,2 0 13-16,-14 1 1 0,9 0-8 16,1 0-7-16,5 0 16 0,0 0-9 0,-1 0 4 15,-2 0-12-15,0 0-3 0,14-11 12 0,-13 11-8 16,-2 0 14-16,-3-2-6 0,2 2-3 0,-4 0-3 16,3-1 1-16,-2 1 2 0,0-3 1 15,1 3-4-15,11-2 0 0,-8 0 3 0,0 2 10 16,4-4-24-16,-1 2 1 0,-4-1 14 15,-2 0 9-15,1 2-18 0,-1 1 6 0,-1-3 0 16,-3 0-6-16,11-3 12 0,-3 4-6 0,-2-1-3 16,-3 3 8-16,3-3 1 0,-4 1-6 15,2 0 15-15,-3 1-17 0,1 1 4 0,3-1 1 16,3-5 0-16,-2 4-17 0,3 2 16 16,-4-3 4-16,-2 1 2 0,4 1-8 0,1-5-13 15,0 3 12-15,-2 3-6 0,-1 0 16 0,-2-2-1 16,0 0-7-16,1 1-7 0,-3-1 5 0,0 0 15 15,2 1-12-15,-1 0 2 0,-1-1-4 16,0 2-5-16,0 0 10 0,0-1 1 0,2-2-9 16,-2 3 3-16,1-1 17 0,-2-1-5 15,1 2-21-15,2-1 18 0,-1 1-15 0,-1-4 0 16,0 3 14-16,-2 1-23 0,3-3 8 0,1 3 21 16,-3 0-11-16,2-2-11 0,-1 0 12 15,0 1 2-15,-1-1 0 0,1 0-4 0,1 2-5 16,-2 0 1-16,0-1 5 0,0 1-4 15,2-4 4-15,-2 4 2 0,0 0 0 0,1 0-9 16,-1-3-4-16,0 3 15 0,-1 0 3 0,3-1-2 16,-4 0-5-16,2-1 11 0,0 1 2 0,0 1-9 15,-1-3-1-15,1 2-8 0,-1 0 2 16,2-1-6-16,0 0 14 0,-1-1 6 0,2 3-11 16,-2-2-9-16,1 1 8 0,-1-1 8 0,1 0-11 15,-1 0-8-15,2 0 25 0,-3 1-6 16,3 1-10-16,-2-2-8 0,3-1 11 0,-2 2 11 15,0 0-10-15,0-2-6 0,-1 1 4 16,0 1-8-16,1 0 12 0,1-2-2 0,7-2-3 16,-5 1-11-16,-1 1 13 0,1 1 7 0,-5-3-13 15,0 3 12-15,2 1 5 0,1-1-13 0,-1 0 0 16,0 2 11-16,1-3-9 0,-1 3 5 16,0-1-9-16,2-2 16 0,-2 2-16 0,1-1-1 15,-1 0-9-15,-1-1 21 0,3 1-24 0,-1-1 24 16,-1 3-15-16,3-3 7 0,-2 0 4 15,-1 0-5-15,0 3-11 0,2-3 13 0,0 1 8 16,-1 0-5-16,0 1 0 0,-2-1-8 0,11-4 1 16,-7 2 16-16,-2 0-24 0,2 0 12 15,-3 1 0-15,3 2 1 0,-3-1 1 0,0 0-18 16,0-1 9-16,1 0 7 0,-2-1 0 16,1 1-6-16,-1 2 8 0,1-2-4 0,-1 2-2 15,1-2 5-15,2 1 0 0,-2 0 5 0,0-1-8 16,1 1 3-16,-2-2 1 0,2 2-6 0,-2-1-14 15,9-2 13-15,-4 0 11 0,0 0-17 16,-3 3 7-16,-1-1 2 0,0 0 1 0,0 2 1 16,1-2 4-16,-1 1-13 0,-1-1 21 15,1 3-14-15,0-4-1 0,-1 1 0 0,3 0 5 16,-3 1 0-16,1 0-6 0,-1-1-9 0,0 1 14 16,1-1-1-16,-1 0-3 0,2 1-10 0,0 0 12 15,-3-1 5-15,3 1-6 0,-1-1-2 16,0 0 11-16,0 2-12 0,0-3 10 0,1 2 0 15,-2-1-21-15,1 1 0 0,1-2 12 16,0 1-4-16,-1-1 12 0,5-3 0 0,1 2-14 16,2-2 6-16,-6 0-11 0,-1 4 17 15,2 1 0-15,-2-1 7 0,-1-1-5 0,-1 1-8 16,0 1-9-16,0-1 4 0,1 1 6 0,-3-1 2 16,2 1-5-16,0 0 13 0,1-1-19 15,-2 1 14-15,3 0-11 0,-1-1 9 0,0 0 7 16,-2 1-13-16,1 0-12 0,1-1 19 0,-1 1 12 15,0 0-10-15,0-1 1 0,2 1-7 16,-2-1 16-16,0-1-17 0,1 2-2 0,-1-1-3 16,-1-1 3-16,1 0-6 0,1 3 16 15,0-3-19-15,7-3 17 0,-6 2-4 0,3-1 2 16,-5 0-1-16,3 2 3 0,-1-2-4 0,-2 3 13 16,2-1-4-16,-1 4-7 0,-1-3-7 15,1-1 16-15,-1 2-13 0,0-1 0 0,0-1 4 16,1 2-4-16,0-1 2 0,-4-2-11 0,4 2 4 15,0 3 20-15,-2-4-22 0,0 1 16 16,0 2-4-16,2-1-8 0,-1 0-8 0,1-1 6 16,-2 1 5-16,0-2 8 0,0 1-11 0,1 1 7 15,1-1-10-15,0 1 11 0,-2 0-8 16,1-2 10-16,-2 2-7 0,2 0 7 0,0-1 1 16,0 1-6-16,-1-1 5 0,1 2 2 0,0-4 1 15,1 5-12-15,-3-2 5 0,2 1-17 0,0-3 19 16,-2 1-1-16,2-3 1 0,1 5-3 15,-1-2 0-15,1-2 8 0,8-2-20 0,-4 4 16 16,-4-4-18-16,2 5 19 0,-4-4 1 16,3 2-5-16,0 0-4 0,-2 1 5 0,0-2-9 15,2 3 24-15,-4 0-10 0,0-3-7 16,3 2 9-16,-2 1-18 0,-1-2 16 0,4 1 4 16,-4-2-13-16,1 2 2 0,1-1-1 15,-1 0 2-15,-1 0 5 0,6-7-11 0,1 4 3 16,-6 1 1-16,1 1 7 0,1 0-1 0,-1 1-9 15,-1-1 1-15,0 2 6 0,0-1-10 16,1 2 7-16,-1-2 8 0,-1 0 0 0,2 1-15 16,0-1 2-16,-3 1 3 0,2-2 7 0,1 2-4 15,-1 0 2-15,0-1-4 0,1 0 9 16,0 1-18-16,-4 1 4 0,10-10 4 0,-2 7-8 16,-6 0 8-16,3 0 5 0,-1 0-6 0,-3 1-5 15,3 0 12-15,-1 3 5 0,0 1-18 16,-3-3 22-16,4 0-10 0,-1 1-6 0,0-2-9 15,-1 2 3-15,2 1 20 0,-2-1-3 16,0-2-12-16,0 1 19 0,2 1-18 0,-3 1 0 16,4-1-8-16,-3-1 22 0,-1-1-11 0,2 1-5 15,1 1 2-15,-4-1-3 0,2 0 14 0,0 1-15 16,1 0-5-16,-1-3 15 0,1 3 6 16,-2-1-1-16,2 1-10 0,-1-2 4 0,0 0-11 15,0 1-2-15,1 2 22 0,-2-4-11 16,1 4 1-16,2-1 3 0,-4-2-3 0,4 1-10 15,-2 1 8-15,2-2 9 0,-4 1-12 0,2 2 1 16,-1-2 11-16,2 2-7 0,0-2-11 0,-2 2 16 16,1-3 2-16,1 1 0 0,0 2-19 15,-2-2 22-15,0 1-12 0,3 1-11 0,-2-1 3 16,-1 0 20-16,2 0-9 0,-1 0 8 0,1-1-20 16,0 3 22-16,0-5-16 0,-1 5 8 15,-1-3 8-15,1 2-9 0,2-3-11 0,-1 1-6 16,-2 2 20-16,2-2-9 0,0 0 4 0,-2 2-14 15,1 1 23-15,1-3-11 0,0 0-2 0,-2 1-8 16,2 0 25-16,-1 0-10 0,-1 0 6 16,3-1-4-16,-1 0-3 0,-1 2-7 0,-1 0 2 15,0 1 5-15,2-3-9 0,-1 3 12 16,0-1-18-16,-1 1 20 0,1-2-8 0,-2 1 6 16,4 0-10-16,-4-1 6 0,0 2 4 0,0-1-19 15,1 0 4-15,0 0-2 0,0 1 8 16,-1 0 1-16,3-2 0 0,-3 0-19 0,0 1-33 15,0-1-63-15,1 0 12 0,-1 2-248 0,0 0-42 16,0 0 26-16,0-7 24 0,-13-3 33 16,11 4-2-16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0T02:33:43.737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10712 8002 272 0,'0'0'56'0,"0"0"-14"0,0 0 0 15,0 0-9-15,0 0 0 0,0 0 2 16,0 0 54-16,0 0-48 0,0 0 8 0,0 0-35 15,0 0 44-15,0 0-20 0,0 0-41 0,0 0 16 16,0 0 6-16,0 13-24 0,27 4 37 16,-27-16 3-16,1 3-9 0,-1-2 2 0,0 0 6 15,1-1-18-15,0 4-8 0,-1-5 10 0,2 2 17 16,-2 0-45-16,1 3 4 0,2-3-10 16,-2-2 25-16,-1 3 23 0,1 1-20 0,-1-3-31 15,2 2 53-15,-2-3-33 0,0 0 2 16,0 0 8-16,0 0-3 0,0 0 2 0,0 0 13 15,0 0-46-15,0 6 48 0,0-6-7 16,0 0-3-16,0 0-2 0,0 0 57 0,0 0-26 16,0 0-6-16,0 7-3 0,0-7-2 0,0 0-5 15,0 0 10-15,0 0 15 0,0 0 20 0,0 0-37 16,0 0 8-16,0 0 7 0,0 7-19 16,0-7-21-16,0 0 24 0,1 6-15 0,-1-6 26 15,0-2 3-15,0 2-16 0,0-3 8 0,-1 3 3 16,1 0-10-16,-2 0 17 0,1 0 1 15,0 0 3-15,1 0 5 0,0 0 2 0,-4 0-10 16,4 0-18-16,-2 0 14 0,0 0-5 16,2-1 8-16,-2 1 20 0,0-1-4 0,1-1-18 15,-2 1-4-15,2-1 4 0,-1 1 14 0,-1 0-16 16,-1-2-2-16,3 0 26 0,-2 2-20 16,-3 0-7-16,5-3 4 0,-2 1-15 0,-3 0 3 15,4 1 2-15,1-2-3 0,-4 2 16 0,1-2-25 16,-2 2 3-16,2 0 4 0,0-1-15 15,0 1 13-15,0-1 7 0,1-1 3 0,-1 1-3 16,-2 0-18-16,3-1 1 0,-1 1-5 0,0 1 1 16,0 0 15-16,1-1-33 0,0-1 32 15,-1 1-2-15,1 2-20 0,0-3 39 0,-1 3-23 16,0-2-23-16,3 0 8 0,-3-1-8 16,0 3 14-16,3-1-22 0,-3-1 20 0,1 0-13 15,1 2 1-15,1-1 11 0,1 0-10 0,-5 1-6 16,3-2 22-16,1 3-25 0,-2-2-3 0,1 0 8 15,1 1-5-15,-2-1 20 0,2 1 5 16,-2 0-11-16,3 0-17 0,-3-1 28 0,1 1-27 16,-1 0-1-16,2-1 3 0,-2 1 16 0,0-2-19 15,2 0 47-15,-2 2-48 0,3 0 20 16,-2-1-11-16,-1 0-6 0,3 2-2 0,-1 0-13 16,-2-2 10-16,2-1 13 0,-1 2-14 0,0 0 9 15,2-1-8-15,-1 1 9 0,-1-1 12 0,1 1 27 16,1 1-24-16,-1 0 0 0,-1-1-9 15,0-2-1-15,2 3-13 0,-2-3 3 0,2 2 19 16,-3 0-17-16,3-2 2 0,-1 3-6 16,-1-1 12-16,1-2 13 0,1 3-27 0,-1-1 13 15,-1 0-8-15,2-2-12 0,-1 3 31 0,0-1-5 16,1-1-10-16,-1 2 13 0,-1-1-14 0,1 1 27 16,1-1-28-16,0 0-3 0,-3 0 5 15,3 0 4-15,0 0-8 0,-1 1-7 0,1 0 6 16,-1-3-7-16,1 3 14 0,0 0 34 0,0 0 0 15,0 0-38-15,0-2 7 0,0 2-20 16,0 0 35-16,0 0-33 0,0 0 23 0,0 0 0 16,0 0-26-16,0 0 14 0,0 0-17 15,0 0 21-15,0 0 11 0,0 0-17 0,0 0 1 16,0 0 12-16,-4 0-7 0,4 0 39 0,0 0-15 16,0-2-8-16,0 2-11 0,0 0 14 15,0 2 4-15,0-2-41 0,0-2-1 0,-1 1 21 16,1 1-14-16,1 0 16 0,-1 0-20 0,-1 0 15 15,2-2-9-15,-1 2 41 0,1-1-59 16,1 1 22-16,-1-1-3 0,0 0 2 0,0-2 1 16,2 4-13-16,0-2 16 0,-2-2 12 0,1 3-13 15,1-1-13-15,-3 1 15 0,4-3 35 0,-1 2-39 16,-1 1 8-16,3-3 3 0,-2 2-11 16,-2-1 10-16,4 0 2 0,-1 0-12 0,0 2-3 15,0-3 6-15,0 2 2 0,0-2 3 16,1 2 8-16,1-2-10 0,-1 2 4 0,0-2-29 15,0 0 23-15,1 2 2 0,0-3 23 0,6-1-15 16,0 0-19-16,-4 1 15 0,-3 0-5 16,4 1-16-16,-2 3 1 0,0-4 27 0,-2 1-42 15,0 1 13-15,0 1 24 0,-1-3-22 0,2 1 22 16,8-3-28-16,-6 2-13 0,2 0 45 16,-3 1-23-16,-1-2 3 0,-1 3-6 0,-1 0 25 15,2-1-32-15,-3 0 3 0,2 2 18 16,-1-5-11-16,0 5-10 0,0-1 1 0,-2-2 8 15,2 1 9-15,2 1 4 0,-2-2 0 16,1 1-6-16,-2 1 13 0,-2-1 2 0,4 0-28 16,-3-1 1-16,1 0 4 0,1 3 16 0,-1-3-5 15,-2 3-9-15,3-1 26 0,-3-1-34 0,2 1 20 16,-1 0-9-16,1 2 1 0,-2-3 25 16,2 2-10-16,-1 0-18 0,0-2-5 0,-1 1 6 15,0 1-2-15,-1 0 4 0,4-2 14 0,-2 0 7 16,1 3-8-16,-1-2-13 0,1-1-1 15,0 0 0-15,-1 2-11 0,-1 1 15 0,2-2-5 16,-3-1 25-16,3 2-4 0,-1-1 1 0,-2 2 8 16,1-1-32-16,3 0-1 0,-4 0 21 15,1-1-16-15,1 1 27 0,-1 1 4 0,-1 0-32 16,0 0 25-16,3 0-8 0,-2-3-24 0,-1 3 0 16,0-2 16-16,1 2 26 0,0-1-15 15,1 1 1-15,-2 0-31 0,0 0 8 0,0 0 5 16,0 0 10-16,4 0 21 0,-3 0-13 15,-1-1-23-15,0 1 15 0,-1-1 3 0,2 1-21 16,-1 0-10-16,0-2 2 0,0 2-18 16,0 2-39-16,0-2-2 0,-1 0-80 0,1 0 15 15,-2 1-157-15,0 1-90 0,-1 0 27 0,3 1-47 16,-2 0 25-16,-1-1 69 0,2-1 3 16</inkml:trace>
  <inkml:trace contextRef="#ctx0" brushRef="#br0" timeOffset="2734.299">10619 8376 234 0,'0'0'172'0,"0"-11"-68"0,-13 11-7 15,13 0-12-15,0 0-10 0,0 0-8 0,0 0 75 16,0 0-62-16,0 0 38 0,0 0 1 16,0 0-49-16,0 0 10 0,0 0 15 15,0 0-12-15,0 0-7 0,0 0 7 0,0 0-22 16,0 0 0-16,0 0-3 0,0 0-19 0,0 0 18 16,0 0-16-16,0 0-2 0,0 0 12 15,0 0-21-15,0 0-2 0,0 0-13 0,0 0 1 16,0 0 10-16,0 0-10 0,0 0 3 0,0 0-1 15,0 0 3-15,0 0 13 0,0 0-5 16,0 0-7-16,0 0 11 0,0 0-13 0,0 0 3 16,0 0 11-16,0 0-16 0,-9 8 4 0,11-5-6 15,1-1 8-15,6 10-6 0,0-6 0 16,0 0 12-16,-3-1-4 0,3 6-8 0,0-5-15 16,0 0 15-16,-3-3-12 0,2 3 1 15,6 3 8-15,-7-1-2 0,3 1-9 0,1-1 1 16,-3-2 11-16,1 2-6 0,-2 0-1 15,1-3 0-15,-5-1-3 0,2 0 1 0,-1-4 8 16,1 5 5-16,0-4 8 0,-2 0-6 0,2 0-4 16,-3 1 2-16,2 0-1 0,0 0-9 15,0 0 26-15,0 0-23 0,-2 0 10 0,0-2-15 16,1 3 7-16,1-3 8 0,0 3-9 0,0-2-9 16,-3 2 29-16,4-1-18 0,-2-2-5 0,1 0 11 15,-2 2-15-15,2-1 12 0,-3-1 7 16,4 2-2-16,-4-2-21 0,2 2 8 15,1-1-13-15,-1-1-5 0,-1 0 19 0,-2 1-10 16,4 0-11-16,-3-1 24 0,1 2 2 0,0-2-8 16,-2 1 22-16,1 0-26 0,1-1 19 0,0 0-17 15,-1 2-3-15,1-2 12 0,-1 0-14 16,-1 0 2-16,0 1 4 0,3-1-7 0,-2 0 28 16,0 0-31-16,-1 0-6 0,0 0 33 15,1 0-25-15,1 0-2 0,-1 0 19 0,0 0-4 16,-1 3-28-16,2-3 12 0,-2 0 26 0,0 0-27 15,0 0-4-15,1 0 6 0,-1 0 16 16,1 1-25-16,-1-1-5 0,0 0 35 16,0 0-11-16,1 2-15 0,-1-2 4 15,2 0 24-15,-2 0-35 0,1 0 9 0,0 0 0 16,-1 1-4-16,0-1 13 0,0 0-5 0,0 0-7 16,0 1 27-16,2-1 10 0,-2 0-30 15,0 0 13-15,0 0-3 0,0 0-12 0,0 0 16 16,0 0-1-16,0 0-21 0,0 0 4 15,0 0 4-15,0 0-2 0,0 0 14 0,0 0-13 16,0 0-2-16,0 0 28 0,0 0-35 0,-11 16 22 16,9-13-17-16,-2 2 18 0,-1 5 11 0,-2 0-30 15,-2 3-2-15,0-3 39 0,-2 4 12 16,5-3-36-16,-3 1 35 0,1-3-50 16,-1 1 29-16,3-5-8 0,-1 2 44 0,1 0-50 15,1 0-7-15,0-3 24 0,-4 7 4 0,2-1 10 16,1-5-13-16,1 0 26 0,-1 2-38 15,4-4 18-15,1 3 5 0,-3-1-4 0,0-3 12 16,2 1-4-16,-1 0-3 0,-1 0 2 0,2-2-8 16,-3 4 1-16,2-3-12 0,1 1 22 15,0-1-16-15,0 1 15 0,-2-1-15 0,4-2 0 16,-3 0-7-16,3 1-10 0,-2 0 17 0,-1 1-34 16,1-2 34-16,1 0-6 0,0 1-23 15,1 1 0-15,-1-1 1 0,0-1 1 0,1 0-1 16,0 1 1-16,0 0-40 0,0 1-22 15,-3-2-17-15,2 0-51 0,1 0-20 0,0 0-22 16,0 0-38-16,0-2 19 0,1 1-222 0,2 1-37 16,-2-1 26-16,0 0 63 0,-1-1-5 0,4 1 24 15,-1-2 19-15,-2 2-60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0T02:31:24.742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5736 8829 290 0,'0'0'138'0,"0"0"-9"0,0 0 2 0,0 0-18 15,0 0-14-15,0 0-11 0,0 13-63 16,0-13 0-16,0 0-3 0,0 0-3 0,0 0-3 15,-13 27 0-15,13-22-2 0,0-2-1 0,2 1-15 16,0-2-3-16,-1 1 2 0,1 1 1 16,0 2 54-16,2-4-24 0,-3 1-2 0,4 0-11 15,-1-1 3-15,1-2-18 0,-3 0-12 16,1 0 29-16,1 0-27 0,1-3 25 0,1-1-2 16,-2 2-2-16,0-4-3 0,5-2-1 15,-1-1 24-15,-2-2 29 0,-5 4-18 0,2-2-8 16,-3 2 3-16,0 0 14 0,0 7 13 0,0 0 8 15,0-9-14-15,0 1 26 0,0 8-7 0,-13-17-21 16,5 6 5-16,-4 4 1 0,3 0 10 16,-4 3-6-16,1 2-18 0,0 1 0 15,4-1-9-15,1 2 4 0,-3 0-7 0,10 0 0 16,-7 0 5-16,1 0-24 0,6 0 5 0,-27 12-2 16,15-4-4-16,2 0-1 0,-1 2-5 0,6-2 7 15,-1 0 3-15,0-1 0 0,3-2-26 16,0 12 11-16,3-5 0 0,0-5 14 0,0-7-21 15,0 8-13-15,0 0 15 0,0 0-3 16,14 16 4-16,-6-15 2 0,-1-1 10 0,-2-1-18 16,3 0-6-16,-1-4-4 0,0 1 14 15,1-4 2-15,-1 0-7 0,-1 0 5 0,3 0 0 16,3 0-2-16,16-18-12 0,-18 14 20 0,3-5-4 16,-6 2-6-16,3-2 7 0,-7 1 6 0,0-1 2 15,1 1 4-15,-3 1 2 0,-1 1 1 16,0 6 3-16,0-6 21 0,0 6-2 0,-12-25-6 15,7 17 4-15,-5-3-3 0,2 4 11 0,-4-1-5 16,3 4-4-16,1-1-25 0,0 0 23 16,1 3-10-16,1 0-30 0,-1 2-16 0,2 0-40 15,5 0-25-15,-12 0 9 0,-9 11-138 0,8-4-170 16,0 4-8-16,-4-1 58 0,3-3 24 16,-4 0-34-16,2-1-7 0</inkml:trace>
  <inkml:trace contextRef="#ctx0" brushRef="#br0" timeOffset="-42422.384">5732 8782 226 0,'0'0'100'16,"0"0"20"-16,0 0-79 0,0 0 50 0,0 0-11 15,0 0-11-15,0 0-8 0,0 0-31 16,0 0-5-16,0 0-2 0,0 0 22 0,0 0-5 16,0 0-4-16,0 0-5 0,0 0-13 0,0 0 18 15,0 0-3-15,0 0 8 0,0 0 8 16,0 0 12-16,0 0-20 0,0 0-4 0,0 0-4 16,0 0-2-16,0 0-4 0,0 0 24 0,0 0-14 15,0 0-24-15,0 0 9 0,0 0 45 16,0 0-32-16,0 0 3 0,0 0 0 0,0 0-2 15,0 0-36-15,0 0 19 0,0 0 8 0,0 0 15 16,0 0-1-16,7 7-10 0,-10-4-9 16,1-1-11-16,0 0 27 0,0 1-5 0,1-3 20 15,0 4-28-15,0-3 22 0,-1 2-31 0,0-1 3 16,0 0-1-16,0 1 14 0,2-1-25 16,-3 3 17-16,0-3-25 0,1 1 16 0,1-1 23 15,-3 1-19-15,2-3 2 0,2 3-6 16,-3 0-2-16,2-2-4 0,1 1 11 0,-2 0-1 15,1 0 13-15,0 1-24 0,0-2 8 0,1 0-16 16,0-1 22-16,0 0-2 0,0 0-4 16,0 0-13-16,0 0 10 0,0 0 18 0,-12 15-15 15,11-15-18-15,-1 3 11 0,-1-1 12 16,3 1-8-16,-3-1-10 0,1-2 10 0,2 4-10 16,-4-1 1-16,4-1 7 0,-6 4 2 0,4-5-2 15,1 3 7-15,-2 0-25 0,0-1 5 0,1-1 11 16,-1 1 4-16,1 0-2 0,0 0-2 15,0 0 10-15,0-1-11 0,0 0-9 16,0 1 12-16,2-1 6 0,-4 2-9 0,3-1 4 16,-1-3-13-16,1 4 7 0,0-2 5 0,-2 1 8 15,1 1-3-15,-1-1-6 0,2-1-9 0,-3 2 5 16,2-1-9-16,0-1 6 0,0 1-2 16,-1 0 9-16,0-1 10 0,0 3-14 0,0-3-7 15,2 3 9-15,-3-2 1 0,1 2-5 0,0-1 14 16,2-1-14-16,-3 2 5 0,1-2 1 15,0 1-3-15,0-3-11 0,1 3 21 0,-2 0-19 16,1-1 9-16,1 2 5 0,0-3-10 0,-1 2 13 16,0 0-15-16,3-1 9 0,-3-2 5 15,0 2-15-15,1 1 3 0,0-1 4 0,0-1-12 16,1 1 21-16,-3-1 7 0,4 1-21 0,-3-1-3 16,1 1-4-16,2-1 11 0,-3 0 0 15,1 1-4-15,0-2 2 0,1 0 15 0,-1 2-9 16,0-2-5-16,0 2 3 0,2 0 10 0,-2-2-18 15,0 0 18-15,2 2-8 0,-3 1-4 16,1-3 0-16,0 3 7 0,-1-1-20 16,3-1 0-16,-3 2 5 0,2-1-9 0,-4 1 9 15,2 0 7-15,1-3-6 0,-1 5-2 0,0-4 18 16,1 3-2-16,-1-4-22 0,1 1-2 16,-1 3 8-16,2-3 2 0,-2 0-3 0,2 2 20 15,-3-1-19-15,2 1 22 0,-2 0-17 16,1-2-4-16,1 3 2 0,0-4 13 0,-1 2-10 15,0 0 2-15,0 0 9 0,0 2-19 16,1-3 7-16,-3 1 21 0,2 1-20 0,1-1-7 16,0 1 0-16,-2 0 20 0,0-1-2 0,0 1-19 15,3-1-1-15,-3 1 4 0,-2-2 11 0,4 3-11 16,-1-1 9-16,-2-1-1 0,3 2-14 0,-2-3 18 16,2 3 2-16,-2-3-12 0,1 3 21 15,-2-2-20-15,3-1-4 0,-3 2 23 0,1 0-16 16,1 0-13-16,-1-1 35 0,2 1-29 15,-1 0-3-15,-2-1-4 0,0 1 12 0,1-1-5 16,0 1 11-16,0 0 7 0,1 0 3 0,-6 5-16 16,2-2 21-16,1-2-9 0,1 1-18 15,0-3 16-15,1 1-2 0,1 0-1 0,0-1 5 16,-1-2 1-16,1 4-25 0,0-2 1 16,0 0 7-16,0 1 1 0,-1-1 24 0,2-1-11 15,-1 2-24-15,-1-1 6 0,1-1 30 0,-1 3-29 16,0-2-6-16,0 2 18 0,1-1 20 15,-7 4-24-15,3-4 7 0,3 5 22 16,-1-5-31-16,1 0 6 0,1-1-6 0,1 0 6 16,-2-1 8-16,-1 2 2 0,4-2-16 0,-3 1 7 15,2-2 25-15,-2 2-30 0,1 1 24 0,0-1-20 16,1-2 34-16,-2 3-16 0,2-3-25 16,0 1 13-16,-3 2 12 0,1 0-18 15,3-2-11-15,-4 1 9 0,1 2-9 0,1-1 21 16,0-1-20-16,0 1 19 0,-2 0-29 0,2-2 12 15,-1 2-3-15,1-1 17 0,-1 1-8 16,1 1 6-16,-1-2-12 0,1 2 8 0,0-3 20 16,-2 4-32-16,2-5 17 0,-2 5-15 0,2-1 14 15,0-1-2-15,-6 6-17 0,5-3 34 16,-3-1-36-16,6-2 4 0,-3 3 2 0,0-3-4 16,1 1 39-16,-1 0-30 0,1-2-2 15,-9 6 13-15,8-3-2 0,0 0-21 0,-1-1 10 16,3 2 36-16,-2-2-36 0,3-2 1 0,-3 4 11 15,1-4-9-15,1 2 5 0,-2 0-18 0,-2 9 28 16,1-6-11-16,1-1 15 0,-1-1-12 0,3 2 7 16,-2-4-12-16,1 1-1 0,-1-2-14 15,-3 11 47-15,3-7-40 0,4 1 2 0,-6-3 16 16,2 2-3-16,0-2 25 0,1 0-52 16,1 2 35-16,-2-2-20 0,-1 7 7 0,-1-3-3 15,0-3 11-15,4 2-16 0,-4-3 18 0,3-2-13 16,3 2 12-16,-4 0-1 0,1 0-6 0,1-2 21 15,-1 1-30-15,0 0 2 0,2 0-6 16,-2 0 8-16,0-1 16 0,-1 1 8 0,4-1 3 16,-4-1-39-16,2 3 13 0,2-2 16 15,-4 1-27-15,1-1-11 0,1 2 15 0,-2-1 5 16,0 1 22-16,2-2-40 0,-7 9 24 0,2-5-17 16,-1-1 2-16,2 0-1 0,-2 6 9 0,1-6 7 15,2 1 8-15,-3 0-9 0,4-2 4 16,-1-1-1-16,1 2-6 0,-1-2 1 0,1 1 17 15,-7 5-3-15,0-2 15 0,2 0-3 16,-1 2-41-16,1 0 16 0,4-4-16 0,-3 0 23 16,1-1-12-16,1 2 0 0,0-3 24 0,3-1-4 15,-3-1-1-15,2 4-2 0,3-4-8 0,-4 3-2 16,0-4 4-16,4 2 13 0,-3 1-4 0,1-3 0 16,0-1-1-16,1 5-44 0,-2-3 18 15,2 1-1-15,-1-2 17 0,-2 3-1 0,2-2-10 16,0 1-6-16,0 1-4 0,-1-2 2 15,2 1 0-15,-2 2 2 0,-1-2 32 0,-6 6-16 16,2 1-3-16,-1-5 0 0,-1 7 13 0,3-7-8 16,-2 6-2-16,0-7 0 0,0 5 20 15,0-2-4-15,-1 1-21 0,0 1 8 0,0 0 14 16,3-2-6-16,-3 1-17 0,1 0 5 0,0 2-11 16,1 2 25-16,3-8-25 0,-3 2 20 0,2-2-21 15,2 1 21-15,-3 0 10 0,4 0-28 16,-5 2-2-16,-1 0 30 0,1 1-3 15,-4 1-32-15,7 0 12 0,0-3-6 0,1-2 2 16,1 2 10-16,-1-4-3 0,0 4-21 0,2-3 6 16,-1 1 8-16,2 0-10 0,-2-2 25 0,1 3-31 15,-1-3 0-15,2 3 8 0,-2-3 24 0,1 1-18 16,2 0 5-16,-4 1 29 0,3 1-19 16,0-4-17-16,-1 3 11 0,1 0-21 0,-3-2 23 15,4 2 0-15,-2 0-10 0,-3 1 19 0,5-3-27 16,-2 1 14-16,-1 1-5 0,0-1-6 15,2 1-6-15,-7 7 13 0,-1-2-3 16,2 4 11-16,-1-6-4 0,0 1-9 0,3 0 15 16,-1-2-28-16,1 1 18 0,1-1 6 15,-7 2-3-15,6 0 8 0,0-1-11 0,0-2-3 16,-5 3-3-16,2 0-6 0,4-2 13 16,-2-1 1-16,1 0 0 0,-4 4-14 0,2-4 31 15,0 2-24-15,2-2 15 0,2 0-1 0,0-1-1 16,1-1-14-16,-1 1 16 0,0-1-25 0,0 1 11 15,-1-1 6-15,1 1 5 0,0 0-13 16,2-1-15-16,-1 1 35 0,-1-2-24 0,3 3 12 16,-3-2 2-16,2-1-5 0,-1 2 6 15,-2-2-5-15,3 2 4 0,-1 0-6 0,-1-1-13 16,0-1 17-16,2 1-1 0,-1 1-14 0,-1 0 26 16,-1-1-1-16,3 1-28 0,-1 0-1 15,-1 0-3-15,-1-1 26 0,3 1-7 0,-3 0 23 16,-4 10-38-16,1-8 33 0,1 2-16 0,0 2-2 15,-3 2 6-15,3-3 3 0,2-1-3 16,-2-2-17-16,-1 3 19 0,0 1 10 0,2-3-13 16,-3 2-4-16,-1 1-1 0,0 0-2 15,3-1-9-15,0-4 17 0,0 2-3 0,-2 6 0 16,5-5 0-16,-6 1-2 0,2-2-2 0,0 5-1 16,1-5 0-16,2-2 8 0,-2 1-15 0,2-2 5 15,1 0 1-15,1 1 1 0,-1-2-9 16,-1 1 13-16,3-1 1 0,-2 1 9 0,-1-1-14 15,2 0 9-15,0 2-14 0,-1-1 7 16,-7 6 10-16,5 0-8 0,0-3 14 0,0 0-5 16,1-1-16-16,-1-1 28 0,-3 5-19 0,2-2-16 15,-1-1 14-15,3-1 4 0,-3 4 3 0,-3-1 1 16,2 4-1-16,3-9-6 0,-2 0 8 16,3-1-14-16,1 2 20 0,-1-2-23 0,2 0 7 15,-1 1-6-15,2-2-20 0,-1 0 41 0,1 2-17 16,-2 0-2-16,3-1-1 0,-2-1 0 15,0 2 1-15,1-1 12 0,-2-3-12 0,2 5-2 16,-1-2 16-16,-1 0-16 0,2 1 4 0,-1-2-12 16,-2 2 31-16,0 0-20 0,4 0-4 15,-5-1 6-15,3-1 9 0,-6 7-1 0,0-1-12 16,1-1 13-16,-2 1-27 0,1-1 12 0,-3 2 12 16,5-3 4-16,1 0-17 0,-1 0 3 15,3-2 6-15,-1 0 2 0,0 1-7 0,1-2 19 16,-1 0-38-16,1 1 25 0,2-1-13 15,-2 1 21-15,0-1 1 0,0-2-22 16,0 3 31-16,0-1-25 0,0 1 4 0,0-1-1 16,0-1 12-16,0 3 8 0,0-2-28 0,0 1 6 15,0-1 2-15,2-1 14 0,-2 3-10 0,-1-2-9 16,1-2 16-16,0 2-27 0,0 0 3 16,-1-2 2-16,3 3 12 0,-1-3 7 0,-1 2-20 15,-1 0-2-15,3 0 20 0,-2 0-4 16,1-2-11-16,-3 3 16 0,4-1-1 0,-1-2 4 15,-1 3-12-15,1-1-3 0,-2 1 15 0,0-1-1 16,1-1-11-16,0 3 14 0,0-3-4 16,1 3-6-16,-1-5 15 0,-1 3-3 15,-4 6-8-15,0-4-29 0,4 2 3 16,-3-3 38-16,3 1-1 0,1-2-2 0,-1 3-22 16,1-2 10-16,-1-1 11 0,2 1-14 0,-7 4-10 15,3-4 28-15,0 1-28 0,2 1 13 16,0 0-6-16,0-1 4 0,1-2 3 15,0 2-5-15,2-4 19 0,-2 4-29 0,0-2 18 16,0 1 2-16,0-2-10 0,1 2-8 0,0-1 34 16,-1-2-12-16,2 2-16 0,-1 1-11 0,-1-1 40 15,3-1-17-15,-2 1-11 0,-2 0-1 0,3 0-8 16,-1 0 15-16,-1 0 7 0,2-1-10 16,-1 2 7-16,-1-1-22 0,2 2 12 15,-2-2 4-15,1 2-19 0,0-2 32 0,0-2-33 16,-1 4 30-16,3-2-29 0,-3 1 43 0,1-1-12 15,2 0-12-15,-3 1 2 0,2-1 4 16,-1 1-2-16,-1 0-4 0,1 0-27 0,-1-1 33 16,0 1 6-16,1 1-11 0,-6 4-8 0,2 4 22 15,-3-1-24-15,3-5 5 0,-3 3-6 16,1-3 2-16,3-2 20 0,-6 5-16 0,5-3 27 16,0-3-22-16,1 2 9 0,0 1-16 15,0-4 4-15,2 3 2 0,-1-3 9 0,0 1-13 16,1-1-11-16,-1 2 15 0,1-3-8 0,-7 6 24 15,3-1-29-15,-4 2 6 0,6-4-5 16,-3 1 20-16,4-1 5 0,0-1-12 0,-5 4-2 16,-4-2 12-16,7 2-28 0,-4 0 28 0,2-4-4 15,2 3 4-15,1-2-11 0,1 1-4 16,-7 2 12-16,2 0-22 0,4-1 8 0,-6 5 12 16,2-7-8-16,1 4-6 0,-2 2-1 15,0-7 16-15,5 4-14 0,-1-3-9 0,0 0 21 16,-2 6-2-16,0-3-6 0,-2-2 5 15,5-1-21-15,0 1 25 0,1-2-9 0,1-1 10 16,0 0-22-16,2-1-4 0,-2 3 27 0,1-4-2 16,0 2 20-16,-1 1-22 0,0 0-6 15,0-2 2-15,0 1 0 0,1 1 0 0,-1-2-7 16,1 1 10-16,-2 1 3 0,-4 7-3 16,2-7-3-16,-1 0-1 0,4 2-8 0,0-3 21 15,0 1-13-15,-1-2 20 0,4 2-17 0,-2-2-20 16,0 0 30-16,-1 1-12 0,3-2 12 15,-1 2-6-15,-1 0-8 0,1-1-7 0,-1 1 5 16,1-1 2-16,-1-1 25 0,0 1-41 0,1 2 20 16,-2-2-26-16,-1 1 9 0,4 0 32 15,-3-1-15-15,1 1-7 0,1 0-12 0,-2-2 14 16,1 2-3-16,0-1-10 0,0-1 29 0,0 0-24 16,2 2 25-16,-5-1-9 0,6 0-5 15,-4 1 15-15,1-3-2 0,1 3-2 0,-2-2 3 16,3 2-39-16,-3-3 21 0,4 2 0 15,-4-1 4-15,3 1 13 0,-2-1 4 0,-1 1-24 16,2-2 12-16,-1 0 4 0,1 2-20 0,-1 1 37 16,2-3-19-16,-2 2-19 0,2-1 14 15,-2-1 7-15,1 1-11 0,1 2 10 0,-2-3-13 16,-1 1 17-16,4-1-21 0,0 0 15 0,0 0-1 16,0 0-20-16,0 0 6 0,0 0 7 0,0 0-7 15,-6 0 7-15,6 0-2 0,0 0-15 16,0 0 15-16,0 0 15 0,-8 0-29 0,8 0 30 15,0 0-10-15,0 0-16 0,0 0 6 0,-5 0 7 16,5 0 8-16,0 0-5 0,0 0 8 16,0 0-24-16,-10 0 7 0,10 0 18 0,0 0-13 15,0 6 18-15,-7-6-26 0,7 0 23 0,0 0-14 16,0 0-17-16,-6 0 1 0,6 0 2 16,0 0 15-16,0 0 12 0,-7 0-14 0,7 0 6 15,0 0-6-15,0 0-19 0,0 0 7 0,-7 0 40 16,7 0-19-16,0 0-24 0,0 7 17 0,-8-7 1 15,8 0 5-15,0 0 13 0,0 0-11 16,-6 0-21-16,6 0 11 0,0 0 13 0,0 0-6 16,0 0-8-16,-7 0 5 0,7 0 3 15,0 0-3-15,0 0-3 0,0 0 13 0,-6 0-3 16,6 0-10-16,0 0-12 0,0 0 19 0,0 0-19 16,-6 0-8-16,6 0 33 0,0 0-19 0,0 0 28 15,-8 0-36-15,8 0 21 0,0 0-28 16,0 0 12-16,0 0 26 0,-6 0-10 0,6 0-2 15,0 0-22-15,0 0 24 0,0 0-14 0,-7 0 27 16,7 0-15-16,0 0 14 0,0 0-17 16,0 0 2-16,-9 0-10 0,9 5 22 0,0-5-26 15,-7 0 14-15,7 0-17 0,0 0 1 16,-7 0 24-16,7 0-9 0,0 7-2 0,-7-7 20 16,7 0-29-16,-7 0 9 0,7 0 1 0,0 0 1 15,-7 5-1-15,7-5-1 0,0 0-26 16,-8 0 21-16,-2 14 3 0,6-11 7 0,0-1 5 15,2 0-12-15,-2 1-14 0,0 0 19 16,0 0-4-16,0-1-12 0,-1 0 6 0,2 3 12 16,-1-3-3-16,-6 9-7 0,3-5 10 0,-1-3-19 15,3 2 23-15,0 0-6 0,0-1 8 16,2-1 12-16,-2 0-23 0,2 1 6 0,0 0-11 16,-1-1 2-16,-1 0 6 0,1 1 6 0,1-3-7 15,-1 3-16-15,2-1 22 0,-3-1 4 0,3 2-4 16,-1-2-3-16,-1 2 11 0,0-2-18 15,0 1 1-15,1-1-4 0,0 2-16 0,-1-1 23 16,1 0-15-16,-1-1 29 0,2 1-14 0,-1-1-15 16,1 1 15-16,-3 0-27 0,1-1 10 15,3 2 30-15,-3-3-17 0,0 3 15 0,3-1-7 16,-3-2 18-16,-1 2-37 0,5 0 21 16,-5-1 14-16,2 1-13 0,2-1-9 0,-4 1 23 15,2-1-23-15,1 3-32 0,-2-5 39 16,0 3-1-16,1 1-17 0,-2 0 19 0,3-3 8 15,-2 1-22-15,1 1 24 0,1-1 7 16,-1 1-14-16,1 0-1 0,0-2 7 0,0-1-3 16,-1 3 8-16,1-3-17 0,0 2 4 15,1 0 12-15,-1-2-5 0,0 1-23 0,0 1 4 16,0-1 16-16,2-1-45 0,-1 0 25 0,0 1-3 16,0 0 1-16,1 1 1 0,0-2-59 0,0 0 4 15,0 0-35-15,0 0-12 0,0 0-44 16,0 0-17-16,0 0-60 0,0 0 21 0,0 0-180 15,-2-3-77-15,4 2 29 0,1-2 29 16,-1-2 29-16,-1 1 23 0,2-3 58 0,2-7-23 16,1-3 21-16</inkml:trace>
  <inkml:trace contextRef="#ctx0" brushRef="#br0" timeOffset="-37016.293">1894 9047 270 0,'0'0'78'0,"0"0"-2"0,0 0 12 0,-14 0-7 15,14 0-35-15,0 0-5 0,0 0-5 16,0 0-4-16,0 0 45 0,-13 0-10 0,-3-15-8 16,15 14 20-16,-2-2 5 0,2 2-18 15,1-2-17-15,-3 1-10 0,2 1 19 0,1-1-12 16,-3-2 34-16,2 3 4 0,0 0-11 16,1 0-5-16,0-4-4 0,-2 4 10 0,0 0-26 15,0-2-3-15,1 0-3 0,-1 2-1 0,0-2-11 16,1 0 3-16,0 1 2 0,1-1-7 15,-3-1-7-15,2 2 27 0,-2-1-11 0,3-2 1 16,-2 3 11-16,1-1-14 0,-1-1 1 16,1 1-12-16,-1 0 31 0,2 1-15 0,-2-1-4 15,0-1-1-15,2 2 3 0,-2-1-25 0,0-2 10 16,2 5 0-16,-1-2-8 0,1-3 8 0,-2 4-7 16,1 0 6-16,0-4-2 0,1 3 3 0,-2 1-18 15,2-2 12-15,-1 2-6 0,-1 0 4 16,2-1 8-16,0 2 4 0,0 0-10 0,0 0 12 15,0-2-12-15,-2 2-8 0,2 0 7 16,-2 0 4-16,2-1-6 0,0 1-1 0,-1-1 2 16,1-2-3-16,-2 4 27 0,2-2-9 15,0 1-19-15,2 0-3 0,-4 0-7 0,2-2 20 16,0 2-6-16,0 2-2 0,0-2-12 0,-1 1 19 16,2-1-17-16,-1 2-4 0,-2-2 8 15,2 0-1-15,0 1 15 0,0 0-16 0,1-1 22 16,0 2-7-16,1-2-12 0,-2 2-7 0,1-1 5 15,-1 0 32-15,2 0-25 0,0 2 11 16,-2-2-4-16,3 0 12 0,-1 4 3 0,0-4-22 16,0 0-4-16,1 2 18 0,-1 0-9 15,-1-2 18-15,2 4-27 0,-1-3 7 0,2 1 15 16,-2-3-4-16,2 4-19 0,1 0 30 0,-1 0-19 16,5 8 9-16,-1-6 5 0,-1-2-7 15,-1 3 23-15,-1-5-35 0,1 3 7 0,7 4 10 16,-4 0-47-16,-4-2 37 0,7 2-25 15,-4-1 38-15,-1-3-31 0,-2 0-2 0,5 4-3 16,-2-4 2-16,2 4 3 0,0-1 14 16,-2-3-20-16,2 6 37 0,-1-4-30 0,4 1-4 15,-3 0 28-15,0-1-27 0,1 4 7 16,0-3 28-16,1 0-28 0,-1 2-2 0,3-2-24 16,1 0 25-16,-5-2 17 0,0 2-34 0,2 2 20 15,-4-7-15-15,4 6 5 0,-2-2 11 16,1 2-1-16,0 1-3 0,-1-4 13 0,-2 0-15 15,2 2-7-15,2 3-3 0,-2-4 12 0,-5-1 2 16,3-1-2-16,-1-1-14 0,6 4-21 16,-2-3 19-16,1 1 33 0,1 2-38 0,-3-3-6 15,-1 0 22-15,-2 0 8 0,1-2 1 0,-3 1-8 16,7 3 5-16,-3-3-23 0,1 3 23 16,4-3-16-16,-6 3 2 0,0-3-1 0,-1 0 1 15,-2-1 2-15,0 1 15 0,0-1-2 0,2-1-1 16,-2 0-2-16,-1 1-8 0,1-1 14 15,-1 3-2-15,-1-3 0 0,4 1-2 0,-3-1 1 16,0 1-25-16,1 0 9 0,0-1 2 16,-1 2-1-16,-1-3 1 0,1 1 17 0,0 1 4 15,0-1 7-15,1-1-19 0,-1 2 0 0,0 1-2 16,-2-3 1-16,1 2 2 0,3-2 4 16,-2 2 0-16,-2-2-6 0,2 3-2 0,1-1-19 15,-3-1 21-15,2 1 14 0,0-3-15 0,-2 4 13 16,3-3-30-16,-1 1 11 0,1 0 3 15,-2 1-1-15,0-1 4 0,-1 1 0 0,2 0 12 16,-1-3-30-16,2 2 2 0,-2 2 2 0,1-1 2 16,1-1 0-16,-1 1 1 0,0 1 1 15,0-1 0-15,2-1 1 0,-2 1 20 0,-1 1 3 16,3-2-6-16,4 5-1 0,0-3-1 0,-4 1-1 16,1-1 8-16,-1 1-1 0,1 0-4 15,-2 0-4-15,0-3 1 0,0 0-7 0,7 7 0 16,-1-2 24-16,1 1-1 0,-1 0-4 15,2 2 0-15,-3-2-19 0,1-2 1 0,1 4 0 16,-3-5-11-16,4 2 3 0,-2 0 3 16,-3-4-10-16,6 6 3 0,-4 0 0 0,3 2 11 15,-4-3-13-15,4 2 10 0,-1-2-8 0,0 3 13 16,-2-4-24-16,3 1 3 0,-4 0 45 16,-2-3-4-16,4 2-10 0,0 4-14 0,2 0 13 15,-4-1-25-15,-1-1 11 0,1 1 10 0,2 0-23 16,-4-3 17-16,0 5 14 0,2-4-1 0,-1 1-20 15,1 1-6-15,0 0 12 0,0-3 6 16,-3 2-24-16,6-1 16 0,-7-1 9 0,4-2 4 16,-4 2-2-16,0-2-1 0,0 0-5 0,-1 0-1 15,5 4 0-15,-3-1-12 0,1-1 5 16,-1-1 20-16,-3-2-35 0,3 0 3 0,4 6 1 16,-6-3 11-16,3 0 18 0,-2-3-15 0,1 1 4 15,-2 1-18-15,0-4 15 0,-2 4 2 16,2-2-10-16,10 3-3 0,-6 0 26 0,-2-2-13 15,-1 0-4-15,2 2 10 0,3 3-4 16,-5-3 0-16,0-3 18 0,1 1-1 0,2 1-2 16,-3-4-3-16,-1 3-12 0,-1-2 0 15,3 0 0-15,-2 1-15 0,0-1-3 0,1 1 7 16,5 6-11-16,-1-5 1 0,-2 2-4 16,-1-2 37-16,3 6-13 0,-2-5 0 0,1-1 0 15,-3 2 1-15,0-3-1 0,6 6 1 16,-2-5-3-16,2 7-2 0,-3-6 16 0,-2-1-2 15,8 6-1-15,-7-4-11 0,0-4-1 0,1 4-1 16,2 1-5-16,0 1 2 0,-2-4-15 16,5 2 20-16,-7 0-1 0,2 0 0 0,-3-2-15 15,1-2 15-15,-2 2 17 0,1-1 0 0,0-1-34 16,-1 2 26-16,10 3-13 0,-5-4-1 0,-2 1 2 16,-1 1-3-16,0-3-1 0,1 2 2 15,-2-1 10-15,-1 0 0 0,1-2 2 0,8 8-1 16,-3 1 1-16,-1-3-5 0,1-2-11 15,-5 1 13-15,2-1-1 0,-3-4 1 0,7 8-1 16,-5-5 0-16,1 1 0 0,-1 0 8 0,-1-3-27 16,1 2 13-16,4 2 6 0,-2 0 10 15,3 3-17-15,-4-9 2 0,2 6 11 0,-4-3-10 16,7 7 16-16,-4-5-2 0,-1-1-1 0,0 0-11 16,-2 0-2-16,9 4-20 0,-8 0 33 15,2-3-14-15,1 1 0 0,-3-4 2 0,-1 3-1 16,8 2 0-16,0 0-7 0,-3 1 9 0,-3-2-2 15,1 0 2-15,-1-1 14 0,3 3-16 0,0-2-3 16,-1 2 9-16,0-2 0 0,1 3-6 16,1-2 16-16,0 0 0 0,-2-1-2 0,-4 1-30 15,4 2 12-15,-2-2-19 0,5 1 30 16,-3-1-12-16,0 1 9 0,-3-4-6 0,2 2 4 16,-3-1-16-16,2 7 17 0,2-6 12 0,-2-1-8 15,1-1-9-15,-3 0-5 0,0 0-2 16,-1-1-10-16,2 1 26 0,2 6 0 0,-1-3-2 15,6 0-19-15,-5 1 21 0,1-1 9 16,-1-2-14-16,-3 2-13 0,3-5 0 0,2 8 2 16,-4 0 4-16,3-4 3 0,-4-2 12 0,2 0-2 15,-3-3 0-15,1 3 0 0,-1 0 11 16,2-1-4-16,-2-1-9 0,0 2-2 0,7 5-7 16,-3-4-10-16,-1 1-3 0,-1-2 16 15,-3 0 1-15,4-1 0 0,-3 0 3 0,0-1-2 16,-1-1 2-16,1 2 3 0,1-1 5 0,-2 1-12 15,1 2 16-15,0-3-10 0,8 6-4 0,-7 0 14 16,6 0-22-16,-5-3 24 0,4 0-1 16,0 2-1-16,-2 4-31 0,1-7 1 0,-5 2 2 15,2-4 1-15,-1 2 1 0,2 0 2 16,-3-1 21-16,2-1-7 0,-4 0 0 0,2 1-1 16,2 0-1-16,6 5 2 0,-4 1 18 0,0-2-1 15,-1-1-29-15,-1-4-1 0,1 1 4 16,-1 0 5-16,-2-1 10 0,2 1-21 0,4 8 2 15,0-7 6-15,-4 2 3 0,2-2-2 0,-1-1 11 16,-3-2-2-16,3 4-13 0,-3-4 9 16,0 4 9-16,-1-4-12 0,10 11-14 0,-5-7-2 15,0-4 23-15,-4 1-11 0,1 2 5 16,-1-2-15-16,0-1 14 0,2 2 2 0,-5-1 5 16,1 0-7-16,2 0 14 0,-1-1-11 15,-2 2-9-15,4-1 9 0,-1-1-14 0,-2 2 13 16,2 0 15-16,0-3-28 0,-1 2 1 0,-1 1 2 15,4-3 9-15,-3 5 3 0,2-5 0 16,0 4 14-16,-2-3-3 0,2 0-19 0,-1 2 10 16,0 0-28-16,0-3 24 0,-2 3 0 0,4 0 23 15,-3-1-3-15,1 0-23 0,-1-1-2 16,3 4 2-16,-3-4-7 0,0 3 2 0,10 6 0 16,-6-6 5-16,0 0-17 0,-2 1 18 0,1-1-1 15,-2 0-1-15,0-3 14 0,0 1-3 16,0 0 1-16,0 1-8 0,0 0-6 15,-2 0 1-15,5-4-1 0,-4 5 0 0,0 0 4 16,7 3 0-16,-3-1-1 0,0-2 7 0,0 2-7 16,-2-5-7-16,-1 1 10 0,8 6 8 0,-5-2-15 15,-2-2-2-15,2 2 0 0,-2-3 18 0,-2 0-10 16,4-2 12-16,-4 4-7 0,-1-4-8 16,3 2-1-16,-2 0 14 0,2-1-15 0,-1 2 2 15,6 4-11-15,-4-1 13 0,0 1-8 16,0-1-6-16,-2-4 17 0,0 3-2 0,0-3 14 15,0 0-23-15,1 0 20 0,-2-1 0 0,-2 1-3 16,6-1 0-16,-5 2-1 0,2 0-11 16,6 5 2-16,-5-1-1 0,2-4-4 0,-5 0 11 15,4-2-16-15,0 2 11 0,-4 0-25 0,2 0 9 16,-1-2 16-16,0 1 0 0,0-2 0 16,0 3-1-16,0-2 2 0,1 2 12 0,-1-1-28 15,1-3 7-15,-2 3 7 0,2-1-15 0,-1 1 10 16,1 0 13-16,-2 0-3 0,1-1-15 15,0 0 22-15,0 1 2 0,-1 0-15 0,2-1-13 16,-1-1 29-16,-1 0-6 0,-2 2-9 0,4-3 13 16,-3 2-12-16,2 0 12 0,1 0-18 15,-3-1 7-15,2-1 5 0,-1 1 0 16,0 1-3-16,0 0 2 0,1-1-1 0,-3 1-24 16,0-2 19-16,2 0-2 0,0 2 9 0,-1-1 1 15,1 0-15-15,-2 1 3 0,3-1 4 0,-3 0 6 16,3-1 5-16,-1 2-24 0,-1 0 18 0,2-1 5 15,-2 0-11-15,3-1-9 0,-3 2-3 16,0 0 12-16,2-2-16 0,0 2 32 0,-3-3-22 16,2 3 11-16,0-1 1 0,0 1 7 15,0 0-2-15,0-2 14 0,1 2-4 0,-1-1-26 16,-1 2 1-16,1 0-8 0,3-3-11 0,-4 3 24 16,1-2 1-16,0 3 0 0,0-4-19 15,0 2 19-15,-1 0 19 0,2 2-2 0,2-2-1 16,-3-1-20-16,0 1 12 0,1 1-1 0,2-1-1 15,-2 0-12-15,0 2 1 0,2-2 11 16,-3 1-11-16,2 0 14 0,-1 0-4 0,1 1-29 16,2 0 8-16,-2-2 14 0,1 1 4 0,-1 0-5 15,5 7 10-15,3 3-25 0,-5-9 29 16,0 2-20-16,-3-4 0 0,-1 2 1 0,2-3 9 16,-1 1-5-16,-2 1 0 0,2 1 17 15,-1-3-13-15,0 3 6 0,3-3 2 0,-4 1-10 16,3 0-20-16,-2 2 1 0,1-2 3 0,1 1 32 15,-3 0 5-15,1 1-22 0,2 0 0 0,-2-2 1 16,2 1 0-16,0-1-1 0,-1 1 37 16,1-1-2-16,1 9-35 0,1-7 8 15,-1 0 0-15,-2-3-1 0,2 0-3 0,-5 1-23 16,1 1 28-16,3-1-27 0,-1-1 23 0,-3 1 7 16,2 0-18-16,1 1-6 0,-2-2 16 0,2 2-4 15,-2-3 19-15,0 2-8 0,0-1-14 16,0-1 0-16,0 0 43 0,1 2-6 0,-1-3-1 15,-1 1-4-15,1 1-37 0,0 1 1 0,1-1 2 16,-3-2 10-16,0 0 0 0,0 0-1 16,0 0-14-16,0 0 14 0,0 0-9 0,9 9 2 15,-7-9-5-15,-1 4 17 0,1-3 0 16,-2-1 4-16,1 0 0 0,-1 2-12 0,0-1-4 16,3 1 1-16,-3-2 1 0,2 0-3 15,-2 0 1-15,0 0 33 0,0 0-4 0,0 0-21 16,0 0-18-16,0 0 24 0,0 0-23 0,0 0 2 15,0 0 1-15,0 0-10 0,0 0 31 16,0 0-32-16,0 0 18 0,0 0-3 0,0 0 0 16,0 0 1-16,0 0 5 0,0 0-17 15,0 0 22-15,7 0 0 0,-7 0-1 0,0 0 11 16,0 0-7-16,0 0-24 0,7 0 19 0,-7 0-5 16,9 12 5-16,-6-12 8 0,-2 0-13 0,0 3 14 15,1-2-11-15,0 0 1 0,-1 1-1 16,1 1 8-16,0-2-7 0,1 3 12 0,1-4-2 15,-2 4 0-15,-2-2-20 0,3-1 8 16,-1 0-18-16,0 0 20 0,0 1 3 0,-1 1 0 16,1-3-1-16,-2 0 0 0,2 2 0 0,0-1 6 15,0-1 0-15,-1 1-14 0,1 0 6 0,-2 1 7 16,5-2-8-16,-3 1 12 0,-1 1-21 16,0 0 24-16,-1-1-19 0,3 1 1 0,-1-2 1 15,0 2 11-15,0 1-4 0,-1-3 7 16,-1 3-8-16,2-3-18 0,0 2 14 0,-1 0-1 15,2-1 15-15,-3 0-1 0,2 2-13 0,-1-3-10 16,1 2 16-16,0-2-5 0,1 1-10 0,-3 2-10 16,2-2 19-16,1 1 3 0,-3-1-6 15,1 0 0-15,2 2 1 0,-1 0-6 0,1-3 21 16,-3 1-18-16,4 0 9 0,-2 1-9 16,0 1 16-16,-2-2-14 0,2 1-8 0,2 2 10 15,-2-2-21-15,0 1 23 0,1-1 13 0,-1 0-12 16,2 1-10-16,-3-1 5 0,3 0 0 15,0 1 0-15,0 0 6 0,0 0-6 0,2-1 4 16,-4 3-3-16,1-3 4 0,0 0-1 0,1 2 1 16,2-1 11-16,-4 0-11 0,2-1 0 15,0 3-1-15,1-3 8 0,-1-1-15 0,1 1 1 16,-1 1 0-16,-2 1 10 0,2-1-3 16,0-1 1-16,-1 1-23 0,0-1 26 0,0-1-10 15,-1 0 7-15,1 0 13 0,0 2-2 0,-2-1-1 16,1-1 0-16,0 2-3 0,-2-3 0 15,2 2-1-15,-2-1-39 0,3 0-37 0,-3-1-16 16,0 0-35-16,-1-7-63 0,-1 4 18 0,-2-10-169 16,-4 1-128-16,-1-1 28 0,-3 2 39 15,-5 0 2-15,-1 4 45 0,-1-6 27 0,-3 2 43 16,2 1-17-16</inkml:trace>
  <inkml:trace contextRef="#ctx0" brushRef="#br0" timeOffset="-1548.569">4077 10621 331 0,'0'0'114'0,"0"0"-16"15,-15 0 28-15,15 0-21 0,0 0-23 0,-23-7 2 16,18 8-8-16,1-1 14 0,2 0-16 15,-1 0-30-15,-1 3 18 0,3-3-39 0,-3 1 20 16,3-1 18-16,-2 2-6 0,2 1-60 16,-3-1-2-16,4 1 20 0,-2 2 6 0,2-1 15 15,-3 1-2-15,3 0-2 0,0 0-37 16,0-1 20-16,0-4 13 0,0 0-41 0,0 10 28 16,0-5 9-16,0-5-9 0,0 7-5 15,0-7 12-15,13 15-3 0,-12-11 14 0,3-1-35 16,-3-3 19-16,3 3-1 0,-1-2-6 0,-1 0-13 15,2 1 7-15,-2-1 24 0,2-1-16 16,0 0 13-16,-4 0-5 0,5 2-2 0,-5-4-11 16,3 2 4-16,-2 0 8 0,2-3 6 0,-3 3-8 15,0 0 0-15,6-5 19 0,-3 0-30 16,-2 2 13-16,3-1 7 0,-4 1-14 0,1-2 3 16,0 1 11-16,-1-1-10 0,0 2-12 0,0-2 7 15,-1 1 15-15,1 4-2 0,0 0-25 0,0 0 2 16,-10-12 24-16,7 8 4 0,-2 3-16 15,1-2 15-15,1 0-27 0,-3 2 27 0,0-1-36 16,2 1 17-16,-1-1-6 0,1 1 21 16,-1 0-11-16,1 1 10 0,-1 0-11 0,5 0 3 15,0 0-3-15,0 0-4 0,-9 0-27 16,9 0 35-16,-6 0-20 0,-4 11-16 0,7-8 16 16,-1 2 18-16,3-1-25 0,-1 1 0 15,0 0 23-15,0 1-8 0,2 1-15 0,0 0 34 16,0 0-9-16,0 1-8 0,0 1-13 0,0 3-2 15,0-3 5-15,12 7 6 0,-8-10-4 0,0-1 13 16,4 6-8-16,2-4-3 0,-4-3-15 16,-2-4 16-16,4 5 6 0,-3-3-2 0,-2-2-11 15,-1 0 26-15,3 0-12 0,-5 0 2 0,0 0 1 16,0 0-15-16,7 0 11 0,2-11 1 16,-6 7-19-16,0 0 14 0,-2-2 19 0,7-9-44 15,-2 0 43-15,-5 4-16 0,1 0 1 0,-2 3 2 16,0-1 14-16,0 9-6 0,0-7 23 0,0-1-18 15,0 8 15-15,0-9-12 0,0 4 12 16,-19-12-9-16,12 10-14 0,-3-1 10 0,2 3 1 16,3 1-8-16,-1 2-7 0,-2 0 10 15,4 1-7-15,-1-2 4 0,0 3 4 0,5 0-5 16,0 0-18-16,-8 0 15 0,8 0-3 0,-8 0 3 16,8 0-3-16,-16 15 1 0,12-12 3 0,0 1-8 15,2 0-13-15,-2 1 16 0,3 1 2 16,-2-1-2-16,2 2-5 0,1 0-1 0,-1-2-5 15,-1 4 5-15,2-1-2 0,0 4-14 16,0 2 23-16,0-1-16 0,13 11 10 0,-5-9-4 16,-2-4-10-16,5 1-14 0,-4-4 13 0,1-1-6 15,6-2 9-15,-3 3-7 0,-2-5 4 0,0-3 14 16,-9 0-3-16,8 0-7 0,-2 0-7 16,-6 0 10-16,27-14-8 0,-19 5 6 0,5-2 13 15,-3 0-25-15,0-4 14 0,-1 4-2 16,-3 0-3-16,-1 0 1 0,2 0 3 0,-4-5 14 15,3 8 15-15,-6 8-9 0,0-9-4 0,0 0 4 16,0 2-10-16,0 1 16 0,-13-4 5 16,3 0 0-16,-3 1 0 0,3 2-7 15,2 2-9-15,-7-1 9 0,3 2-1 0,3 3-4 16,1 0-17-16,0 0 22 0,1 1-8 0,7 0-1 16,-7 0 5-16,7 0-1 0,-9 0-25 0,9 0 21 15,-9 0-39-15,-3 11 13 0,7-6-32 0,3-1 5 16,-1 1 4-16,2-1-39 0,2 2 8 15,1 0-52-15,6 5-50 0,-4-2-76 0,1-1 20 16,0-2 17-16,2-3 17 0,0 0-183 16,-1-2 4-16</inkml:trace>
  <inkml:trace contextRef="#ctx0" brushRef="#br0" timeOffset="1187.47">1942 8847 296 0,'-14'0'93'0,"14"0"-12"16,-12 0 7-16,-10-25-11 0,16 24 32 16,2 1-14-16,-4-2-11 0,1 2-5 15,7 0-20-15,0 0-6 0,-7 0-7 0,7 0-3 16,-10 0-6-16,4 0-3 0,6 0-17 0,-15 10-1 16,10-8-2-16,-6 7 37 0,5-1-30 15,2-3-3-15,-1 2-9 0,1-3 0 0,-1 1 0 16,1 0 10-16,3-1-16 0,-1 1 25 0,0 1-20 15,2-1-3-15,0 2-34 0,0-7 3 16,0 0 63-16,0 14-14 0,9 17-10 0,-2-17-2 16,0-1 0-16,0 1-3 0,5-3 1 15,-3 3-2-15,0-7 0 0,-1-4 1 0,2 1-1 16,-5-2-2-16,1 1 0 0,-6-3-22 16,0 0 2-16,6 0 41 0,-6 0 28 0,9 0-36 15,9-16 11-15,-12 8 3 0,0 2-23 0,-2-2 34 16,-4-2 3-16,2 1-5 0,-2 0 11 0,0 2-19 15,0-12-4-15,0 11 7 0,0-5-28 0,0 1 28 16,0-3 18-16,-15-12 15 0,11 16-15 16,-1 3 1-16,0 1 0 0,-3-3 0 0,0 4-11 15,0 2-2-15,2 0 6 0,-1 1 2 16,-2 1-15-16,4 2-19 0,-2-1 1 0,5 0 18 16,-3 1-12-16,1 0-10 0,4 0-9 0,0 0-14 15,-8 0-8-15,8 0-4 0,-13 14-14 16,13-9-36-16,-1 0 9 0,4 17-116 0,-3-12-136 15,0 1-63-15,14 18 23 0,-5-12 22 16,0 0 11-16,0-5-2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0T02:33:08.15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8059 8642 299 0,'0'0'227'0,"0"0"-17"15,0 0-43-15,0 0-9 0,0-12 8 0,0 12-16 16,0 0-19-16,0 0-3 0,0 0-19 16,0 0 5-16,23-24-12 0,-23 24-9 0,0 0 4 15,0 0-16-15,0 0-6 0,0 0-7 0,-1 0-23 16,1 2 13-16,0 1-10 0,-1 1-4 16,1 1-5-16,0-1-8 0,-1 3 0 0,1 0-17 15,0 2 23-15,0 2-8 0,0 3-17 0,0 1 24 16,0 0-18-16,0-3-5 0,0 2-4 15,0-3 15-15,0-2 9 0,0 1-7 16,0 2-5-16,0 0 5 0,0 2-5 0,0-4-19 0,0-2 22 16,0 1-10-16,0-1-9 0,0 1 10 15,0-4-13-15,0-5 14 0,0 8-15 0,0-1 14 16,0-7-2-16,0 5-4 0,0-5 31 0,0 9-21 16,0-9 24-16,0 5-2 0,0-5 1 15,7 5 2-15,-7-5-17 0,-1-2 25 0,0-2-16 16,-1 0-26-16,2-6 11 0,-1-7 16 15,1 6-43-15,0-4 13 0,0-3-9 0,0 0 5 16,0-2-2-16,0-1 18 0,0 1-1 0,0-2 5 16,0 1-30-16,0-1 16 0,14-19-16 0,-9 21 11 15,-1-2 10-15,3 6-6 0,-4-2-13 16,1 2 1-16,0 5-7 0,-4 4-2 0,5 0 25 16,-3 5-5-16,1-5 1 0,-3 4-23 15,2 0 10-15,1 2-8 0,1 1 17 0,-1-3-11 16,1 3-1-16,0 0 1 0,-4 0 5 0,0 0 6 15,9 0 2-15,4 0-12 0,16 17-5 0,-17-9 0 16,2-1 3-16,-1 3 21 0,-5-3-19 16,3 4 14-16,1-1-13 0,0 2 6 0,1 0-15 15,-3 2 14-15,-4 0 9 0,5 0-7 0,-3 0-6 16,1 3 13-16,0-2-1 0,-3-3-8 16,3 2 0-16,-2 2 9 0,0-4-20 0,-2-1 2 15,2 4 3-15,-3-5 21 0,0-4-17 16,-1 1 24-16,0-2-6 0,0 1-24 0,-1-2-3 15,0-4 15-15,0 6 6 0,-1-4-1 16,2 1-16-16,-2 0-3 0,0-2-3 0,-1 1 5 16,2-2 3-16,-2 2 26 0,2 1-22 15,-1-1 15-15,-1-1-22 0,3 0-9 0,-2 0-7 16,-1 1 3-16,2 1-28 0,-2-3-28 0,0 0-15 16,0 0-73-16,0 0 15 0,-7-3-102 15,3 3-88-15,-1 0-33 0,2 0-4 0,-1-3 23 16,-2 2 15-16,3-2 20 0,-4 2 0 15</inkml:trace>
  <inkml:trace contextRef="#ctx0" brushRef="#br0" timeOffset="390.614">8100 8718 217 0,'-2'0'269'15,"-1"0"-56"-15,-1 0-37 0,2 0 2 0,-1 0-13 16,2 1-44-16,-2-1 6 0,2 0-6 16,-1 0-33-16,-2 0 0 0,4 0-1 0,-4 2-4 15,4-4-32-15,0 1 11 0,0 1-14 0,0 3-11 16,0-5 14-16,4 2-9 0,0-1 7 15,-1 1 4-15,4-1-15 0,-1-1-6 0,2 2 9 16,11-1-2-16,1-3-11 0,0 1-10 0,-2 2 3 16,1-2 7-16,-3 0-7 0,4 1 4 15,-4-3 5-15,0 2-14 0,-5 3-8 0,-2-3 5 16,0 0-4-16,-3 3-15 0,1-1 23 0,1 1-7 16,-4-2-5-16,3 2-2 0,-5 0 4 15,4 0-29-15,-3-2-4 0,3 1-57 16,-1 1 10-16,-3 0-148 0,-1 0-116 0,-1 0-31 15,0 0 45-15,0 0 20 0,0 0 14 0,0 0-21 16</inkml:trace>
  <inkml:trace contextRef="#ctx0" brushRef="#br0" timeOffset="21595.316">9421 9776 219 0,'0'0'129'0,"0"-12"-61"0,0 12 25 0,0 0-13 0,0 0-8 15,0 0-11-15,0-13-6 0,-19-3-6 16,19 12 56-16,0 1-34 0,0 0-22 0,0-1 15 15,0 1 6-15,0-1-37 0,0 2 19 16,0 0 3-16,0-1-13 0,0 3-4 0,0 0-3 16,0 0-20-16,0 0 20 0,0-8-25 0,0 8 13 15,0-7-3-15,0 7-1 0,0-7-7 16,0 7 48-16,0-6-57 0,0 6 37 0,0-8 15 16,0 8-8-16,0 0 2 0,0-7-7 15,0 7 7-15,0 0-4 0,0-7 4 0,0 7 6 16,0 0-7-16,0-6-13 0,0 6-7 0,0 0 18 15,0 0-4-15,0-8 4 0,0 8 5 16,0 0-5-16,0 0 3 0,0 0-4 0,0 0 2 16,0 0-9-16,0 0 23 0,10-11-16 15,-10 11-9-15,0 0-1 0,0 0-6 0,0 2-1 16,0-1-5-16,0 3 12 0,-2 2-6 0,2 0-22 16,0 1 18-16,-3 14-13 0,3-14 21 15,0 8-28-15,0 2 1 0,0 3 8 0,0-1-13 16,0 3 24-16,0-1-24 0,0-1-3 15,15 21-3-15,-12-21 16 0,-1-5-6 0,3 0-9 16,-2-4 18-16,-2 1 3 0,2-5-17 16,-1 1 1-16,-2-1 3 0,3-2 4 0,-2-1-10 0,0-1-4 15,-1-1 2-15,2 0 10 0,-2 3-4 16,0-4-12-16,0 0 20 0,0 0-2 16,0-1-2-16,0-1-14 0,0 1 11 0,0-1-6 15,0-2 9-15,0-2 1 0,-2 0 6 0,1 0-26 16,0-2 16-16,-2-15-8 0,-1 3-1 0,1 0 15 15,1-3-5-15,0 3 1 0,-1 0-4 0,1 1 8 16,0 4-1-16,0-7 3 0,2 3-9 16,-1 1-6-16,1 3 11 0,-3 1 0 0,2 5 3 15,1 8 0-15,0-9-16 0,0 0-9 16,0 2 13-16,0 1-7 0,0 6 1 0,0-8 9 16,0 2-5-16,0 6-6 0,0-9 4 0,0 3 3 15,0 6-7-15,0-8 7 0,0 2-5 0,0 6 9 16,0-7-8-16,0 7 5 0,11-15-1 15,-9 11 3-15,-1 1 9 0,-1 1-20 0,0-1 13 16,1 2-13-16,0-2 2 0,1 2 15 16,-1 0-13-16,0-2 2 0,2 0 5 15,-1 3-9-15,1-1 16 0,1 1-1 0,-2-3 1 16,1 3-9-16,1-1 14 0,1-2-3 0,-1 3-7 16,3-1-12-16,-2 1 13 0,2 0-9 0,2 0 19 15,-3 0-2-15,13 0-9 0,-1-3 12 16,-2 3-15-16,-2 0 7 0,-3 0-2 0,1 0-9 15,-1 0 17-15,-1 0-23 0,2 0 16 0,2 0-13 16,4 0 11-16,-5 0 14 0,2 0-16 0,-1 0 3 16,-4 0 9-16,0 0-13 0,-1 0 2 15,-1 0-10-15,0 0 10 0,-1 0 13 0,-7 0-8 16,9 0 7-16,-2 0 9 0,-7 0-7 16,9 0 6-16,-2 0 0 0,-7 0 31 0,7 0-17 15,-7 0 8-15,7 0 1 0,-7 0 21 0,7 0-11 16,-7 0-13-16,0 0 6 0,7 0-16 0,-7 0-7 15,0 0 17-15,7 0-31 0,-7 0 25 16,0 0-6-16,0 0-5 0,6 0-1 0,-6 0-43 16,0 0-22-16,0 0-16 0,0 0-40 0,8-5-24 15,-8 5-56-15,-2 1 17 0,2-2-179 16,-2 1 29-16,1 0-136 0,0-2 31 0,-1 4 6 16,1-2 42-16,-1-2 4 0</inkml:trace>
  <inkml:trace contextRef="#ctx0" brushRef="#br0" timeOffset="-11906.016">10697 10588 446 0,'0'0'136'16,"0"0"-11"-16,0 0-16 0,0 0-50 0,0 0-5 16,0 0 5-16,0 0 21 0,0 0 1 15,0 0-19-15,0 0-20 0,0 0-5 0,0 0-6 16,0 0 0-16,2 0 21 0,-2 4-7 0,0-2 24 16,0 3-37-16,0-3 11 0,0 3-5 15,0-1-29-15,0 0 28 0,0-4 20 0,0 0-24 16,0 0-17-16,0 5 9 0,0-5-13 15,11 14 2-15,-9-11 14 0,2-2-6 0,0 0 11 16,-1 1-24-16,0-2 20 0,2 0-17 0,-2 0 2 16,-1 0 3-16,2 0-25 0,-2-2-9 15,1 1 39-15,2 0-15 0,-5 1 42 0,0 0-14 16,8-8-2-16,-7 6-2 0,1-1 12 16,-1-1 3-16,-1 2 6 0,2-1-13 0,-2-1 10 15,2 2 3-15,-6-3 1 0,4 1-6 0,0 1-1 16,-1 0-1-16,1 3-2 0,0 0-16 15,-8-8 8-15,7 5 0 0,-2 1 11 0,-2-1-20 16,1 0 10-16,0 1-17 0,0-2 6 0,1 4-6 16,-1 0 2-16,-1 0 2 0,-3 0 18 15,8 0-10-15,0 0-21 0,-8 0 8 0,2 0 13 16,-2 0-29-16,8 0 9 0,-18 10-4 16,13-8 7-16,-4 6-3 0,-2-2-13 0,3 1 8 15,1 0-8-15,0 4 0 0,-1-2 2 0,7 0 4 16,-4-2 0-16,4 1 15 0,-2 0-2 15,3-3-17-15,0 2 15 0,0 0-17 0,0-7-5 16,0 7 13-16,0 0 2 0,0 1-17 0,12 13 16 16,-6-8 1-16,4-2-6 0,-3-4 8 15,-1-3-14-15,4 0 0 0,-2-1 10 0,-3 0-14 16,3-2 1-16,-3-1 8 0,2 0-1 16,1 0-4-16,4 0 14 0,15-11-24 0,-12 4 23 15,-6 3 0-15,1 0-17 0,-2-1 7 0,-3 0-8 16,4-4 0-16,-3 1 12 0,-2 1-6 15,-1 0 13-15,2 0-16 0,-4 2 11 0,-1-1-5 16,0 0 18-16,2 0 5 0,0 0-5 0,-2 1-1 16,0 5-2-16,0-7 14 0,0 2-18 0,0-1 22 15,0-6-17-15,-17-10 39 0,11 8-44 16,-1 5 7-16,2 2-12 0,-1 2 47 0,2 0-30 16,-1 2 0-16,0 0 2 0,1 0 33 0,-1 0-42 15,0 1-1-15,-3 1 12 0,3 1 9 16,1 0-20-16,-4 0-10 0,3-2 19 0,5 2 17 15,0 0-26-15,-10 0-18 0,1 0 14 0,9 0 15 16,-23 16-27-16,14-11-8 0,1 0 10 16,1 0-17-16,3 0-6 0,2 1 53 0,-2 0-6 15,2-2-20-15,1 2-9 0,1 2 8 0,0-1-8 16,0 0-11-16,0 2 20 0,0 4-25 16,0 1 36-16,13 11-7 0,-7-9-8 0,-2-6-15 15,1-1 20-15,-1-1-12 0,5 0-17 0,-1-2 23 16,-2-3 2-16,-1 2-18 0,2-4 15 15,-2 1-34-15,-5-2 15 0,0 0 15 0,7 0-30 16,-7 0 19-16,7 0-5 0,-7 0 3 0,13-13 5 16,-7 1-26-16,0 4-17 0,-3 0-23 15,-1 0-14-15,0 1-29 0,-1 2 11 0,0-1-165 16,-1 6-160-16,0 0 36 0,0-7 16 0,0 7 53 16,0-7 25-16,0 7-42 0,-15-10-28 15</inkml:trace>
  <inkml:trace contextRef="#ctx0" brushRef="#br0" timeOffset="-15015.3">13150 12433 342 0,'0'0'123'0,"0"0"-17"16,0 0 4-16,0 0-15 0,0 0-11 0,0 0-32 16,0 0-6-16,0 0 48 0,12 0-16 0,-12 0-5 15,0 0 17-15,0 0 0 0,0 0-13 16,0 0-17-16,0 0 10 0,0 0 15 0,0 0-7 15,0 0-19-15,0 0 31 0,0 0-9 16,0 0 13-16,0 0-13 0,0 0 6 0,0 0-10 16,0 0 5-16,0 0-6 0,0 0 2 0,0 13-11 15,0-13 21-15,0 0-18 0,0 0-12 16,0 0-19-16,0 0 35 0,0 0 4 0,0 0-41 16,0 0-9-16,0 0 41 0,0 0-12 15,0 0-15-15,0 0 15 0,0 0 11 0,0 0-29 16,0 0 2-16,0 0-19 0,0 0 67 0,0 0-44 15,0 0 9-15,0 0-17 0,0 0 32 16,-7 16-26-16,4-16-6 0,-1-2-4 0,-1 2-1 16,2-2 24-16,-3 2-6 0,3 0-6 0,3 0 3 15,0 0-11-15,-9 0 31 0,3 0-16 0,6 0-16 16,-10 0-3-16,4 0-3 0,-7-5 8 16,7 3 20-16,-1 2-15 0,2-2 11 0,-1 1-2 15,1-1-6-15,-2 2-17 0,2-2 26 16,-1 1-4-16,1-1-11 0,1 2-10 0,-6-3 0 15,6 3 7-15,-2-1 11 0,2-1-22 0,-2 0 4 16,0 0 5-16,0 2 1 0,1-2-13 16,-1 2 10-16,-1-3-3 0,4 1 5 0,-4 1-33 15,3 0 17-15,-2 0-6 0,3-1 10 0,-4 0 8 16,2 0-21-16,-1 1 3 0,2 1-6 16,-2-4 1-16,2 1 14 0,-1 1 6 0,1 0-12 15,-3-1-11-15,4 3 9 0,-1-3 7 0,-6-5-9 16,2 6-11-16,-2-2-11 0,5 1 32 15,-2-3-8-15,2 5-1 0,0-4-20 0,-1 5 22 16,2-2 6-16,-1-2-15 0,1 0-2 16,-3 2 15-16,3 0-1 0,-2-4-18 0,1 5 19 15,-5-6-6-15,1 0-7 0,-1 1-1 16,3 1 11-16,1 2-11 0,1-1 5 0,1 2 5 16,-2-3 5-16,1 2-12 0,1-2 15 0,-9 1-7 15,3-3-17-15,4 2 6 0,-1 1 15 16,3 0 0-16,-3 0-21 0,3 1 24 0,-1-1-9 15,3 1-5-15,-2-1 4 0,0 1-8 0,0-1 17 16,-2 3-4-16,4-4-12 0,-3 2 15 16,1 0-7-16,-1 0-4 0,1 0 6 0,1 0-5 15,-1 1-2-15,-1-2 9 0,1 2 0 0,1-2-21 16,-1 2 10-16,1 0 7 0,-2-2-1 16,2 2-11-16,-1 0 4 0,0 0-10 0,1-1 11 15,0 0-4-15,0 2 6 0,0-2-3 16,0-1 4-16,0 3-9 0,0-1 14 0,2-2-13 15,-5 3 1-15,5-2-2 0,-2 0 0 16,-1 2-4-16,0-2 12 0,1 1-16 0,1-1 11 16,-3 0 16-16,2 0-11 0,-2 0-2 0,1 0 3 15,2 1-11-15,-3-2 9 0,3 1 7 16,-2 0-8-16,0 1 15 0,2 0-13 0,-2-1-2 16,3 1 16-16,-4 1-25 0,1-2 8 0,0 1-8 15,2 2 22-15,-1-5-10 0,0 3-5 16,0 0-6-16,-1-1 10 0,1 2 15 0,-2-2-15 15,3 1 5-15,-3 0 0 0,2-1-11 0,0 3 14 16,1-3-16-16,-3 1 17 0,1-1-31 0,0 0 25 16,-1 1-12-16,1 0 0 0,0-1 15 15,2 1-19-15,-2 0 18 0,0-1 3 0,1-2-20 16,0 3 22-16,-2 0-12 0,2-1-10 16,0 1-3-16,-1 0-1 0,1-1 7 0,0 2-4 15,0-1 1-15,0-1 20 0,0 1 1 0,-1 0-4 16,1-1-11-16,-1-2-10 0,1 3 5 0,1-2 25 15,-2 2-7-15,1 0-11 0,-1-1-3 16,1 2-12-16,1-3 11 0,-3 1-2 0,3 0 20 16,-1 2 2-16,-1 0-24 0,2-4 8 15,-1 4 5-15,-1-2-10 0,2 0-4 0,-1 2 9 16,0 1-1-16,-2-3 19 0,4 1-25 0,-1-1 14 16,-1 3 0-16,0-3-4 0,-1 1-4 15,3-1-17-15,-3-1 15 0,3 3 18 0,-2-2-23 16,0-1 12-16,-1 4-10 0,2-4 7 0,-1 2-8 15,2 0-1-15,-3-1 22 0,0 0-21 16,3 0-14-16,-2-1 16 0,0 0 9 0,0 3 7 16,-4-2-9-16,6 0-10 0,-3 1 14 0,2-2 1 15,-4 1-19-15,3-2 9 0,-1 5-2 16,1-4 12-16,-2 2-17 0,-2-8 3 0,-2 4 7 16,0-1 4-16,1 3-18 0,2 0 44 15,-1 0-34-15,-2-5 4 0,-1 2 22 0,0 2-8 16,5 0-24-16,-2 2 21 0,1-2-10 15,0 1-23-15,-5-4 15 0,2 4 20 0,0-1-30 16,3 0-2-16,0 2 23 0,0-2-10 0,-5-2 11 16,2 0-23-16,3 1 14 0,-1 2-4 15,0 0-6-15,1 0 6 0,2 0 17 0,-1-1-16 16,-4-4 34-16,2 2-43 0,0 0 24 0,2 4-15 16,0-3 19-16,0 2-14 0,-2-1 22 0,4 3-35 15,-1-1 6-15,1 0-8 0,-2 1 28 16,0-4-21-16,4 2-3 0,-3 0 5 0,-3-7 23 15,-1 7-7-15,1-3-18 0,1 3 24 16,-2-2-22-16,-3-1 21 0,6 1-23 0,0 0 4 16,1 2-2-16,-1 1 9 0,1 0-10 0,1-1 22 15,-1 1-10-15,2 0-14 0,-1 1 31 16,-1 1-31-16,2-1 14 0,1-2 11 0,-4 2-15 16,2-1-12-16,1-2 0 0,-2 2-7 0,0 2 10 15,0-5 6-15,0 5-5 0,1-3-7 16,0 1-2-16,-4 0 43 0,4-1-2 0,-3 1-44 15,3 0 11-15,-3 1-14 0,4-1 40 0,-2-1 0 16,-2 3-11-16,2-3-15 0,-9-7-13 16,7 7 25-16,-2-1-14 0,3 0 8 0,-2 1 13 15,-2-4-13-15,-1 4-3 0,4-2 2 16,-1 1-10-16,-3-5 33 0,1 6-36 0,0 0 16 16,2 1 26-16,0 1-27 0,-2-2-2 0,4 0 15 15,0 0-5-15,-10 0-31 0,2-2 40 0,3 0-12 16,-3 0-10-16,2 0-11 0,0 4 43 15,0-5-24-15,0 2-3 0,1 1-6 16,1-1 9-16,2 2-4 0,-7-4-6 0,1 1 1 16,1 3 6-16,-2-3-20 0,4 1 22 0,0 1-4 15,-2-3 10-15,-2 0-21 0,5 3 6 0,0 2 14 16,2-3-9-16,-2 2 20 0,4-1-4 16,-9-4-20-16,4 4 3 0,0 0 4 0,3 0 4 15,0 0-17-15,1 2 1 0,0-1-4 16,-1-1 19-16,3 3 0 0,-5-8-10 0,-3 3 36 15,5 2-46-15,0 0 10 0,1 3 18 0,0-3 18 16,1 0-24-16,-1 1-15 0,2 1 2 16,0-2-1-16,0 4 20 0,1-3-26 0,-3-1 0 15,1 2 7-15,4-1 26 0,-3 0-30 16,-1 1 0-16,2-1 3 0,-1-1 9 0,2 2-11 16,-3-1-13-16,1-1 30 0,1 3-12 0,1-1 17 15,-1-3-27-15,2 5 26 0,-2-3 2 16,1 1-10-16,-1-2-25 0,1 3 18 0,0-2-1 15,0 0 22-15,-1 2-26 0,2-2 3 0,0 3 2 16,0-1 19-16,-2-3 0 0,3 2-9 16,-3 1-15-16,2 0 21 0,0-1-25 0,0-1 1 15,-1 3 28-15,0 0-11 0,2-3 12 16,0 2-44-16,-2 1 17 0,2-3 35 0,-1 2-40 16,1-3 17-16,-1 4-13 0,-1-3-6 0,1 3 19 15,1-1 3-15,0 0-15 0,-1-1 3 0,1-2 20 16,0 2-24-16,-2 2 9 0,1-3-1 15,1 2-12-15,0-2 8 0,-3 1 3 0,3 1-2 16,-2-2 6-16,1 0-14 0,1 3 24 16,-1-3-13-16,1 1 35 0,-3 0-30 0,3 0-19 15,0 1 10-15,0-3 21 0,-1 1-3 0,0 0-2 16,-3 1-17-16,3-1 2 0,-1 3-4 0,2-3 27 16,-1 2-22-16,-2-2 9 0,2 1 22 15,0-1-46-15,-3 1 22 0,4-1-8 0,-4 2 31 16,2-2-32-16,-1 0 9 0,1 1-10 15,-1-4 15-15,-1 4-25 0,0 1-3 0,2-1 15 16,-2-2 2-16,1 1 1 0,-4 0-2 0,4 0 3 16,-1 0-4-16,-1-1 7 0,3 2-13 0,-2-1 28 15,0-1-19-15,-9-3 10 0,4 5 14 0,3-5-41 16,-7 1 16-16,7 1-2 0,-1-1 16 16,1 4 1-16,0-3-15 0,1 2 0 0,1 2 15 15,0-3-7-15,0 0 0 0,0 1-10 16,0-1 5-16,-1 4-16 0,0-5 39 0,1 2-44 15,0 2 35-15,0-2 3 0,1-2-17 0,-3 2-4 16,2 0-1-16,-1 1 2 0,2-3-6 16,-1 1-12-16,0 3 28 0,-1-5-6 0,1 5 27 15,-1 0-22-15,3-2-12 0,-2 0 14 0,0 1-11 16,1 0 4-16,-1-2-8 0,2 3 11 16,-1-4-4-16,-2 4 2 0,4-2-8 0,-3 2 1 15,2-2-10-15,0 1 10 0,-3 0 10 0,4 2-10 16,-2-3 8-16,1-1-7 0,-1 2-1 15,2 1 1-15,-3-2-2 0,4 0-10 0,-3 2 14 16,2-2 14-16,-3 2-11 0,3-1-17 0,-1 1 20 16,2 1-3-16,-2-1 0 0,1-1-5 15,-2-1 2-15,2 1 1 0,-1 0-1 0,0 2 6 16,1 0-20-16,0 0 18 0,-2-1 1 16,2-1 19-16,-1 0-37 0,2 0 14 0,-1 0 22 15,1 0-17-15,0 1 6 0,-2-2 7 0,-2 2-23 16,3 0 11-16,0-1-21 0,-1-1 8 0,1 1 6 15,-2 1 10-15,2-1 9 0,-2 0-18 16,2-1 6-16,-1 1-10 0,-1-3 33 0,2 3-45 16,1-1 45-16,-4-1-54 0,3 2 38 0,-2-3-2 15,-2 3-17-15,3 1 0 0,0-4-17 16,-3 2 34-16,4-2-17 0,-2 1 20 0,-3-8-17 16,-1 5 7-16,1-1 12 0,1 3-11 0,0-1 4 15,2 3-17-15,-1-4 15 0,-3-2-11 16,-1 0-2-16,3 0 2 0,1 4-12 0,-1-1 12 15,1 2-10-15,0-3 33 0,-2 3-6 0,4 0-14 16,-8-7-3-16,0 0 4 0,4 4-3 16,0-1 13-16,-2-3-20 0,0 3 15 0,1 2 25 15,0 0-24-15,1 2-13 0,3-1 3 16,-2 0 29-16,-6-4-33 0,3 4 1 0,0-1 32 16,2 0-42-16,-2 2 17 0,-1-4-6 15,0 1 13-15,1-1-6 0,1 5 12 0,2-4-23 16,0 3 6-16,-3 0 19 0,-1-4-10 0,0 1-4 15,1 3 15-15,2-2-25 0,1 3 16 0,-3-2 5 16,-3-2-19-16,0-4-2 0,0 4 4 16,3 4-2-16,2-3 14 0,-3 2-13 0,-1-3 9 15,-1-1 1-15,3 3-11 0,-1 0 1 0,-3-3-17 16,1 2 35-16,2 1-8 0,4-1 2 16,-7-2-11-16,2 2 21 0,3 0-14 0,-3-2-5 15,-1 2-3-15,3 3 22 0,-1 0-24 0,3 1 13 16,-7-10-11-16,4 3 19 0,-2-1-27 15,0 1-7-15,1 3 17 0,0-4 5 0,1-2-5 16,-1 4 13-16,-3-1-11 0,3-5 3 16,2 9 6-16,-2-6-16 0,3 6 7 0,-6-5 2 15,3-1 1-15,1 2-10 0,-1-1 9 0,0 1 1 16,1 4 31-16,0-5-11 0,0 0-10 16,-2-1-7-16,-1-2 5 0,4 4 9 0,-2-1-11 15,4 2-17-15,-5-3 2 0,0 1 18 16,1 0-18-16,3 3 27 0,-4-3-42 0,2 2 27 15,0-1 12-15,-2-1 0 0,3 3-27 0,0-1 23 16,-1-1-10-16,-2 0-12 0,4 1-1 16,-4-1 21-16,-1-5-28 0,0 6 23 0,2-2-15 15,-1 1 20-15,2 2-7 0,4 0 4 16,-4 2-19-16,-1-5 19 0,-2 0 12 0,1 1-35 16,2 2-3-16,0 2 16 0,-2-3 3 0,4 0-15 15,-3 1 17-15,1-2-4 0,-3 1-1 0,3-1-3 16,-1-4 2-16,-1 5 5 0,2 0 4 15,-2-2-15-15,-1 0 11 0,4 3-15 0,-2 0 16 16,0-4 6-16,1 3-5 0,1 0 7 16,-1 2-11-16,3 0 16 0,-2-3-1 0,1 4-13 15,-1-2-2-15,3 4 2 0,-2-2-15 0,2 0 15 16,0 0 30-16,-6-6-2 0,5 6-21 16,0-3-5-16,-1 3 9 0,1 1-16 0,1-1-9 15,1 5 35-15,0-6-30 0,-7-1 10 0,3 0-5 16,-3 0 5-16,7 2 8 0,0 0-16 15,-1 0 32-15,0 2-23 0,1-1-8 0,1 1-3 16,1 0 0-16,-3-1 0 0,3 2 1 0,0 0 4 16,1-1 34-16,-3 1-37 0,1-3 8 15,-1 3 16-15,2-3 6 0,-1 0-16 0,-1 2-27 16,2-1-2-16,-2 0 16 0,-5-9 1 0,4 7 25 16,-1 0-35-16,2 1 9 0,1 0-14 15,1 1 6-15,-1 1 8 0,0-1 5 0,1 1-16 16,-1-1 20-16,1 3 24 0,-2-4-19 15,3 0-2-15,-3 2 24 0,3-1-48 0,-3 1 11 16,1-1 4-16,1 2 20 0,-2-2-18 0,0 0 22 16,3-1-19-16,-3 2-26 0,0-1 25 0,2-1-14 15,-2 1 10-15,-4-7 0 0,3 2 8 16,0 4-9-16,0-2 2 0,0 2 0 16,-2-2 19-16,5 3-25 0,-4 0 5 0,4-1-2 15,-9-7 3-15,4 6 8 0,1-2-1 0,2 4-22 16,-1-4 29-16,-3 5 3 0,6-2-8 0,-2 0-23 15,0 1 14-15,1 0-1 0,-6-5 23 0,1 2-9 16,2 0-16-16,1 0 6 0,-1 4 5 16,2-2-14-16,1 1-9 0,-3-1 15 15,5 2-9-15,-2-3 45 0,-1 5-30 0,2-5-10 16,-2 2 27-16,0 0-28 0,1 1 3 0,1-1-1 16,-2 1 24-16,1-2-26 0,0 2 1 15,-1-2 14-15,1 2-14 0,1-2 8 16,-2 2-7-16,0-1 24 0,3 0-32 0,-2 1 18 15,2-1-13-15,-4 2 28 0,4 0-29 0,-3-2 10 16,1 1-9-16,1 2 12 0,0-2-25 16,0 0 18-16,-1 2-2 0,0-1-4 0,3-1 37 15,-3 1-28-15,3 2-6 0,-3-3-7 16,2 3 24-16,-3-2 5 0,4 2-14 0,0 0-27 16,0 0 37-16,0 0 6 0,0 0-2 0,0 0-28 15,0 0 3-15,0-7 22 0,-11-1-15 16,9 6-27-16,1-1 19 0,1 2 27 0,-1-2-23 15,-1 1-1-15,0 1-16 0,2 0 42 0,-1-2-14 16,1 3 24-16,-2-3-39 0,1 1 8 0,0 1-15 16,1-1 11-16,-2 1 0 0,1 0 2 15,-2-2 35-15,3 1-27 0,0 1-12 0,-2-3 35 16,0 3-35-16,2 0-18 0,0-1 18 0,-3 1 13 16,2-2-7-16,0 1-17 0,1 1 14 15,-2 1 1-15,0-3 24 0,0 2-32 0,1-3 11 16,0 4 7-16,-1-3-8 0,0 1 20 0,2-3-14 15,-1 2 2-15,-2 1-12 0,2-1 15 16,-5 1-21-16,4-1 32 0,0 0 7 0,-1 0-14 16,1 0-33-16,2 1 0 0,-4-1 45 0,0-1-36 15,3 1 6-15,-1-2 2 0,0 3-3 16,-1-1 6-16,-2-1-22 0,3 1 8 0,-2 0 9 16,1-1 2-16,-1 0 1 0,2 1 25 0,-1-1-15 15,1 1 1-15,-2-2-9 0,0 2-15 16,2 1 41-16,-1-1-22 0,0-2-12 0,1 1 3 15,1 1-2-15,-3 1 10 0,2-1-8 0,0-1 3 16,-1 3 13-16,1-2-33 0,0-1 16 16,-2 2-12-16,3 0 51 0,-2-3-51 0,1 5 14 15,0-3-13-15,2-1 17 0,-3 3 5 16,1 0 25-16,-2-2-27 0,4 1 0 0,-3 0-18 16,0 1 13-16,3-2 9 0,-2 3-1 0,2-3-3 15,-1 2 6-15,-3 0-9 0,3 1-4 0,1-3 3 16,-3 2-17-16,2 0 24 0,0-1-10 15,1 2 3-15,-2 0 17 0,0-2-12 0,2 2 1 16,0-3 14-16,-2 1-38 0,1 0 14 0,0 1 8 16,0 1-10-16,1-2 5 0,-2 2 8 0,2 0 1 15,0 0 23-15,0 0-23 0,0 0-5 16,0 0-14-16,-7-5-11 0,7 5 26 16,-2-1-19-16,0 1 10 0,2-3 8 0,-3 2-9 15,1 0 27-15,0-1-9 0,1 1-9 0,0 0-10 16,0-1 0-16,-1 2 0 0,1-1 2 15,0-1 2-15,-1 0-17 0,1 2 27 0,-1-2-8 16,-1 1-15-16,3 1 4 0,-1-2 34 0,-2 0-11 16,1 0-1-16,0 2-2 0,-1 0-14 15,3-2 4-15,0 1 11 0,-2-1 0 0,0-1 22 16,1 3-31-16,-1-1-7 0,0 0-15 0,2-1 36 16,-3 1-22-16,0-1 3 0,3 1-6 0,-2 0 12 15,0 1 2-15,1-3 31 0,0 3-35 16,0-3-7-16,-1 3-7 0,1-2 25 0,-1 2 16 15,-1-2-32-15,2 1 38 0,0 0-51 0,-2-1 21 16,2 1-8-16,0 1 20 0,-1-2-8 16,0-1-30-16,2 3 4 0,-3 0 14 0,2-2 26 15,0 2-27-15,-2-2 10 0,3 1-6 0,-1 0-3 16,-1-2-7-16,1 0 9 0,-3 3 2 16,2-1 23-16,2 1-20 0,0 0 3 0,0 0 3 15,0 0-15-15,0 0 9 0,0 0-10 16,-13-11 7-16,12 8 0 0,-3 1 26 0,2 0-20 15,-1 0-10-15,-1-3 9 0,1 5-5 0,0-3-11 16,-3 1 27-16,3-1-7 0,0 1 15 16,0-5-42-16,0 7 9 0,0-5-9 0,-1 2 20 15,-3 0 2-15,4-1-3 0,0 4-1 16,0-6 18-16,-3 2 1 0,4 2-22 0,-1-3-6 16,-2 3 8-16,2-3 2 0,0 3-5 0,-2-2 7 15,4 2-2-15,-3 0 4 0,-1-1-3 16,2 0 13-16,0 0 1 0,-1 1 0 0,2-1-11 15,0 0-8-15,-1 1-1 0,0-1 13 0,1 0 23 16,1 2-19-16,-2-2-19 0,2 3 2 16,-2-2 16-16,1 0-5 0,-2 2-13 0,4-3 1 15,-4 0-11-15,0 1 33 0,2 0-10 16,-2-3-10-16,2 2-4 0,0 2 24 0,-1-2-31 16,0 0 12-16,1 2-2 0,0-2 2 0,0 3 26 15,1-4-10-15,0 3-9 0,-2 0 9 0,0-1 0 16,1 0-22-16,1-1 2 0,0 3 31 0,-2-2-46 15,2 1 20-15,-1-1 4 0,1 0 16 16,-1 2-28-16,2-2-5 0,-3 2 10 16,3-2-14-16,-3 1 15 0,2-1 0 0,1 0 2 15,-2 1 13-15,2 1-12 0,-4-1 18 0,4 0-14 16,-3-1-3-16,3 1-2 0,0 1 23 0,-2-2-38 16,1 1 14-16,1 0 3 0,0 1 9 0,-2 0 4 15,1 0-22-15,1 0-14 0,-1-3 26 16,1 1-11-16,-2 2-5 0,2-1 8 0,0 1-20 15,0 0 9-15,0 0-7 0,0 0 19 16,0 0-24-16,0 0 2 0,0 0-27 0,0 0-17 16,0 0-30-16,0 0-52 0,0 0 15 0,0 0-109 15,0 0-61-15,-6-9 27 0,6 7-254 0,0-2-21 16,1-1 29-16,-1-2 41 0,1-14 24 16,-1 10 32-16,0-5 27 0,0-3 96 0,0-2 22 15,0-2 20-15,8-18 27 0,-3 18 10 16</inkml:trace>
  <inkml:trace contextRef="#ctx0" brushRef="#br0" timeOffset="3031.158">11411 10570 295 0,'0'0'248'0,"0"0"-40"16,0-14 9-16,0 14-50 0,-13-17-8 0,-2 10-22 16,6 2 22-16,0 4-25 0,1 0-9 0,0 1 7 15,0 0-28-15,8 0 4 0,-8 0-28 16,2 0 20-16,6 0-26 0,-17 0 8 0,-9 10-22 16,16-6 15-16,-5 1-19 0,6 0-6 15,0 0-9-15,3 1-7 0,-6 2 17 0,5-1-2 16,0 0-24-16,-3 4-4 0,4-3 1 0,-1 5-3 15,5-3 1-15,-2 4 6 0,1 0 2 16,2-4 5-16,1 2-24 0,-2-3 26 0,2-9 3 16,0 11-34-16,0 1-2 0,12 14 15 0,-4-9 17 15,2-5-12-15,2 0-8 0,-1-2 14 16,3-1-16-16,-1-3-7 0,7-1-9 0,-3-1 16 16,2-1 6-16,-10-3-2 0,7 0-18 0,4 0-5 15,20-13 4-15,-14 3 13 0,-5 4-4 16,2-1 13-16,1-2 5 0,-1 2-20 0,-2-7 34 15,-2 5-20-15,-1 1-5 0,-3 0 56 0,0 0 0 16,-1 1-29-16,-3 0 10 0,-2 3 9 16,-3 1-7-16,0-1-5 0,-3 1-5 0,1 2 56 15,-2-2-10-15,2 2-15 0,-3 0 3 0,2-1-39 16,-2 1 32-16,1-1-32 0,1 1 3 16,-3-1-8-16,3 2 6 0,-2-1-12 0,-1 1-15 15,2-1-3-15,-2 1-72 0,0 0-53 0,0 0-45 16,1 0-92-16,-5 2 22 0,1 1-259 15,0 0 33-15,1 0 48 0,-2 0 13 0,-1-1 26 16,2 1 28-16,0-3 33 0,0 0 12 16,3 0 8-16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0T02:33:32.347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11838 9392 242 0,'0'0'132'0,"0"0"1"0,0 0 9 16,0 0-43-16,0 0-16 0,0 0 21 15,0 0-21-15,0 0 21 0,0 0-12 0,0 0-22 16,0 0 27-16,0 0 3 0,0 0-20 15,0 0 9-15,0 0-3 0,0 0-12 0,0 0 2 16,0 0 17-16,0 0-16 0,0 0-10 16,0 0 9-16,19 7-7 0,-20-7-2 0,0 4 5 15,0-1-24-15,-2 2 15 0,-1-2 4 0,4 2-4 16,-3 0-11-16,1-1 12 0,-2 0-11 16,0 0 17-16,-5 10-8 0,3-4-4 15,-1-1 8-15,0-2-37 0,4-2-1 0,-3 3 36 16,3-3-22-16,-3 8-22 0,0-2 34 15,-2-2-35-15,3 4-6 0,0 2 23 0,-2-3-30 16,3-1 10-16,-3 4-10 0,3-10 4 16,2 4 2-16,-5 6 23 0,4-7-14 0,2-1-7 15,-3 2 9-15,2-2 2 0,0 0-14 0,-2-2 26 16,2 1-30-16,-2 10 0 0,-1-6 1 0,-2 2 20 16,4-7-4-16,0 4-22 0,2-4-1 15,0-2-5-15,-2 4 1 0,3-7 17 0,0 0-20 16,0 0 3-16,0 0 8 0,0 0 0 0,0 7 13 15,0-7 12-15,0 0 2 0,0 6-35 16,0-6-5-16,0 0 20 0,0 0-6 0,0 6 29 16,0-6-37-16,0 0 17 0,0 0 0 15,0 0-20-15,0 0-3 0,0 5-3 0,0-5 43 16,0 0-36-16,0 0-1 0,0 0-1 16,-7 0-1-16,0 10 38 0,7-10-53 0,0 0 39 15,0 0 3-15,0 0-2 0,2 0-10 0,-2 2 8 16,-2-2 8-16,4 0-30 0,-2 0 19 15,-2 0-29-15,2 0 19 0,0 0-12 0,0-2 16 16,0 4 1-16,0-2-28 0,0 0 15 0,0 0-15 16,-1 0 16-16,1 0 20 0,0 2-22 15,0-2 39-15,0 0-49 0,0 0 24 0,0 0-1 16,0 0-14-16,-1 0-15 0,2 0 11 0,0 0 40 16,1 1-38-16,-2-1 11 0,1 0 1 15,-1 0 5-15,0-1-12 0,0 2 16 0,0-1-34 16,2 2 1-16,-2-2 49 0,2 0 0 0,0 1-37 15,0 0 0-15,1-1 25 0,0 0-3 16,-1 1-14-16,1 1-11 0,1-2-10 0,-2 2 15 16,3-2 22-16,2 0-6 0,-1 0-18 0,-1 1 9 15,3-1 2-15,-1 2 2 0,10-2-15 16,0 5 10-16,0-3 10 0,-5 0-17 0,1-2 11 16,-3 2 19-16,-2-1-35 0,10 1 4 15,-4 1-1-15,-3-3 25 0,-11 0-2 0,11 0-23 16,4 0 35-16,0 0-1 0,-2 0-40 0,3 0 11 15,-5 0-20-15,19 12 34 0,-17-12-14 16,-2 0 28-16,-2 2-37 0,-1-2-10 0,-1 0 2 16,-1 1 29-16,0-1-15 0,1 0 7 0,-3 1 21 15,2 0 4-15,0 1-37 0,-4-2 24 16,3 2-25-16,0-1-11 0,0-1 18 0,-1 0 5 16,-1 1 15-16,-1-1-17 0,1 0-2 0,0 0-3 15,-2 0 38-15,1 0-39 0,0 0-14 0,3 0 56 16,-3 1-13-16,-1-1-26 0,2 0-3 15,-3 0 29-15,0 2-35 0,3-2 11 0,-3 0-16 16,0 0 55-16,0 0-34 0,0 0-5 16,0 0-3-16,0 0-12 0,0 0 3 0,0 0 18 15,0 0-17-15,0 0 48 0,0 0-20 16,0 0-30-16,6 0 32 0,-6 0-3 0,0 0-10 16,0 0 12-16,0 0 1 0,0 0-6 0,0 0-9 15,0 0-20-15,0 0 21 0,0 0 21 0,0 0-28 16,0 0-9-16,7 0 21 0,-7 0-41 15,0 0 7-15,0 0-37 0,0 0-34 0,0 0-14 16,0 0-55-16,6 0-6 0,-6 0 16 0,0 0-105 16,7 0-169-16,2-11 32 0,-5 11 25 15,-1-1-5-15,-2-1 19 0,0 2 58 0</inkml:trace>
  <inkml:trace contextRef="#ctx0" brushRef="#br0" timeOffset="2296.803">11695 11744 467 0,'0'0'197'0,"0"0"-97"15,0 0 66-15,0 0-35 0,0 0-15 0,0 0-33 16,0 0 35-16,0 0-11 0,0 0 5 0,0 0 9 16,0 0-19-16,0 0-11 0,0 0 20 15,0 0-12-15,0 0-13 0,0 0-2 0,0 0 4 16,0 0-9-16,0 0-12 0,0-13-1 16,0 13-3-16,0 0-1 0,0 0 5 0,0 0 10 15,0 0-16-15,0 0-11 0,0 0 14 0,0 0-34 16,0 0-6-16,0 0 9 0,0 0 11 15,0 0-1-15,0 0 14 0,0 0 0 0,0 0-1 16,0 0-32-16,0 0 13 0,0 0 1 16,0 0 19-16,0 0 4 0,0 0-34 0,19-9 38 15,-13 9-13-15,0 0-35 0,0 0 10 0,1-3-13 16,-1 3 2-16,-6 0-10 0,7 0 11 16,2 0-4-16,-2 0 29 0,-1 0-23 0,7 0-8 15,2 0 6-15,-1 0-7 0,-2 0-16 0,-2 0 42 16,3 0-3-16,-4 0-26 0,-1 0-7 15,0 0 2-15,0 0-18 0,-1 0 9 0,-2 0 30 16,5 0-30-16,-2 0 29 0,-3 0-29 0,2 0-3 16,0 0 10-16,-1 0-10 0,1 0 1 15,-7 0 4-15,9 0 10 0,7-8-11 0,-12 7 15 16,2 1 16-16,0 0-51 0,0 0 19 0,-1 0 10 16,-1 0-9-16,1 0 9 0,-5 0-23 15,0 0 19-15,6 0 11 0,-6 0-14 0,7 0 16 16,-7 0-3-16,8 0-3 0,-8 0 3 15,0 0 1-15,9 0-15 0,-9 0-6 0,6 0 3 16,-6 0 16-16,0 0-22 0,8 0 20 0,-8 0-14 16,0 0 9-16,0 0-15 0,6 0 10 0,-6 0 36 15,0 0-3-15,0 0-43 0,0 0 19 0,0 0-1 16,6 0 6-16,-6 0-17 0,0 0 4 16,0 0 42-16,0 0-39 0,0 0 21 0,0 0-9 15,0 0-26-15,0 0-10 0,0 0 31 16,0 0-2-16,10-2 19 0,-11 2-26 0,1-3-1 15,0 3 10-15,-1-1-1 0,0 0-15 0,1-2 15 16,0 1-8-16,-3 0-19 0,2-1 15 0,-1-1 16 16,0-2-18-16,-5-6 16 0,3 0-13 15,0 0 32-15,1-2-34 0,-1-1-13 0,-4-3 18 16,7-1-3-16,-2 0 39 0,1 0-48 16,-5-2 12-16,4-1 27 0,0 2-9 0,-3 3-27 15,6-4 15-15,-1 1-1 0,-1 6 14 0,1-4 4 16,1 18-23-16,0-14-9 0,0 5 13 15,0-1 5-15,0 1-21 0,0 2 8 0,0 7-6 16,0-9-2-16,0 9 9 0,0-7 24 0,0 7-14 16,0-7 1-16,0 7-13 0,0-7 19 15,0 7-15-15,0 0 4 0,0-6-8 0,0 6 11 16,0 0-16-16,0-7-14 0,0 7 28 16,0 0 29-16,0 0-21 0,0-6-6 0,0 6-4 15,0 0-6-15,0 0-16 0,0 0 8 0,0 0 10 16,0-7-8-16,0 7 11 0,0 0-3 15,0 0 22-15,-13-7-21 0,13 6 2 0,0 0-19 16,0 1-14-16,0-1 5 0,0 1-1 0,0 0-3 16,-1 0-33-16,1 0 9 0,0-2-19 15,-2 2-10-15,4-1-22 0,-4 2-11 0,2-2-22 16,0 1 12-16,0 1-65 0,2-1-23 0,-4 0-68 16,2 2-87-16,0-1 6 0,0-1 22 0,0 1 24 15,0 0 5-15,0 1 7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0T02:33:49.44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12839 10391 362 0,'0'0'158'0,"0"0"-23"16,0 0 23-16,0 0-18 0,0 0-38 0,0 0 30 15,0 0-29-15,0 0-10 0,0 0 2 16,0 0 18-16,0 0-16 0,0 0-2 0,0 0-25 15,0 0-6-15,0 0-8 0,0 0 5 16,0 0-15-16,0 0 12 0,0 0-45 0,0 0 8 16,0 0 17-16,-1-6 2 0,6 0-6 0,3-4-7 15,-3 2-5-15,-1 2 15 0,1 0 8 16,5-3-13-16,-2-1-17 0,-5 4 15 0,1-2-14 16,3-4 11-16,3 2 3 0,-6 1-10 15,5-1-3-15,-4 3-14 0,0 0 11 0,2 2 2 16,-3 0 0-16,0-1 0 0,-1 4 7 0,-1-4-6 15,-1 4-3-15,5 0 7 0,-5-4-8 0,2 5-3 16,0-3-2-16,0 1 15 0,-3 1-12 0,2-3-12 16,0 4-2-16,3 0-1 0,-5-4 14 15,2 3 1-15,0-1-20 0,-1-1 8 0,2 3 9 16,-1-1-19-16,1-1 4 0,-1 1 24 16,1-1-7-16,-3 1-3 0,1 2-10 0,0-5 13 15,1 5 9-15,-1-2 2 0,-1 0-12 0,0-1 10 16,2 2-5-16,-2-1-4 0,2 0 5 0,-2-2-2 15,2 3 10-15,-2-1-25 0,3-1 2 16,-2 1 0-16,0-1 7 0,0 1-4 16,1 0-3-16,-1-1 17 0,1 1-28 0,-1-3 21 15,-1 4 4-15,1 0 3 0,0-2-5 0,1 0-9 16,-2 2-8-16,0-2-1 0,5 0 12 16,-4 1-4-16,-1 0-7 0,1-1-5 0,0 1 4 15,-1-1 8-15,2 2-8 0,-2-2 14 0,0 0 3 16,2 1-9-16,-2-1-12 0,2 0 24 15,-2 2 3-15,1 0-18 0,0-3 5 0,-1 2 9 16,2 1 9-16,-1 1-24 0,-1-2 5 0,0-2 8 16,0 3-28-16,1-1 19 0,-1 0 9 15,0-1-12-15,3 3 13 0,-3 0-10 0,0-3 13 16,0 3-2-16,0 0 10 0,1 0-18 16,-1-1-3-16,1 1 5 0,-1 0-3 0,2 0 8 15,-2 0 3-15,0 0-11 0,0 0 11 0,0 0-17 16,1 0 2-16,-2 0 6 0,2-1-1 15,-1 1 12-15,0-2-8 0,0 4-12 0,0-2 19 16,0 0-1-16,0-2-13 0,0 2-1 0,0-1-2 16,0 2 17-16,0 1-14 0,0-2 10 15,0 1 1-15,0 0-14 0,1-1-12 0,-1 3 26 16,0-3-18-16,0 3 5 0,1-1 6 0,-1 1 19 16,2 0-19-16,-2 0-16 0,0-2 1 15,3 3 2-15,-1 0 5 0,-1-1 6 0,0 2 2 16,2-2 11-16,-3 1-10 0,2 0-4 15,1 0 17-15,-3-1-9 0,1 3-24 0,1-3 2 16,1 2 12-16,-1-1-11 0,0 1 17 0,1 1-15 16,-3-2 27-16,2 2-26 0,1 0 18 15,2 9-23-15,-4-4 31 0,3-3 3 0,-1-3-35 16,-2 1 15-16,0 1-3 0,2-3-1 0,-2 1 12 16,2 1-7-16,-1-2 13 0,1 3-15 15,0-2 8-15,0-1-15 0,5 8 0 0,-2-4 15 16,-3-1-31-16,9 6 11 0,-5-5 7 0,-3 1 23 15,1-4-25-15,-1 0 15 0,1 1 4 16,-2-4-2-16,1 5-18 0,-2-4 10 0,3 2-15 16,-3-1-8-16,1 1 30 0,1-3-15 15,-2 1-14-15,2 1 26 0,-1 0-7 0,2 0-3 16,-3-1-9-16,1-1 17 0,-2 1-16 16,2-1 32-16,0 2-13 0,-1-2-16 0,0 2 14 15,0-3 1-15,0 2-15 0,0-2 24 16,3 2-20-16,-4-1 29 0,1 0-38 0,0 0 10 15,0 0-2-15,1 1 19 0,-3 0 4 0,2-1-16 16,0 2-1-16,-1-3-9 0,-1 1 5 16,4 1 13-16,-3-1-9 0,2 1 6 0,-3-1 1 15,2 0 1-15,1 1-9 0,-3-3 0 16,3 1-9-16,-1 1 24 0,-2 0-16 0,2 0 10 16,0-1-18-16,-1 0 6 0,0-1 11 15,1 3-14-15,-1-1 39 0,0-1-37 0,0 1 29 16,0 0-8-16,1 1-25 0,-1-3 4 0,2 1-7 15,-3 0 19-15,0 1 13 0,4-2-23 16,-4 3-12-16,0-1 9 0,2-2 23 0,2 2-16 16,-4-1 0-16,0-1 21 0,1 2 1 15,-1-2-26-15,0 1 33 0,1 0-25 0,-1 0-2 16,2 1-10-16,-2-2 1 0,1 0-2 0,-1 0 18 16,1 2-14-16,-1-2 22 0,0 0 1 15,0 0-17-15,0 0-15 0,0 0-12 0,3 0-44 16,-6 0-53-16,3-2 11 0,-2 0-313 0,2-1 32 15,-4-2-58-15,-4-10 24 0,0-4 29 16,0 4 22-16,-5-7 60 0,8-4 5 0</inkml:trace>
  <inkml:trace contextRef="#ctx0" brushRef="#br0" timeOffset="-128448.669">12936 8593 310 0,'0'0'93'15,"0"0"-41"-15,0 0 44 0,0-12-22 0,0 12-4 16,0 0-26-16,0 0 13 0,0 0-6 15,0 0 0-15,0 0-16 0,19-27-4 0,-19 25-4 16,-1-1 8-16,1 1-5 0,-1 0-2 0,1 0-10 16,-2-1-3-16,2 1 38 0,0-2 0 15,0 1-11-15,-1 0 11 0,1 3-6 0,0 0-33 16,0 0 35-16,0 0-13 0,0-6 28 0,0 6 6 16,0-7-22-16,0 7-27 0,0 0-4 15,0-7 34-15,0 7-7 0,0 0-20 0,0-8 14 16,0 8 5-16,0 0 13 0,0-6-47 0,0 6 25 15,0 0 1-15,0 0-26 0,0-7 12 16,0 7 1-16,0 0 7 0,0 0-4 0,0 0-4 16,0 0 7-16,0 0 5 0,0 0 0 0,0 0 1 15,0 0-12-15,0 0 18 0,0-5 6 0,0 5-22 16,0 0-8-16,0 0 4 0,0 0 7 16,0 0-3-16,0 0 10 0,0 0-11 0,0 0-5 15,0 0-8-15,0 0 20 0,0 0-17 16,0 0 6-16,-6-8-1 0,5 8 2 0,1 0 1 15,0 0-5-15,0 1 21 0,0 1-16 0,1 0 5 16,-2 1-2-16,2 0-6 0,0-2-4 16,-1 3 14-16,0 0 7 0,1 1-3 0,1-2-12 15,-2 3 4-15,1 0-11 0,0-2 18 16,-1-4-5-16,0 6-6 0,5 8-11 0,-3-9 8 16,3 9 11-16,0-4 7 0,-4-1 3 15,2 1-27-15,-3-3 30 0,2 1-1 0,1-3-8 16,-3 2-27-16,1-2 9 0,0 1 31 15,1 1-12-15,-2 0 5 0,1-2-36 0,-1 13 45 16,0-6-25-16,3-4 0 0,-1 3-12 0,-2-4 27 16,1 1-16-16,1-1-21 0,-2 0 6 15,1-3 9-15,-1-4 14 0,0 7-25 0,0 0-3 16,0-2 29-16,0 2-13 0,0-7-14 0,0 8 15 16,0 0-3-16,0-2-4 0,0 2 20 15,0-2-29-15,0 0 10 0,13 15-1 0,-12-6 20 16,0-7-35-16,-1 2 25 0,2-4-26 15,-2 1-16-15,0-2 23 0,0 2 1 0,0-1 9 16,1-2-14-16,-1 3 0 0,0-2 25 0,0-5-29 16,0 0-3-16,0 9 12 0,0-4 9 0,0-5-2 15,0 9-29-15,0-3 19 0,0 2-7 16,0-8 14-16,0 8 31 0,0-1-40 0,0-3-2 16,0 3-8-16,0 0 17 0,0-7 4 0,0 8-9 15,0-1 21-15,0 0-16 0,0-7 29 0,0 8-23 16,0-1 12-16,0-1-16 0,0 1-3 15,0 1-3-15,0-2 12 0,0 1 1 0,0-2 7 16,0 3-26-16,0 0 11 0,0-1 7 16,0-1-2-16,0 2-5 0,0-2 1 0,0 1 7 15,0 2-10-15,10 6 17 0,-10-8-14 0,1 12 7 16,3-9 14-16,-1 0-23 0,-2-1-4 0,-1-1 7 16,0 0 0-16,1-2-7 0,-1 0 7 15,1 1 3-15,1 0-2 0,-2 0-1 0,0-2 34 16,0 3-5-16,0-8-31 0,0 0-5 15,0 7-1-15,0 2 17 0,0-2-4 0,0 0-18 16,0-1 0-16,0 1 0 0,0-2 8 0,0-5-3 16,0 9-3-16,0-2 2 0,0 0-1 0,0-7 20 15,0 8-3-15,0 1-1 0,0-4-11 16,0-5 0-16,0 8-1 0,0-1 0 0,0 0 14 16,0-7 0-16,0 8-22 0,0-1 0 15,0-7 33-15,0 7-22 0,0-2 31 0,0-5-27 16,0 9 6-16,0-3 5 0,0-6-2 0,0 8-2 15,0-2-12-15,0-6-8 0,0 8 12 0,0-8-1 16,0 7 1-16,0-7-2 0,0 9-20 16,0-3 2-16,0-6 6 0,0 7 21 15,0-1-1-15,0-6 5 0,0 8 5 0,0-8-12 16,0 7 3-16,0-7 3 0,0 9-10 0,0-4-9 16,0-5 21-16,0 7-39 0,0 1 30 15,0-8 8-15,0 5-13 0,0-5-29 0,0 9 46 16,0-9-13-16,0 8-11 0,0-4 13 0,0-4-5 15,0 10 10-15,0-3-17 0,0-7-24 16,0 17 17-16,0-11 9 0,-2-1 8 0,1 2-8 16,1-1 8-16,0 2 3 0,-1-1-2 0,1-2 8 15,-4 12-29-15,2-5 9 0,2-2 10 16,0-3-13-16,0 3 6 0,-2-3 13 16,2 1-8-16,0-8-4 0,0 6-12 0,0 1-1 15,0-1 26-15,0 1-5 0,0 0-2 0,0-2-30 16,0 2 35-16,0 5-6 0,0 2 9 0,0-3-20 15,0 0 8-15,0-3 1 0,0 1-2 16,0-2 14-16,0 1-21 0,0-1 3 0,0 0-4 16,0-2 20-16,0 2-18 0,0-1 9 15,0 2-3-15,0-1 12 0,0-1-21 0,0 1 11 16,0 6-7-16,0 0-11 0,0-2 28 0,0-1-12 16,0-1-11-16,0 0 24 0,0-1 2 15,0 0-10-15,0-1-19 0,0 1 31 0,0 0-24 16,0-1 6-16,0 5 3 0,0 1-3 15,0-1 18-15,0 0-15 0,0-1-1 0,0-3 2 16,0 2-20-16,10 6 19 0,-8-9-9 0,-2 1 9 16,0-1 14-16,0 1-18 0,2 11 5 15,0-2 1-15,-2-7 4 0,0 3-11 0,2-2 4 16,-2-3-22-16,0 4 20 0,2-5 1 16,0 14 2-16,-2-9-4 0,3 3-3 0,-2-3 7 15,0-2-4-15,-1-1 1 0,0-9 3 0,0 14-30 16,0-2 30-16,0-4-2 0,0 4 0 0,0-4 17 15,0-1-36-15,0 0 17 0,0 1-10 16,0-8 33-16,0 9-13 0,0-1 2 16,0 0 1-16,0-1-5 0,0-1-7 0,0 1-3 15,0-2 19-15,0 3-17 0,0-1 13 0,0 0-10 16,0 0-14-16,0 0 10 0,0-1 17 16,0 2-10-16,10 7 8 0,-10-7-6 0,2-1 1 15,-2 1-18-15,1-1 14 0,-1 0-14 0,0 0-4 16,0 1 11-16,0 1 3 0,1-2 12 15,-1 0-2-15,0 1-19 0,0-2 8 0,1 1 0 16,-1 0-9-16,2 1 12 0,-2-2 12 0,0 4-13 16,0 5-21-16,0-1 23 0,0-2-8 15,0-1-7-15,0 1 26 0,0-2-7 0,0-2-15 16,0 1-1-16,0 5-7 0,0-1 33 16,0-1-23-16,0-1 4 0,0 0-11 0,0-2 17 15,0-1-5-15,0 2-2 0,0-3 16 0,0 0-17 16,0 0-21-16,0 1 27 0,0 3 1 15,0 2-1-15,0-1 2 0,0-1-3 0,0-2-9 16,0 0-16-16,0-2 27 0,0 0-4 16,0 0 11-16,0-1-9 0,0 1-12 0,0 0 4 15,0 0 21-15,0 1-13 0,0-1 8 16,0 0-32-16,0 7 10 0,0-1 16 0,0-1 12 16,0 0-13-16,0-2 7 0,0 0-9 0,0-2 5 15,0-1 7-15,0 0-35 0,0 1 12 16,0 0 20-16,0-3-16 0,0 3-11 0,0 1 8 15,0-1 21-15,0-1-12 0,0 1-1 0,0-3-3 16,0 3 8-16,0 5-10 0,0 1 1 16,0-2 1-16,0 0 9 0,0-3-10 0,0 1-1 15,0 0 11-15,0-2-10 0,0-1 11 16,0 1-25-16,0-1 18 0,0 1 9 0,0 0-1 16,0-1 3-16,0 1-14 0,0-1-10 0,0 0 34 15,0 8-17-15,0-4 11 0,0 2-25 0,0-2 16 16,0-3-3-16,0 2-18 0,0-3 17 15,0 2 2-15,0-1-3 0,0-2 2 0,0 1 1 16,0 1-1-16,0 0 8 0,0-1-22 16,0 1 16-16,0-1 6 0,0 7-18 0,0-2 5 15,0 1 11-15,0-3-6 0,0-2-1 0,0 0-7 16,0 2-11-16,0-3 20 0,0 0-7 16,0-2-5-16,0 4 1 0,0-4 20 0,0 2-17 15,0 1 6-15,0 0-20 0,0-3 10 16,0 3 14-16,0-2-1 0,0 1-4 0,0 0-3 15,0 1-6-15,0-1 19 0,0 0-2 0,0 0-22 16,0-1 18-16,0 1-17 0,0 1 4 0,0-1 2 16,0 0 12-16,0 0 3 0,0 1-13 15,0 4 0-15,0 1-2 0,0-3 18 0,0 1-8 16,0-3-16-16,0 2 17 0,0-2 6 16,0-1-18-16,0 0-10 0,0 0 26 0,0 0-11 15,0-1 7-15,0 2-13 0,0-1 6 0,0-1 8 16,0 2-1-16,0-1-10 0,0 0 16 0,0 0-1 15,0 1 3-15,0-3-26 0,0 3 12 0,0-2-1 16,0 2 4-16,0-2-24 0,0 7 7 16,-4 11 28-16,4-24-7 0,0 10-7 0,0 0-4 15,0-2-6-15,0-1 17 0,0 0-12 16,0-1-2-16,0-1 21 0,0 3-31 0,0-2 25 16,0 1 2-16,0 0-4 0,0 0 1 15,0 1-7-15,0-1 9 0,0 6-13 0,0 1 0 16,0 0 4-16,0-4 7 0,0 0-17 15,0 0 21-15,0-2 6 0,0-8-9 0,0 9-5 16,0-3-6-16,0 0-2 0,0 2 2 0,0-8-3 16,0 8 15-16,0-3-4 0,0-5 3 15,0 7-16-15,0-7 11 0,0 8-13 0,0-1 19 16,0-7 0-16,0 7-3 0,0 0 4 0,0-7 4 16,0 8-10-16,0-1-16 0,0-7 11 15,0 8-1-15,0 0-6 0,0-2 1 0,0 1 22 16,0-7-5-16,0 8-5 0,0-1-2 0,0-2-2 15,0-5 1-15,0 8-1 0,0-2-5 16,0 1 17-16,0-7-4 0,0 8-11 0,0-2-3 16,0-6 1-16,0 7-5 0,0-1 9 0,0-6 5 15,0 8-5-15,0-8 0 0,0 7 5 16,0-7-13-16,0 8-3 0,0-8 10 16,0 6-5-16,0-6-10 0,0 8 3 0,0-8 9 15,0 6 13-15,0-6-22 0,0 0 21 0,0 7 6 16,0-7-24-16,0 6 10 0,0-6 8 15,0 7-10-15,0-7 19 0,0 0-11 0,0 7-3 16,0-7-12-16,0 0 25 0,0 6-16 0,5-6 1 16,-5 0-12-16,0 7 22 0,0-7-6 15,0 0-2-15,0 0-10 0,0 7-6 0,0-7 19 16,0 0-11-16,0 0 8 0,0 7 4 0,0-7-4 16,0 0-8-16,0 0 11 0,0 0-13 15,0 0 8-15,9 9 1 0,-9-6 11 0,0-3-18 16,1 2-1-16,-1-1 5 0,0-1-7 15,0 1 23-15,0-1-9 0,-1 0-5 0,2 0-5 16,-2 0 13-16,2 3-10 0,-1-3 3 0,2 0-5 16,-2 2-3-16,-2-2 10 0,4 1-5 15,-4-1-2-15,2 0 14 0,0 0-7 0,0 0 7 16,-1 0-9-16,1 1-9 0,-2-3 5 0,2 2 6 16,0 0 3-16,0 0-9 0,0 0 5 15,0 0-12-15,2-2-1 0,-2 2 21 0,0 0-8 16,-2 2-1-16,4-4-23 0,-1 4 16 0,-1-4-18 15,0 2-5-15,0-3-29 0,0 3-36 16,0-1 8-16,2 0-69 0,-2-4-25 0,-2 4-60 16,2 0 21-16,-3 1-202 0,1 0-69 0,-4 0 9 15,3 1 66-15,-4-1 27 0,0 1 11 0,-8 2 3 16,5-3 56-16,0 0 7 0,0 0 55 16</inkml:trace>
  <inkml:trace contextRef="#ctx0" brushRef="#br0" timeOffset="-51750.927">13033 8519 342 0,'0'0'184'16,"0"0"-26"-16,0 0-66 0,-16 0 51 0,16 0-46 16,-23 24-2-16,18-20-18 0,1-1-41 15,0 3 36-15,-4 3-10 0,3 0 7 0,1 0 0 16,1-1-44-16,-1 2 19 0,4-5 3 0,0 4-9 15,0-2-24-15,-2 1 11 0,2-8-30 0,0 5-7 16,0 0 49-16,0-5-22 0,0 9 7 16,0-1 21-16,0-1-27 0,14 2 4 0,-3-1-43 15,-2-1-5-15,1-5 49 0,-2 0-3 16,2-2-11-16,-4 0 32 0,-6 0-53 0,8 0 29 16,2 0 17-16,16-14-54 0,-15 8 60 15,-2-2-13-15,-1 2-17 0,-2 0 13 0,-1 1 48 16,-1-2-27-16,-1 2 24 0,-3 0-1 0,1-2 0 15,1 1 12-15,-2 6-10 0,0-8-12 16,0-3 0-16,-12-15 11 0,3 11-11 0,-3 3 7 16,2 0-7-16,-2 1 4 0,-1 2-12 15,-2 2-3-15,0 0-4 0,5 3-2 0,-2 1 16 16,1 3-39-16,2-2 6 0,9 2 5 0,-7 0-10 16,-1 0 5-16,1 0 13 0,-12 12-3 15,4-3 8-15,2-2-30 0,5 1 0 0,3 6-2 16,-1-1 5-16,2-1 4 0,1-1-13 0,-1 2 13 15,4-3-7-15,-1 0 4 0,0-2-15 16,1-8 0-16,0 13-11 0,0-3 29 0,10 14-21 16,-2-12 2-16,-4-4-16 0,3 0 16 15,0 3 1-15,2-4 18 0,-3-2-7 0,3 1-24 16,-3-5 6-16,1 1 14 0,-1-2-18 0,1 0-2 16,-7 0 28-16,0 0-18 0,10 0-7 15,14-11 16-15,-14 8 11 0,-4-4-23 16,1 1 4-16,4-4 9 0,-5 2 33 0,-2 1-3 15,-2 0-15-15,1 0 29 0,-2-2-34 16,0 3 17-16,-1 2 5 0,0-3 10 0,0 7 11 16,0 0-3-16,0-8 6 0,0 1 11 0,0 7-26 15,0-8-11-15,-13-4-9 0,7 1 13 16,-2 4-21-16,2 2 7 0,2 1 12 0,-1-1-24 16,1 3 15-16,3 0-24 0,-4 1-7 15,2-2-6-15,1 3-56 0,-1-1-42 0,3 1-27 16,0 0-46-16,0 0 15 0,0 0-293 0,-13 9 21 15,13-4 48-15,-2-1 44 0,2-3 21 0,0 3 23 16,0-2 22-16,0-1 10 0</inkml:trace>
  <inkml:trace contextRef="#ctx0" brushRef="#br0" timeOffset="-46829.091">13078 12390 282 0,'0'-12'77'0,"0"12"44"0,0 0-36 0,0 0-10 15,0 0-8-15,0 0 2 0,0 0-7 0,0 0 1 16,0 0 31-16,0 0-25 0,0 0 35 16,0 0-62-16,0 0 24 0,0 0 0 0,0 0-7 15,0 0 3-15,0 0-9 0,0 0-19 0,3-10 37 16,-8 10-15-16,2 3-24 0,-1 0-31 16,3 3 5-16,-4-3 35 0,-2 11-14 0,1-7-10 15,1 3 13-15,1-5-1 0,3 2-40 16,-4 1 13-16,5-1 41 0,-2 0-32 0,0 0 12 15,2-2-7-15,0 2-12 0,0-7 1 0,0 8-14 16,0-3 14-16,0 5-14 0,13 12 35 16,-8-13-13-16,-1-2-7 0,2 0 8 15,-2-3 6-15,2 2-40 0,5 3 30 0,0 1 3 16,-2-9-6-16,0 0-6 0,0 2-3 16,0-3 14-16,-9 0-8 0,6 0-21 0,2 0 34 15,15-11-9-15,-9 5 0 0,-4 0-17 16,-2 0 16-16,1 1 8 0,-4 0-11 0,0 2-8 0,-1-3 26 15,-3 1-26-15,0 1 6 0,2-2 1 16,-2 1 8-16,0 0 30 0,-1 5-31 0,0 0 27 16,0-9-2-16,-11-10-15 0,1 8 2 15,1 2 24-15,0 2-2 0,1 1 1 0,-1 1-11 16,0 4 3-16,3-4-6 0,-9 0 4 0,4 2-11 16,0 2 7-16,3 0-1 0,-1 1-3 15,9 0-7-15,-9 0 4 0,3 0-2 0,6 0-3 16,-10 0-11-16,-15 15-4 0,14-7 9 0,2-4 4 15,-3 5 1-15,1 5-20 0,2-3-2 16,-1-2 10-16,5 1 10 0,1 0-12 0,0-2 8 16,3-1 3-16,-3 1-6 0,4 0-17 15,0-8 15-15,0 7-8 0,0 5 11 0,0-1-9 16,10 15-10-16,-2-15 4 0,2 1 13 0,-5-4-4 16,2-1-13-16,5 1 14 0,1-2 6 0,-1-2-2 15,0-3-13-15,-3 0 8 0,0-1-8 16,-9 0 7-16,14 0-2 0,-1 0-13 0,15-10 9 15,-20 7 5-15,6-4 2 0,-1-1-12 0,-5 0 11 16,1-2-2-16,-2 1-7 0,-3 1 16 16,0 1 1-16,-4-1-11 0,0 1-7 0,0 7 27 15,0-7-5-15,0 7 18 0,0-10-15 16,0 3-2-16,-13-12 7 0,6 12 29 0,0-1-14 16,-1 3-17-16,3 2-5 0,-3-1 34 15,3 2-27-15,-1 0 2 0,-1 2-11 0,2 0 19 16,-2 0-3-16,7 0-24 0,0 0 9 15,-6 0-6-15,6 0-2 0,-16 11 24 0,12-8-35 16,3-1-5-16,-2 4 16 0,3-2-40 0,0-1-6 16,-1 1-32-16,2-2-26 0,-1 3 9 0,0-3-204 15,3-1 23-15,-2-1-181 0,0-1 25 16,-1-1 28-16,0 0 17 0,-1-3 5 16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0T02:31:20.24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6857 10578 385 0,'0'0'152'0,"0"0"-20"16,-13 0 20-16,13 0-11 0,0 0 16 0,0 0-26 15,0 0 6-15,0 0-33 0,0 0 11 16,0 0-19-16,0 0-7 0,0 0-8 0,-12 0-29 16,12 0 9-16,0 0 10 0,0 0-20 0,-19 16-7 15,19-16-7-15,0 0 21 0,0 0-15 16,0 0 3-16,0 0-13 0,0 0-1 0,0 0 4 16,0 0-12-16,0 2-8 0,0-1 8 0,1-1 1 15,2 2-17-15,0-1 13 0,2 2 5 16,-1-3-5-16,2 0-13 0,-1 1 8 0,1 1 9 15,12 0-26-15,-2-1 15 0,3 0 1 16,-4-1-6-16,-2 0 5 0,6 0 2 0,4 0-22 16,-13 0 8-16,8 0 9 0,3 0-6 0,-1 0 11 15,4 0-12-15,1 0 2 0,0 0 1 16,-3 0-22-16,4 0 25 0,-2 0-7 0,-1 0-2 16,27-9 6-16,-27 9-5 0,-12 0 1 0,5 0 1 15,3 0-1-15,0 0-3 0,0 0 7 0,0 0-8 16,2 0-1-16,-1 0 5 0,2 0 5 15,-4 0 1-15,1 0-23 0,-5 0 18 0,1 0-5 16,-3 0 3-16,-1 0 5 0,6 13-5 0,-12-13 7 16,1 0-24-16,0 1 8 0,-1 1 4 15,-1-2-11-15,-2 1 32 0,3 0-27 0,-2-1 11 16,2 0-17-16,-1 0 12 0,-2 2 4 0,3-2 5 16,-3 0-5-16,0 0 8 0,0 1-2 0,0 0-7 15,-2-1-3-15,0 0 6 0,0 0-1 16,0 0-6-16,0 0 17 0,0 0-20 0,0 0 10 15,0 0 5-15,9 0 3 0,-9 0-26 16,0 0 20-16,0 0-30 0,0 0-17 0,0 0-3 16,9 0-21-16,-9 0-32 0,0 0 8 0,0 0-76 15,0-2-19-15,-3 0-116 0,2 1-61 0,-3 0 27 16,1-2 14-16,1 0 6 0</inkml:trace>
  <inkml:trace contextRef="#ctx0" brushRef="#br0" timeOffset="687.472">7535 10493 226 0,'-2'0'156'16,"-1"-1"42"-16,-2-1-24 0,1 0-13 0,-1 0-5 15,3 1-7-15,-2 0-22 0,0-2 7 0,1 2-23 16,-2-1 5-16,2 0-31 0,1 2 15 0,-3-2-11 16,1 2 7-16,-1-3-33 0,1 1-3 15,-1 2 22-15,3-1-10 0,-1 1-15 0,-1-3 14 16,2 2-5-16,-1 1-17 0,3 0 8 15,-2-3-19-15,0 3 8 0,1 0-23 0,0 0 3 16,-2-1 9-16,1 1-6 0,0 0-10 0,1-1 12 16,-1 1-10-16,-1 0-2 0,3-2-9 0,0 2-10 15,0 0 16-15,0 0-15 0,0 3 12 16,0-3-11-16,5 1 8 0,-1-1 8 0,2 3-13 16,-2-2-1-16,3 2-9 0,9 3 9 15,2-1 2-15,-3-3-10 0,1 2 14 0,0 1-4 16,-1-2-9-16,2 4 8 0,-4-2 3 0,2-3 5 15,-6 3-13-15,4-4-4 0,1 4 20 16,0-1-4-16,-1 0-21 0,0 3 8 0,0-5 10 16,-3 2-18-16,-4 0 20 0,4-3-6 0,-3 2 10 15,-1-1-22-15,-1 0 1 0,2 0 0 0,-1-2 12 16,-1 1-15-16,0 1 15 0,2 1-10 16,-1-2 4-16,-1-1-2 0,0 3 15 0,0-2-13 15,-2 2-6-15,4-2 7 0,-5-1-9 16,7 2 13-16,-5 1 6 0,0-2 1 0,-1 0 0 15,1-1-17-15,-1 2 15 0,-2-1-4 0,5 1 10 16,-6-2-30-16,3 0 5 0,-2 2 17 16,-1-2-9-16,0 0-3 0,0 0 14 15,0 0-9-15,0 0-3 0,-11 12-2 0,5-9 10 16,3 3-2-16,-9 5-1 0,1 3 12 0,-3 0-6 16,0 1-20-16,-3 3 10 0,2 0-8 15,1 0-22-15,-4-1-20 0,2 1-10 0,-1 0-63 16,5 3 12-16,-6-4-169 0,4 3 23 15,-4-3 19-15,5-2 18 0,-3 0-158 0,3 1 24 16,-5-4 51-16,5-2-1 0</inkml:trace>
  <inkml:trace contextRef="#ctx0" brushRef="#br0" timeOffset="122792.145">8355 10663 380 0,'0'0'213'0,"0"0"-26"15,0 0-19-15,-14 0 12 0,14 0-15 16,0-13-16-16,0 13 7 0,0 0-24 0,0 0 3 15,0 0-25-15,0 0-12 0,0 0-19 16,0 0 3-16,0 0-7 0,0 0-18 0,0 0 0 16,0 0 2-16,0 0-13 0,0 0 2 15,0 0-13-15,0 0-10 0,0 0 9 0,0 0-6 16,0 0 3-16,6 12-5 0,4 0 0 0,-1 0 2 16,0-1 4-16,1 1-8 0,1-1 5 15,0 1 8-15,1 2-8 0,-2 0 15 0,3-3-22 16,-2 3 8-16,-1-5 9 0,3 4-20 15,-1-1-1-15,-3 1 1 0,2-2-2 0,-2-3 22 16,-3 4-12-16,5-4-12 0,-6-2-3 0,0 0-12 16,-1-4 4-16,-2 2 29 0,1-1-22 0,0-2 1 15,-1 2 31-15,-1 0 0 0,3-1-17 16,-1-1 3-16,-3 1 38 0,2 1-37 0,-1-1 3 16,-1-1-4-16,3 0-13 0,-1-1 23 15,-2 3-20-15,2-3-10 0,-1 1 24 0,0 1-14 16,-1-1 26-16,2-1-57 0,-1 1 27 0,-1-1-9 15,3 2 30-15,-2-1-30 0,0 0 13 0,-1 1-10 16,2-1-11-16,-2-1 3 0,2 0 6 16,-1 2-11-16,-1 0 4 0,3-1-4 0,-1 1-8 15,0 0 23-15,-1-1-11 0,0 2-1 16,2-2 9-16,-2 2-5 0,-1-3 28 0,3 1-36 16,-3 1-11-16,1-1 39 0,0 0-23 0,0 1-23 15,-1-2 42-15,3 2-22 0,-3-2 0 0,1 0 0 16,1 0 36-16,-2 1-38 0,0 1 6 15,1-2-4-15,0 0 3 0,-1 0-12 0,0 0 45 16,0 0-28-16,0 0 24 0,0 0-22 16,0 0-25-16,0 0 12 0,0 0 16 0,0 0-20 15,0 0-9-15,0 0 14 0,0 0-9 0,5 3-4 16,-5-4-44-16,0 1-18 0,-3-2-42 16,1 2-14-16,0 0 12 0,0 0-176 0,0 0-150 15,0 0 32-15,1 0-17 0,1-2 25 16,0 2 24-16,-1-1 12 0,3 0 57 0</inkml:trace>
  <inkml:trace contextRef="#ctx0" brushRef="#br0" timeOffset="123747.174">8949 10637 290 0,'0'-1'187'0,"2"-1"-6"0,-2 1-4 15,0-1-26-15,1 1 17 0,0 0-54 0,-1 0 21 16,0 1-12-16,0-2-10 0,0 2-14 0,0 0 23 16,0-2-8-16,0 2-15 0,0 0 7 0,0 0-8 15,0-1-3-15,-2 2-3 0,2 1-16 16,-2-2-11-16,0 2 13 0,0 0-24 0,-1 2-4 15,-1-1 14-15,1 0-4 0,-1 1-14 0,-2 0 21 16,5 1-32-16,-4-1 43 0,-2 8-15 16,0-3-21-16,1-1 29 0,0 0-26 0,-2 2 11 15,1 0-14-15,3-1-5 0,-1-2 8 0,0-2-22 16,0 2 49-16,1-2-44 0,1 0-10 16,0 1 22-16,-1 0 2 0,2-2-7 0,-4 7-2 15,-2-1-18-15,4-3 34 0,0 0-23 16,1 0-14-16,-1 0 0 0,1-2 10 0,0 0-2 15,0 1-2-15,-4 5-2 0,4-1-5 0,-1-2-15 16,-2-1 30-16,3 1 16 0,-4-3-4 16,5 0-4-16,-1 0-40 0,-1-1 5 0,-1 9 12 15,-1-5-19-15,3-3 12 0,1-1 13 0,-3 3-2 16,2-3 1-16,1 2-16 0,0-3 4 16,0 1-12-16,0-2 17 0,0 1-4 0,1-1 9 15,-1-1-12-15,1 1 19 0,-2 0-14 16,2 0-2-16,-1-2 0 0,2 3-2 0,-2-2 0 15,2-1-1-15,-1 3 3 0,0-2 1 16,-2-1-2-16,3 4-2 0,0-4 1 0,0 1 14 16,-1 0 1-16,1 2-3 0,-2-3 0 0,2 1-2 15,0 1-15-15,0-2-6 0,-2 1 0 16,2 0 25-16,0-1-1 0,0 0-1 0,0 0-3 16,0 0 0-16,0 0-4 0,0 0 13 0,0 0 14 15,0 0-4-15,0 0-3 0,0 0-8 16,0 0-15-16,-11 12-13 0,11-10 0 0,-2-1 2 15,2-1 0-15,-1 0 2 0,-1 0 4 0,1 2 0 16,1 0-15-16,-1 0 1 0,0-1 3 16,0 1 0-16,1-2 23 0,0 1 3 0,-2 0-2 15,1 1-23-15,-2-1 1 0,3-1 10 16,0 0 10-16,-2 3 1 0,2-3-14 0,-1 0-2 16,0 1 1-16,1-1 7 0,-2 2-5 15,2-1 8-15,0-1-8 0,-1 0 7 0,1 1 1 16,0-1-8-16,0-1 9 0,0 2-1 0,0-1-54 15,0 0-10-15,1 2-21 0,-1-4-24 16,0 2-4-16,0 0-40 0,2-1-36 0,-2 2 17 16,-2-2-157-16,1-2-136 0,1 5 41 15,0-1 4-15,-1 0 60 0,-1-1 24 0,1 2 23 16,0-2 16-16,0 0 9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0T02:33:27.31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9637 11323 365 0,'0'0'116'15,"0"0"-20"-15,0 0-30 0,0 0-10 0,0 0 46 16,-15 0-15-16,15 0 30 0,0 0 2 16,0 0-11-16,0-12-3 0,0 12-7 15,-26-14 16-15,22 14-34 0,2 0 21 0,-1 0-21 16,2 0-4-16,-2 0 12 0,1 0 10 0,2-3-18 15,-3 5 4-15,2-4-18 0,1 2 19 0,-3 0-13 16,1-1-25-16,0 1 18 0,0 0-11 16,2 1 5-16,0 1-8 0,-1-1 0 0,1-2 24 15,0 1-17-15,0 0-6 0,0 0 0 16,0 0-25-16,0 0 27 0,0 0-30 0,0 0 2 16,0 0-6-16,0 0 25 0,-7 1-39 0,9 0 24 15,0 1 13-15,-1-2-14 0,2 1-35 16,1-1 22-16,1 0 22 0,-1 0-36 0,2 3 3 15,3-2 6-15,-3-1 24 0,12 1-20 16,-1 0-14-16,3-1 4 0,-4 1-4 0,-9-1 23 16,7 0-26-16,-1 0 4 0,1 0-1 0,-2 0 26 15,4 0-26-15,21 7-6 0,-25-4 26 16,6-3-29-16,-4 3 2 0,-1-2-6 16,-2-1 21-16,1 1 9 0,-5-1-18 0,1 2-4 15,-8-2-4-15,0 0 2 0,8 0 2 16,2 0-1-16,-10 0 25 0,8 0-29 0,-3 0 20 15,-5 0-13-15,7 0 25 0,0 0-6 0,-7 0-22 16,0 0-4-16,9 0-3 0,-9 0 4 16,0 0 6-16,6 0 4 0,-6 0 18 0,0 0 8 15,0 0-7-15,8 0-30 0,-8 0-1 0,0 0 5 16,0 0 15-16,0 0 7 0,6 0-25 0,-6 0 19 16,0 0-17-16,0 0 31 0,0 0-36 15,8 1 8-15,-8-1 20 0,0 0 1 0,0 0-6 16,0 1-14-16,-1 0-10 0,1-1 31 0,0 0-36 15,-2 2 17-15,1-2-6 0,-1 0 10 16,2-3 8-16,-2 3-7 0,1 0-11 0,0-1 12 16,1 1-19-16,0 1 3 0,0-1 6 0,-2 0 3 15,2-1 16-15,0 3-25 0,-2-3 6 16,2 1-2-16,0 0 26 0,0 0 5 0,-1-1-31 16,1 1-5-16,-2 0 20 0,1 1-13 15,1-1 3-15,0 3 17 0,0-3-23 0,0 0-3 16,-1 0 12-16,-1 0 2 0,1 0 15 0,-1 0-24 15,2 0 4-15,0 0 44 0,0 3-57 0,0-1 27 16,0 3-15-16,0-2 21 0,-2 4-32 0,1 0 14 16,1 11-2-16,0-3-12 0,0-5 37 15,0 4 4-15,0 1-31 0,0 2 42 0,0 1-40 16,0 1 25-16,0-1 2 0,0 1-12 16,0 1-10-16,0 1 8 0,0-1 0 0,-13 20 35 15,11-21-47-15,0-2 22 0,2-3-2 0,-1-2-2 16,0-2 13-16,1-2-21 0,0-1-17 15,-1-1 44-15,1-2-17 0,0 0-1 0,-2 0-3 16,2 0 13-16,0-2-3 0,0-2 8 16,0 0 20-16,0 0-23 0,0 0 13 0,0 0 1 15,0 7-8-15,0-7-12 0,0 0 7 0,0 0 3 16,0 0-14-16,0 0 1 0,0 0-22 0,0 0 2 16,-1 9-7-16,0-10 0 0,1 2-34 15,1-1-52-15,2-1-10 0,-3 0-22 0,1 0-42 16,-1-1-21-16,0 1 18 0,0-2-199 15,0-1-99-15,0 3 61 0,0-1 30 0,0 0-49 16,0 1 56-16,-1-2 19 0,1 2 3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0T02:35:24.181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7313 12872 242 0,'-1'-4'235'0,"-2"2"-89"0,2 0 20 0,0-3-39 16,1 3 13-16,-2-1-7 0,2-1-29 0,-1 1-12 15,1 1-8-15,0-4-5 0,1 4-15 16,-1-2-13-16,0 1 20 0,0-1-26 0,2 1 0 16,-2 3-7-16,0 0-9 0,0 0 5 15,9-14 10-15,-3 10-44 0,-2 3 10 0,1-2-18 16,6-2 28-16,-2 1 2 0,-1 1 13 0,0 1-29 16,-3-1 10-16,2 3-28 0,-3-2 32 15,1 2 9-15,-1 0-24 0,-1 0-12 0,-3 0 24 16,0 0-6-16,0 0-6 0,6 0-23 0,-6 0 36 15,8 0-12-15,1 11-4 0,-8-8-13 16,2-1 20-16,-1 1-2 0,1 0 8 0,-2-1-35 16,0 3 26-16,2-2 0 0,-3 2-33 15,0-1 19-15,0 1-6 0,0-5 26 0,0 0-2 16,0 6-3-16,0-6 6 0,0 7-6 0,0-7-2 16,0 6-2-16,0-6 22 0,0 10-18 0,0-3-3 15,-13 4-9-15,10-7 20 0,1 0-14 16,-2 0 13-16,4-2-2 0,-5 3 19 0,4-1-39 15,-2 1 33-15,-1-3 5 0,3 3-13 16,-3 0-12-16,1 0 24 0,0-3-11 0,0 1 12 16,-1 1 7-16,3 1-20 0,-4-2 10 0,1-1-1 15,3 2 6-15,-3 0-11 0,2-1-12 0,-1-2 0 16,-1 2 9-16,0-1 6 0,2 0-7 16,-1 1-10-16,2 1 18 0,0-1-16 0,-2-2 5 15,1 1 0-15,0 0-2 0,1 1-14 0,0-2 15 16,-1 0 4-16,2 1 1 0,-1-2-5 15,1 3-6-15,0-2 7 0,0 2-4 0,0-2-6 16,0-1 16-16,0 0-4 0,0 0-1 16,0 0-8-16,0 0 14 0,9 4-19 0,-5-4 8 15,0 0-1-15,2-1 12 0,-2 0-13 0,5 1-2 16,-4-2 8-16,4 2 9 0,0 0-3 0,4 0-3 16,15-8-8-16,-17 8-11 0,-2-3 11 15,0 2 9-15,0-2-9 0,-1 1-6 0,0 2 24 16,-1 0-21-16,-3-2 5 0,2 1-5 15,1 1 10-15,-1 0 14 0,-2-2-9 16,1 1 30-16,0 1-8 0,-1 0 33 0,-1 0-21 16,-3 0-3-16,0 0 30 0,0 0-13 0,0 0-21 15,7 0-3-15,-7 0 8 0,0 0-1 0,6 0-8 16,-6 0-5-16,0 0-4 0,0 0 1 16,0 0 5-16,7 0-55 0,-7 0-29 15,0 0-34-15,0 0-52 0,0 0-56 0,10-3 17 16,-10 4-303-16,-1 1 23 0,-2 1 32 0,2-3 25 15,-4 3 36-15,4-1 19 0,-5 1 16 16,3-2 29-16</inkml:trace>
  <inkml:trace contextRef="#ctx0" brushRef="#br0" timeOffset="-923.824">6914 12429 310 0,'0'0'207'0,"0"0"-31"16,0 0-8-16,0 0-22 0,0 0-10 16,0 0-1-16,0 0 0 0,0 0-21 0,0 0-12 15,0 0-21-15,0 0 5 0,0-14 2 16,0 14-6-16,0 0 3 0,0 0-13 0,0 0-8 16,0 0-11-16,0 0-8 0,0 0 14 15,0 0-5-15,0-15-12 0,-5 15-13 0,1 0 21 16,-1 0-7-16,1 0-16 0,-5 0 13 15,9 0-6-15,-6 0-8 0,-1 0 5 0,-3 0 2 16,-14 10 0-16,7-6-15 0,5-3-1 0,0 3 14 16,4-1-18-16,-1-1 4 0,3 0 8 0,-1 2-7 15,0-3-10-15,-5 9 15 0,1-5 1 16,-4 2 2-16,6-2-13 0,-4 2 18 0,4 0-14 16,-1 1-11-16,1-1 3 0,4-2 18 15,0 2-2-15,-1-2-24 0,3 2 13 0,-6 3-5 16,5 1-3-16,0-3 16 0,-1 2-10 0,2 4-6 15,-1-5 11-15,2-1-11 0,-2 2-7 0,4-3 4 16,-2 0 8-16,2-7 2 0,0 8 13 16,0-1-24-16,0-2-3 0,0 2 6 0,0 0-6 15,0 0 5-15,0-2 0 0,0 7-4 0,14 13 12 16,-10-10-4-16,2-4-10 0,-2-1 1 16,7 4 7-16,-6-4 0 0,3 2 13 15,-2-4-25-15,1 1 5 0,-3-4 16 0,7 5-7 16,2-4-5-16,-7 1 10 0,6-3 7 0,-3 0 1 15,0-3-7-15,7 3-20 0,2-1 18 0,1-3-10 16,-12 0 13-16,3 0-10 0,9 0-23 16,-1 0 32-16,1 0-24 0,20-10 12 0,-19 4 9 15,-2 2 6-15,1-3-31 0,-2 2 9 0,-2-4-6 16,2 1 3-16,-7 1 9 0,0 2-7 16,0 2-2-16,-6-4 21 0,0 1-15 15,0 1-4-15,-2 2 1 0,1-3 18 0,-3 2-19 16,3 0 12-16,-3 0-11 0,0-2 2 0,0 6-3 15,0 0-7-15,0-7 30 0,0 7-17 16,0-8-2-16,-12-5 0 0,4 3 23 0,-2 4-36 16,4-1 21-16,-6-3-9 0,2 5-3 15,-3-2 18-15,4 1-6 0,-2 1-11 0,7 2 18 16,-4 0-24-16,1-1 1 0,0 1 5 0,2 2 8 16,0 0 0-16,1 0 5 0,-1-1 4 15,1 1-1-15,0 0-23 0,-1 0-4 0,1 1 12 16,1-2-1-16,0 2 11 0,-1 0-15 15,4 0 2-15,0 0 7 0,0 0 4 0,0 0-22 16,0 0 4-16,0 0-1 0,0 0-3 0,0 0 5 16,-10 3 4-16,11-3 11 0,3 0-20 15,0 0 5-15,1 1 3 0,0-2 2 0,4 1-4 16,5-3 6-16,-5 3 12 0,1 0 2 16,-1 0-7-16,0 0-10 0,-1 0 1 0,2 0 10 15,-4 0-12-15,2 0 5 0,-3 0-7 16,2 0 9-16,-7 0-2 0,10 0 4 0,-2 0-11 15,-8 0 20-15,7 0-5 0,1 0-1 0,-8 0 6 16,9 0-13-16,-9 0 9 0,8 0-15 16,-1 0 15-16,-7 0 2 0,8 0-7 15,-8 0-6-15,14 8 16 0,-9-3-17 0,0-1 4 16,-1-1-3-16,0 2-3 16,-1-1 21-16,0 1-2 0,4 10-15 0,-1-3-4 15,2-1 21-15,-6-3 1 0,5 4-19 0,-4 0 12 16,5 1 1-16,-4 1-6 0,-2-4 6 0,2 1 19 15,-1 7-15-15,0-6 0 0,0 5 8 0,-1-7 2 16,3 4 0-16,-3-3-12 0,2 0 2 16,-4-2-2-16,2-2 3 0,0-1 19 0,-2 1-23 15,1-2 12-15,2-1-13 0,-3 1-1 0,1 0-4 16,-1-1 24-16,1-1 13 0,-1 0-15 16,0 1 6-16,0-4-4 0,0 0-12 0,0 0 16 15,0 0 11-15,0 0-17 0,0 6 29 16,0-6-30-16,0 0 5 0,0 0 2 0,0 0-16 15,0 7-2-15,4-2-5 0,-3-5 12 0,1 2-9 16,-2-4 13-16,0 2 10 0,0-1-47 0,0 1-7 16,0-1-9-16,0 0-19 0,-2-1-10 15,1 0-35-15,1 1-44 0,-1 0-15 0,-2 0 13 16,3-2-154-16,-2 1-119 0,-1 2 28 16,3-2-40-16,0-1 25 0,0 2 85 0,3 0 14 15,-1-2-50-15</inkml:trace>
  <inkml:trace contextRef="#ctx0" brushRef="#br0" timeOffset="162790.837">1965 12255 256 0,'0'-13'61'0,"0"13"2"0,0 0 27 16,0 0-14-16,0 0-9 0,0 0-8 0,0 0 50 15,0 0-21-15,0 0 6 0,0 0 12 0,0 0-64 16,0-13 46-16,0 13-13 0,0 0-4 15,0 0 15-15,0 0-4 0,-13 0 4 0,13 0-25 16,0 0 18-16,0 0-25 0,-16-18-4 0,16 18 17 16,0-1-2-16,0 1-1 0,0 0-12 15,-1 0-9-15,1 0-19 0,0 0 11 0,-1-1-7 16,0 2 12-16,1-1-22 0,0 0 20 16,0 0-7-16,0 0-11 0,0 0 23 0,0 1-6 15,0-1-15-15,0 3 8 0,2-1-15 0,-1 0 12 16,1 1-6-16,0-2-2 0,1 1-4 15,0 2 9-15,-1-2-11 0,2 3 0 0,0-2 16 16,-2 1-20-16,1 1 20 0,2-2 4 0,4 9-5 16,-2-5-1-16,-3 0 1 0,1-2-24 15,-1 2 10-15,-1-4 9 0,1 4-3 0,2-2 6 16,-4-1-2-16,6 6 2 0,0-2-19 0,-3-1 23 16,0 0-4-16,-2-4-15 0,2 3-7 15,-1 0 8-15,-2-2-2 0,1 1 0 0,1-2 1 16,-1 2 11-16,1 0-27 0,0-1 4 15,0-1 13-15,0 3 8 0,3 5-19 0,4-2-3 16,-6-2 10-16,2 0 3 0,-4-1 7 0,3-2-13 16,-3 1 6-16,1-2 12 0,1 2-15 15,-3-2-2-15,1 3-1 0,2-3 7 0,3 9-5 16,-2-4 9-16,2-3-11 0,-3 1-8 0,-1-1 25 16,1-1-9-16,-1-1-4 0,1 2-13 15,-3 0 2-15,5-2 17 0,-3 2-12 0,6 4 11 16,-1-2 4-16,-2-2-11 0,0 2-7 0,-1-2-1 15,-1-2 16-15,2 0-16 0,-2 3 10 16,8 1 13-16,-8-2-28 0,3 0-5 0,-2 1 0 16,-1-2 25-16,1-1-12 0,-1 1-2 15,1 0-8-15,-1-1 17 0,-2 0-18 0,1 1 35 16,8 4-24-16,2-1-8 0,-7 0-7 0,1-2 11 16,-1 0 36-16,-2-2-5 0,4-1-11 0,-4 3-25 15,0-4 8-15,1 2-11 0,7 3-3 16,-3-2 10-16,-3-1 35 0,3 0-12 15,-5 0-28-15,3 0 18 0,-3-3 4 0,1 2-15 16,2 0-7-16,-3 1 18 0,0-1-15 16,-2-2 0-16,6 1 24 0,-3 2-14 0,-1-1-15 15,2 0-7-15,-1-2 13 0,-1 3 30 16,1-1-29-16,0-1-8 0,0 1 3 16,-2 0 39-16,1 0-11 0,0 1-17 0,3-1 8 15,-2-2-14-15,-2 0 4 0,2 4-11 0,-1-3 20 16,2 1-12-16,-2-1 20 0,0 0-10 15,1 2-20-15,0-3 25 0,0 3-25 0,-1-2 19 16,-1 0 13-16,1 1-27 0,1 1-6 16,-2-2-3-16,2 0 8 0,0 0 5 0,-1 1 21 15,-1 0-3-15,0-2-20 0,1 1-3 0,0-1 15 16,0 2-19-16,-2 0 0 0,3 0 35 0,-2-1-28 16,1 0 4-16,-1 0 7 0,2 1-6 15,-1 0-4-15,1-2 0 0,1 2-7 0,-2-1 4 16,0 2 4-16,1-2 34 0,1 0-14 15,-3 1-31-15,3-1-3 0,0-1 41 0,-1 3-31 16,-1-2 3-16,0-1 12 0,2 0 1 0,-2 3-18 16,1-1 3-16,-1-1 3 0,8 7-10 0,-1-5 17 15,-3 0-6-15,-2-2 0 0,1 0 29 16,-8-1-40-16,0 0 24 0,9 0 2 0,-9 0 3 16,8 0-8-16,-2 0-17 0,-6 0 6 15,8 0 7-15,6 10-19 0,-8-9-1 0,-1-1 13 16,0 1 14-16,3-1-1 0,-3 2-10 0,4-1-7 15,-5 1 26-15,2-1-31 0,-6-1 5 0,0 0 15 16,8 0-7-16,0 0 9 0,-8 0-2 16,7 0-29-16,2 0 44 0,-9 0-10 0,9 0-23 15,-2 0 2-15,-7 0 4 0,17 9 24 0,-12-9-25 16,1 0-2-16,0 2 8 0,-2-2-16 16,2 2 22-16,-2-2-13 0,2 1 6 0,0-1 4 15,-2 2-23-15,0-2 41 0,2 0-2 16,-3 2-5-16,1-2-28 0,0 0 2 0,-1 0-1 15,2 0 10-15,0 0-8 0,-1 3 16 0,0-3-10 16,-1 1 8-16,0 0-15 0,2-1-2 16,-2 2-2-16,1-2 29 0,-2 1-20 0,2 0 2 15,-1-1 3-15,1 0 28 0,-4 0-18 16,0 0-20-16,0 0 6 0,0 0 27 0,7 0-27 16,-7 0 2-16,6 0-2 0,-6 0 19 0,8 0-7 15,-8 0 7-15,8 0-21 0,-8 0-8 0,6 0 38 16,-6 0-31-16,6 0 16 0,1 0-9 15,-7 0-17-15,0 0 28 0,8 0 1 0,-8 0-7 16,15 8-13-16,-14-8-3 0,3 0 20 16,0 0-8-16,1 0 13 0,-1 3-22 0,-1-3 1 15,0 0 26-15,-3 0-5 0,0 0-28 0,0 0 6 16,9 0-11-16,-4 0 33 0,-5 0-26 16,8 0 10-16,-8 0-8 0,9 0-2 0,-9 0 9 15,8 0 15-15,-8 0-16 0,7 0 16 0,-7 0-15 16,18 9 15-16,-15-7-9 0,3-1-2 15,-2-1 10-15,1 0-16 0,-1 2-2 0,1-2 11 16,0 0-13-16,-2 0 7 0,0 3 3 0,1-3 3 16,0 0 12-16,1 1-18 0,0-1-3 15,-1 1 27-15,-1-1-33 0,3 2 20 0,-2-2-18 16,1 1 21-16,-4-1 5 0,6 2-3 16,-3-2-8-16,1 1 14 0,0 0-32 0,0-1-2 15,0 3 29-15,1-3-17 0,1 0 3 0,-3 0-7 16,2 1-5-16,-1-1 28 0,0 2-33 15,2-2 3-15,-4 2 9 0,3 0-1 0,-1-2 18 16,-1 1-12-16,2-1-5 0,-1 1-6 0,0-1-3 16,0 1 21-16,2-1 22 0,-3 0-43 15,2 0 5-15,-1 0 22 0,0 0-19 0,0 0 26 16,-2 0-9-16,6 2 8 0,-6-2-3 0,3 2-30 16,-6-2-4-16,0 0 8 0,6 0 17 0,-6 0-13 15,8 0-11-15,-2 0 14 0,-6 0 21 16,9 0-20-16,-3 0-5 0,-6 0-3 0,7 0 39 15,-7 0-35-15,11 0 29 0,-6 0-13 16,-5 0-23-16,8 0-8 0,-8 0 43 0,9 0-20 16,-1 0-10-16,-8 0 14 0,6 0 4 0,2 0 9 15,-8 0-30-15,8 0-15 0,-2 0 46 16,-6 0-21-16,8 0-11 0,-8 0 16 0,7 0 22 16,-7 0-9-16,9 0-34 0,-1 0-10 0,-8 0 47 15,6 0-32-15,-6 0 2 0,8 0 14 16,-8 0-21-16,6 0 28 0,-6 0-20 0,8 0 33 15,-8 0-16-15,0 0 2 0,8 0-23 16,-8 0-10-16,7 0 9 0,-7 0 3 0,7 0-8 16,-7 0 12-16,6 0 18 0,-6 0 10 0,8 0-13 15,-8 0 1-15,6 0 7 0,-6 0-5 0,8 0-27 16,-2 0 0-16,-6 0 23 0,9 0 7 16,-2 0-13-16,-1 0-10 0,-6 5-5 0,8-5 0 15,-1 0 41-15,-7 0-42 0,9 0 39 0,-1 0-13 16,0 0-25-16,-1 0 6 0,-2 0-1 15,3 0-5-15,-4 0 12 0,5 0 7 0,-2 0-6 16,1 0 18-16,-2 7-9 0,2-7-2 0,0 0 0 16,-3 0-23-16,3 0 35 0,-2 0-27 0,3 0 11 15,-3 0 12-15,10 0 3 0,-4 0-29 16,0 0 24-16,-2 0-6 0,-1 0-20 0,0 0 17 16,-1 0-15-16,-2 5-4 0,2-5 22 15,-8 0 0-15,9 0-14 0,-3 0 18 0,3 0-22 16,-4 0 0-16,3 0 5 0,-2 0-4 0,1 0 31 15,0 0-28-15,0 0 27 0,-1 0-28 0,-1 0-8 16,-5 0 11-16,10 0 4 0,-2 0 2 16,0 0 10-16,-2 0-1 0,2 0-2 0,-2 0 11 15,1 0-10-15,-7 0 8 0,9 0-20 16,-3 0 14-16,3 0-6 0,-3 0 9 0,1 0 10 16,-7 0-18-16,9 0 0 0,-2 0 7 0,1 0-36 15,-3 0 37-15,2 0-15 0,1 0-18 16,-1 0 7-16,12-2 5 0,-6-1-10 0,-4 3-5 15,1-3 16-15,-2 2-11 0,-1-2 33 16,0 1-22-16,-2 0 15 0,2 1 8 0,0-1-2 16,-3 0-29-16,2 2 20 0,2-2 9 0,-1-1-34 15,-3 3 41-15,1-2-32 0,2 0 10 16,-2 1 3-16,1-2-12 0,-1 3 24 0,10-7-18 16,-4 2 21-16,-3 3 4 0,-1 1-33 15,2-3 16-15,-1 0-25 0,-2 1-1 0,10-1 1 16,-2-3 22-16,-3 2 21 0,-1 1-35 0,-1 4 18 15,-1-3 11-15,-3-1-11 0,4 2-29 16,-4-1 45-16,0 1-14 0,11-3 3 0,-5 3-27 16,-2-1-6-16,-4 2 17 0,5 0-6 0,-3-2 23 15,-3 3-31-15,1-3 34 0,0 2-28 16,-1 0 28-16,1-2-20 0,0 1-2 0,-1 0-1 16,0 2-7-16,1-2 28 0,-2-1-14 0,0 3-4 15,4-4-3-15,-1 3 20 0,-1-3 11 16,-1 1-34-16,0 3-2 0,1-1 28 0,0-2-11 15,-1 3 3-15,1-3-8 0,-2 2 22 16,3 0-32-16,-3-2 31 0,2 2-32 0,1-1 7 16,-2 0 17-16,0 2-27 0,0-2 48 0,1 0-40 15,-1 1 14-15,-1-1 14 0,3 0-17 16,-3 2 1-16,2-2 17 0,-1 1-15 0,-1-1-24 16,1 0-3-16,-3 1 12 0,4 0 22 0,0 0-10 15,-2-1-19-15,0-1 24 0,3 2-18 16,-3 0-4-16,1 1 22 0,2-5-6 0,-2 4-6 15,0 0-2-15,0 1 29 0,-1-3-10 0,3 3-31 16,-2-1 34-16,1-2-29 0,0 2 5 16,-1 1 16-16,1-2-4 0,-1 1-13 0,0-1 3 15,1 0-8-15,-1 0-3 0,1 0 15 0,0 2 19 16,-1-3-4-16,0 0-8 0,0 3-30 16,-2-1 17-16,5 0 20 0,-3-1-21 0,2 1 2 15,-3-2 30-15,1 2 3 0,1 0-11 16,-2-1-25-16,2 1 24 0,-1-1 5 0,-2 2-17 15,4-2 10-15,-4 2-31 0,3-3 14 0,-1 2 12 16,0-2-20-16,0 3 0 0,-1-2 11 0,3 2-21 16,-5-2 10-16,2 1 16 0,-1 1-6 0,2-2-9 15,-1 0 9-15,0 1-15 0,0 0 37 16,0 1 0-16,-1-1-11 0,2-1-18 0,0-1 25 16,-3 3-1-16,2-1-15 0,2 0-17 15,-3 1 7-15,2-3 16 0,0 1-28 0,-2 2 13 16,3-1 5-16,-2 0 8 0,0 0-12 15,-1-1 13-15,1 2-18 0,1-1 29 0,-3-2-12 16,2 3 14-16,-1-1-17 0,1 1 9 16,2-2-25-16,-2 1 9 0,0-1-4 0,2 1 24 15,-2 0-9-15,0-1-26 0,1 1 36 0,3 0-2 16,-3 0-29-16,1-1 35 0,-3-1-22 0,2 3-18 16,0-2 24-16,0-1-12 0,0 1-6 15,1 0 21-15,-2 2-11 0,-1-1-2 0,2-1 27 16,0 0-15-16,-2 1-11 0,0-1 11 15,3 0-8-15,-2 1 9 0,4-2-17 0,-4 2 12 16,1-1-18-16,0-1 22 0,0 1 4 16,0 0-30-16,1 1 28 0,0-3-8 0,0 1-9 15,0 1 11-15,0-1 19 0,-1 0-17 0,2 1 2 16,0-4-15-16,7 0-5 0,-4 0 0 16,3-1 8-16,-1 1 13 0,-2 3-24 0,-2-1 26 15,-4 1-2-15,3 0-13 0,-1 0 8 16,0 0-21-16,-1 1 8 0,4-1 30 0,-4 3-32 15,-1-3 25-15,1 1-26 0,1-3 4 0,-1 3-4 16,0-1 4-16,2 0 4 0,-2 2 22 16,0-4 0-16,-1 3-25 0,0 1 39 0,3-2-29 15,-2-1-6-15,1 1 21 0,-2-1-31 16,1 1 9-16,0 1 0 0,0-3 22 0,-1 3-12 16,2-3-8-16,1 2 27 0,-2-1-19 15,0 2-4-15,-2-1 0 0,2-2-5 0,-2 3-4 16,3-2 4-16,7-5 1 0,-8 4 9 0,1 0 0 15,-1 1-9-15,1-1 11 0,-2 1 5 16,1 1-21-16,-1 0 2 0,1-1-3 0,-2 1 1 16,1 0 26-16,1-1-8 0,-1 1 13 15,-1-1-32-15,0 2 1 0,0-1 10 0,1-2 23 16,2 2-17-16,-3-1-9 0,2 1-1 16,0 0 9-16,-1-2 4 0,0 4-17 0,1-5 8 15,-1 4-1-15,1-2 17 0,1 1-28 16,-2-2 11-16,1 3 1 0,-1-1-7 0,1-2 4 15,0 2-5-15,-2-1 21 0,2-1 9 16,-1 3-27-16,0-1-9 0,1 1 4 0,-1-3 4 16,1 3 6-16,1-1-11 0,-4 0 4 15,2 1 17-15,1-2-10 0,2 1-2 0,-4 0 5 16,2 0-2-16,-1 0 1 0,1 1 27 0,-3-1-10 16,3 0-24-16,-2 1 13 0,2-1 10 15,-1 1-20-15,0 0-11 0,-1 2 8 0,2-5 3 16,-2 4 21-16,1-1-27 0,-2-1 1 15,1 0-7-15,2 2 6 0,0-1 19 0,-2 1-21 16,-2-1 33-16,6 0-34 0,-6-1 7 16,4 2-8-16,-2-1 7 0,-2 1-5 0,3-2 13 15,-1 1 16-15,1 2-10 0,-3-2 1 16,4 1-15-16,-4-1 23 0,2 0-29 0,0 1 3 16,0 1 12-16,0-2-3 0,-2 2-7 0,2-1 33 15,0 0-21-15,0 1-15 0,-2-1 26 0,1-1-13 16,0 2-4-16,-1-3 18 0,0 3-8 15,1 0-22-15,-1 0-12 0,0 0-25 0,0 0-44 16,0 0-48-16,0 0 11 0,0 0-247 16,0 0-40-16,-13-8 66 0,9 7 25 0,-3-1 22 15,-10-3 16-15,7 3 12 0,-4-8-79 0</inkml:trace>
  <inkml:trace contextRef="#ctx0" brushRef="#br0" timeOffset="-130476.624">8182 12830 425 0,'0'0'217'0,"0"0"-28"15,0 0-20-15,0 0-17 0,-14-12-1 0,14 12 0 16,0 0-25-16,0 0 5 0,0 0-21 0,0 0-18 15,0 0-9-15,0 0 3 0,0 0-4 16,0 0-25-16,0 0 12 0,0 0-8 0,0 0-18 16,-14 0 11-16,14 0-8 0,-12 1 4 15,16 14-20-15,-4-10 14 0,0 8-2 0,9 9-3 16,-5-5 6-16,-2-3 12 0,-1 4-2 0,1-2-9 16,-2 2-2-16,5 0 19 0,-5 0-37 15,0-5 8-15,3 3 0 0,-1 3 16 0,-2-2-18 16,3 0-6-16,-2-3 3 0,-1-3-5 0,0-3 11 15,0-8-13-15,0 8-3 0,0-2-2 16,0-6-4-16,0 8-8 0,0-8 28 0,0 8-23 16,0-8 13-16,0 9-14 0,0-9 11 0,0 5-17 15,0-5-1-15,0 0 4 0,0 7-6 16,0-7-7-16,0 0 30 0,0 5-18 0,0-5 1 16,0 0-3-16,0 0-13 0,0 0-16 0,11 11-13 15,-13-14-41-15,2 2-20 0,0-3-18 16,-1 1-28-16,1-2 14 0,0 1-62 0,0-4-9 15,1 3-21-15,-1-3-36 0,0 4-46 0,0 4-51 16,0 0 24-16,0-9 12 0,0 2-2 16</inkml:trace>
  <inkml:trace contextRef="#ctx0" brushRef="#br0" timeOffset="-129882.896">8158 12954 293 0,'-3'-8'227'0,"2"1"-62"0,-1 2-46 0,2 0 21 16,-3-1-10-16,2 4-11 0,-1-2-6 16,2 0-29-16,-1-1 7 0,0 2-14 0,-1-1-4 15,2-1-10-15,0 2 16 0,0-1-21 0,0 4 2 16,0 0-17-16,0 0 5 0,0-7 5 16,0 7-23-16,12-15 13 0,-8 12-7 15,0-2 1-15,-2 0-9 0,5 1 6 0,8-3 0 16,-2-2-12-16,-3 5-5 0,-1 2 0 15,1 0 12-15,-2 2 5 0,1 0-16 0,-3 0 10 16,3 0-15-16,-2 0 9 0,-1 0-7 16,0 0 7-16,6 0-24 0,8 9 27 0,-11-7-24 15,0 0 4-15,4 5 7 0,-3-3-15 0,-3 1 8 16,-1 1 2-16,0-3 7 0,3 9-3 16,-2 0-4-16,-3-2 10 0,-2 0 3 0,-2-1-4 15,4-1 0-15,-4 1-3 0,0-1 9 16,0-8-19-16,0 7 4 0,0 0 5 0,0 5 10 15,0 3-18-15,0-2 8 0,0 0-3 0,-10 7 4 16,8-12 3-16,-2-2 7 0,3-2-9 16,-1 2 15-16,-1-1-7 0,1 0 1 0,0 0 11 15,0-1 9-15,-1 1 7 0,-1 0-10 0,-2 5 0 16,0-3 1-16,-5 0 0 0,5-2 3 16,-4 3-8-16,-1-5-12 0,7 2 18 0,-9 1 13 15,3-1-6-15,4 0-14 0,-1-1 18 0,-2-1-9 16,2-1-15-16,2 2 19 0,0-4-2 0,-1 3-14 15,1-1 6-15,-1-1 23 0,2 1-38 16,-3-2 8-16,1 3-5 0,3-2 14 0,-1 2-21 16,2-2-11-16,-5-1 6 0,5 2 19 15,-1-1 4-15,-1 0-28 0,3-1-18 0,-3 0-5 16,4 0-7-16,-1 0 42 0,-2 0-27 0,2 3-17 16,0-3-30-16,1 0-25 0,0 0-52 15,0 0-26-15,0 0 15 0,-2 2-146 16,5-1-125-16,-2 1-4 0,3 2 30 0,1-2 24 15,2 1 18-15,11-2 16 0,6-1 9 16,0 3-49-16</inkml:trace>
  <inkml:trace contextRef="#ctx0" brushRef="#br0" timeOffset="-188424.317">8678 12609 217 0,'0'0'82'0,"0"0"-21"0,0 0-2 16,0 0-35-16,0 0 29 0,0 0 37 0,0 0-41 15,0 0 3-15,0 0-17 0,0 0 5 16,0 0 11-16,0 0-38 0,0 0 44 0,0 0-40 16,0 0 11-16,0 0 0 0,0 0-25 15,0 0 16-15,0 0 11 0,0 0-3 0,0 0-25 16,0 0 1-16,0 0-1 0,0 0 12 0,0 0 2 15,0 0-3-15,0 0 2 0,0 0-11 16,0 0 27-16,0 0-25 0,0 0 0 0,0 0-1 16,0 0 1-16,0 0-3 0,0 0 41 15,0 0-13-15,-15 18-4 0,16-17-2 0,-2 1 15 16,0 0 4-16,2 2 8 0,0-1 9 0,-1-2-35 16,0 2 15-16,3 1-11 0,-3-3-3 15,0 2-23-15,1 0 5 0,-1-3 12 0,0 0 43 16,0 0-30-16,0 0 7 0,0 0-29 0,0 7 9 15,0-7-16-15,5 10 44 0,-5-8-32 16,1 2 25-16,-1-3-43 0,2 1 41 0,-2 1 3 16,1-1-34-16,0 0 12 0,-1 0 13 0,2 1-10 15,-2 0 7-15,0-1-29 0,2 1 27 0,0 0-9 16,-2-1 11-16,3 0 4 0,-3 2-20 16,3-1 15-16,-3-3 1 0,1 4-7 15,0-3 1-15,0 2-1 0,-1-2-11 0,3 2 3 16,0 0 1-16,-3-2-10 0,0 0 7 0,2 2 4 15,0 1 0-15,-1-3-3 0,3 3 1 16,-3-1-13-16,0-1 16 0,1 1-2 16,1 1-2-16,0-1 3 0,-1 1 6 0,1-2-8 15,-1 2-6-15,1 0 7 0,0-1-16 0,0 0 16 16,0 1-7-16,0 0 6 0,-1-1-6 0,1-1 5 16,0 3-7-16,0-3-6 0,0 1 11 0,-2 0 9 15,4-1-7-15,-2 4-10 0,0-4 14 16,1 2-9-16,-1-1 4 0,-1-1-4 15,5 2-4-15,-5-1 11 0,1 0-6 0,1 1 11 16,0-2-11-16,-1 1-5 0,1 0 3 0,1-1 6 16,-2 1-15-16,1 0 12 0,0-1-5 0,1 2-4 15,9 4 5-15,-8-1-7 0,-1-2 7 16,0 0-12-16,1-1 18 0,-1-1-11 0,0 0 12 16,-2-1-11-16,0 3 3 0,2-4 2 0,-1 2 10 15,1 0-19-15,-1-1-6 0,0 3 10 16,0-2 13-16,0 0 5 0,1-1-20 0,0 2-3 15,0-2 2-15,-1 1 14 0,1 1-18 0,0-1 15 16,-1-1-4-16,1 0 14 0,-1 1-4 16,2-2-21-16,0 3 6 0,-2-1 9 0,0-3-15 15,1 0 10-15,-2 2 12 0,3 1-4 16,-2-1-18-16,1 0 3 0,0 0 2 0,2 1-10 16,-2-2 21-16,-1 1 0 0,3-2-13 0,-2 2-8 15,-2 1 7-15,3-2 16 0,1 2-15 0,-3-3-1 16,13 4 13-16,-9-1-18 0,2 0 8 15,-3-2-11-15,-2 0 1 0,-1 2 16 0,2-2-9 16,-1 0-2-16,-1 2 16 0,0-3-20 16,-1 2 7-16,3 0 17 0,-2 0-27 0,1-1 13 15,-1 1-3-15,2 0-1 0,-2-1 14 0,2 1-6 16,-2-2-7-16,0 2 3 0,0 0-5 0,2-1-2 16,-2 2 3-16,-1-3-4 0,3 2 7 15,-2 0-10-15,0-2 3 0,1 0 20 0,2 3 4 16,-2-1-20-16,-1 0 9 0,3-1 0 15,-2 2-20-15,2-2 16 0,9 4 5 0,-6-2-7 16,1-1-5-16,-5 1 1 0,3-2 3 0,-3 0-1 16,3 1 14-16,-5-2-17 0,2 0 3 15,-1 3 22-15,-1-1-25 0,2 0 0 0,-1 1-13 16,1-3 35-16,-2 2-23 0,1 1 13 16,-1-2 1-16,2 0-6 0,-1 0 14 0,1 1-8 15,1 0-13-15,-3-1-12 0,1 0 8 0,1 1 0 16,-1 1 10-16,2-3 10 0,-4 0-24 15,3 3 2-15,0-1 18 0,-2-2-9 0,1 2 13 16,-1 0 0-16,2-1-8 0,-2 1 13 16,1-1-21-16,-1-1 6 0,1 2-12 0,0 0 2 15,0-2 1-15,-1 3 0 0,0-1 6 0,2 0 17 16,1-1-12-16,-2 1-2 0,-1 1-8 16,1-2 21-16,1 2-29 0,0-2 11 0,0 2 10 15,-1-2-7-15,1 2-16 0,11 1 14 16,-9 1 13-16,0-2-1 0,1 1-6 0,-2-1-10 15,-2-1 23-15,1-1-23 0,1 1-5 16,8 4 6-16,-7-1-9 0,2-4 6 0,-1 1 4 16,-4-2 1-16,3 3 7 0,-5-2 4 0,4 0 8 15,-2 1-23-15,0-1-6 0,0 1 4 16,0-1 2-16,2 0 4 0,0 2-2 0,-2-3 20 16,11 5-25-16,-1 0 3 0,-5-4 17 0,-1 3 9 15,1-1-26-15,-3-2 6 0,-1 1-6 16,1-1-6-16,0 0 8 0,-2 0 8 0,2-1-9 15,-2 2 14-15,2-2-11 0,0 0 13 16,-1 3-5-16,0-2-14 0,0 0 4 0,1-1 5 16,0 0 2-16,-2 2-15 0,2-1 9 0,-7-1 6 15,0 0-7-15,10 0-6 0,-1 0 10 0,-3 0 1 16,1 0 6-16,-7 0-12 0,10 0 3 16,-3 0 23-16,0 0-22 0,0 0-6 15,6 0-7-15,10 9 19 0,-13-6-8 0,-1-3 18 16,0 4 8-16,-2-4-8 0,-1 1-16 0,1 0-8 15,-1-1 5-15,-1 3-1 0,1-3 14 0,1 0 9 16,0 2-22-16,-2-1 6 0,2 1-16 16,1-2 8-16,-3 2 16 0,0-2 6 0,3 1 0 15,0 0-35-15,-1 0 15 0,-1 1 7 16,2-1 4-16,-2-1-1 0,2 2-15 0,10-1 12 16,-4 0-14-16,-5 2-1 0,0-3 6 15,2 2-1-15,-2-2 0 0,0 1 32 0,0 0-30 16,-2-1 20-16,12 3-25 0,-9-3 19 0,3 0-16 15,2 0 15-15,-5 0 6 0,2 0-10 16,-2 0-5-16,-1 0-12 0,0 0-1 16,4 0 3-16,0 0 30 0,-2 0-34 0,1 0 9 15,-2 0 15-15,-1 0-7 0,-3 0 1 0,3 0-12 16,-4 0 0-16,-5 0 1 0,10 0 5 16,-2 0 3-16,-8 0 7 0,8 0 12 0,0 0-25 15,-1 0-1-15,-2 0 25 0,4 0-28 16,-9 0 3-16,8 0-2 0,1 0 6 0,5-7-8 15,-9 4 13-15,4 3-3 0,-2 0 21 0,0-1-7 16,1 0-4-16,-2-1-14 0,3 2 13 0,-3-1-1 16,2 1 1-16,-1-2-16 0,0 2 0 15,1-1 4-15,-2 0-4 0,-1 0 3 0,3 1 20 16,0-2-30-16,-2 2 22 0,0 0-3 16,2-2 10-16,-2 2-4 0,1 0-21 0,-3 0 5 15,3-1-3-15,2 1 2 0,-5 0 12 0,2-2-10 16,0 2 1-16,-1 0 21 0,-5 0 3 15,0 0-37-15,9 0 31 0,-3 0-28 0,-6 0 14 16,8 0-1-16,0 0-9 0,-8 0 18 0,10 0-2 16,-4 0-10-16,-6 0 4 0,8 0-11 15,-8 0 22-15,7 0-15 0,2 0-2 0,-9 0-5 16,7 0 3-16,-7 0 19 0,5 0-21 16,-5 0 2-16,10 0 9 0,-10 0-6 0,9 0-4 15,-4 0 17-15,-5 0-5 0,9 0-5 16,-9 0-9-16,7 0 24 0,1 0-16 0,-8 0-5 15,8 0 23-15,0 0 8 0,-8 0-33 0,8 0 12 16,0 0 8-16,-3 0-7 0,3 0-19 16,-3 0 32-16,-5 0-16 0,10 0-10 0,-2 0 7 15,0 0 18-15,-2 0-17 0,2 0-18 16,-2 0 14-16,1 0-2 0,-1 0 20 0,-6 5-5 16,9-5-12-16,0 0-1 0,-9 0-2 0,8 0 7 15,-8 0-10-15,7 0 14 0,-7 0 10 0,9 0-16 16,-9 0-1-16,8 0 19 0,-8 0-3 15,8 0-11-15,-8 0-5 0,6 0 15 16,-6 0-21-16,10 0 5 0,-2 0 10 0,-8 0-13 16,8 0 13-16,-2 0-12 0,-6 0 27 15,9 0-18-15,-9 0-4 0,6 0-11 0,2 0 28 16,-8 0-2-16,8 0-18 0,-8 0 11 0,8 0-8 16,-8 0-11-16,8 0 9 0,-8 0-4 15,9 0 27-15,-9 0-7 0,5 0-17 0,-5 0-2 16,8 0-4-16,-8 0 10 0,8 0-1 15,-8 0-5-15,7 0 18 0,-1 0-1 0,-6 0-14 16,8 0-5-16,0 0 3 0,-8 0 14 0,8 0-11 16,-2 0 0-16,3 0 9 0,-9 0 5 15,8 0-17-15,-2 0-1 0,2 0-1 0,-8 0 7 16,8 0-4-16,-8 0 17 0,10 0-19 16,-4 0-1-16,-6 0 1 0,9 0 6 0,-3 0-1 15,2 0 6-15,-8 0-14 0,8 0 28 0,-2 0-3 16,2 0-9-16,-8 0-18 0,11 0 31 15,-3 0 0-15,0 0-30 0,6-8 28 0,-8 8-11 16,2-1-23-16,-1 1 10 0,0-1-2 16,-1-1-2-16,16 0 1 0,-10-1 8 15,1 3-10-15,-5-4 4 0,2 3 6 0,-2-1-4 16,2 0 20-16,-3 2-13 0,-2-1 1 0,11-2-4 16,-3-1 21-16,-1 1-23 0,-3 1 2 15,-2-1-2-15,0 2-4 0,0-1 4 0,0 1 4 16,-1 1-2-16,-1-3-3 0,3 3 5 15,-2-1-11-15,1 0 30 0,-1 1-23 16,-2-2 1-16,4 0 16 0,-1 1-20 0,-2 0 18 16,3 0-22-16,-3 1 0 0,2-2 4 0,1 2 17 15,-1-3-11-15,-2 2 17 0,3 0-29 16,-1-1 13-16,1 1-3 0,6-3-4 0,-4 1 12 16,-1 3-12-16,0-3 7 0,1 1 0 0,-4 0 16 15,1 1-5-15,1 0-22 0,-2-1 31 16,2 2-6-16,-2-1-13 0,1-1-10 0,11-1 18 15,-8 3-28-15,6-4 17 0,-4 1-9 16,-7 0 17-16,2 1 4 0,1 1-26 16,-2 0 35-16,-3 1-29 0,0 0 5 0,3-3 11 15,-2 3-3-15,4 0 12 0,-6 0-8 0,4 0-23 16,-3 0 31-16,3 0-33 0,-3 0 5 0,5 0 5 16,-3 0 10-16,0 0 5 0,-5 0-3 15,0 0-12-15,5 0 22 0,-5 0-29 0,9 0 4 16,-1 0 11-16,-8 0 1 0,6 0 5 0,1 0-1 15,-7 0-9-15,8 0 20 0,-1 0-21 16,-7 0 0-16,9 0 14 0,-3 0 1 0,-6 0-23 16,9 0 7-16,-1 0-6 0,-2 0 6 15,-6 0-3-15,9 0 22 0,-2 0-24 0,-7 0 0 16,10 0 17-16,-4 0-10 0,-6 0-7 16,9 0 5-16,-3 0 0 0,-6 0 9 0,11 0-6 15,-5 0 24-15,-6 0-19 0,8 0-7 0,-8 0-5 16,7 0 1-16,6-8 16 0,-8 7-11 15,-1 1 21-15,0 0-12 0,0-3-4 16,-2 3 17-16,4-2-7 0,-1 2-18 0,-3-1-4 16,4 1 2-16,-3-1 11 0,3 1 9 0,-3 0-7 15,-3 0-10-15,0 0 11 0,8 0-14 0,-8 0 13 16,6 0-11-16,2 0-1 0,-8 0 2 0,8 0-5 16,-2 0 10-16,-6 0-6 15,9 0 7-15,-2 0-14 0,-7 0 29 0,19-10-6 16,-16 10-9-16,3-3-4 0,-3 3 4 0,3 0 1 15,-1 0-11-15,1-1 1 0,-3 1 4 0,3-1-1 16,-2-1 10-16,1 2-6 0,0-1 0 16,0 1-7-16,0-2 1 0,0 2 0 0,1-1 5 15,-4 1-2-15,6-1 12 0,-5 0-9 16,3-1-7-16,-3 2 1 0,4 0 3 0,-2-2 15 16,3 1-3-16,-5-1-10 0,3 2-10 0,-3-3 24 15,4 3-8-15,-2-4-13 0,2 2 16 16,-1 0-11-16,-1 1 19 0,1-1-21 0,-1 0-2 15,3 0 12-15,0 1 0 0,-3-1 7 0,1-1-23 16,-1 2 12-16,3 0-9 0,-3-2 11 16,2 3 19-16,-2-3-24 0,-1 1 26 0,2 0-26 15,0 1 8-15,1 0 13 0,6-4-5 16,-3-2-6-16,-1 4-8 0,-3 1 2 0,1-1-9 16,-1 1 21-16,-2 0-14 0,2-1 16 0,-1 1-5 15,0-1-12-15,1 3 2 0,0-3 5 16,-1 1-15-16,1-1 20 0,1 1-16 0,-3 0 10 15,4 0 5-15,-3-1-15 0,1 2-9 0,5-7 15 16,-1 4-2-16,-2 3 13 0,0-2-17 16,-4 1 1-16,3 0 7 0,-4-1-11 0,3 1 5 15,-2 2-2-15,1-3 1 0,-1 3-3 16,-1-3 7-16,1 3 11 0,2-3-1 0,-2 3-5 16,1-3-8-16,-3 3-2 0,1-2 21 0,2 1-25 15,1-1 11-15,-1 2 15 0,-1-3-27 16,0 2 0-16,0-2 10 0,1 2-2 0,-2-1 2 15,2 1-8-15,1 0 8 0,-3-2-7 16,2 1 22-16,-2 1-19 0,2-1 5 0,-1 0-2 16,2 0 5-16,-4 1-10 0,1 1 7 0,2-2-5 15,0 0 21-15,-2 0-22 0,2 1 8 16,0 0 18-16,0 0-23 0,-1-2 12 0,-2 1-10 16,2-1-8-16,1 1-3 0,-1 1 15 0,0 0 2 15,1-2 7-15,-1 1-20 0,1 0 11 16,-1-1 16-16,0 1-9 0,0 0 2 15,2 1-14-15,-4-1 15 0,3 0-14 0,-1 0-7 16,0 1-4-16,-2 1-1 0,3-3 14 0,0 2-2 16,0-1 7-16,-3 1-15 0,2 1 0 15,0-4 2-15,-1 3 8 0,2-1 21 0,-1 1-27 16,2-1 0-16,-4 0 9 0,4-1-11 0,-3 3 22 16,0 0 0-16,2-3-17 0,-2 1 21 15,1 0-29-15,0 2 7 0,-1-3 1 0,1 2-3 16,0 0 17-16,0-1 2 0,0-1-7 0,-1 2-7 15,0 0 11-15,-1-1-15 0,2 0-2 16,-1 0 18-16,1 1-11 0,-2 0 2 16,2-2 11-16,-1 2-1 0,1-2-19 0,-2 0 0 15,1 1 19-15,2-2-18 0,-3 4 13 0,1-2-19 16,-1 1 17-16,1-1 10 0,1 0-30 16,-3 0 11-16,1-1 18 0,1 3-23 0,0-3 23 15,1 1-21-15,-1 2 0 0,0-3 13 0,-2 0-26 16,2 1 20-16,-1 0-13 0,1-1 4 15,-1 1 9-15,0 2-5 0,2 0 24 0,-3-5-9 16,3 3-16-16,-2-1 4 0,1 1 1 16,-1-3-8-16,1 5-3 0,1-4 0 0,-2 0 2 15,1 2 5-15,0-1 1 0,0 1 12 16,1-2-1-16,-1 2 2 0,-1-1-15 0,2 1 25 16,-2-1-30-16,0 1 5 0,2-2 8 0,-2 3 2 15,1-4 13-15,-2 3-11 0,4-3-10 16,-2 3 18-16,-1-2-8 0,3 0-24 0,-2 4 14 15,-2-5 8-15,2 3-17 0,-1-2 20 16,1 1 11-16,-2-1-16 0,1 1-11 0,-2-1 11 16,3 2 4-16,-1-1 5 0,-1 1-24 0,2-2 10 15,-2 0-3-15,1 3 4 0,1-1-7 16,-1-1 9-16,1-1-1 0,-3 1 11 0,1-2-5 16,2 3-3-16,-1-3-2 0,1 4-11 0,-2-3 5 15,2 1 6-15,-2 1-1 0,2-1 16 16,-2-1-9-16,1 1-16 0,0 1 17 0,-2-3 9 15,3 4-10-15,-1-2-17 0,0-1 1 16,0 0 5-16,-2 2-1 0,3-1 5 0,-1 1 5 16,-2-2 0-16,2 1-17 0,0 1 12 0,-1-1-2 15,-1 1 3-15,1 1-6 0,0-1 5 16,1-3 15-16,-2 4-21 0,0 0-1 0,2-2 1 16,-2 0 14-16,0 1 6 0,2-3-6 15,-1 4-7-15,-1 0 14 0,0-2-21 0,2 0-9 16,-2 0 20-16,3 1-1 0,-2 1-10 0,0-4 14 15,1 5 1-15,-2-2 8 0,1-1-5 0,0 0-23 16,-1 1 3-16,0 0 14 0,3-1-18 16,-3 1 18-16,1 0 3 0,-1-2 8 0,1 3-8 15,-1-1-19-15,0 0 6 0,0 2 6 0,0 0 14 16,0 0-21-16,0 0 2 0,0 0 16 16,0-7-3-16,0 7-15 0,0 0 10 0,0-8 6 15,0 8-9-15,0 0-11 0,0 0 22 16,0-6-21-16,0 6-4 0,11-11-1 0,-11 10 9 15,1-2 13-15,0 2-16 0,-1-2 11 16,1 2 6-16,1-1-17 0,-2 1-4 0,0-2 6 16,1 2-1-16,1 0-1 0,-2-2-14 15,0 0-33-15,0 1-7 0,0 2-20 0,0 0-45 16,0 0 11-16,0 0-216 0,0-9 25 16,0 2 23-16,0 7-80 0,-19-22 27 0,12 14 52 15,-7-1 11-15</inkml:trace>
  <inkml:trace contextRef="#ctx0" brushRef="#br0" timeOffset="-103897.072">11575 13036 285 0,'0'0'211'0,"0"0"-19"15,0 0-14-15,0 0-17 0,0 0-2 16,0-14-13-16,-14 14-21 0,14 0-1 0,0 0-6 16,0 0-14-16,0 0-2 0,0 0-2 0,0 0-6 15,0 0-9-15,-23-22-10 0,20 20 17 16,3 2-8-16,-2-1-10 0,2 1 6 16,-2-1-3-16,2 0-14 0,-1-1 2 0,0 2 2 15,1 0 6-15,0-1-29 0,-1 1 0 0,-2 0 20 16,3 0-30-16,0 0-8 0,0 0 7 0,0-1-1 15,0 2-3-15,-1-1 7 0,1 0 3 16,0 0-25-16,-2 0 5 0,2 0 5 0,2 0 2 16,-1 0-3-16,-1 0 31 0,-1-1-22 15,2 0-16-15,-2 2 8 0,1 0-14 0,1-1 0 16,-1 1 12-16,0 1 0 0,3-1-10 0,-1 0-6 16,1 2-4-16,-1-1 24 0,3 0-27 15,0 1 3-15,-1 1-1 0,1-1-3 0,-1 0-4 16,9 6 16-16,-4-4 17 0,-4 0-7 0,3 2-10 15,4 1-2-15,-1-1-14 0,1 2 12 16,-4-1-23-16,5 1 2 0,-5-4 12 0,3 3 29 16,-3-1-17-16,0-2-2 0,0 0-4 15,-1-1 12-15,-2 0-13 0,7 4-15 0,-2-4 3 16,-4 2 14-16,1-3-14 0,-4 1 29 0,5-1-24 16,-4 0-1-16,-2-1 11 0,3-1 19 15,-3 2-20-15,0-1-16 0,1-1 19 0,-1 1-17 16,2-2 11-16,-2 4-2 0,3-1 15 15,-5-2-23-15,2 1-2 0,-1-1-6 0,2 0 32 16,-3-1-21-16,4 3-4 0,-2-3 32 16,0 2-28-16,-1-2 26 0,-1 1-19 0,0-1 13 15,0 0-25-15,0 0 1 0,0 0 7 0,0 0-4 16,0 0 11-16,0 0 2 0,0 0 9 0,0 0-18 16,0 0-8-16,0 0 5 0,0 0 8 0,0 0-5 15,8 0 8-15,-8 0-10 0,0 0-2 16,0 0-1-16,0 0-7 0,0 0 28 15,0 0-5-15,0 0-20 0,0 0 10 0,0 0-6 16,0 0 27-16,0 0-10 0,0 0-12 0,0 0 30 16,11 9-4-16,-11-9-39 0,0-1 10 15,0 1 1-15,-1 0-7 0,-1 0 5 0,2 1 0 16,2 1 4-16,-4-2 16 0,2 0-6 16,-1 0-13-16,0-2 29 0,1 1-18 0,0 1-21 15,-2-1 13-15,0 1-8 0,2-1 36 0,0 1-3 16,-1 0-2-16,0 1-14 0,-1-1 8 0,0 0-3 15,-2 1 13-15,4 2-19 0,-3-3-11 0,1 4 13 16,-2 0-1-16,0 0 15 0,-7 6-11 16,3 2-3-16,3-3 16 0,-4 5-49 0,-2-1 20 15,1-1 4-15,3 1 12 0,-2-1 17 16,4 5-25-16,-4-3-11 0,1 5-9 0,2-6 23 16,-3 4 1-16,-1-2 2 0,4 3 25 0,-2-5-27 15,1-1 10-15,-2 2-5 0,5-7-17 16,0 1 13-16,0-1-7 0,1-2 7 0,0 1 7 15,3-5-3-15,-1 2-8 0,-2-1 22 16,3-2-1-16,-1 5-8 0,0-3-2 0,0 1-1 16,-1-1-17-16,2-2 14 0,0 0 8 0,0 0-12 15,0 2-13-15,0-2-6 0,0 0-20 0,0 3-4 16,-1-3-31-16,1-3-13 0,-2 3-42 16,1 0-9-16,1-1-65 0,0 1 21 0,1-1-82 15,-1-1-114-15,2 1 28 0,-1-3-100 16,3 4 19-16,-1-3 53 0,-2 1 12 0,2 2 3 15</inkml:trace>
  <inkml:trace contextRef="#ctx0" brushRef="#br0" timeOffset="-128086.069">13596 12607 282 0,'13'0'222'15,"-13"0"-42"-15,0 0-29 0,0 0-9 0,0 0-8 16,0 0-9-16,12 0 15 0,-12 0-9 0,0 0 1 15,0 0-21-15,0 0-6 0,0 0 9 16,0 0-9-16,0 0-14 0,0 0-28 0,0 0 15 16,0 0-10-16,0 0-3 0,0 0 5 0,0 0-20 15,0 0 1-15,0 0-12 0,0 0 2 16,0 0-4-16,-6-11 6 0,1 13 12 0,-1 0-8 16,-2 1-8-16,-6 1 0 0,-3-1-5 0,2 1 14 15,-2 2-12-15,4-5 30 0,-4 3-31 16,4-2 12-16,1-1-3 0,1 0 17 0,2 0 3 15,2-1-8-15,-1 2-20 0,2-1 25 16,1-1-23-16,-1 1-32 0,2-1 17 0,-2 3-2 16,2-3-4-16,4 0 12 0,0 0 2 15,0 0-29-15,-7 0 7 0,7 0 6 0,0 0-4 16,-6 0-3-16,6 0 11 0,0 0-19 16,0 0 25-16,-9 0-35 0,9 0 12 0,0 0-7 15,0 0 35-15,-8 0-15 0,8 0 19 0,0 0-30 16,0 0 11-16,0 0-36 0,0 0 0 0,-11 3 17 15,11-3 4-15,0-1 21 0,-1 2-34 16,-1 0 8-16,1 1 39 0,1-1-48 0,0 2 8 16,0-2 14-16,-1 2 9 0,1 0-12 0,-3-1-10 15,6 1 21-15,-2 2 2 0,-1-1-25 16,0 1 27-16,1 2-30 0,2-2 16 0,-3-5-19 16,0 7 9-16,0-2-5 0,4 21 6 0,-4-12-13 15,4 4-1-15,-2-2 14 0,-1-3 28 16,-1 0-33-16,4 3 2 0,0-1-5 15,-3-2 38-15,1-1-21 0,-2-1 3 0,3-3-3 16,-1-1 7-16,-1 2-26 0,0-3 27 16,1 2-17-16,-1-2 12 0,-1 1-19 0,2 0 6 15,-2-2 7-15,3 0-15 0,-3-5-12 0,0 0 22 16,0 9 11-16,0-3-11 0,0-6-4 16,0 9 22-16,0-9-12 0,0 6 23 15,0-6-27-15,0 6 14 0,0-6-22 0,0 7-6 16,0-7 19-16,0 0 4 0,0 5 2 0,0-5-12 15,0 0 13-15,0 7 3 0,4-7-19 16,7 8 32-16,-8-8-17 0,1-2-24 0,-2 1 38 16,1 1-29-16,2 0 0 0,0-2 11 0,1 2-1 15,-2-2-15-15,1 1-6 0,-5 1 3 16,12-3 36-16,-6 2-29 0,2 1 7 0,-2-3-12 16,2 3 9-16,10-3-5 0,-8 2 6 0,4-2 20 15,3 1-14-15,-2 0-13 0,-6 1-2 0,4-2 18 16,-3 1-22-16,-4 1 19 0,1 0-10 15,-1 1-4-15,1-2 12 0,-1 1 16 16,-2 1-13-16,1-1-28 0,-1 0 15 0,0 1-15 16,0 0 19-16,0-2-10 0,-1 2 23 0,1 0-20 15,-1-3 22-15,-3 3-30 0,0 0 27 0,0 0-29 16,0 0 21-16,6 0 5 0,-6 0 20 16,0 0-2-16,0 0-15 0,6 0-23 0,-6 0 12 15,0 0-8-15,0 0 3 0,8 0 6 0,-8 0 19 16,0 0-34-16,0 0 11 0,6 0-50 15,-6 0 6-15,0 0-31 0,0 0-16 16,0 0-49-16,0 0-23 0,8-2 15 0,-11 0-139 16,1 2-133-16,2 0 41 0,-3-1-4 0,1 1 27 15,-2 0 55-15,-1 0-11 0,2-2-1 0</inkml:trace>
  <inkml:trace contextRef="#ctx0" brushRef="#br0" timeOffset="-127398.593">13435 12825 389 0,'0'-2'171'0,"0"2"-4"16,-2 0-3-16,2 0-9 0,-1 0-2 16,0-2-38-16,1 2 17 0,0 0-6 0,0 0-6 15,-1-2 2-15,-1 2-33 0,2 0-5 16,0-1-8-16,0 1-4 0,2-2-18 0,-1 0-8 15,0 1 8-15,2 0 1 0,-1-2-17 0,1 0-4 16,1 1 19-16,-2-1-9 0,2 3-1 16,1-3-7-16,2 1-3 0,-2-1 2 15,0 1-6-15,0 0-13 0,13-3 12 0,-10 1-17 16,4 2-2-16,-1-1 8 0,-4 3-2 0,11-5-18 16,-6 0 23-16,-1 4-8 0,5-4 4 15,-4 1-6-15,-3 4 12 0,-5 0-9 0,2-2 12 16,0 1-14-16,0 1 21 0,-2 0-1 15,-2-1 4-15,2 1 13 0,0-1-6 0,-1-1 8 16,-2 2-18-16,3 0-9 0,-3 0 35 0,2 0-11 16,-2-2-33-16,3 2 34 0,-4 0-20 0,0 0-14 15,0 0 13-15,0 0-12 0,0 0-9 16,0 0 1-16,0 0 27 0,0 0-19 0,0 0-44 16,6 0-13-16,-6 0-34 0,0 0-49 0,9-3-23 15,-9 3 13-15,0 0-209 0,0 0-45 16,-1 0 22-16,-1-2 0 0,0 2 35 0,1-2 18 15,1 1-33-15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0T02:30:50.03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2127 12180 222 0,'12'0'92'0,"-12"0"-69"16,0 0 31-16,0 0 46 0,0 0-44 16,0 0 31-16,0 0-13 0,0 0 13 0,0 0-12 15,0 0-8-15,0 0-7 0,0 0-7 16,0 0 12-16,0 0 30 0,0 0-47 0,0 0 7 15,8 3 15-15,-10-1-20 0,-1 3-17 0,0-1 40 16,1 0-4-16,-1 1 4 0,1 0 3 16,-3-2-39-16,1 2 41 0,-5 4-14 0,3 1-32 15,0-5 15-15,-4 6 17 0,5-2-24 0,-2-4 3 16,0 2 4-16,2-1-10 0,1-1 22 0,0-2-22 16,1 2 4-16,-1-3-2 0,-1 3 7 15,5-4-5-15,-4 1 2 0,-1 4-26 0,5-5 15 16,-5 2 1-16,1 0 3 0,1 0-13 15,-1-1 6-15,-1 1 0 0,3 0-5 0,-1-3 9 16,0 2-18-16,1 0 16 0,-1-1-3 16,0 2-21-16,1-2 5 0,0 0 2 0,2 3-12 15,-4-4 8-15,3 1-5 0,-1-1 8 0,1 1 0 16,-1-1 11-16,1 3-17 0,0-3-4 16,1 0 14-16,-2 2-13 0,2-2-4 0,-2 0-8 15,2 0-13-15,0 0-3 0,0 0 19 0,0 0-4 16,2 0-4-16,0 0 0 0,0-2-2 0,0 0 7 15,1 1-21-15,-1 0 2 0,1 0 19 16,4-1 0-16,-3 0-7 0,-1 0-4 0,2 1 2 16,-1-4-12-16,1 3 12 0,8-6-2 0,-6 1 0 15,4 0 3-15,-1 0 5 0,-5 0-3 16,0 3-13-16,-1-1 23 0,0 1-11 0,-2 1-12 16,1 3 39-16,-2-3-32 0,2 0 17 0,-3 2-12 15,1 0 8-15,1 0 13 0,-2-3-4 16,0 4 5-16,0 0 2 0,0 0 9 15,0 0-5-15,0 0-13 0,0 0 11 0,-14-8-18 16,12 7 11-16,-3 0 12 0,1 1 6 0,-1 0 4 16,-2 0-18-16,4-3 9 0,-3 3 9 15,1 0-10-15,-2 0 4 0,2 0-11 0,5 0-6 16,0 0 17-16,-9 0-3 0,1 0-5 0,8 0 3 16,-9 0-6-16,1 0 6 0,1 0-22 15,7 0 9-15,-16 11 7 0,10-10 4 0,2 2 0 16,0-1 1-16,-1-1-17 0,4-1 5 0,-4 1-6 15,3 2 2-15,-2-2 4 0,1 1-13 0,2-1 8 16,-1-1 1-16,0 3 11 0,2-1-23 16,-2-1 25-16,2 1-15 0,0-2 1 0,2 2-6 15,-2 0 6-15,2-1-27 0,1 1 24 16,0-1-14-16,1-1 12 0,-2 2 3 0,3-2 0 16,-1 0 3-16,0 0 9 0,-2 0-1 0,1 0-11 15,3 0 8-15,-4 0-23 0,1 0 4 16,0 0 14-16,-2 0 1 0,1 0 6 0,-1-2 7 15,-1 2-6-15,0 0 3 0,0-1 12 0,0-1-4 16,0 1-9-16,-2 0-8 0,0 0 12 16,-2-1-9-16,1 1 6 0,1-1-7 0,-3 0 0 15,1 2 10-15,-1-3-1 0,1 3 8 0,-1 0-4 16,-1-1 13-16,2 2-23 0,4-1 4 16,0 0 15-16,-8 0-12 0,8 0-19 0,-9 0 23 15,9 0-12-15,-7 0 10 0,7 0-5 0,-8 0-11 16,8 0 8-16,-15 10 6 0,12-10-4 0,-1 3-2 15,4 0-11-15,-4-1 15 0,4 0-3 16,-4 1 3-16,1 1-11 0,3 1-13 16,0-2 8-16,-1 0-2 0,2 1-6 0,-1-1-5 15,5 0-5-15,-5-3 23 0,0 0-12 0,10 6 13 16,-7-4-15-16,3-1 8 0,-1-1 13 0,1 0-22 16,0 0 16-16,0-1-12 0,-2 1 5 15,-4 0 8-15,0 0 4 0,10 0-1 16,4-8-7-16,-9 4-6 0,-1 1-2 0,-2-1 8 15,1 1 6-15,1-1 2 0,-2 0-10 0,-2 1 22 16,3-2-8-16,-3 0-3 0,0 2 17 0,0 3-22 16,0 0 17-16,0 0-11 0,0-10-3 15,-12 1 5-15,7 5 4 0,3 2-12 0,-2-2 22 16,0 1-15-16,-2 2 6 0,2-2 12 16,-1 1-27-16,0 1 9 0,2-1-3 0,-2 2 2 15,0-2 8-15,-3 1 6 0,8 1-8 0,0 0-2 16,0 0 3-16,-6 0-15 0,6 0 4 0,-9 0 0 15,9 0 5-15,-16 11 3 0,12-6-23 16,1-2 13-16,1 3-3 0,0-3 14 0,0 3-14 16,1 1 0-16,1-2-8 0,0-5 3 15,0 6-1-15,0 1 6 0,0-7-3 0,10 24 8 16,-3-12 1-16,0-5-13 0,1 0 6 0,-1-1 2 16,-2-4-16-16,1 2 16 0,2-2-16 0,-3 0 2 15,0 0 13-15,1-2 8 0,-6 0-12 16,0 0 14-16,9 0-19 0,-2 0 4 15,-1 0 9-15,16-15 5 0,-11 8-7 0,0 0-9 16,-1 0-3-16,-6 2 12 0,5-7-6 16,-4 2-3-16,-5 0 24 0,2 5 0 0,0-3-12 15,-2 1 25-15,0 3-7 0,0 4-10 0,0 0 22 16,0-7 5-16,0 7-12 0,0-8-15 16,-13-3 17-16,10 8-13 0,-1-1-9 0,-2 3-2 15,1-1 9-15,0 2-6 0,-2-3 20 16,2 3-14-16,-1 0 14 0,6 0-28 0,0 0 15 15,-10 0 11-15,5 0-14 0,-8 10-11 0,9-5 22 16,-2 0-36-16,-3 4 8 0,4-3 1 0,2 2-2 16,0-1-2-16,2-2-9 0,1 1 13 15,0-6 0-15,0 0-7 0,0 7-15 16,0-7-22-16,0 7-33 0,12 1-45 0,-9-7 2 16,3 0 12-16,0 1 10 0,-2-1 11 0,1-2-302 15,0 1 31-15,-1-2-8 0,0 1 48 16,-4 1 8-16,17-14 11 0,-6-2-57 0</inkml:trace>
  <inkml:trace contextRef="#ctx0" brushRef="#br0" timeOffset="37156.916">1892 12182 259 0,'0'0'123'0,"0"0"-28"0,0 0-21 0,0 0-23 15,0 0 15-15,0 0-30 0,0 0 24 0,0 0-19 16,0 0 10-16,0 0-20 0,0 0 24 16,0 0-38-16,0 0 2 0,-15 0 0 0,3 0-4 15,12 5-19-15,0 3 18 0,0 0 12 0,0 0-2 16,0 5-25-16,0-2 23 0,0 4-9 15,14 7-2-15,-7-11-1 0,-1-3 0 0,-1 0-1 16,2-2 6-16,-1-1 0 0,0-2 15 0,0-2-3 16,0-1-16-16,-6 0-21 0,12 0 22 15,0 0-11-15,13-16 0 0,-14 7 1 0,1-1 10 16,-2-4-18-16,-3 6 18 0,-3 1 0 0,0-3 9 16,3-1-3-16,-5 0-2 0,-2 2 47 15,0 9 11-15,0-8-11 0,0-2-13 0,0-1 21 16,-11-11-35-16,9 13 10 0,-3 1 30 0,-3-3-14 15,-2 0-6-15,3 4 5 0,0 4 0 16,0 1-16-16,0-1 0 0,0 1-34 16,1 1 33-16,-3 1-23 0,9 0-5 0,0 0 17 15,-8 0-14-15,1 0-16 0,-6 11 31 0,9-9-18 16,-9 7 7-16,2-2-13 0,3 4-12 16,-2-1 17-16,5 4-19 0,1-4 29 0,-1 5-18 15,1 0 17-15,4 1-26 0,0-4 0 0,0-12-40 16,0 14-7-16,0 3 8 0,14 12-19 15,-7-14 5-15,4-1-95 0,-2-2-41 0,1 2-167 16,3-6 15-16,0 7 16 0,2-8 8 0</inkml:trace>
  <inkml:trace contextRef="#ctx0" brushRef="#br0" timeOffset="38422.507">5723 12243 353 0,'0'0'136'0,"0"0"11"15,0 0-41-15,0 0 14 0,0 0-9 0,0 0 6 16,0-13-50-16,0 13-27 0,0 0 46 16,-11-14-27-16,9 14-14 0,-4 0 25 0,0 0 3 15,3 0-13-15,-4 5-37 0,7-5 41 16,-9 4 7-16,2 0-33 0,-4 5 21 0,0-2-1 15,3 2-39-15,2-3 7 0,-1 0 19 0,4 1-31 16,-4 5-3-16,0 1 16 0,5-3-14 16,2-10 5-16,0 7-14 0,0 3 25 0,0-3-38 15,0 0 18-15,0-7-10 0,0 7 6 0,12 5 13 16,-7-7-10-16,6 3-25 0,1-4 6 16,-3 1 11-16,0-2 9 0,0-1 6 0,0-2-45 15,-9 0-1-15,12 0 46 0,5 0-12 16,-3 0-3-16,17-17-18 0,-15 11 26 0,-3-2-38 15,4-2 16-15,-4 3 12 0,-2-5 17 0,-6 4-2 16,5-1 12-16,1 0-8 0,-6 1-11 16,-3 3-34-16,0-1 41 0,-1-1-3 0,-1 0-5 15,0 7 22-15,0 0-22 0,0-7 20 0,0 7-15 16,-10-15-8-16,2 4 28 0,-2 2 16 16,0 1-14-16,-5 3-8 0,5 2 7 0,-5-4-1 15,5 4-14-15,-2 3 6 0,5 0-31 0,7 0 42 16,-9 0-10-16,-5 0-3 0,1 0-7 15,-10 10 14-15,16-7-17 0,0 2-7 0,-5 2 11 16,5-1 7-16,-1 1-6 0,2 0-17 16,3 0 5-16,-1-2 3 0,2 2-10 0,0-2-4 15,1 1 12-15,1-6 14 0,0 0-20 0,0 10 7 16,0 0 0-16,14 14-6 0,-10-16-2 16,1-1 5-16,-1-4-12 0,0 1 16 0,1-2-13 15,0-1 5-15,0 1-8 0,-1-2 3 0,-4 0 7 16,0 0 1-16,7 0-17 0,-7 0 20 15,22-19-21-15,-13 9-27 0,3-2-43 0,-3-3 9 16,-8 3-157-16,0 1-136 0,-1 1 23 0,0 10-35 16,-15-17 10-16,-3 8 118 0</inkml:trace>
  <inkml:trace contextRef="#ctx0" brushRef="#br0" timeOffset="-52577.474">1866 11772 298 0,'0'0'126'0,"0"0"-18"0,0 0 11 16,0 0-14-16,0 0-12 0,0 0-12 0,0 0-33 15,0 0-5-15,0 0-6 0,0 0-12 16,0 0-4-16,0 0 34 0,0 0-19 0,0 0 27 16,0 0-27-16,0 0 3 0,14 1 16 15,-15 6-11-15,-1-2-31 0,2 3 10 0,0-8 39 16,-3 27-17-16,1-8 11 0,0-3-23 15,1 2 9-15,-2 0-5 0,2-1-8 0,-1 0-10 16,1 0 12-16,-3 0-11 0,4-4 6 0,0-4-1 16,0 6-17-16,0-1 39 0,0 2-24 0,0 1 22 15,0 0-3-15,0-1-1 0,0 2-10 16,0-3-12-16,0-1 16 0,0-1 0 16,0-1-32-16,0-2 34 0,0-1-23 0,0-1 29 15,0-1-35-15,0 0 5 0,0-1-17 16,0 0 27-16,0 1-6 0,0-7 1 0,0 8-18 0,0-1 16 15,0-7-11-15,0 9 14 0,0-3-25 16,0-6 28-16,0 6-5 0,0-6 17 0,0 6-7 16,0-6 8-16,0 7-28 0,0-7 22 0,0 0-7 15,0 7 9-15,0-7-11 0,0 0-9 16,0 0 9-16,0 0 13 0,0 5-6 0,0-5 3 16,0 0-2-16,0 0 20 0,0 0-23 15,0 7 8-15,0-7-9 0,0 0-9 0,0 0 22 16,0 0-10-16,0 0-19 0,0 0 9 15,0 0 9-15,0 0-18 0,0 0 8 0,0 0-13 16,0 0 15-16,0 7-20 0,0-7 10 0,0 0-1 16,11 6 10-16,-13-6-14 0,4 0-2 15,-4 0 6-15,4 0 8 0,-4 0-1 0,4 0-18 16,-4 0-3-16,2-1 6 0,2 2 21 0,-2-2-29 16,0-1 25-16,0 2-22 0,0-1 12 15,-2 2-7-15,2-2-10 0,-1 1 11 16,0 0-5-16,1-2 11 0,0 2 2 0,0 0-3 15,0 0 2-15,0 0-8 0,0 0 9 0,0 0-9 16,0 0-6-16,0 0 4 0,0 0 17 16,0-2-14-16,0 2 2 0,1-1 0 0,-1 0-8 15,1 0 16-15,-1 1-26 0,0-2 19 16,0 2 13-16,2-3-13 0,-2 3-8 0,0 0 7 16,1-1-13-16,0 1 7 0,2-3 16 15,-3 1-11-15,2 1 7 0,-1 0 3 0,4 0-25 16,-1 1 8-16,0-2-2 0,0 2 2 15,0-2 12-15,4 0-4 0,-4 1-5 0,4-1 10 16,-1 1-5-16,-2-2-14 0,3 2 7 16,-1 1 25-16,9-5-21 0,-5 2 6 0,1 3-9 15,-3-2 23-15,0 1-24 0,-1 0 17 0,0 1-22 16,-1-2-2-16,0 1 15 0,0 1 13 16,0-2-13-16,1 2-16 0,11-3 11 0,-2-3 15 15,-3 5-7-15,-3 0-9 0,6-5-3 16,-6 6-4-16,0-2 3 0,-2 2 10 0,0 0-4 15,-2 0-2-15,2-1 1 0,-1 1 13 0,-2-2-24 16,1 2 18-16,0-1 8 0,1 1-19 0,0-1 5 16,11 0-3-16,-4-1 5 0,-1 0-8 15,-5-1 8-15,-9 3-2 0,12 0 3 0,2 0-6 16,-3 0-5-16,0 0 5 0,0 0 5 16,-3 0-2-16,-1 0-10 0,0 0 10 0,0 0-11 15,-7 0 11-15,9 0 10 0,-2 0-7 0,0 0-6 16,0 0 12-16,-1 0-10 0,-6 0 3 15,9 0 3-15,-1 0 9 0,2 0-16 16,-4 0 12-16,2 0-13 0,1 0 5 0,-3 0 2 16,1 0-7-16,6 0 2 0,2 0 9 0,-3 0-3 15,-1 0-9-15,-1 0 12 0,1 0-16 0,-1 0 12 16,-3 0-3-16,1 0 2 0,-1 0 17 16,1 0-23-16,0 0 0 0,0 0 6 0,6 0-13 15,-2 0 7-15,-2 0 4 0,3 0-10 16,10 4 3-16,-15-3 2 0,13-1-2 0,-9 2 4 15,0-1 9-15,-2-1-18 0,-2 0 8 0,1 1-8 16,0 0 16-16,-3-1-4 0,-6 0 1 16,0 0 16-16,9 0-27 0,-1 0 10 15,1 0-11-15,-3 0 24 0,2 0-20 0,-1 0 19 16,1 0-15-16,0 0-8 0,5 0 13 0,1 0 2 16,1 0-8-16,4 0 1 0,-3 0 6 15,20-13-3-15,-16 13 0 0,-2-3 13 0,-2-1-23 16,3 3 9-16,-1-2 10 0,-1-1-20 0,-2 4 3 15,2-1 5-15,-2-1-4 0,1-1-11 16,-3 2 17-16,-13 1-9 0,11 0-4 0,-2 0 7 16,0 0-8-16,-3 0 8 0,3 0 14 0,-2 0-8 15,0 0 8-15,2 0-24 0,4 0 14 16,2 0 7-16,-2 0-10 0,5 0-1 0,-4 0 8 16,1 0-18-16,-4 0 20 0,0 0-17 15,-1 0 10-15,0 0-5 0,1 0 15 0,-2 0-1 16,5 0-7-16,1 0-13 0,-2 0 23 0,1 0-12 15,-4 0 2-15,6 0 0 0,0 0 9 0,-2 0-6 16,3 0-11-16,-1 0 18 0,-3 0-12 16,0 0 2-16,0 0 6 0,-2 0-17 0,1 0 15 15,2 0-8-15,2 0 12 0,3 0-16 16,-2 0 11-16,-1 0 2 0,17 11-1 0,-18-11-5 16,-1 0-2-16,-2 2 0 0,-2-1-4 0,-1-1 8 15,-2 0 9-15,1 1 2 0,-1-1-14 0,-1 3-1 16,3-3 0-16,-3 1-7 0,10 2 19 15,3 2-8-15,-4-4 12 0,7 3-6 0,-6-2-7 16,4-1 4-16,-5 4 1 0,0-5 7 0,3 0-5 16,-5 2-5-16,1-2 4 0,-2 0-8 15,-1 0-3-15,-2 3-6 0,-1-3 15 0,2 0-8 16,-2 1 6-16,8 1-13 0,-2-2 13 16,-2 0-12-16,-2 0-2 0,0 0 5 0,-1 0 6 15,-9 0 6-15,9 0-6 0,0 0 4 0,-1 0-2 16,-1 0-5-16,7 0 9 0,-1 0 2 15,-2 0-15-15,0 0 23 0,2 0-13 0,-4 0-3 16,1 0-5-16,-4 0 14 0,3 0-14 0,0 0 8 16,-1 0-14-16,5 0 1 0,3 0-7 15,1 0 6-15,1 0-4 0,-3 0 3 0,2 0 11 16,2 8 4-16,-4-8-9 0,2 0-4 16,17 10 4-16,-19-9-13 0,4 1 20 0,-5 0 4 15,-2-2-6-15,0 3 2 0,-3-3 15 0,2 0-17 16,8 1-12-16,-6 0 16 0,-1-1 0 15,2 0-5-15,-4 0-1 0,-1 2-16 0,-1-2 8 16,-8 0 8-16,8 0 9 0,1 0 4 16,-3 0 5-16,1 0-12 0,1 0 0 0,5 0-22 15,2 0 22-15,-3 0 5 0,0 0-7 0,-2 0-18 16,-1 0 28-16,4 0-6 0,2 0-14 0,-2 0 18 16,0 0 7-16,4 0-6 0,-3 0-18 15,3 0 20-15,17-10-7 0,-20 8-9 0,5 0 13 16,-7 1-5-16,2 0 1 0,-2-2-1 0,5 3-4 15,-4-2 4-15,2-2-11 0,0 4-6 16,-8 0 33-16,3 0-7 0,2 0-8 0,-2 0-3 16,0 0 12-16,-1 0-11 0,1 0-3 15,0 0-15-15,-4 0 12 0,0 0 9 0,1 0 3 16,2 0-10-16,-4 0 7 0,1 0 5 0,1 0-2 16,0 0 7-16,0 0-18 0,2 0 3 0,-3 0 3 15,1 0 1-15,6 0-4 0,2 0-14 0,-1 0 25 16,-2 0-1-16,-1 0-9 0,5 0-11 15,-3 0 15-15,1 0-5 0,-2 0 11 16,-1 0-14-16,-2 0 5 0,-3 0-3 0,2 0-8 16,0 0 12-16,-8 0-17 0,9 0 9 0,-2 0 5 15,-7 0 1-15,8 0-2 0,0 0 12 0,-8 0-9 16,9 0-2-16,-3 0-8 0,1 0 7 16,-7 0-4-16,10 0 5 0,-3 0-5 0,-1 0 12 15,-6 0-2-15,9 0 5 0,-1 0-2 0,-1 0-22 16,-1 0-5-16,8 9 16 0,-10-8-6 15,4 0-7-15,-2 1 6 0,1 0-26 0,0-2 13 16,0 1 18-16,0 1-9 0,0-2-3 0,9 4-13 16,-3-1 27-16,-1-2-25 0,0 1 6 15,-3-1 20-15,-1-1-6 0,0 2 7 0,-3-2-11 16,1 2-23-16,-1-2 23 0,2 2 9 16,-1-2-5-16,-6 0-4 0,0 0-24 0,8 0 14 15,0 0-26-15,-8 0 9 0,8 0 9 0,-1 0 28 16,-7 0-44-16,9 0 19 0,-3 0-8 15,2 0 32-15,-8 0-4 0,7 0-2 16,0 0 7-16,-7 0-26 0,8 0 33 0,0 0-7 16,-1 0-7-16,-7 0-11 0,9 0 9 0,-5 0 25 15,6 0-19-15,-4 0-15 0,-6 0 11 0,9 0 15 16,-2 0-41-16,1 0 27 0,-1 0 1 16,-7 0 1-16,8 0 8 0,1 0 0 0,-9 0 0 15,7 0 0-15,1 0-32 0,-8 0 16 16,0 0-4-16,9 0-10 0,-9 0 13 0,6 0 16 15,-6 0 0-15,7 0-1 0,-7 0-8 0,0 0 1 16,9 0-54-16,-9 0-4 0,0 0-47 16,6 0-11-16,-6 0-143 0,0 0-21 15,8 5 8-15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0T02:33:00.986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8639 12572 448 0,'0'0'99'0,"0"0"-12"16,0 0-14-16,0 0-8 0,0 0-8 0,-13 14-39 15,13-11 40-15,1 2-12 0,-1 0-6 0,1 1-4 16,1 1-21-16,-2-7-6 0,0 0 9 0,4 10 8 16,-1-4-10-16,0-4-7 0,-1 2-1 15,2-1 1-15,0-1-3 0,1-2 26 0,-1 0 17 16,1 0-5-16,0 0-54 0,0 0 12 0,-5 0 3 16,0 0 0-16,6 0 18 0,6-11 21 15,-8 5-3-15,1 4-4 0,-3-3-4 0,-2-1-3 16,1 0-3-16,3-9-2 0,-4 1 10 15,0 4-5-15,0 10-3 0,0-12 24 0,0 3-15 16,0 1-7-16,0 3 19 0,0-2 14 0,-12-4-9 16,9 4 4-16,0 3 17 0,0 0-17 15,-7-4-6-15,0 3 6 0,1 3-21 0,0 0-14 16,1 2 18-16,-1-1-18 0,3 1-6 16,-7 0 26-16,1 0-23 0,-5 11 13 15,7-9-3-15,4 2-29 0,0-2 17 0,-6 6-5 16,5 0 4-16,0-3 5 0,0 0-8 0,3 3-3 15,1-2 0-15,-1 2-10 0,0 7 4 16,4-3 1-16,0-12-1 0,0 10 11 0,0 1-5 16,0 2 2-16,13 13-12 0,-4-11 15 0,-1-2-23 15,0-1 17-15,-1-1 5 0,5 0-20 16,-2-3 5-16,-2 0 12 0,1-5-12 0,-3 1-3 16,0-1-2-16,2-3 11 0,1 1-5 0,-9-1 4 15,10 0-21-15,3 0 23 0,11-13-9 0,-8 7 5 16,-7 0-3-16,0 4-4 0,-5-4 15 15,2 2-9-15,-1 1-1 0,-3 1 10 0,4-2-8 16,-5-1 2-16,1 3 2 0,1-3-1 16,0 0-7-16,-3 0 6 0,0-1 6 0,0 6-1 15,0-5 5-15,0-1 0 0,0 6 3 0,0-9 7 16,-12-14-8-16,7 9-5 0,-3 3 13 0,-3 3-11 16,6 0 0-16,-4 1-4 0,3 3 4 0,-1 1 14 15,1 0-10-15,-1 2-9 0,2-2 21 16,-3 3-7-16,5-1-13 0,-4 1-8 0,-1 0 17 15,8 0-15-15,0 0 10 0,-7 0-3 16,-1 0-3-16,8 0 8 0,-27 16-21 0,20-8 11 16,-3 0-2-16,5-1-4 0,2 3-4 0,0-3 6 15,2 0-11-15,-2 1 19 0,3-8-14 16,0 8 10-16,0 3-13 0,0 3 9 0,0-4 6 16,13 11-3-16,-11-13 0 0,2-3 3 15,0 2-10-15,-1-2 3 0,0 0 1 0,7 5-20 16,-4-4 13-16,2-5 2 0,-3 1-15 0,1 1 32 15,-6-3-14-15,0 0 0 0,7 0 3 0,11-20 6 16,-8 8-8-16,-4 3 7 0,-3 3-4 16,-2-3 7-16,0 0-8 0,-1 4 20 0,2-3-5 15,-2 4 15-15,0 4-21 0,0 0 10 16,0-8 9-16,0 8-24 0,0-7 17 0,0 7-2 16,-13-12 8-16,10 7-11 0,-2 4-19 0,3-1 12 15,-4 0 17-15,3 1-27 0,-3 1 1 16,4 0 0-16,-2 1 18 0,0-1-10 0,-1 4-10 15,5-4 10-15,-5 7-26 0,1-3 12 16,2 1 17-16,-1-1 6 0,3 2-21 0,0 2-15 16,0-2 12-16,0-6 3 0,0 0-13 0,0 9 8 15,0-3 3-15,0 1 1 0,12 4-6 16,-8-6-19-16,-1-1 16 0,0-3 5 0,1 2-10 16,-2-1 15-16,2-2-9 0,0-2 12 0,-2-1-12 15,4 2 1-15,-5-5 5 0,1 1-11 0,1 0 20 16,-1-2-7-16,0 2-1 0,-2-2 9 15,-2 0-8-15,2 7 4 0,0-6-1 16,0 6-5-16,0-9 6 0,0 9-7 0,0-7-34 16,0 7-58-16,0-7 0 0,0 7 9 0,-10-5-159 15,10 7-178-15,2 1 59 0,-2 0 29 16,2-1-2-16,3 2 16 0,-2 1-48 0</inkml:trace>
  <inkml:trace contextRef="#ctx0" brushRef="#br0" timeOffset="-84369.395">8610 8788 242 0,'0'0'106'0,"0"0"-9"0,0 0-1 0,0 0-21 16,0 0 1-16,0 0-8 0,0 0 7 0,0 0 23 16,0 0-28-16,0 0 9 0,0 0-9 0,0 0-16 15,0 0-4-15,0 0-6 0,0 0-5 16,0 0 7-16,0 0 12 0,0 0-5 15,0-14-6-15,-19-1 3 0,18 14-19 0,2-1 42 16,-1 0-27-16,0-1-34 0,0 1 17 0,0 1 19 16,0-1-9-16,0 0-18 0,0-1 30 0,0 2-19 15,0 0 4-15,0 1-7 0,0 0-17 16,0-3 26-16,0 1-8 0,0 2-2 0,0-2 13 16,0 2-23-16,0 0 8 0,0 0-4 15,0 0 2-15,0 0 0 0,0 0 1 0,0 0-16 16,0 0 9-16,0 0 0 0,0-7 2 0,0 7 3 15,0 0 7-15,0 0-17 0,0-6 16 16,0 6 10-16,0 0-19 0,0 0 2 0,0-6 1 16,0 6-5-16,0 0-10 0,0-7 6 15,0 7 1-15,0 0 9 0,0-8-4 0,0 8 7 16,0 0-1-16,0-6 5 0,0 6-5 0,0 0-10 16,0-7 6-16,0 7 0 0,0 0 5 15,0 0 1-15,0 0-7 0,0 0-4 0,0 0-6 16,0-6-5-16,0 6 2 0,0 0 7 0,0 0 4 15,0 0 15-15,0 0-23 0,0 0 8 16,0 0-3-16,-6-10-2 0,6 10 4 0,0-1-8 16,-1 1 35-16,1-2-34 0,0 2 19 15,0 0-5-15,0 0 2 0,0-1-18 0,0 1 1 16,0 0-9-16,0 0 33 0,0 0-13 0,0 0 6 16,0 0-20-16,0 1-2 0,-2-1 25 0,1 0-15 15,1 0-17-15,-3 0 4 0,3 0 6 16,0 0-7-16,0 0 12 0,0 0-13 0,0 2-6 15,0-2 19-15,0 3-3 0,0-2-12 16,0 0-2-16,0 0 2 0,0 1 16 0,0 1-14 16,0-1 20-16,2 1-15 0,-2 1 4 0,0-2-15 15,0 3 15-15,0-1-15 0,-2 0 16 0,4 0-13 16,-2 1-8-16,0-2 24 0,0-3-3 16,0 0-10-16,0 9 22 0,0-9-29 15,0 8 18-15,0-1-21 0,0-3 3 0,0-4 24 16,0 8-17-16,0-1-6 0,0-7 13 0,0 9-4 15,0-2-1-15,0 1 3 0,0-2 0 0,0 2-10 16,0-3 16-16,0 2 24 0,0-1-5 0,0 1-5 16,0 0-26-16,0-7 4 0,0 9 4 15,0-2-7-15,0 1 34 0,11 15 4 0,-11-23-34 16,0 11 13-16,0 1 7 0,0-4-26 16,0 1 6-16,0-1-10 0,0 0 13 0,0-2-4 15,0 1 15-15,0-7-1 0,0 8-16 16,0 0 3-16,0-3 2 0,0 3-17 0,0-2 14 0,0 1-1 15,0-1 6-15,0 0-3 0,0 1 4 16,0-2-4-16,0 2-1 0,0 0 32 0,0-2-33 16,0 2 5-16,0-1-8 0,0 0 21 0,0 0-27 15,0 1 8-15,0 0 20 0,0-2-2 16,0 2-5-16,0-2 0 0,0 2 23 0,0 0-46 16,0 0 43-16,0-2-38 0,0 2 35 15,0 0-38-15,0-1-12 0,0 1 20 0,0-1 1 16,0 1-14-16,0-1 27 0,0 0 4 15,0 2-8-15,0-1-17 0,0-1 16 0,0-1-1 16,0 3 2-16,0-2-6 0,0 1 4 0,0-2 0 16,0 3-14-16,0 0 29 0,0-2-12 15,0 1-2-15,0 5 0 0,0 0-2 0,0-1 0 16,0 0-1-16,0-3-1 0,0 0-1 0,0-1 0 16,0 1-2-16,0-2 2 0,0 1-2 15,0-2-2-15,0 2-3 0,0 0 4 0,0-2 14 16,0 2-3-16,0 0-3 0,0-1-2 0,0-6-4 15,0 9-5-15,0-2 0 0,0 1 35 0,0-1-3 16,0-2-2-16,0 4-4 0,0-3-18 16,0 1 11-16,0 0 9 0,0-2-22 15,0 2-1-15,0 2 0 0,0-2 4 0,0-1 7 16,0 2-10-16,0-4 7 0,0 3-5 0,0 0 5 16,0 0 2-16,0-2-20 0,0 2 9 0,0 1 17 15,0-3-4-15,0 4-21 0,0-4 11 16,0 8 9-16,0 0-10 0,0-2-4 0,0-1 7 15,0-1-2-15,0-2 9 0,0 3-33 16,0-3-2-16,0-1 31 0,0 0-24 0,0 1 5 16,0 5 10-16,0 0-1 0,0 1 6 0,0-1 0 15,0-3-10-15,0-1 2 0,0 2 6 16,0-2 4-16,0 0-9 0,0-2-11 0,0 2 23 16,0 3 0-16,0 1-2 0,0 0-12 15,0-1 14-15,0-1-12 0,0-2 8 0,0 2-9 16,0-3-23-16,0 0 18 0,0 0 10 15,0-1 1-15,0 1 2 0,0 1-33 0,0 3 21 16,0 1 16-16,0 0-10 0,0-1-9 0,0-1 14 16,0 0-4-16,0-2 0 0,0-1-21 15,9 1 29-15,-9-3-3 0,0 2-2 0,9 7-4 16,-9-7 18-16,0-2-23 0,1 3 8 0,-1-1-13 16,0 0 24-16,3 0-3 0,-3-1-16 0,1 1 8 15,-1 0-2-15,2 11-13 0,-2-13 12 16,0 5 0-16,0 0 7 0,0 0-27 0,0-1 38 15,0 0-35-15,0-1 7 0,0 4 7 16,0 1 9-16,0-1-3 0,0 4 0 0,0-2-4 16,0-3-6-16,0-3 20 0,0 3-14 0,8-3-14 15,-8-1 25-15,0 1-5 0,0 0-3 16,0-1 4-16,0 1 5 0,0-1-32 0,0-2 8 16,0 2 30-16,0 0-7 0,0 7 11 0,0-2-20 15,7 1 9-15,-7-3-6 0,0-1-17 0,0-1 2 16,0-3 26-16,0-5-13 0,0 9-4 15,10 6 22-15,-10-10-15 0,0 0 0 0,1-1 0 16,-1 3-9-16,0-2 10 0,0-2-11 16,0 4 4-16,0-2-20 0,0-5 42 0,0 0-13 15,0 8-12-15,0-2 7 0,0-6 2 0,0 8 2 16,0-1 0-16,0-7-3 0,0 9-27 0,0-3 25 16,0-6-6-16,0 9 16 0,0-3-29 15,0-6 23-15,0 8-2 0,0-2-1 0,0-6-5 16,0 9 8-16,0-2-30 0,0-7 37 15,0 7-25-15,0 0 11 0,0-7 7 0,0 9 10 16,0-4-26-16,0-5 26 0,0 8 6 0,0-8-15 16,0 8-8-16,0-3-15 0,0-5 13 15,0 10 1-15,0-3 3 0,0-7 2 0,0 8-3 16,0-1 1-16,0 0-6 0,0-7 10 0,0 8-22 16,0 0 11-16,0-2 1 0,0 1 9 15,0 0-26-15,0-1 38 0,0 0-23 0,0-1 13 16,0 3-18-16,0 2 13 0,0 1 2 0,0 1-5 15,0-2-13-15,0-2 30 0,0 0-37 16,0 0 11-16,0-1 5 0,0-2 27 0,0 2-17 16,0 0-13-16,0 1 27 0,0-1-35 0,0 0 11 15,0 0 12-15,0 6-4 0,0 1-2 0,0 1-9 16,0-3 8-16,0 0 8 0,0 0-22 16,0-4 19-16,0-1-5 0,0 0 14 0,0 0-22 15,0-1 19-15,0-6-18 0,0 8 7 16,0 0-9-16,0-1 11 0,0 0 4 0,0-7 3 15,0 7-22-15,0 1-3 0,0-1 4 0,0-2 14 16,0-5-4-16,0 9-6 0,0-1-4 16,0 0 4-16,0-8 8 0,0 8 4 0,0 0 4 15,0 1-2-15,0-4-1 0,0 3 0 16,0-1 13-16,0-2-14 0,0 3-5 0,0-1 14 16,0 0-27-16,0-3 14 0,0 3-7 0,0 1 7 15,0-8-4-15,0 9 9 0,0-4 2 16,0 2-4-16,0-1-10 0,0 1 21 0,0-7-17 15,0 8-8-15,0 0 14 0,0 0 12 0,0-3-10 16,0 2-5-16,0-7-11 0,0 10 25 16,0-3-19-16,0-1 23 0,0 1-20 0,0 0-22 15,0 0 21-15,0-7 4 0,0 8-5 16,0-2-15-16,0 1 27 0,0 0 1 0,0 1-11 16,0-2-7-16,0-6 10 0,0 8 0 0,0 0-2 15,0-1-3-15,0 0 10 0,0-1-9 16,0 2-5-16,0-2 2 0,0 1-6 0,0-2 28 15,0 2-6-15,0 2-10 0,0-4-13 0,0 3 6 16,0-1 8-16,0 2-3 0,0-4 8 0,0 3-7 16,0 0-10-16,0-1 10 0,0 1-4 15,0 3-9-15,0 3 13 0,0-4-5 0,0 3 24 16,-6-4-12-16,6 1-7 0,0-4 16 16,0 2-17-16,0 0-17 0,0-4 0 0,0 4-3 15,0-1 30-15,0-1 3 0,0 2-24 0,0-3 17 16,0 2 2-16,-10 7 0 0,10-6-26 0,0-1 23 15,-6 8 9-15,6-4-11 0,-2 0 5 16,2-11-13-16,0 7 22 0,0 0-30 0,0 1 21 16,0-1 5-16,0-1-20 0,0-1 9 15,0-5-19-15,0 10 10 0,0-2-9 0,0-2 3 16,0-6 16-16,0 8 6 0,0-1-7 0,0-2 10 16,0-5-10-16,0 8-4 0,0 0-2 15,0-2 16-15,0-6-8 0,0 9-9 0,0-3 3 16,0 1 14-16,0-7-9 0,0 7 7 15,0 1-8-15,0-3 5 0,0-5 17 0,0 9-17 16,0-2-22-16,0 0 20 0,0-2 3 0,0-5 1 16,0 9-30-16,0-4 25 0,0 3-6 15,0-8 6-15,0 7-10 0,0 2 8 0,0-4-5 16,0 2 18-16,0-1-36 0,0-6 29 16,0 10 9-16,0-4-6 0,0 1-14 0,0 1-14 15,0-3 24-15,0 2-5 0,0-2 0 0,0-5 12 16,0 10-21-16,0-3 8 0,-6 8-6 0,4-11 6 15,2-4 4-15,0 0 6 0,0 7-27 16,0 0 10-16,0-7 19 0,0 8-6 0,0-3-5 16,0 2-8-16,0 1 4 0,0-3-14 15,0 4 26-15,0-4-5 0,0 2-6 0,0 0 8 16,0-1-1-16,0 2 3 0,0-2 8 0,0 1-17 16,0-1 2-16,0 0-5 0,0-6 2 0,0 14-22 15,0-1 31-15,0-4 3 0,0 1-18 16,0-2-6-16,0-1 25 0,0 0-7 15,0-7 7-15,0 7-1 0,0-1-4 0,0-6-20 16,0 8 5-16,0-1 7 0,0 0 9 0,0-7-4 16,0 8 2-16,0-1-14 0,0-1 25 0,0 0-9 15,0-6-3-15,0 8-14 0,0-1-3 16,0 1 21-16,0-2 5 0,0-6-5 0,0 8-16 16,0 0 15-16,0-1 4 0,0-7-2 15,0 8 13-15,0-2-15 0,0 1-2 0,0-7 5 16,0 8-18-16,0-1-10 0,0-7 35 0,0 9-34 15,0-3 26-15,0-6 9 0,0 9-15 16,0-4 2-16,0 1-5 0,0-6 9 0,0 8 2 16,0-1-33-16,0-7 20 0,0 8 4 0,0-1 18 15,0-7-24-15,0 8 13 0,0-1-14 16,0-2 12-16,0-5 15 0,0 9-16 0,0-9-3 16,0 8 3-16,0-1 6 0,0 0-7 0,0-7-11 15,0 5 6-15,0-5 9 0,0 7-26 16,0 0 8-16,0-7 6 0,0 8 12 15,0-8-9-15,8 7 1 0,-8 0 16 0,0-7-10 16,0 5 6-16,0-5-28 0,0 8 10 0,0-8 4 16,0 7 9-16,0-7 7 0,0 7-23 15,0-7 11-15,0 0-7 0,0 7 2 0,0-7 15 16,0 0 0-16,0 5-19 0,0-5 9 0,0 0 13 16,0 0-2-16,0 0-14 0,0 5 1 15,0-5 0-15,0 0 10 0,0 0-8 0,0 0-10 16,0 0 8-16,0 0-11 0,0 7 0 15,0-7-7-15,0 0-8 0,0 0-9 0,0 0-25 16,0 0 6-16,0 0-85 0,0 0-33 16,12 10-64-16,-12-10 23 0,0 0-177 0,-2 0-91 15,2-3 38-15,0 0-30 0,-1-1 33 0,0 2 28 16,1-3 26-16,-6-7 98 0,4 0 17 0,2 12 8 16</inkml:trace>
  <inkml:trace contextRef="#ctx0" brushRef="#br0" timeOffset="-14546.453">8667 8698 241 0,'0'0'96'0,"-16"0"-12"16,16 0 62-16,0 0-11 0,0 0-8 0,0 0-9 16,0 0 14-16,0 0-57 0,0 0 43 0,0 0-5 15,0 0-28-15,0 0 17 0,0 0-10 16,0 0 10-16,0 0-23 0,0 0-7 0,0 0-7 15,0 0-1-15,0 0-1 0,0 0 7 16,0 0-32-16,0 0 18 0,0 0 5 0,0 0-3 16,0 0 20-16,0 0-16 0,0 0 24 0,0 0-10 15,0 0-13-15,0 0-5 0,0 0 40 16,0 0-19-16,0 0-17 0,0 0-13 0,0 0 6 16,0 0-4-16,0 0 10 0,0 0 21 0,0 0-44 15,0 0-3-15,0 0 15 0,0 0-8 16,0 0-12-16,0 0 0 0,0 0-1 0,0 0-22 15,0 0 10-15,0 0-16 0,0 12 15 16,-12-12-6-16,12 0 5 0,0 0-15 0,0 0 14 16,0 0-8-16,0 0 23 0,0 0-17 0,0 0-13 15,0 0 55-15,0 0-47 0,0 0 1 16,0 0 0-16,0 0 20 0,0 0-3 0,0 0 19 16,0 0-30-16,0 0-13 0,0 0 39 15,0 0-30-15,0 0-26 0,0 0 15 0,0 0 0 16,0 0 27-16,0 0 11 0,0 0-38 0,0 0 0 15,0 0 21-15,0 0-12 0,0 0 35 0,0 0-3 16,0 0-6-16,0 0-20 0,0 0-11 16,0 0 1-16,0 0 0 0,0 0-6 0,0 0 4 15,0 0 6-15,0 0 3 0,0 0 4 16,0 0-16-16,0 0-1 0,0 0 0 0,0 14-5 16,0-14 0-16,0 0 2 0,0 0 28 15,0 0-11-15,0 0-2 0,0 0-1 0,0 0 17 16,0 0-2-16,0 0-3 0,0 0-2 0,0 0-2 15,0 0-2-15,0 0-6 0,0 0-26 16,0 0 19-16,0 0 2 0,0 0-2 0,0 0 1 16,0 0 6-16,0 0 0 0,0 0 15 0,0 0-1 15,0 0-5-15,0 0 1 0,0 0-2 0,0 0-3 16,0 0-2-16,0 0 8 0,0 0-2 16,0 0-34-16,0 0-2 0,0 0 2 0,0 0 2 15,0 0 2-15,0 0 13 0,0 0 1 0,23 17-1 16,-21-17 15-16,1 0-1 0,-2 0 14 15,0 0-35-15,1 0 6 0,1 0 10 0,0 0-14 16,-2 0 10-16,2-1-1 0,-2 2 2 0,2-1-1 16,2 3-33-16,-3-3 2 0,-2 0 2 15,0 0 3-15,0 0 2 0,0 0 3 0,7 0 0 16,-7 0 19-16,9 0 1 0,-9 0-1 16,7 0-1-16,-7 0 0 0,7 0-1 0,-7 0 1 15,7 0 0-15,-7 0 18 0,7 0-16 0,-1 0 13 16,-6 0-1-16,9 0-23 0,-9 0 2 15,8 0 1-15,-3 0 10 0,-5 7 20 0,9-7-13 16,-9 0-2-16,9 0-12 0,5 12-1 16,-9-10-8-16,1-2 1 0,1 2 16 15,-3 1 14-15,1-3-20 0,-1 0 0 16,2 3 6-16,0-2-9 0,-1 2 0 0,0-2 0 16,1 1-9-16,-2 0 1 0,1-2 1 0,2 3 14 15,-3-3-11-15,2 2 19 0,0 0-5 0,-3 1 6 16,4-1-13-16,-3 0 0 0,0 1-3 15,1-3 0-15,0 1 0 0,-1 2 12 0,1-2-10 16,0 2-3-16,0-2-2 0,-1 2-3 0,2 0 14 16,-1-3-2-16,-1 2 0 0,1 3 10 15,-1-3-7-15,0-1 2 0,0 1-13 0,0-2 4 16,-1 3-2-16,3-1-2 0,0-2 1 16,-4 2 14-16,2-1-2 0,-1 2-32 0,1-2 4 15,-2 1 26-15,1-2-15 0,-2 3 1 0,2-2-13 16,1-1 4-16,-4 0 32 0,0 0-1 15,0 0-2-15,0 0-2 0,0 0-4 0,0 0-8 16,0 0 5-16,0 0 20 0,8 0-9 16,-8 0 9-16,0 0-1 0,0 0-12 0,0 0 14 15,0 0 8-15,0 0 0 0,0 0 2 0,14 11 5 16,-12-11-14-16,-2 0 1 0,0 0-17 16,0 0 18-16,1 0-26 0,-1 0 24 0,1 1-14 15,-1-1 9-15,0 0-14 0,0 0 0 0,0 0-8 16,0 0 19-16,0 0 11 0,0 0-22 15,0 0 17-15,0 0-26 0,0 0 2 0,0 0 2 16,2-1-6-16,-2 1 14 0,0 0 12 16,0 1-22-16,0-1-11 0,1 1-7 15,-1-2 17-15,0 0 10 0,0 2-22 0,0-1 22 16,0 0-3-16,0 0-5 0,0-1-8 0,0 1 18 16,0 0-39-16,0-2 4 0,-1 2-30 0,-1-1 6 15,0-1-87-15,2 1-35 0,-4 0 3 16,0-2-17-16,1 1-30 0,0-1-13 0,-1 3 19 15,1-3-88-15,-4-3-114 0,4 6-4 0,-1-5 0 16,0 3 44-16,0 1 26 0,1 1 24 16,-1-1 18-16,-2-2 11 0</inkml:trace>
  <inkml:trace contextRef="#ctx0" brushRef="#br0" timeOffset="-1812.452">8641 8687 394 0,'0'0'96'0,"0"0"-13"15,0 12 23-15,0-12-11 0,0 0-11 0,0 13-8 16,-18 4-8-16,21-12-1 0,3 9-6 16,-1 0-38-16,0-4-16 0,1 3-9 0,1-1-2 15,0-1 43-15,0-5 9 0,-2 3 2 16,1-4-34-16,-4 0 21 0,3-2 2 15,-1 1-27-15,-1-4 40 0,2 2-44 0,-5-2 18 16,0 0 26-16,0 0 8 0,5 0-7 16,5-11-5-16,-9 6 22 0,3 1-19 0,-3-4-36 15,3-7 40-15,-4 4-32 0,0 4-16 0,0-4 25 16,0-3 23-16,0-2-9 0,0 2-9 16,-12-14 13-16,8 14-5 0,-1 4-9 15,1 4 22-15,-2 2-6 0,3-2-15 0,-2 4 0 16,0-2 10-16,2 4-16 0,-1-1-5 0,-1 1 6 15,1 0-6-15,4 0-2 0,0 0-11 0,-6 0 6 16,6 0 8-16,-10 0-4 0,-5 13-11 0,5-4-9 16,-1-1 1-16,3-1 10 0,2 0-7 15,-1 5 12-15,2-5-16 0,0 3 9 0,1-6-7 16,1 4-10-16,2-3 7 0,0 3 7 16,1-1-7-16,0-7 11 0,0 14-11 0,0-2-2 15,12 21-13-15,-6-15 6 0,-2-3 1 0,2 0-5 16,1-4 2-16,2 4 17 0,-2-7-9 0,0-2-6 15,0-1-12-15,0-1 19 0,0-1-10 16,2-3 4-16,-2 0-15 0,-7 0 23 0,11 0-9 16,2 0-15-16,8-12-6 0,-8 6 30 0,-4-2-26 15,2 5 22-15,-5-4 22 0,-2 2-18 16,0-4-1-16,-2 4 5 0,0 0 4 0,-1-1 6 16,-1 6-15-16,0-7 21 0,0-4-8 0,0-1-17 15,-16-14 18-15,9 13 3 0,-1-2-6 16,0 1-14-16,1 2 25 0,-3 2 9 0,1-2-7 15,0 2 8-15,0 2-11 0,2 1 17 0,0 3-9 16,0 0 5-16,1 1 4 0,0 3-5 16,-1 0-18-16,7 0 4 0,0 0-9 0,-9 0 14 15,3 0-18-15,-2 0 23 0,8 0-24 16,-8 0-15-16,2 0 12 0,6 0-14 0,-16 11-21 16,12-8-24-16,-2 1-11 0,4 2-21 0,0-1-38 15,2 2 12-15,-1 0-166 0,1-7 23 16,0 7 19-16,0 2-98 0,13 19-6 0,-5-14 44 15,-1-2 11-15</inkml:trace>
  <inkml:trace contextRef="#ctx0" brushRef="#br0" timeOffset="36516.873">11163 12478 320 0,'0'0'144'0,"0"0"-31"0,0 0 8 16,0 0-23-16,0 0-3 0,13 0-22 15,-13-13-12-15,0 13 42 0,0 0-31 16,0 0 3-16,0 0-41 0,0 0 29 0,0 0-13 16,0 0 2-16,0 0 2 0,0 0 8 0,0 0-52 15,0 0 36-15,0 0-24 0,6 10 11 16,-7-6 21-16,-3-1 0 0,1 1 2 0,-1 0-9 16,0 0-1-16,-4 8-8 0,2-4 5 15,-2-1 7-15,3-3-15 0,0 1-2 0,1 0-13 16,0-2 13-16,0 1-23 0,2 0 25 0,-12 4-9 15,7-1-9-15,0-3 8 0,-1 0-4 16,-1 6-11-16,1-5 16 0,2 0 7 0,-1-1-16 16,1 1-11-16,1-1 13 0,1-1 8 15,-2 1-4-15,3 0 0 0,1 0 5 0,-2 0-22 16,-1-3-1-16,2 4-2 0,-2-2 16 16,1-1-4-16,2 2-1 0,-2-1-18 0,1-2 17 15,-2 3-4-15,0-1 10 0,3-2-2 0,-2 2 4 16,1 0 10-16,2-2-4 0,-2 0-6 15,3 2 2-15,-2-1-8 0,-1 0 12 0,2-1 0 16,0-1-8-16,-1 0 10 0,0 2 0 0,-1 0 0 16,2-2-16-16,1 0 2 0,-4 1 2 15,4 1-11-15,-3-2 9 0,2 0 1 0,0 2-5 16,1-2 1-16,0 1 12 0,-1-1-17 16,-2 2-12-16,3-1 13 0,0-1 11 15,0 0-14-15,0 0-6 0,-2 0-2 0,2 0 23 16,0 0-13-16,0 0-2 0,0 0-11 15,0 0 8-15,0 0 5 0,0 0-2 0,0 0-5 16,-2 1 17-16,1-2-18 0,1 1 5 16,1 0 9-16,-2 0 9 0,1 0-21 0,0 0 12 15,0 0 10-15,0 0-24 0,0 0 5 0,0 0 20 16,0 0 0-16,-1 0-24 0,1 0 15 16,0 0 2-16,0 0 7 0,0 0-30 0,0 0 18 15,0 0-14-15,1 1-7 0,-1-1 8 16,0 2 8-16,0-2-10 0,0 0 14 0,0 0-3 15,1 2-15-15,2-2 3 0,-2 0 0 0,3 2-3 16,-2-1-6-16,1 2 12 0,3-2 13 0,0 2-7 16,-1 0-14-16,8 4 1 0,1 0 4 15,-7-2-3-15,2 0 9 0,-1-1 14 0,6 4-19 16,-4 2 14-16,4 0-12 0,-3-3 8 0,0 2-4 16,-1-1-10-16,-1 3 9 0,2-3 22 15,-3-1-2-15,-4 0-24 0,3-1 1 0,4 3 1 16,-6-2-5-16,3 4 6 0,-2-5-4 15,1 0-2-15,-1-4 11 0,-2 5-11 0,0-5 6 16,0 0 24-16,-2 0-3 0,1 1-16 0,-2-2-11 16,2 1 12-16,-1 0 10 0,-2-2 14 15,4 3-20-15,-2-3 23 0,-2 0-30 0,2 0 17 16,-1 1-1-16,0-1 35 0,-1 2-43 16,1-2 7-16,1 1-2 0,-2 0-1 0,0-1 26 15,1 0-30-15,0 2-10 0,-1-1 28 0,0 0 17 16,0 0-31-16,0-1-14 0,0 0-3 15,0 0 33-15,2 0-5 0,-2 4-7 0,0-4-13 16,0 0 6-16,0 0-20 0,0 0 12 16,0 0-28-16,0 0-9 0,0 0-6 0,0 0-29 15,0-2-14-15,0 0-13 0,-2 2-18 0,1-1-54 16,0 1 14-16,-2 0-119 0,2 1-159 16,-2-1 27-16,1 4 19 0,-2-4 24 0,-1 3 24 15,4-1 12-15,-2 1 4 0</inkml:trace>
  <inkml:trace contextRef="#ctx0" brushRef="#br0" timeOffset="-75979.012">8599 12476 367 0,'0'0'63'0,"0"0"33"0,0 0-51 16,0 13-16-16,0-13 7 0,0 0 20 16,0 0-13-16,0 0 13 0,-8 27-38 0,11-24-5 15,1-1 27-15,-4 1-26 0,2 1 3 0,-1-2 15 16,1 1 2-16,-1 1-5 0,2-2-14 15,-3-1-5-15,2 4 9 0,1-3 21 0,-2 1-35 16,2 0 0-16,-1 1 43 0,0-3-3 0,1 2-38 16,0 0 2-16,-1-2 47 0,0 2 0 15,1 0-1-15,1-2-7 0,0 1-19 0,-1 0 4 16,2 1-3-16,0-1-6 0,-1 0 6 16,1 1-5-16,-1-2-2 0,0 0-2 0,-1 2 8 15,1-1-3-15,-1-1-44 0,3 1 35 16,-2 0-2-16,-1-1-32 0,2 2 19 0,-1-2 23 15,1 1-19-15,-1 0 30 0,2 0 3 16,0 1-16-16,-2-2-13 0,1 1-14 0,0 0 37 16,2-1-5-16,-1 1 0 0,-2-2-2 0,2 2 8 15,-1-2-40-15,2 0 30 0,-1 3-19 16,-1-3 15-16,2 2 4 0,-3-1-6 0,1 0-1 16,0 0 18-16,-2-1-48 0,3 2 27 0,-5-2 6 15,5 2-15-15,0 0 17 0,-1-1-40 16,-3 1 23-16,4-2 16 0,-2 0-7 0,1 0-4 15,-1 1-19-15,0 0 14 0,1 1-16 16,2-1-1-16,-2 1 20 0,-1-2 19 0,1 1-14 16,-1 0-26-16,1-1 21 0,2 3 3 0,-1-3-7 15,-1 3 21-15,0-3-23 0,1 2 12 0,-2-2-37 16,3 3 7-16,10 1 11 0,-7-1 6 16,2-1 0-16,-2-1 21 0,0 1-16 0,-3-2 21 15,10 5-39-15,-6-3 31 0,2 0-4 0,-2-2 6 16,-1 0-26-16,-2 0 21 0,2 2 11 15,-3-2-22-15,2 0 10 0,-2 1 4 0,-1 0 3 16,2-1-28-16,-1 1 12 0,0-1 10 0,-7 0-10 16,6 0-6-16,8 0 14 0,-3 0-34 15,2 0 4-15,-4 0 34 0,1 0-12 0,0 0 20 16,-1 0-36-16,0 0 12 0,17 10 9 16,-8-10 11-16,-13 0-25 0,4 0 18 0,5 0-29 15,4 0 13-15,-2 0 6 0,0 0-1 0,3 0-7 16,0 0 0-16,1 0-18 0,0 0 29 15,-1 0-4-15,-1 0 5 0,3 0-4 0,-3 0 6 16,1 0 0-16,1 0-6 0,-1 0 4 16,1 0 4-16,2 0-20 0,-5 0 9 0,2 0 4 15,-1 0-10-15,0 0 19 0,3 0-16 0,-5 0-24 16,3 0 31-16,0 0-1 0,2 0 1 16,-1 0-14-16,-2 0 14 0,-4 0 8 0,18-13-11 15,-18 13-1-15,-4 0 5 0,3 0-7 16,0 0-2-16,-2 0-4 0,1 0 11 0,3 0 10 15,0 0-12-15,3 0-21 0,-1 0 14 0,1 0 11 16,-2 0-6-16,3 0 6 0,2 0 6 0,20 11-15 16,-32-11 12-16,6 0-24 0,3 0 17 15,1 0-6-15,-1 0 21 0,2 0-8 0,-3 0 15 16,2 0-28-16,-1 0 3 0,-1 0 10 0,-3 0-11 16,-1 0 7-16,16-13 6 0,-17 11 6 15,2 2-9-15,-6 0 11 0,2-1-4 0,-1 0-19 16,2-1 9-16,6 1-4 0,1-1 26 0,-3 0-2 15,4-1-8-15,-6 1 2 0,1 1-14 16,5 0 12-16,-10 1-9 0,3 0-1 0,3 0 15 16,-1 0-9-16,2 0 2 0,-1 0-19 15,0 0 1-15,-3 0 13 0,4 0-13 0,-2 0 2 16,16 9 11-16,-12-6 4 0,-10-3-23 0,4 0 17 16,7 0 3-16,-6 0 2 0,2 0-12 15,1 0 10-15,18 9 23 0,-12-5-18 16,-4-2-13-16,-5-1 18 0,-2 1-11 0,1-2 16 15,-3 1-24-15,-1-1 5 0,-1 0 3 0,-1 0-11 16,-2 0 10-16,3 2-11 0,-1-2 5 0,0 0 15 16,-6 0-8-16,0 0-11 0,9 0 15 15,-3 0 16-15,2 0-21 0,-1 0-9 0,0 0 29 16,-7 0-30-16,8 0 7 0,1 0-1 16,-3 0 16-16,1 0 6 0,-1 0-25 0,1 0-1 15,7-11-5-15,-14 11-2 0,7 0 5 0,-7 0-4 16,9 0 18-16,-1 0-12 0,-2 0-4 15,3 0 4-15,-2 0-6 0,-1 0-7 0,2 0 12 16,-1 0 20-16,0 0-8 0,0 0-8 16,1 0-8-16,-2 0 2 0,1 0-6 0,-1 0 2 15,3 0 3-15,-4 0-7 0,3 0 5 0,-2 0 0 16,3 0 8-16,-2 0 2 0,0-6-3 16,1 6-3-16,7 0 8 0,1 0-1 0,22-14 1 15,-19 13-10-15,0 1-11 0,-2-1 32 16,4-2-29-16,-4 0 8 0,-8 3 6 0,4 0-1 15,6 0-10-15,3 0 8 0,0 0 20 0,-3 0-28 16,0 0-1-16,-1 0 1 0,2 0 7 0,-3 0 3 16,-2 0 15-16,-1 0-14 0,8-8 1 15,-12 8-10-15,-1 0 6 0,-1 0 5 0,11 0 6 16,-2-1-16-16,-4 1 25 0,-3 0-23 16,1-1 2-16,0 1 20 0,-5 0-31 0,2-2 22 15,0 2-18-15,11 0 7 0,-19 0 8 0,11 0-13 16,0 0-9-16,0 0 34 0,-1 0-28 0,-1 0 21 15,-4 0-19-15,4 0 2 0,-2 0 2 16,-7 0 2-16,10 0-7 0,-1 0 9 16,-2 0-7-16,1 0 5 0,0 0 9 0,4 0-8 15,6 0 2-15,15-10-2 0,-11 8-9 16,-4 2 32-16,2-2-19 0,1 2 5 0,0-1 16 16,-6 0-30-16,5 0 7 0,-12 1-5 15,3 0 17-15,2 0-14 0,-1 0-6 0,-1 0 12 16,1 0-15-16,-3 0 22 0,-2 0 5 0,2 0-17 15,-1 0 9-15,0 0-28 0,-2 0 16 16,2 0 3-16,1 0-6 0,-2 0 23 0,18-12-15 16,-14 11 11-16,3 0 2 0,-5 0-15 0,0-1 21 15,-1 1-12-15,1-1-22 0,5 0 11 16,-2-1-15-16,-3 1 35 0,0 1-19 0,-1 0-2 16,1-1 16-16,-3 2 10 0,0-2-30 0,1 1 4 15,-1-1 26-15,0 2 7 0,0-2-36 16,1 1 12-16,3 1 21 0,8-4-12 0,-4 1-38 15,-3 3 13-15,0-1-4 0,0 0 11 0,6-2-3 16,-3 1 0-16,-4 1-1 0,1 0 22 16,-11 1-29-16,7 0 10 0,2 0 2 0,-3 0 18 15,2 0-24-15,-2 0 3 0,-6 0 0 0,9 0 6 16,-4 0 8-16,5 0-19 0,-3 0 22 16,-1 0-17-16,7 0 4 0,0 0-9 0,-2-7 17 15,0 7 3-15,-1 0 1 0,-1 0-11 16,10-11 5-16,-13 10-14 0,0 0-10 0,1-1 19 15,1 2 0-15,-3-3 13 0,4 3-18 16,-4 0 4-16,4 0 2 0,-4-1-6 0,1 0-12 16,0 1 19-16,1-2 25 0,1-1-4 0,7 1-23 15,-1-1 11-15,-2 1-8 0,-2 2 0 16,-1-1-15-16,0-1 28 0,-3 2-3 0,2-3 9 16,-1 1 5-16,1 0-33 0,-1 2 19 0,-2-2-33 15,3 2 52-15,-2-2-40 0,1 1 33 16,0-1-19-16,-2 2-15 0,4-2 34 0,-5 1-49 15,3 0 34-15,10-5-20 0,-7 5 39 16,-1 0-5-16,1 1-42 0,-3-3 8 0,0 3-1 16,-1-2-11-16,-1 1 22 0,2 1-14 0,-2 0 42 15,1-1-33-15,-3 0-7 0,4 1 17 0,-5 0 14 16,6-2-46-16,-4 2 25 0,0-2 6 16,1 0 1-16,-4 2-10 0,6 0-7 0,-4-1-15 15,2 1 31-15,-1 0 24 0,-1 0-30 16,2-2 26-16,-2 2-17 0,2 0-30 0,-3-1 8 15,-2 1 41-15,0 0-29 0,0 0-10 0,8 0-19 16,-8 0 57-16,0 0-37 0,6 0 12 0,-6 0 1 16,8 0 24-16,-8 0-17 0,6 0 10 15,-6 0-39-15,0 0 10 0,7 0-1 0,-7 0-2 16,0 0 1-16,7 0 33 0,-7 0-33 16,0 0 1-16,0 0 0 0,7 0 32 0,-7 0-12 15,0 0-32-15,7 0 12 0,-7 0 7 0,0 0 23 16,0 0-27-16,0 0 33 0,0 0-24 15,7 0 6-15,-7 0-7 0,0 0-14 0,0 0-5 16,0 0 40-16,0 0-31 0,0 0-2 16,0 0 6-16,0 0 20 0,11-6-20 0,-11 5-3 15,0 2 17-15,3-2-7 0,-3 2 0 0,0-1 22 16,0 0-2-16,0 0-13 0,0 0 3 0,-3 0 14 16,3 0-35-16,0 0 13 0,0-1 1 15,0 1 1-15,-1 1-15 0,1-2 9 0,-3 1-12 16,1 0-4-16,2-1-3 0,-5 1 16 0,5-2 6 15,-3 1 7-15,1 1-8 0,0-3-5 16,0 2 21-16,1-3-11 0,-3 2-23 0,1-1 4 16,1-2 7-16,2-1-18 0,-4 1-78 15,-1-11-49-15,-3 0-52 0,3-1 18 0,-5-4-272 16,-2 1 32-16,-1-2 30 0,-1 1 26 16,3-1-34-16,-1 1 21 0,1-4 118 0,2-2 4 15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0T02:36:19.336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2168 17945 306 0,'0'0'171'0,"0"0"-10"0,0 0 15 16,0 0-14-16,-15 0-36 0,15 0-25 0,0 0-14 15,0 0-13-15,0 0-4 0,0 0 10 16,-12 15-42-16,9-9 20 0,1 1-5 0,7-3-6 16,-5-4 9-16,0 10-32 0,0-3 7 15,10 7-1-15,-6-6 8 0,5 3-5 0,0-5-15 16,0-2-1-16,1-1-17 0,3 1 11 0,-4 0 24 15,1 0-24-15,-2-2 9 0,-8-2-20 16,9 0 13-16,9-11 9 0,-12 8-17 0,2-2 16 16,-2-2-44-16,2-2 23 0,-1-2 10 0,-2-2-8 15,-2-1 12-15,-2 2-1 0,2-2-4 16,-3 14 4-16,0-10 9 0,0-2 12 0,-12-9 3 16,6 11-19-16,5 2 20 0,-9-2 3 15,2 1-9-15,-2-1 0 0,4 3-1 0,-4-3 10 16,-1 6-22-16,4 1 6 0,1 1-17 0,-4-2 21 15,6 4-10-15,-3-1 0 0,2-1-21 0,3 2 19 16,-3 0 1-16,1 0 5 0,4 0-10 16,0 0-11-16,0 0-4 0,-9 0 5 0,-1 10 3 15,6-7-8-15,-1 8 4 0,2 1 1 0,-2-1-11 16,0 1 10-16,5-12 10 0,0 13-18 0,0 0 10 16,0 1-18-16,0 0 21 0,18 8-10 15,-18-9 11-15,6-3 0 0,-2 0-3 0,4 0-4 16,-1 0-6-16,2-7 0 0,-4 2 12 15,4-1-19-15,-2-4 23 0,-7 0-17 0,9 0 1 16,-4 0 17-16,3 0-17 0,12-14-7 0,-14 7 16 16,-4-1-6-16,-1-1 8 0,1-3-4 15,0-4-4-15,-2 7 15 0,0 9-8 0,0-10 1 16,0-1-13-16,0 1 12 0,-10-4-4 0,7 6 5 16,-4-4 10-16,1 4-4 0,-3-3-6 15,1 3-21-15,1 1 24 0,-5-1 2 0,1-3-9 16,1 6-1-16,1 2 9 0,0 1 11 15,0 0-6-15,1 2-9 0,0-3 15 0,8 3-16 16,0 0 2-16,-7 0-9 0,-16 13 6 0,9-1 5 16,5-3-6-16,-1 5-9 0,3-2-6 15,3 2 9-15,2 1 3 0,2-8-1 0,0 4 4 16,0 1-3-16,14 15 9 0,-8-15-11 0,2 2 4 16,3-2-9-16,4 2 8 0,-4-4-1 15,2-1 4-15,1-1-2 0,2-3 2 0,0-2-16 16,-5-3 7-16,2 2-6 0,-4-2-35 0,12-12-2 15,-10 2-68-15,0-7 9 0,7 0 7 0,-6 1-153 16,6-2 20-16,-2 3-185 0,1 0 27 16,-3 0 12-16,1-4 0 0</inkml:trace>
  <inkml:trace contextRef="#ctx0" brushRef="#br0" timeOffset="-42655.239">2016 16341 428 0,'0'0'108'0,"0"-14"-51"0,0 14-4 15,0 0 59-15,0 0 17 0,-25-27 11 0,25 24-47 16,0-3 25-16,0 3-10 0,-1 1 6 16,-1-3-13-16,2 1 10 0,-1 0 6 0,1 4-13 15,0 0-10-15,0 0 8 0,0-7-18 0,0 7 4 16,0-7-7-16,-3-2-9 0,1 7 14 16,2-2-11-16,-1 3-18 0,0-1 5 15,1 1-5-15,0-2-16 0,0 3-2 0,0-1-7 16,-2 0 10-16,2-1-4 0,-1 1-18 0,1 1-5 15,0 0-11-15,0 0 11 0,0-2 8 16,0 5-12-16,1 0-1 0,-1 1 15 0,0 1-10 16,0 0 10-16,2 1-2 0,-2 2-17 15,0-1 10-15,0 3 1 0,0 4-4 0,0 3 12 16,0 0-15-16,10 21 10 0,-7-18 7 16,-2 1-3-16,3 2 20 0,-4-2-19 0,2 0-11 15,-2 4-2-15,5-3 13 0,-2-2 4 0,-1 2 6 16,0-1-25-16,-1 0 26 0,0 1-16 15,1-1-8-15,-2-1 15 0,2 0-4 0,1 0 1 16,-1 1 12-16,0 1-25 0,0-1 12 0,1-2-4 16,-2 0 23-16,0 0-12 0,1 2-16 0,1-5 4 15,-1 3-3-15,-2 2-2 0,0-2 5 16,3-4-17-16,-1 4 18 0,-2-9 0 0,0 4 3 16,0 3 12-16,0 0-10 0,0-2 12 15,0 2-26-15,0-2 9 0,0 1-2 0,0 2 0 16,0-3-2-16,0-1 29 0,0 2-5 0,0-1-33 15,0-1-1-15,0-2 2 0,0 3 7 16,0 2-11-16,0-3-13 0,0-2 0 0,0 0 16 16,4-3 0-16,-4 2 6 0,0-2 6 0,12 16-1 15,-10-11-1-15,-2-2-14 0,0-2-2 16,0-10-15-16,0 8 25 0,0 1-10 0,0 0 14 16,0-1-2-16,0-1 7 0,0 5 13 0,0 3-4 15,0-3-3-15,0 2-2 0,0-2-1 0,0-2-4 16,0 0-22-16,0-1-17 0,0-1 2 15,0-1 35-15,0-2-2 0,0 2-33 0,0 0 14 16,0-2 2-16,0 2 8 0,0 0-8 16,0-1 0-16,0 1 1 0,0 0-2 0,0 0 1 15,0 0-19-15,0-2 2 0,0-5 49 0,0 10-9 16,0-3 0-16,0 0-18 0,0-7-15 16,0 8 11-16,0-1-1 0,0 0 1 0,0-2 1 15,0-5 1-15,0 10-1 0,0-5 1 16,0 2-9-16,0-2 0 0,0 2 1 0,0-7 0 15,0 10 6-15,0-3 3 0,0-2 0 0,0 2 23 16,0-7-1-16,0 7-31 0,0 1 1 16,0-8 1-16,0 7 5 0,0 1 0 0,0-8 15 15,0 8-1-15,0-3-18 0,0-5 8 0,0 9 1 16,0-3-1-16,0-6-16 0,0 10 2 0,0-3 22 16,0-7-6-16,0 7 1 0,0 0-2 0,0-7 0 15,0 8 0-15,0 0 9 0,0-8-8 16,0 8-1-16,0-3-13 0,0-5 1 15,0 8 11-15,0-2 15 0,0-6 0 0,0 8-4 16,0-8 0-16,0 6-15 0,0-6 2 0,0 0 3 16,0 11 12-16,0-3-12 0,0-8 15 0,0 7 8 15,0-2-3-15,0-5-3 0,0 0-13 16,0 0 16-16,0 0-30 0,0 0 24 0,0 0-27 16,-8 11 2-16,8-13-78 0,-1 0-65 15,-2-3-51-15,1-2 18 0,-1-5-172 0,-1-8 30 16,0-6-168-16,1-3 7 0,3-4 32 0,0 17 21 15,0-10 30-15,0-3 9 0,14-41 23 16</inkml:trace>
  <inkml:trace contextRef="#ctx0" brushRef="#br0" timeOffset="-1343.817">2163 16375 262 0,'0'0'115'0,"0"0"-15"16,0 0-12-16,0 0-13 0,-15 0-7 16,15 0 20-16,0 0 3 0,0 0-14 0,-24-2 16 15,23 7-8-15,-1 0 19 0,2 2-47 16,-3-2 40-16,2 2-29 0,1-1 14 0,-2-1-41 15,0 1 21-15,1-1-40 0,1 2 24 0,0-2 7 16,-3 0 3-16,3-5-21 0,0 0-7 0,0 7-19 16,0-1 16-16,0-6 22 0,0 8-26 15,0-8-15-15,13 15-1 0,-11-13 19 0,2-2-4 16,0 1-19-16,0 1 30 0,1-4-13 16,-3 1-2-16,2 1-11 0,2-2-3 0,-4-2 30 15,2-1-40-15,0 2 6 0,-3-2 15 16,3-2 12-16,-4 2 2 0,0 0-2 0,0-2-3 15,0 2-10-15,0-3 28 0,0-2-22 0,-15-9 12 16,7 8-13-16,-1 1 6 0,-5 1-10 0,5 3-11 16,-5 0 10-16,5 0-3 0,1 4 1 15,0 2-14-15,1-3 10 0,-2 3-2 0,9 0-13 16,-5 0 4-16,5 0 7 0,-9 0 5 16,-4 11-10-16,9-7-10 0,0 1 15 0,-5 7 10 15,3 2-24-15,0 0 15 0,2-4-17 0,3-2 32 16,-1 1-8-16,1-1 1 0,1-8-13 0,0 9 14 15,0-4-14-15,0 7-6 0,14 10-16 16,-8-12 29-16,3-1-1 0,-2-3 8 0,2-2-26 16,-2-1 16-16,0-2-2 0,0 0-1 15,-7-1-2-15,0 0 9 0,14 0 6 0,9-12 0 16,-16 7-13-16,-2-2 17 0,4-3-5 0,-3 2 21 16,-1 0-11-16,-2-2 13 0,-3 1-5 0,0 9-2 15,0-13-1-15,0 0 8 0,-15-16-12 16,7 17 16-16,4 2-5 0,-2 1-3 0,2 2 8 15,-1 3-15-15,1 0 1 0,-1 1-9 0,1 2-3 16,-1 1-15-16,5 0 2 0,0 0-10 16,0 0-21-16,-8 0 3 0,-3 12-36 0,2 0-40 15,4-2-4-15,5 2 9 0,0-1-75 0,0-11-17 16,0 10-174-16,0 5-1 0,0 4 24 16,14 19-38-16,-9-18 20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0T02:36:34.351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10602 16944 265 0,'0'0'219'0,"0"-15"-65"0,0 15-4 16,0 0-26-16,-4-31 7 0,-3 24-22 15,1 2 7-15,0-1-21 0,-3-5-2 0,2 6-6 16,-1-2 1-16,3 1 1 0,-3 2-16 16,-5-3-12-16,2 4 2 0,3 1-6 0,-2-1-3 15,1 2-8-15,2 0 2 0,0 1-7 0,7 0 0 16,-9 0 1-16,1 0-20 0,-3 0 9 15,-18 12-2-15,13-5 0 0,0 0-6 0,3 1 0 16,-3-1 5-16,3-1-27 0,2 5 13 0,1 1 9 16,-3 0-10-16,4-2 4 0,1 1-8 15,1 2-2-15,3-1-6 0,0-4 12 0,0-1-3 16,4 3-16-16,0-1-4 0,0-2 26 0,0 2-6 16,0 2-22-16,13 18 34 0,-3-14-21 15,-1-2 5-15,0 0 6 0,4-3-7 0,0-1 4 16,1 0-2-16,-4-6-22 0,1 0 20 0,1-3-9 15,-2 1-6-15,-1 1 28 0,-9-2-16 16,9 0-16-16,2 0 1 0,18-10 19 0,-19 5-4 16,1-2 9-16,-4-1-22 0,2-3 18 0,-3 0 6 15,0 0-2-15,-3 1-15 0,-2-1 2 16,-1 2-10-16,0-1 10 0,0 10-1 0,0-7 18 16,0-5-16-16,0-2 21 0,0 4-9 0,0 0-3 15,0 2 23-15,0 1-6 0,-10-4-6 16,8 6 14-16,0 2-1 0,1-1-12 0,1 1 0 15,0 1-16-15,-1-1 21 0,-1 1-9 0,2 1-4 16,-2 1-11-16,2 0-2 0,0 3 14 16,0-1-11-16,0 1 4 0,0 1 6 0,0 2-15 15,0-1 4-15,5 10 3 0,-5-8 5 0,9 15-7 16,-3-6-2-16,2-1 9 0,0 2 3 16,2-3-12-16,0 1-6 0,2 1 3 0,1-1 10 15,0-3-6-15,3 3-1 0,-1-3-1 0,1-3 3 16,-1-1 2-16,4 0-14 0,-4-1-6 15,3-5 12-15,3 1 0 0,-7-1-12 0,-4 2 6 16,4-4-12-16,-6 0 11 0,2 0-2 16,0 0 1-16,0 0-14 0,7-12 10 0,-3 6 13 15,-5-2-13-15,-3 2 7 0,2-3-6 0,-2 0 6 16,-2 1 9-16,0-1-10 0,1-6 11 16,-2 2-14-16,-3 1 11 0,0 1-15 0,0 1 12 15,0-2 2-15,-16-15 6 0,13 11-16 0,-4 1 15 16,3 3-6-16,-4 2-8 0,1-2 16 15,3 5 0-15,-1-1 6 0,0 1-25 0,1 4 15 16,-1-1 0-16,3 0 1 0,-2 2 9 0,1-1-10 16,0 0-10-16,2 0 11 0,-3 1-2 15,3 1-2-15,-3 1-6 0,4-1-5 0,0 1 4 16,0 0-9-16,0 0-16 0,0 0 7 0,0 0-14 16,-4 9 3-16,6-5 36 0,-2 0-20 0,1 2-2 15,0-3 2-15,-1 4 6 0,1-1-4 16,-1 1 3-16,8 12-16 0,-5-8 22 0,1-4-24 15,2 5 19-15,0-1-11 0,1 1 12 16,-2-2 4-16,1 1 5 0,1 0 16 0,-2-4 3 16,-2 1-40-16,3-2 29 0,-2-1-4 0,5 10-8 15,2-7-13-15,-3 3 24 0,3-4-4 0,-2-2-8 16,-4-2 11-16,9 4-22 0,-1-4 45 16,-1-1-17-16,-1 0-25 0,6-1 29 0,-2 1-6 15,-5-2-4-15,-1 0-2 0,3 0-3 16,-1 0 5-16,0 0-25 0,9-10 21 0,-6 6 23 15,0 1-18-15,-4-1-12 0,3-4 24 0,-3 3-14 16,-2-2-2-16,-3 2 0 0,0 0 10 0,-1-2-15 16,0 1 9-16,-3 1 10 0,0-1-24 15,-1-1 21-15,0-1-5 0,0 8-8 0,0-9 12 16,0-2-15-16,-15-8 11 0,6 7 6 16,3 6-27-16,-2 1 40 0,-1 2-23 0,3 1 9 15,-1 1 5-15,7 1 7 0,0 0-15 0,-10 0-6 16,3 0 2-16,7 0 9 0,-8 0-24 15,-4 13 29-15,2-1-16 0,5 0 10 0,0-2-7 16,5-1-13-16,0 1 11 0,0-10 11 0,0 7 2 16,13 14-2-16,-3-11-32 0,-1 2 44 0,1 1-12 15,3-4-2-15,0 1-9 0,2-3-1 16,0 2-12-16,2-3 17 0,-2-2-18 0,4 1 24 16,-2-2 0-16,2-2 5 0,3 0-25 0,-13-1 4 15,6 0 11-15,1 0 12 0,1 0-31 16,0 0 23-16,1 0-9 0,15-10 26 0,-16 6-17 15,-2-1-14-15,-3 4 1 0,-1 0 10 16,-4 0-7-16,0 1-22 0,-2-2 2 0,2 0-30 16,-7 2 5-16,0 0-74 0,7 0-28 15,-7 0-116-15,7 0 19 0,-7 0-136 0,8 0 8 16</inkml:trace>
  <inkml:trace contextRef="#ctx0" brushRef="#br0" timeOffset="1312.461">11974 16936 359 0,'1'4'173'0,"-1"0"-30"0,2 0-31 0,-2 2-25 16,3-1 12-16,0 1-26 0,3 7 13 16,0-3-12-16,-2-2-10 0,-1-2-13 0,-1-1-2 15,1 0 3-15,-1-2 22 0,-2-2 17 0,0 2-5 16,0-1-24-16,0-1 4 0,0-1 11 16,0-1-45-16,-2-1 14 0,-1-1 1 0,-1 1-27 15,2-3 22-15,-6-7-10 0,2 5-4 0,-1-6-2 16,2 1-9-16,0-1-6 0,4 2-18 0,0 2 2 15,1 1 13-15,0 8-10 0,0-9-23 16,0-1 22-16,0-2 13 0,15-12-21 0,-10 16 12 16,0 1-9-16,2 2 0 0,-5-1-18 15,2 3 14-15,-3 1 19 0,2 1-42 0,-1 0 35 16,2 1-12-16,-1 1 0 0,-3-1-4 16,0 0-11-16,0 0 6 0,14 12 33 0,-5-2-4 15,-3-3-14-15,3 1-14 0,-2-1 11 0,2 4 16 16,1-3-21-16,1 2 16 0,2-3 14 15,-2 0-15-15,2 1 5 0,-4-3 5 0,0-1-21 16,-1 1 14-16,0-3-25 0,-2 1 25 16,2-2-12-16,-3 1 13 0,1-1 1 0,-1-1-4 15,-5 0 0-15,0 0-8 0,9 0 13 0,-2 0 1 16,13-14-28-16,-10 7 10 0,-3 0 22 16,0-5-25-16,-1 4 42 0,-4-1-38 0,1 1 25 15,-2-2-5-15,-1 2 19 0,0 8-15 0,0-6-1 16,0-1 6-16,0 7 14 0,0-7 17 15,0 7-4-15,0-9 4 0,-10-2-8 0,8 7-9 16,1 3-22-16,-2-2 10 0,2 2-9 16,-1 1 10-16,-1 0-3 0,0 0-4 0,3 2-11 15,-1 1 16-15,-1 1-12 0,2 0 17 0,0 0-12 16,0 0 2-16,-3 1-27 0,3 2 18 16,3-1 7-16,-3 1-11 0,0-7 2 15,0 10 7-15,12 16-1 0,-8-16-3 0,2 4 7 16,2-6-1-16,-3-1-13 0,2-3-5 0,1 2 10 15,-4-2-24-15,3-1 14 0,-2-1-25 16,0-2 22-16,0 3-23 0,-1-2 12 0,0-1-1 16,0 0 21-16,-4 0-10 0,0 0-7 15,0 0-1-15,15-11 5 0,-13 6 9 0,-2 0 1 16,2-1-15-16,-3-1 21 0,0 0-9 0,1-1 19 16,-12-15-17-16,1 11-5 0,4 0-6 15,-5-1 17-15,0 4-8 0,-1 0 12 0,-1 4-16 16,1-3 16-16,2 4 6 0,1-1-8 15,1 4 3-15,2-1-18 0,7 2 8 0,0 0 10 16,-7 0-3-16,7 0-1 0,0 0-3 0,0 0-18 16,0 0 3-16,0 0 20 0,-11 2-2 0,14-2-1 15,0 1-2-15,5-1-10 0,-1 2 2 16,8-5-17-16,-6 3 3 0,2 0-12 16,19-9 10-16,-10 7-17 0,-3-2 1 0,2-1 5 15,-1 2-32-15,-1-2 41 0,-4-1-13 0,6-1 5 16,-6 0 4-16,-3 3 24 0,2-4-10 0,-4 1-6 15,1 2-6-15,-6 0 14 0,2-1 1 16,-3 0 2-16,0 1-22 0,0 1 18 0,0-1 22 16,-2-2 2-16,0 2 14 0,0 5-26 15,0 0 21-15,0-9-11 0,0 2 33 0,-13-18-11 16,9 11 6-16,-5 0 1 0,2 3 13 0,2 0-18 16,3 2 27-16,-3 2-8 0,2-2 1 15,-2 6 2-15,3-3 16 0,0 2 2 0,0 1-1 16,0-1-14-16,1 3-11 0,-2-2-10 0,2 2 5 15,0-2-2-15,0 3-4 0,1-1-5 16,0 1-9-16,0 0 14 0,0 0-8 0,0 0 11 16,-3 12-5-16,3-8 4 0,1 2 12 0,1 12-28 15,-2-12 33-15,9 17-21 0,-7-8-10 16,5 2 19-16,-2 2-19 0,0-1 7 0,1 2-3 16,1 1 10-16,4-1 2 0,-6 0-4 15,2 1 1-15,-1-1-15 0,-1 1 12 0,3 0 14 16,-1 0-30-16,-1-2 12 0,3 0-16 0,-1 2-12 15,-1-5 15-15,-1 2-3 0,1-4-11 0,3-2 11 16,-6 4-5-16,1-7 14 0,-1 0 8 16,-2 0 4-16,5-3-23 0,-3-1-11 0,0 0 20 15,-1-1-26-15,1-1 9 0,0 1-16 16,0-2-11-16,1-1-21 0,-1 1 2 0,-2-2-32 16,4 0-18-16,-6 0-27 0,0 0 0 0,8 0-63 15,-8 0 18-15,9 0 15 0,17-11-103 0,-19 5-63 16,2 1 24-16,-2 1-147 0,-1 0 37 15,-1-2 29-15,-1 1 29 0</inkml:trace>
  <inkml:trace contextRef="#ctx0" brushRef="#br0" timeOffset="1828.077">12337 16715 254 0,'-4'1'236'0,"0"-1"-45"16,3 0-6-16,1-1-69 0,0 0 4 0,1-2-7 16,2 0-38-16,2 1 28 0,0 0-14 15,12-5-38-15,-2 0 22 0,0 2-2 0,4-3-7 16,-1 4-33-16,-1-3 12 0,2 0-9 16,-1 2 11-16,4 0-9 0,-5 0-18 0,6 1 3 15,-6-3-43-15,4 3-7 0,-3 4 4 0,1-5-115 16,-10 3-171-16,2 0-31 0,-4 1 16 15,-7 1-48-15</inkml:trace>
  <inkml:trace contextRef="#ctx0" brushRef="#br0" timeOffset="3687.396">14901 16731 374 0,'-14'-9'150'0,"0"1"-23"0,-3 2-14 0,-2 0 3 16,6 1-14-16,-8 3-12 0,5 1 12 0,9 1-22 15,-5 0 13-15,-4 0-8 0,-16 13-27 0,15-5 0 16,-2 0 11-16,5 3-26 0,1 3 7 16,4 1-37-16,1-1 14 0,4 3-11 0,2-6 17 15,2-11-25-15,0 10 22 0,0 0-9 0,13 17-11 16,-3-15 3-16,4-2 23 0,1-1-3 15,2-2-19-15,-2-2 3 0,-1-2-3 0,6-2-4 16,-5-1 12-16,-2 1-13 0,-3-1-13 0,1 0-5 16,15-13 15-16,-13 3-21 0,-1 2-6 15,-1-5 25-15,-2 0 15 0,-2 0-13 0,-2 0-2 16,-1 1 0-16,-3-2 10 0,1 6-22 16,-2 8 4-16,0-7 27 0,0 0 6 0,0 7 3 15,0-7 20-15,-12-5-2 0,7 10-25 0,3 2 7 16,-2-3 4-16,1 6-11 0,-1-3-4 15,1 2-17-15,0 1 21 0,2 1-16 0,-1 2 12 16,2-1 12-16,2 1-14 0,2 10-3 0,5-1 8 16,3-2-18-16,2-1 12 0,0 1 2 0,4-2-12 15,1 0-8-15,-3-3-24 0,3-1-27 16,1 0-31-16,-4-3 12 0,-6-2 5 16,0 0-58-16,-10-2-27 0,8 0-24 0,-2 0 13 15,-6 0 15-15,17-12 30 0,-8 2 12 0,-5-1 3 16,-2 3 17-16,0-3 31 0</inkml:trace>
  <inkml:trace contextRef="#ctx0" brushRef="#br0" timeOffset="5984.201">15084 16815 1005 0,'-3'-18'2'0,"3"2"2"16,-2 4 83-16,2 12 8 0,0-9 0 0,0-1-7 16,-7-2 19-16,7 8-11 0,-3 1-13 15,3-1 16-15,-1 1-28 0,1 1-3 0,0 2-4 16,0 0-10-16,4-3-22 0,-1 3 13 0,1 3-5 16,-2-1 8-16,2 4 1 0,6 2-10 0,2 4-19 15,-2 1 12-15,3 0 11 0,-4-2-16 16,2 1-3-16,-1 1-3 0,3-1 1 0,-3-3-6 15,1 2 10-15,-4-4-14 0,6 0 4 16,-5 0-8-16,-3-3 8 0,-2 0 10 0,0 0-10 16,0-1 2-16,0-3-11 0,-3 0 13 0,0 0-10 15,0 0-3-15,0 0 3 0,11-11-11 0,-11 8 10 16,0-2-4-16,0-2-8 0,0 0 3 16,-5-9 15-16,-1 1-18 0,4 1 11 0,1 3-1 15,-2-3-2-15,0 2 7 0,0 3-20 0,2 1 10 16,-2 1 8-16,2 2-7 0,1 5-4 15,0 0 0-15,0 0 3 0,0-8 2 0,0 8-7 16,0 0-9-16,0-6-2 0,0 6 11 16,0 0 3-16,11-6-12 0,-8 9 14 0,4 0-11 15,6 5 14-15,-1-2-6 0,2 0 4 16,-1 0 4-16,-1 2-4 0,1-2-18 0,0-1 3 16,0 2-7-16,0-2-7 0,-1-1-14 15,-3-1 21-15,0-2-13 0,-1 1 19 0,-2-2-41 16,1 0 11-16,-7 0 5 0,0 0 5 15,6 0 20-15,-6 0-3 0,18-10 13 0,-15 5 6 16,0 2-31-16,-1-3 21 0,-2 2-7 0,0-1 3 16,-2-1 14-16,2 1-14 0,-3 0 3 15,3 5 7-15,-6-9-4 0,-6 0-10 0,3 1 15 16,0 1 0-16,2 4-6 0,-1 0-15 0,0 1 23 16,4 2-27-16,4 0 25 0,0 0-4 15,-6 0 22-15,6 0-15 0,-9 0 3 0,0 12-1 16,7-7 4-16,2 1-12 0,0 0-2 0,-1 2 10 15,1 1-31-15,0 3 45 0,0 3-17 0,12 14 3 16,-5-14-2-16,1-1-3 0,-2-2 2 16,2 0 5-16,3-1-24 0,0-4 15 15,-1 1 9-15,1-4-19 0,0 0 18 0,1-2-4 16,-3-1-2-16,2-1 10 0,4 0-9 16,22-14 8-16,-15 9-25 0,-2-3 9 0,2-2 18 15,-2 0-3-15,-2 2-5 0,0-4-2 0,-3 4 8 16,2-5 1-16,-4 0 13 0,-2 0-35 15,-2-1 13-15,3 0 9 0,-4-1-8 0,-7 3-8 16,-1 1 16-16,0 2-3 0,0 9-8 0,0-8 9 16,0 1-4-16,-15-10 1 0,8 13 8 15,-1-1-36-15,2 3 23 0,-1 1-1 0,0 2 1 16,7-1 3-16,0 0 7 0,-8 0-6 16,-2 9-8-16,6-4-8 0,2-1 16 15,-5 9-2-15,5-1 4 0,1-2-1 0,1-10 1 16,0 8-12-16,0 2-8 0,0 1 23 0,13 15 3 15,-4-14 5-15,-2-5-11 0,5 1 2 0,-1 1 5 16,3 0 14-16,-4-4-11 0,8 1-8 16,-1-5 1-16,-4 0 4 0,-7-1-17 0,7 0 18 15,1 0-2-15,19-12-7 0,-19 4-5 16,0 0 2-16,3-2-6 0,-8-1 8 0,5 0 13 16,-3-1-3-16,-7 1-20 0,3-3 24 0,-4 2-9 15,0 3 11-15,-3 1-19 0,0 8 19 16,0-6 8-16,0 6 3 0,0-8-15 15,-10-4 4-15,5 9-17 0,2 1 10 0,0 0-4 16,-1 1 1-16,1 1 1 0,2 1-4 0,1 0-11 16,0 0 4-16,3 1 7 0,1 1 3 15,6 7-9-15,-1-1 5 0,5 0-17 0,-3-2 24 16,3 4-10-16,-4 0 10 0,3-3-29 16,-1 2 23-16,-1-1-5 0,-1 2 4 0,-1 2-10 15,-1 2 11-15,1-3-9 0,-3 0 7 0,-1-2 7 16,-3 0-15-16,-2-10 3 0,0 7-12 0,0 0 10 15,0 1 4-15,0 3 0 0,-12 14-7 16,11-16 5-16,-3-1 1 0,-4 6 4 0,1-2-2 16,-1 1 2-16,3-5-8 0,-2-4-1 15,5 0 11-15,-2 0-5 0,0-1-14 0,3 1 5 16,-1-3-3-16,2 0-15 0,0-1-16 0,2 0 8 16,-1-1-3-16,1-3-4 0,1 0 3 0,2-8 0 15,4-1-1-15,0-2-2 0,-1 1 0 16,1-6 12-16,0 1 14 0,1 0-14 0,-2-3-5 15,-1 2 16-15,3 1-4 0,-2 0 2 0,0 2 3 16,2 0-18-16,-2-1 4 0,-2 3 32 16,0 1-9-16,-3 5 16 0,-3 0 13 0,2 1-10 15,-2 3 17-15,3 0-10 0,-2-1 13 0,-1 3-9 16,0-1 0-16,0 1 9 0,0 3-12 16,0 0-5-16,0 0-5 0,0 0 7 15,0 0-6-15,-10-5 1 0,8 5 12 0,2 1-13 16,-3 3-17-16,3 0 22 0,0 1-22 0,0-2 19 15,-1 4-8-15,2 0 3 0,2 8 7 16,-3-6-4-16,10 12 2 0,-1-5 2 0,-3-3-1 16,1 0-7-16,2-3-3 0,1 1 16 15,3 0-1-15,-3-3-11 0,0-2-8 0,0-2 9 16,7 0-1-16,-4-3 9 0,-13-1-4 0,10 0 0 16,5 0-19-16,18-16 5 0,-17 6 4 0,-2 3 5 15,-1-3 12-15,-1-3-24 0,-1-3 11 16,-2 1-1-16,1-3-3 0,-10-2 13 0,2 1-19 15,-2 9 16-15,0-5-13 0,0-4 2 16,-14-24-2-16,7 19 17 0,-2-1-7 0,-3 2-4 16,1 3 12-16,0 2 12 0,4 0-10 0,-5 3 11 15,2 3-1-15,0 0-10 0,2 2 11 16,2 5-22-16,-1 1-4 0,1 4 5 0,1-2 0 16,5 2-6-16,0 0 8 0,0 0 5 15,-10 14 5-15,8 3 1 0,2 2-11 0,0-9 3 16,0 5-5-16,0 6 5 0,13 22-6 0,-5-19-4 15,-2-1 17-15,2 1-9 0,1-1 4 16,2-1 2-16,0 0 4 0,1 0-23 0,0-3 5 16,1-1 3-16,1-2 2 0,-4 2 8 15,5-7-19-15,-2 4 14 0,0-4-20 0,2-1 8 16,-3-5-13-16,-1 0-4 0,-3-2 6 0,1-1-8 16,-9-2 5-16,0 0 1 0,9 0-10 0,2-12-1 15,-7 7-6-15,-1 0 12 0,-1 0 4 16,1-1-1-16,-1-9-3 0,1 5 8 0,-3 10-7 15,0-9-5-15,0 1 14 0,0 1-4 16,0 7 0-16,-13-15-4 0,12 9 18 0,-4 2 3 16,2 0-7-16,2 1-3 0,-2 1 4 0,1-3 2 15,0 4-12-15,2-1 3 0,0 0 6 16,0 2 0-16,0 0 5 0,0 0-5 0,0 0-6 16,16-9-9-16,-2 6 2 0,-1-1-5 0,4 1-5 15,1-3-11-15,-2 1-2 0,4 1 5 16,-3 2-5-16,0-3-2 0,3-2 13 0,-2 0-5 15,-3-1 16-15,0-1 0 0,1 1-2 0,-4-1-6 16,-1 0 4-16,-1-4-4 0,-2 4 21 16,-2-1 5-16,0 1-4 0,1-5 1 0,-3 0-12 15,-4 4 26-15,0 10 3 0,0-14-13 0,0-3 7 16,-9-14 13-16,1 16-4 0,3 1-16 16,-5-1 21-16,1 2 0 0,0 2 3 0,-3 1 5 15,3 1-10-15,2 1 8 0,0 2 0 16,2 0 0-16,0 2 1 0,-1 2-14 0,2-1-9 15,0 2 9-15,1-1 7 0,3 2-15 0,0 0 10 16,0 0-2-16,-10 12-3 0,9-5-3 16,0 0 7-16,2 13-6 0,-1-8-5 0,0 3 0 15,15 23 10-15,-10-13 5 0,2-1-1 0,4 0-12 16,-3-2 0-16,4 0 7 0,0-1-11 16,0 1 4-16,1-1-3 0,2-1 15 0,2-3-12 15,-1 1-5-15,-2-3 1 0,2 0 10 0,-3 2-9 16,7-8-8-16,-4 0 2 0,-2-2 22 15,-2-7-17-15,2 2-11 0,-2-2 19 0,-12 0-3 16,12 0-4-16,18-12-7 0,-16 5-9 16,0-3 3-16,-3 0-3 0,-2 4-4 0,1-4 0 15,-2-3 7-15,0 0 6 0,-7 5-11 16,3 0-1-16,-3-1 8 0,-1 1 4 0,0 8-19 16,0 0 14-16,0-9-3 0,0 9 6 0,-11-13 8 15,7 9-13-15,0 3 1 0,1-1 4 16,1 0 4-16,-4 2-5 0,4 2 6 15,-1-2-9-15,1 3-1 0,2-1 5 0,-2 1 0 16,2 1-13-16,0 1 8 0,0-1 7 0,2 2 5 16,1 1-9-16,-2-4-6 0,9 10 9 15,-2-2 7-15,5-2-4 0,-4-1 0 0,5-2 19 16,3 1-4-16,2-6-7 0,-2 2 4 16,-10-3-18-16,7 0 2 0,4 0 4 0,1 0 7 15,21-11 0-15,-20 7-19 0,-2-1 3 16,-2 0-21-16,0 1-20 0,-6 0 5 0,-1 0-24 15,-4 0-25-15,-1-1-30 0,-2 2 12 0,0 1-100 16,-2 2-120-16,0 0-63 0,0 0 24 16,-12-7 24-16,6 5 11 0,-1 1-11 0</inkml:trace>
  <inkml:trace contextRef="#ctx0" brushRef="#br0" timeOffset="6265.447">15852 16311 247 0,'-7'-3'260'0,"0"2"-43"0,1-2-31 0,3 2-24 16,0 0-31-16,1-1-7 0,-1 2-22 15,-1 0-53-15,4 0-9 0,0 0-6 0,0 2-173 16,0-2-189-16,0 1 17 0,3 0-45 16</inkml:trace>
  <inkml:trace contextRef="#ctx0" brushRef="#br0" timeOffset="3109.284">13819 16796 356 0,'-2'-2'221'0,"2"-2"-62"0,2 0-4 0,1 0-1 16,1 1-21-16,6-7-23 0,4 2-15 0,2-1 5 15,1 0 0-15,1 2-13 0,4-1-24 16,-3 3 14-16,3 1-42 0,1 1 35 0,-3 1-21 16,-12 2-16-16,10 0-2 0,-1 0 17 15,1 0-17-15,3 0 12 0,-3 0-14 0,23 10-7 16,-24-4-12-16,3 0 18 0,-6 3-1 0,1 1-17 16,-3 0 5-16,1 4-17 0,-4-3 7 15,-3 2 4-15,2 0-9 0,-1 1-2 0,-4 0 27 16,1 0-14-16,-4-1 12 0,4-1-19 15,-4-4 8-15,0-8-8 0,0 7-16 0,0 0 8 16,0-7 4-16,0 7 0 0,-14 5 0 16,13-10 0-16,-3-1 2 0,-2-2 4 0,3-1 9 15,-1 2 3-15,-9-9-6 0,0 2-16 0,4-2 10 16,-5-3 9-16,4-1-10 0,1-2 17 16,1-4-28-16,2 2 20 0,2-4 1 0,2 0-7 15,-2 0-8-15,4-1 10 0,0 12-5 16,0-4 6-16,0-3-1 0,10-17-13 0,-5 19-28 15,-4 3 5-15,2 2-21 0,2 2-23 16,0 2 6-16,2 4-62 0,6-4-44 0,-5 1-59 16,1 1 17-16,2 4-188 0,-1 0 17 0,-10 0 1 15</inkml:trace>
  <inkml:trace contextRef="#ctx0" brushRef="#br0" timeOffset="2609.306">13853 16436 340 0,'-4'-7'270'16,"3"1"-31"-16,-2 2-19 0,3-1-33 0,0 3-25 16,-4-2-12-16,4 1-11 0,-2 0-4 0,2 1-25 15,-3 2 2-15,5 0-7 0,-2 2-2 0,0 1 5 16,0 3-13-16,1 2-8 0,4 9 2 16,-5-5 5-16,4 22 5 0,-1-12-9 15,-1 2-21-15,-1 2 6 0,2-1 0 0,-2 4-5 16,1-4 7-16,1 1-7 0,0-2 6 15,1 1-14-15,-1 0-27 0,1-2 23 16,0 0-25-16,0 1 11 0,2-3-7 0,-1-5-30 0,0 3 14 16,3 1 11-16,0-4 2 0,-2 0-14 15,1 0-10-15,0-3-1 0,-3-2 5 0,0-4 5 16,0 1-16-16,0-1-9 0,-2-2 15 0,3 0-10 16,-1-1 11-16,1-1-12 0,-1 2-9 0,1-3-10 15,-1 0 11-15,2-2-35 0,0 2-5 16,1-1-28-16,-1 1-9 0,1-2-22 0,-2 0-4 15,5 0-47-15,-10 0 14 0,0 0-77 16,12 0-69-16,9-14 22 0,-6 4-144 0,-9 4 6 16,1-1 30-16,-4 1 15 0,1-11-2 0</inkml:trace>
  <inkml:trace contextRef="#ctx0" brushRef="#br0" timeOffset="7624.778">18760 16608 290 0,'-18'-13'116'0,"-10"-3"28"15,18 13-33-15,2 0-20 0,-1 1-11 0,3 2-9 16,-2-1 33-16,1 1-16 0,7 0 0 15,-7 0 11-15,-6 0-43 0,-3 0 24 0,-16 13-1 16,17-6-12-16,2-2 19 0,-1 3-26 0,0 1-3 16,7-1-10-16,-2 4 1 0,-1 0 6 15,4 2-40-15,2-2 23 0,1 0-15 0,3-1-15 16,0-11 25-16,0 13-8 0,0 0 6 16,14 13-1-16,-5-13-1 0,-2 3-6 15,4-7-24-15,1-1 18 0,-1 2 13 0,5-5-29 16,-2-3 19-16,-5-2-15 0,-2 0 6 0,7 0 1 15,16-11 2-15,-13 4-1 0,0-1 15 0,-4-2-18 16,-2-1 5-16,2-1 2 0,-4-1-16 16,-2 0 25-16,-2-1 3 0,-1 4-13 0,-2-3 3 15,0 2 35-15,0-5 3 0,-2 10 5 0,0-2-5 16,0 0 0-16,0 0 7 0,-12-9-5 16,10 13-11-16,-1 0 2 0,-1 0 1 0,2 1-11 15,-1-2-2-15,3 4-3 0,-3-2 11 0,0 1-29 16,2 4 23-16,-3 0-23 0,4 0 17 0,-1 1-12 15,1 1-16-15,1 1 6 0,-1 2-2 16,6 6-5-16,-1 0 12 0,6-1-6 0,-2 2 6 16,8-2-5-16,-1 0-8 0,-1 0 16 15,4-2-2-15,-1 0-10 0,4-2 14 0,-3-1-20 16,2 0 12-16,-1-3-4 0,-2-1-12 16,-1-3 15-16,-10 0-17 0,8 0 10 0,1 0-10 15,18-12 6-15,-20 10 3 0,1-6-16 0,-2-2 8 16,-1 1-3-16,1-3 7 0,-6 4 8 0,0-6-10 15,-1-1 9-15,-3 1-17 0,-2 2 7 16,-1 12-5-16,0-10 19 0,0 0-16 0,0-2 4 16,0 0 4-16,-13-10-7 0,6 11 11 15,-1 5-16-15,0 1 4 0,1 1 23 0,1 0-29 16,-4 3 17-16,5 1 7 0,1 0-5 16,4 0-6-16,0 0 8 0,0 0 1 0,-7 0-15 15,-5 12 3-15,10-7 0 0,0-2-15 16,2 3 8-16,2-1 13 0,-1 0-18 0,0 2 5 15,3-1-1-15,6 7-5 0,-2 1 19 16,0-3-11-16,2-1 1 0,-1 2-10 0,1-4 22 16,3 1-13-16,1 3 1 0,-1-4 14 0,-1 1-3 15,1 0-15-15,3-2 3 0,-2 2 12 0,-2-1-20 16,3 2 11-16,-7-5 7 0,4 2-11 16,-3 1-4-16,1 2 7 0,-5-5 2 0,0 1 15 15,-1-1-10-15,-1 2-10 0,-1-3 18 16,0 0-17-16,-1 0 1 0,-1-4 13 0,0 0 6 15,0 8-12-15,0-8-11 0,0 7-10 0,0 0-18 16,0-7-43-16,-19 22-40 0,13-13 12 16,-7-2-190-16,-2 1 25 0,3 0 23 0,-1-1-133 15,0-4 12-15,3 0 36 0,-4 3 14 0,14-6-35 16</inkml:trace>
  <inkml:trace contextRef="#ctx0" brushRef="#br0" timeOffset="12437.294">20207 16307 215 0,'0'0'265'0,"0"-14"-30"0,12-9-7 16,-12 16-12-16,-3 0-14 0,3-1-5 0,0 8-31 15,0 0-1-15,0-8-10 0,0 1-22 0,0 7-21 16,0-8 15-16,0 8-26 0,0-9 4 16,0 9-21-16,0 0-12 0,0-5 19 0,-2-2-10 15,3 9-11-15,0 3 29 0,2-1 1 0,-3 3-42 16,5 11 21-16,-4-2-17 0,2 5-2 16,3 2 19-16,-3-1-29 0,1 1-5 15,-2 2-6-15,4-1-2 0,-6 1 29 0,5-1-35 16,-1 1-4-16,7-2-16 0,-6 2 25 0,-1-4-26 15,2 1 15-15,-1 0 3 0,2-3-3 16,-2 0 16-16,1 0-30 0,3-4 2 0,-3 0 5 16,1 0-14-16,-1-4 5 0,2 2 16 15,-3-5-28-15,-1-3 7 0,-2-1-14 0,4 0-18 16,1-1-17-16,-1-1-4 0,-6-2-23 16,0 0-29-16,9 0-11 0,-2 0-49 0,-7 0-17 15,9 0 16-15,0 0-64 0,4-10-41 0,-10 7-105 16,3 2 27-16,-4-2-60 0,3 1 6 0,-1-1 6 15,-4 1-5-15</inkml:trace>
  <inkml:trace contextRef="#ctx0" brushRef="#br0" timeOffset="13952.873">20014 16489 212 0,'0'-3'200'0,"3"0"-37"0,1 0-62 16,7-4 28-16,6 1-33 0,6-1 3 16,-1 0-11-16,3 1-24 0,5 0-10 0,-2-2 14 15,1 2-21-15,3-1 12 0,-1 0-47 16,2-1 36-16,-1 1-9 0,0-1-4 0,0 4-10 15,-5-3 13-15,-2 3-11 0,-1-1-5 0,-1 0 7 16,-7 1-31-16,-2-1 31 0,-5 0-6 0,-5 0-4 16,1 0-19-16,-4 1 17 0,-1-2 0 15,0 6-6-15,0 0 13 0,0-7-2 16,-15-10 4-16,9 8 11 0,-6 0 2 0,3-2-7 16,0 4 18-16,1 2-3 0,4-4-11 0,-1 6 31 15,0-1-25-15,2 2 10 0,0-2-24 0,0 3 20 16,2-2-10-16,-3 0-8 0,0 3-2 15,2-1-2-15,2 0-1 0,0 1 0 0,0 1-21 16,0 0 12-16,1 2-2 0,2 2-2 16,4 11 14-16,-1-3-11 0,0 4 1 0,-2 3 1 15,3 0-4-15,1 3-12 0,1 1 19 0,-3-2-12 16,-1 1-8-16,3-1-1 0,0 0 12 16,-1-2-2-16,0 1-9 0,-2-4-12 15,2 0 27-15,0-4-14 0,-3 1 8 0,-3-7-4 16,2 0-1-16,-2 0-7 0,0-2 14 15,1-2-6-15,-1-1 15 0,-1 0-18 0,0-1 2 16,-1-1 2-16,-1-1 2 0,2-2-7 0,-1-1 9 16,1 0-10-16,-1-1 8 0,2 0-6 0,-2-3 2 15,2 1 0-15,-1-1-16 0,0 8 19 0,0-11-8 16,11-14-1-16,-4 12-2 0,-2 3-8 16,4 0 11-16,-4 4-5 0,3 0 9 0,-2 1-10 15,-2 1 3-15,-1 1-9 0,3 3 7 0,-1-3-10 16,1 3 5-16,-1 0 5 0,-1 0-7 15,-4 0 4-15,0 0 7 0,8 0 6 0,-2 0-11 16,14 15 8-16,-10-6-10 0,0-1 10 0,-1 1-11 16,-4 1 3-16,8 1 1 0,-7 1-4 15,1-3 14-15,0 3-4 0,3-3-2 0,-3 1 2 16,-2-3 7-16,0-2 6 0,0 2-28 16,-1-2 14-16,2-1 1 0,6 4-10 0,-3-2-3 15,0-2 18-15,5 1 2 0,-5-1-19 0,0-2-4 16,-2-2 25-16,1 0-1 0,0 0-7 15,-8 0 1-15,9 0-14 0,-4 0-11 0,3 0 9 16,13-11-9-16,-10 6-6 0,1-1 27 16,-4-2-12-16,-2 4 14 0,-2-2 9 0,-1 1-22 15,1 0 1-15,-2-1-10 0,-1 0-5 16,-1 4 26-16,0-4-3 0,0 6-21 0,0 0 5 16,0-8 23-16,0 8 3 0,0-6 6 0,-11-7-10 15,7 9-20-15,-1-1 18 0,1 2-12 16,0-1 17-16,0 2-2 0,-1 0-17 0,0 0 9 15,0 1 8-15,1 1 1 0,-2-2 7 0,2 2-13 16,4 0 3-16,0 0-5 0,0 0 7 0,-8 0-20 16,-2 13 25-16,8-8-12 0,-1 1 16 15,2-1 2-15,2 0-2 0,-2 1-28 0,2-2 3 16,0 2 13-16,-1-6 15 0,8 20-13 16,0-9 8-16,2-6-8 0,-1 0 3 0,-1-1-13 15,0 0 2-15,0-3 3 0,1 0-8 16,8 5 13-16,-6-5 16 0,-11-1-19 0,10 0-20 15,1 0 33-15,1 0-8 0,13-12-5 0,-18 7-13 16,6-2 13-16,-3-2-22 0,2 0 26 16,-2-2-6-16,-2-1 21 0,2 1 3 0,-9-2-43 15,2 3 13-15,0 1 15 0,-3-1 3 16,0 10-8-16,0-10-6 0,0-2 9 0,0 0 16 16,-14-10-19-16,12 15-6 0,-3 0 0 0,1 3 5 15,-2 0-4-15,2 2-12 0,0 1 34 0,2 1-14 16,-2-1-6-16,0 2 0 0,4-1-20 15,0 0 24-15,0 0-17 0,-14 11 19 0,12-8-7 16,2 1-15-16,0 0-4 0,0 1 7 16,2-2 7-16,-1 2-9 0,4 2 2 0,4 4-4 15,0 0-12-15,-1 0 23 0,3 2 9 0,-1-1-30 16,3 0 19-16,-4-2 4 0,4 2 10 16,-7-5-26-16,11 1 14 0,-1 0 8 0,0-2-24 15,0-1 36-15,0-1 10 0,-1-1-26 0,-6-3-19 16,4 2 15-16,-13-2 21 0,13 0-12 0,-2 0-8 15,16-14 11-15,-14 7-5 0,-2 0-17 16,0-3 18-16,-4 3-22 0,-2-2 24 16,-1-1 2-16,-3 2 16 0,2-1-17 0,-1-6-26 15,-2 1 23-15,0 6 5 0,0-4 1 0,0 0 2 16,0 4-22-16,-16-12-14 0,8 13 37 16,-5 1-9-16,3 4 16 0,4 1-10 0,-1 1 3 15,7 0-9-15,0 0 13 0,-6 0-7 0,-5 10 8 16,7-4-31-16,3-2 31 0,1 3-9 15,0 0-2-15,6 9-19 0,0-4 15 0,4 1 33 16,6-4-45-16,3 0 13 0,4-2 16 0,-1-1 9 16,3-3 0-16,0-3-21 0,7 0 13 15,-2 0 15-15,-16 0 7 0,4 0-21 0,5 0 5 16,1 0 0-16,-1 0-12 0,-4 0 4 16,-1 0 14-16,-2 0-13 0,-3 0-23 0,-3 0 0 15,0 0 14-15,-1 0-17 0,-1 0-17 0,-2 0-50 16,1 0 8-16,0 0-63 0,-7 0-34 0,9 0-78 15,-4 0 18-15,3 0-167 0,-2 0 7 16,1 0 32-16</inkml:trace>
  <inkml:trace contextRef="#ctx0" brushRef="#br0" timeOffset="15015.343">22651 16329 227 0,'0'-3'247'0,"-2"-3"-48"0,2 1-37 0,-2 1-21 16,-5-9 10-16,1 5-28 0,0 2-41 0,-5-1 15 15,-3-1 0-15,0 2-8 0,1 0-18 16,1 3 5-16,0 3 11 0,-4-4-14 0,1 3-23 16,15 1 17-16,-11 0-8 0,-2 0-26 15,-14 13 13-15,13-6 3 0,5 3-13 0,2-3-17 16,0 2-1-16,4-1 4 0,1 0 3 16,2-8-13-16,0 8 17 0,0 4 5 0,0 1-17 15,19 16 5-15,-10-16-12 0,2-2 7 16,2-2-1-16,-3 1-3 0,3-2 1 0,-1-1-4 15,0-2-3-15,-3-3-10 0,-1-1 8 16,-8-1-17-16,4 0 22 0,-4 0-8 0,11 0 6 16,7-16 1-16,-10 9-6 0,-4-1 12 15,1 0-17-15,-1 0 7 0,-3 2 2 0,-1-2 2 16,3 0 0-16,-2 2-6 0,0 0 11 16,0 0 8-16,-1-1-3 0,0 7 2 0,0 0 5 15,0-7 4-15,0 7-11 0,0-9 4 16,0 9 6-16,0 0-8 0,0-6-8 0,-6 1 2 15,6 5 1-15,0 2-4 0,0 2 12 0,0 1-8 16,4-2 4-16,-3 2-17 0,7 9 6 16,1-4-1-16,1 1-3 0,0 3 5 0,3-3 7 15,4 1-11-15,-5-1-12 0,2-2 22 0,-2 0-7 16,-2-2-8-16,0 0-6 0,0-4 9 0,-2 0 9 16,0 0-10-16,-2-2 2 0,2 2-14 15,-2-3 6-15,1 0 9 0,-7 0-2 16,11 0-3-16,1 0-15 0,17-16 11 0,-19 5-2 15,-3 2 0-15,2-1-1 0,-2-3-4 0,0 0 1 16,-5 0 2-16,-2 3-8 0,0-2 4 0,3-5-13 16,0 0 14-16,-3 8 6 15,0-2-2-15,-15-15-5 0,12 17-7 0,-4 1 13 16,1 1 5-16,2 3 0 0,1-1-17 16,-1 3 17-16,-1-1-2 0,2 3-4 0,-4 0-4 15,7 0-5-15,0 0 3 0,0 0 18 0,-9 10-7 16,7-6 2-16,0 3 3 0,4-2 3 15,-1 2-10-15,3 8-2 0,2 0-1 0,2-1 3 16,-1-1 3-16,1 1 0 0,8-2 4 16,-4 0-7-16,2-3 5 0,4-3-5 0,0 1 4 15,0-2 4-15,1-2-19 0,0 1 14 0,-11-4-2 16,6 0-3-16,2 0 5 0,18-15-2 16,-15 7 6-16,-6-1-4 0,1 0-6 0,-3-1 6 15,-1 0-15-15,-1-2 4 0,-3 2 15 0,-2 2 4 16,-3 0-20-16,3 0 3 0,-4 1 2 15,0 7 10-15,0-7 14 0,0-3-15 0,-15-7-2 16,9 12-8-16,3 1 22 0,-5 2-16 0,0-1 0 16,2 3 5-16,-1 0 5 0,7 0-8 15,0 0 1-15,-7 0-4 0,7 0 3 0,-12 14 8 16,9-9-7-16,3 0 8 0,3 0-5 16,7 9-4-16,-1-4-5 0,8-1 7 0,1-3 10 15,5-2-3-15,1-4 13 0,3 3-5 0,-13-3-4 16,8 0 13-16,5 0 13 0,25-15-12 15,-24 10 11-15,-3-1-11 0,-2-2 0 0,-3 5 10 16,3-2-19-16,-4-2-2 0,-2 2 11 16,-4-1-32-16,2 1-14 0,-7 0-46 15,-1 1-21-15,0 3 8 0,-6-2-217 0,2 3 25 16,-3 0-181-16,0 0 50 0,-8 0 26 0,3-1 17 16,-13 5 1-16</inkml:trace>
  <inkml:trace contextRef="#ctx0" brushRef="#br0" timeOffset="17265.276">12644 17885 322 0,'0'0'222'0,"0"0"-26"0,0 0 1 15,0 0-7-15,-21 29-31 0,22-17-10 0,-1-3-9 16,6 14-5-16,0-7-40 0,2 4-3 16,-5-1 1-16,1-4-10 0,-1 0-11 0,1-1 12 15,-4-1-15-15,2-2-3 0,-2-11-6 0,0 9-13 16,0-1 1-16,0-2-3 0,0-6-6 15,0 8-5-15,0-8 6 0,0 7-12 0,0-7-8 16,3 7 3-16,-3-10-9 0,-5-4 5 16,5 1 3-16,-7-4-6 0,2-2-14 0,4-2 4 15,-2-3-10-15,1 0 2 0,2 0-10 16,0 8 6-16,0-5 17 0,0 1-7 0,0-1-10 16,0 3 8-16,0-1 5 0,18-7-7 0,-16 12-4 15,4 0 0-15,1 3 8 0,0 0-17 0,2 0 9 16,0 1 4-16,0 0 10 0,0 2-25 15,11 0 15-15,1 1 0 0,-9 0 0 0,4 0-13 16,23 12 8-16,-16-1-2 0,-4-3 12 16,-1 4-15-16,-4 2 5 0,2-2 3 0,-3 4 1 15,-3 1-12-15,-1 0 11 0,-4-1-2 0,2-4 5 16,-1-1-7-16,-1 0 8 0,1 0-7 16,-5-7 10-16,-1 1 4 0,0-5-6 0,0 0-6 15,0 0 1-15,0 0 4 0,-7 7-9 16,2-10 17-16,-1-2-13 0,-1-2-3 0,2-1 5 15,2-3-21-15,-1 0 15 0,0 0 0 0,4-6-9 16,-5 3-11-16,5 3-6 0,0 11 7 16,0-14 1-16,0 0-14 0,19-10 17 0,-13 14-15 15,6 1 4-15,-2-1 16 0,2 1-9 0,4 1 5 16,-3 1-19-16,4 2 6 0,-3 0 13 16,-7 5 10-16,6 0 13 0,19 10-16 0,-15 2 5 15,-4 3-14-15,-3 3 7 0,1 4 7 0,-2-5 10 16,-2 4 5-16,3 0 12 0,-1 0-5 0,-1-2-10 15,-1 0 4-15,1-1-3 0,2-3 8 16,-2-3-13-16,1 0 5 0,0 1-1 0,-4-2 14 16,4-4-17-16,5 0-14 0,-7 3 10 15,2-5 8-15,3-5-3 0,-3 2 2 0,-9-2-28 16,11 0 14-16,12-12-21 0,-16 4 2 0,0-3 25 16,1 3-22-16,0-3-38 0,-1-4 18 0,1 3 23 15,-5-4 10-15,3 1-3 0,-2 1-24 16,-4 1 22-16,4-4 13 0,-3 4 1 0,-1 6-32 15,0-2 50-15,0-1 0 0,0 2-9 16,0 1-7-16,0 7 40 0,0-7-48 0,0 0 40 16,0 7 3-16,0 0-8 0,0 0-11 0,0 0 6 15,0 0-6-15,-9-7-7 0,3 12 3 16,8 3 3-16,-1 0-14 0,2 2 25 16,-3 3-9-16,0-13 16 0,0 11-16 0,0 2 3 15,0-1-2-15,0 2 4 0,0 1-15 0,4-3 5 16,7 15 17-16,-3-12-8 0,-4 1-4 15,1 1-2-15,0-1 2 0,2-3-1 0,3 1-13 16,0-2 17-16,0-3-13 0,0 2 5 0,0-4-11 16,2-1 14-16,1 0-20 0,-2-1 15 15,1 0-1-15,-3 0 3 0,1-5-23 0,-10 0 15 16,8 0 0-16,6-10 8 0,-9 4 4 0,-2-1-11 16,-2-1 0-16,-1 2 3 0,0-6-24 0,0 12 15 15,0-12-1-15,-11-17 12 0,5 17-12 16,-1-3 10-16,-4 1-1 0,2-1 1 0,-2 1-13 15,-2 0 19-15,1 1-1 0,-2 1-3 16,-5 0-7-16,0 2 10 0,6 3-15 16,-2-1 7-16,0 2 8 0,2 3-1 0,0 2-3 15,-2-2-10-15,3 1-8 0,10 1 13 0,-7-4-18 16,9 5 17-16,0 0-17 0,0 0 1 16,-7 8 29-16,14-4-29 0,2 1-6 0,1-1 17 15,-1 2 2-15,6-4 8 0,-3 1-9 0,3 0-12 16,2-3 20-16,-10 0 3 0,5 0-1 15,3 0 0-15,15-15 2 0,-15 7 3 0,0-2-13 16,0 2-16-16,0-5 5 0,-1 1 36 16,0 1-37-16,-6-1 18 0,-1 3 1 0,-3-3 14 15,1 4-16-15,-4 0 12 0,1 0-18 0,-2 1 11 16,1-1 3-16,-1 8-7 0,0-7-1 16,0-2 4-16,-18-13-4 0,9 12-2 0,4 3-4 15,0 2 9-15,-3 1-9 0,2 1 16 16,1 0-13-16,1 3 3 0,0 0-16 0,-1 0 25 15,5 0-12-15,0 0 2 0,0 0 4 0,0 0-5 16,-14 10-4-16,14-6-5 0,0 8-5 0,2 1-5 16,-2-13 4-16,12 24-3 0,-3-12-3 15,-1-2 18-15,3 1-15 0,-1 2-28 0,3-1 12 16,0 0 3-16,-4 1 22 0,5-2 2 16,-3 3-7-16,1-1-14 0,1 2 28 0,-1-1-4 15,1-2-14-15,0 5-3 0,0 0 31 0,2-3-10 16,-1 1 3-16,-1 0-22 0,0-2 30 15,2 1-11-15,0 0-16 0,-2 0 29 0,-1-4-1 16,3 0-8-16,-4-1-20 0,7-5 25 16,-4 3-8-16,6-5 2 0,-14-2-3 0,6 0 21 15,1 0-20-15,16-13 2 0,-18 4 7 0,6 0-9 16,-3-2-15-16,0-4-3 0,-3 0 20 0,-3-3 19 16,-1 2-36-16,-6-4-4 0,2-1 15 15,0 1 2-15,-3 12 12 0,0-4 1 0,-20-15-17 16,8 15-3-16,-2 2 32 0,4 2-4 15,-4 1-8-15,1 6-6 0,5 1 14 0,-4 0-7 16,-19 10-7-16,18-1 6 0,0 2 3 0,1 5-30 16,5 1 24-16,-3-3 4 0,8 6-5 15,-1-1-2-15,3-10-1 0,0 2 4 0,13 15 4 16,-3-11-14-16,5-6 21 0,3 3-9 16,4-3-13-16,3-3 23 0,1-4 0 0,-2-2-13 15,-7 0 20-15,4 0 6 0,30-9-5 0,-25 3-3 16,2-1 6-16,-6 2-13 0,-3 1 11 15,2-4-8-15,-3-1 5 0,-5 2-5 0,3 2 7 16,-4-3-12-16,-1 4 2 0,-3-1 6 0,-6-1-17 16,2 4-17-16,0 0-11 0,-4-1-29 15,0 3-75-15,-3 0 11 0,-6 1-292 0,-2 6 25 16,-1 0-20-16,-3 0 31 0,-2 1-9 0,0-6 14 16</inkml:trace>
  <inkml:trace contextRef="#ctx0" brushRef="#br0" timeOffset="17968.382">15147 17729 339 0,'-3'-3'263'15,"2"-1"-30"-15,-1 0-32 0,0-1-19 0,2 0-9 16,-1 3-10-16,-2 0-9 0,3-1-30 16,-1 1-12-16,-1-1-24 0,2 1 9 0,-2 0-15 15,2 1-15-15,-1 1-8 0,2 0 19 0,-1 0-9 16,2 3 2-16,-2 1 2 0,3-1-3 0,-2 2-15 16,1 3 23-16,3 10-4 0,0-2-13 15,2 2-2-15,-3 7-8 0,4-1-2 0,-2 0 7 16,-2 1 5-16,5-2 0 0,-3 1 2 15,0-2-19-15,1 2-2 0,-7-2 2 0,7-1 14 16,-4-2-20-16,4-1-14 0,-1 0-6 0,1-3 0 16,-3 0 18-16,-4-2-12 0,7-6-3 15,-3 4-11-15,0-3 6 0,1 0-14 0,-1 1 41 16,1-5-36-16,2-1 9 0,0 1-14 0,1-3-16 16,-1 2-16-16,-7-3 0 0,10 0-36 15,-1 0-9-15,1 0-19 0,-2 0-18 0,1 0-8 16,8-12-51-16,-6 8 16 0,-3 1-57 0,0-2-9 15,-6-3-72-15,3-1 21 0,4 1 22 16,-6-2-110-16,0 3 24 0,-3 7-47 0,0-12 28 16</inkml:trace>
  <inkml:trace contextRef="#ctx0" brushRef="#br0" timeOffset="18624.609">15008 17989 237 0,'13'-5'134'0,"5"-5"-22"15,6 2 4-15,-2 2-13 0,4-2-16 0,-3-4-3 16,-4 3-15-16,1 1-3 0,6-1-3 16,-1-1-12-16,1 0 7 0,-3 0-6 0,1 2-8 15,1 0-4-15,1 1-32 0,-6-4-20 16,-4 3 16-16,-4-2-13 0,-3 7-15 0,-2-3 37 15,-4 0-26-15,0 1-12 0,-1 2 17 0,-2-1-18 16,0 4 30-16,0 0-6 0,0 0 16 0,0-7-1 16,-17-8-1-16,12 11-1 0,0-2 25 15,0 2 30-15,1 1-1 0,0 0-2 0,2 0-10 16,-2 2-13-16,1-2 27 0,3 3-30 0,-1 0-22 16,1 0 27-16,0 0-11 0,0 0-7 15,-4 10-9-15,6-5-23 0,-2 2 38 0,3 17-12 16,4 1-8-16,-2-3 12 0,5 2 1 15,-4-5-9-15,4 4-1 0,-7 0 17 0,5-3 2 16,1-4-20-16,-1 4-11 0,-2-6-5 0,1 1 16 16,-7-3-31-16,4 0 21 0,3-5-6 0,-5-2 18 15,4-1-4-15,-4-1-16 0,1 0 10 16,-2-2 14-16,-1-1-26 0,-1-4 20 0,-2 0 16 16,1-9-21-16,-1 1 17 0,6 3-20 15,-3 9 4-15,0-12-3 0,0-1 0 0,0 0 5 16,0 0-14-16,15-11 4 0,-8 14 4 0,3 0-14 15,3 5-12-15,0 0 14 0,-4-2-20 0,5 5 29 16,1-1-1-16,-2 3 0 0,0-4-18 16,-8 4 27-16,7 0-8 0,-2 0 7 0,0 0-32 15,15 21 32-15,-14-14-6 0,-1 6-30 16,-1-3 27-16,-1-1-8 0,1 3 21 0,0 0-37 16,-3 3 27-16,3-5 2 0,1 2 6 0,-2 0-34 15,1 3 7-15,2-5 44 0,1 2-14 16,-2-6-4-16,6 0-27 0,-5 0-3 0,4-4 4 15,1-1-27-15,2-1 6 0,-3 4-21 16,-5-4 0-16,2 0 6 0,25-13-23 0,-21 7-31 16,4-4 0-16,-8-1 17 0,5-2 12 0,-5 1-21 15,3 0 17-15,-8-5 21 0</inkml:trace>
  <inkml:trace contextRef="#ctx0" brushRef="#br0" timeOffset="19405.862">16052 17928 831 0,'-3'-11'27'0,"-3"8"11"15,2-2-8-15,-3 1-7 0,2 1 10 0,0 3-3 16,-4-3 14-16,-2 3-5 0,3 0-2 15,-4 0-4-15,1 0 26 0,-13 18-9 0,7-7-9 16,3 2-24-16,0 1 38 0,8 3-9 0,-1-2-1 16,1 4 7-16,1-2-16 0,5-8-10 15,0 3-9-15,0 1 27 0,14 18-24 0,-5-19-13 16,5 0 24-16,-5-1-28 0,4-4-20 16,-1-3 29-16,1 2 0 0,1-5-10 0,-14-1-1 15,12 0 9-15,11-11 14 0,-14 3-34 0,3-2 5 16,-3 0 9-16,-2-4 9 0,-2 0-9 15,0-3-21-15,-1 3 32 0,-4 6-17 16,0-4 18-16,0 2 16 0,0-1-25 0,0-1 18 16,0 3 18-16,0 2-9 0,0 0-10 0,0 7 16 15,0-5-12-15,-9-4 7 0,6 6-5 0,1 3-8 16,-3 3-15-16,5-1 2 0,-4 2 4 16,2 3 17-16,-2 0-28 0,6 2 2 0,-4 3 12 15,2-12-14-15,0 9 6 0,0 1 4 0,0-1-3 16,19 9 2-16,-18-11 15 0,8 0-13 15,-6-5 0-15,5 5-20 0,-1-4 28 0,-7-3-11 16,7 0-5-16,1 0-2 0,-8 0 2 16,23-12 2-16,-15 7-1 0,1-3 0 0,-2 2 2 15,-3-6-1-15,6 3-2 0,-1 1 0 0,2 1-27 16,-1-1 36-16,-4 3-33 0,1 0 35 16,2 3-11-16,-1 0-15 0,-1 2-2 0,-7 0 21 15,7 0 11-15,11 11-29 0,-12-4 20 16,1 1-6-16,-3 0-5 0,0 3 5 0,1 2-8 15,-1-5 12-15,1 3-8 0,-4 0-5 0,2 1 18 16,-3-12-1-16,0 9 7 0,0 0-16 16,0 0 21-16,0-9-16 0,0 8 16 0,0-8 13 15,0 8-2-15,0-8 8 0,-5 7-12 0,1-8 10 16,-1-5-16-16,0 1 7 0,1-3 4 16,-3-2-21-16,4-4 2 0,3 6 3 0,0-4-10 15,0-2 10-15,0-2-11 0,0-2-4 16,14-15 4-16,-8 18-3 0,-1 2 1 0,4 2 0 15,0 1 3-15,-2 3-20 0,-1 1 13 0,0 2 3 16,-1 1-11-16,7-1 8 0,-1 0-2 16,3 1 0-16,-14 3-1 0,13 0 1 0,-1 0 4 15,16 13-15-15,-14-7 3 0,0 4 8 0,-9 4 6 16,13-5-8-16,-8 4 14 0,-2 1 5 16,6 3-3-16,-8-4 5 0,1 9 14 0,4-3 6 15,-5 0 5-15,0-1 11 0,-1 3 2 16,2-4-31-16,-5-3 2 0,7 1-1 0,-7 1 16 15,-2-10-4-15,0 3-18 0,0 1 19 0,0-3-19 16,0 2-12-16,0-2-6 0,0-7 12 0,0 6-2 16,0-6-10-16,8 5-43 0,-11-5-38 15,-3-5-59-15,-1 1 12 0,-1 4 13 16,2-2-377-16,-5-3 55 0,1 1 31 0,-1-5 23 16,4 0 26-16,0 3 11 0,5-3 0 15</inkml:trace>
  <inkml:trace contextRef="#ctx0" brushRef="#br0" timeOffset="20218.313">17447 17766 459 0,'-3'-5'241'0,"-1"1"-61"15,0 1-7-15,1-2-15 0,2 0-27 0,1 1-30 16,1-2 5-16,2 1-7 0,5-6-12 0,2 1-10 16,3 1 2-16,-2-1-19 0,7 6-4 15,0 0-17-15,-8 4 8 0,3 0-4 0,3 0-12 16,16 10 5-16,-16-2-3 0,0 1-5 16,-4-1-9-16,2-1 5 0,-4 5-3 0,-1-2-5 15,-1 2-6-15,-2-2-13 0,-1 4 18 16,0-5 2-16,-5 1 7 0,0 12-17 0,0-13 9 15,0 4-13-15,-11 21 2 0,3-18 21 16,-1 1-12-16,3-2 19 0,-7 0 8 0,-2-1-4 16,2-2-2-16,-1 0-10 0,1-1-1 0,0-1 15 15,1-2 3-15,-1 3 2 0,3-5-3 0,-1 1 4 16,5-4-6-16,1-1 14 0,1 4-3 16,2-6-15-16,2 0 4 0,0-3-18 0,0 6 2 15,6-1 25-15,4 1-28 0,0-2 3 16,4 2 1-16,3 0 14 0,-8-3-8 0,8 0 13 15,2 0-23-15,0 0 17 0,3 0 5 0,20-12-17 16,-19 9-9-16,1-2 2 0,-1 2 7 0,-5-1 12 16,4 1-25-16,-15 3 27 0,9 0-4 15,-2 0-25-15,1 0 24 0,-3 0 3 16,9-10-16-16,-13 10-13 0,-4 0 7 0,2 0-14 16,-2-1 21-16,2 1-13 0,-6 0 12 0,0 0-23 15,0 0 16-15,0 0-30 0,3 2-13 0,-7 1-7 16,-2 5-53-16,2-2-47 0,-5 4-49 15,0-4 17-15,5 6-288 0,-5-2 32 0,-1 0-33 16,-1-8 22-16,3 8 30 0,8-10 26 16,0 0-13-16</inkml:trace>
  <inkml:trace contextRef="#ctx0" brushRef="#br0" timeOffset="21765.146">18781 17653 310 0,'-12'9'199'15,"3"3"-28"-15,2-2-21 0,3-3-21 16,1 2-9-16,-1-1 1 0,2 7-30 0,0-3 16 16,2-6-27-16,0 2 4 0,0 3-15 0,13 15 6 15,-4-15-28-15,0-1 8 0,5-5-3 16,0 2-8-16,3-2 9 0,1-2-1 16,0-3-18-16,-2 0-7 0,-8 0 0 0,7 0 19 15,-1 0-20-15,13-12-4 0,-13 6-9 0,-3-1-8 16,-8 2 7-16,0-1-5 0,-2 1 19 0,-1 0-19 15,0 5 5-15,0 0-15 0,0-7-8 16,-21-11 25-16,6 9 2 0,-1-1-26 16,-1 5 16-16,-2-1-1 0,2 2-4 15,1-2 27-15,-2 1-43 0,1-3 19 0,3 3 16 0,1 1 5 16,4 4-18-16,2-3-7 0,-1 1 5 16,4-2-12-16,-1 3 6 0,4-2 5 0,-2 2 0 15,3 0 13-15,0 1-11 0,0 0-16 0,0 0 2 16,22-14 15-16,-1 9-2 0,-2 2-5 15,5-2 11-15,-1 1-6 0,3 0 11 0,4-3-40 16,-3 3 24-16,3 2-4 0,3-1 3 0,-4-1-12 16,2-1 1-16,-3 2 24 0,1-1-22 0,-2 2 6 15,-3-1-10-15,-4 2 5 0,0-3 15 16,-2 1-12-16,-6 2 2 0,1-1 21 16,-5 2-12-16,-8 0-5 0,0 0-22 0,8 0 30 15,-8 0-1-15,6 0-2 0,-6 0-15 0,8-5 16 16,-11 5 10-16,3 0-24 0,-2 0-3 15,-3 0 16-15,-2 1 2 0,2-1-3 0,0 2 1 16,-2-1 10-16,-2-1-12 0,-11 7 4 0,2-4 13 16,2 2-11-16,0 1-5 0,-4 1 7 0,10 1 2 15,2-3 9-15,-1 2-11 0,-2 0-1 16,7 1-25-16,1-1 10 0,3 0 22 0,0-2-9 16,0-5-5-16,0 0 3 0,18 21 15 0,-9-13-19 15,6-1 1-15,5-2 4 0,-5-1-4 16,-1-3 4-16,4 2-6 0,-2 0 11 0,-10-3-1 15,3 0-23-15,5 0-3 0,-3 0 25 16,19-13-4-16,-23 5 2 0,3-2 0 0,-4 0 1 16,-4-1-8-16,-1 3-7 0,-1-3 14 15,0 1-6-15,0-2 6 0,-10-22-10 0,4 14 4 16,-1-1 7-16,1-1-4 0,-3 3 1 16,-1-1-6-16,2 3 37 0,4 1-1 0,-6 3 2 15,1 1 3-15,4 3 22 0,0 3-18 0,2-1-5 16,0 5-5-16,0-3 9 0,0 3 4 15,2 2-20-15,1 0-4 0,0 0 0 0,0 0-11 16,-6 9 5-16,6-2-1 0,0 1-5 0,2 11-4 16,-2-11 3-16,0 6 6 0,14 19-13 15,-6-13 0-15,3 0 2 0,4-1-6 0,0-2 25 16,2 3-16-16,-2-4-18 0,4 0-12 0,2 0-14 16,-2 0-6-16,3-5-34 0,0 1-17 15,4-3-42-15,1-2 23 0,0-2-10 0,-2-3 12 16,1-2-38-16,-13 0 14 0,5 0-12 15,16-12 20-15,-13 5-18 0,-2-1 29 0,-7-3 22 16,-6-4 28-16,2 6-12 0,-6 1 24 0,-2 2 9 16,0 6 24-16,0 0 15 0,0-8-14 0,-17-12 21 15,6 13-11-15,-3 2 0 0,-2 0 33 16,0 1-1-16,2 4-4 0,7 0 14 0,-6 0-7 16,-1 0 4-16,-15 12-9 0,18-8-7 15,2 2 30-15,5 1-27 0,-4 5-33 0,8-2 14 16,-1 0 14-16,1-10 7 0,0 8-6 0,0 2-17 15,19 13 26-15,-4-12-1 0,-1-1 14 16,2-1-19-16,-1-4-5 0,-5 0 14 0,5-2-14 16,-2-2-18-16,-13-1 12 0,13 0-1 0,0 0-10 15,8-10 15-15,-11 0-4 0,2 2 3 16,-7-2 21-16,-2-4-50 0,2-3 43 0,-5 3 0 16,0 6-17-16,0-6 46 0,0-5-24 0,-11-17 12 15,4 16-15-15,0-1 21 0,0 1-7 16,3 0 7-16,-3 3 2 0,-3-1 5 0,-2 2-9 15,4 0 12-15,-1 3 4 0,6 1-12 0,-3 3 13 16,2 2-11-16,4 2-8 0,-2 0-11 16,1 2 16-16,-4 0-15 0,5 1-4 0,-2-1-14 15,1 2 7-15,1 1 12 0,0 0 5 16,0 0-6-16,-1 9 18 0,3-4-15 0,0 2 5 16,3 12 5-16,-2 1 4 0,7 4 5 0,0-2 2 15,0 1 1-15,0-2-12 0,2 1-23 16,-2 2 7-16,2-2 10 0,-2 0 2 0,1-1-22 15,2 0-3-15,-2-1-3 0,-5-2 23 0,6 0-41 16,-1-5-10-16,-2 1-14 0,1-2-27 16,-6 1-49-16,3 1-49 0,-2-7 15 0,-2 3-296 15,1-3 32-15,-2-2-7 0,0-2 11 0,-2-2 12 16,0-1 39-16,0 0-28 0</inkml:trace>
  <inkml:trace contextRef="#ctx0" brushRef="#br0" timeOffset="23858.836">20982 17548 280 0,'-13'-4'109'0,"-4"2"36"15,-4 1-39-15,12 1 12 0,-6 0 7 0,-2 0-10 16,-4 0-35-16,-20 13 8 0,22-6 33 16,-1 0-41-16,3 1-7 0,1 0 5 0,3 3-21 15,-1 1-1-15,6 2-32 0,7-2 30 16,-3-2-33-16,4-10 15 0,0 10 19 0,14 14-18 15,-1-15-11-15,-2 1 7 0,9-7-2 0,-1 4-27 16,4-5 2-16,0-2-3 0,-12 0 28 16,6 0-12-16,1 0-12 0,23-16 19 15,-26 9-14-15,4-4 6 0,-5 2-15 0,0-5-6 16,-5 2 3-16,0-4 13 0,-2 0 13 0,0-1 7 16,-5-4-19-16,-2 1-5 0,2-2-20 0,-2 11 18 15,0-10 16-15,-11-22 6 0,3 17 6 16,0-1-9-16,-1 2 20 0,0 1-12 0,-2-1 27 15,1 2-17-15,-3 1 18 0,-1 4-4 16,3 0-14-16,1 5 20 0,0 1-6 0,2 2 1 16,1 0-11-16,3 6-8 0,-1 2 3 15,5 2-18-15,0 0-3 0,0 0 8 0,-10 14-7 16,10-6 2-16,1 14-1 0,-1-11-6 0,0 9 4 16,13 24-16-16,-6-18-2 0,2-2 13 0,-1 0-8 15,2 1-14-15,3-2 18 0,0 2-2 16,2-3 4-16,1 2-19 0,0 0 6 0,2-2 2 15,-1 0 3-15,0-3-4 0,0-1-14 16,0 0-19-16,5-2 3 0,-4-2-12 0,0-3-10 16,-1-3 1-16,1-3-30 0,-1-1 13 15,-3-2-7-15,-8-2-18 0,7 0 7 0,14-14 18 16,-16 5-11-16,1-3 22 0,-8 3-11 0,3-4 27 16,2-1 3-16,-6 2 8 0,-2-1-32 15,-1 6 14-15,0-3 8 0,0 0 5 0,0 1-19 16,-13-6 34-16,9 8 15 0,-6-3-23 0,4 6-14 15,-3 0 35-15,0 1-6 0,0 2-12 0,2 1-2 16,7 0 17-16,-7 0-1 0,7 0 10 16,-23 12-26-16,13-7 11 0,7 2 15 0,-2-1-38 15,3 3 30-15,4 1 32 0,-2-10-19 0,0 9-22 16,12 17 35-16,-2-12-11 0,1 0-2 16,5-5-40-16,-1 2 0 0,0-7 10 15,6 1-6-15,-14-5 20 0,7 0-3 0,3 0-8 16,1 0 1-16,2 0 4 0,17-14 0 0,-17 3 1 15,-4-1 2-15,-2 1-12 0,0-3-3 16,-1 1-9-16,-4-1 15 0,1 0 4 16,-4 0 2-16,-4 2 18 0,1 4 26 0,-3 8-5 15,0-7-20-15,0 7 21 0,0-8-11 0,-12 0 7 16,7 6 7-16,1 1 3 0,-2 1-24 16,-11 4-20-16,17-4 36 0,-18 7-30 0,11-1 16 15,3-1-4-15,0 0 8 0,0 1 0 16,1 0-5-16,5 0-10 0,-2-6-8 0,0 6 10 15,0 1 17-15,11 13 8 0,-6-11-15 0,2 0 15 16,-1-4-33-16,-2 0 15 0,1-3-23 0,-2-1 14 16,1 2-5-16,-2-3-7 0,3-3 6 15,-5 3 59-15,0 0-15 0,0 0 2 0,0 0 29 16,6 0-9-16,-6 0 16 0,10-8 3 16,-8 7-14-16,-2-2 4 0,3 3-18 0,-2-1 8 15,-1 0-8-15,1 0-18 0,1 1-3 0,-2 0 4 16,0 0-2-16,0 0-5 0,0 0 1 15,13 11-6-15,-5-1-5 0,3 1 5 0,-1 2 1 16,1 1-8-16,-2 0 3 0,4 2 6 16,-4 2-8-16,2-1-1 0,-2 7 10 0,5 8 2 15,-2-1-14-15,-3 1 2 0,-4-1 5 0,-2 1 8 16,-1-3-2-16,-2-1 2 0,0-15 9 16,0 6-7-16,0 0 3 0,0 1-8 0,-15 17 2 15,3-21 1-15,2-1 16 0,-7-1-6 0,2-2-12 16,2-4-8-16,-6 1-8 0,9-4 0 15,-7 1 0-15,-2-2 7 0,13-4 11 0,-19-12-13 16,15 6-5-16,-3-5-12 0,4-7 0 16,0 2-9-16,6-3 5 0,-3-3-13 0,5-5 7 15,0 5-29-15,1 12 11 0,0-6-21 16,0-2 5-16,17-20 10 0,-10 19-18 0,2-1-9 16,3 1-2-16,-1 2 12 0,1 0-23 0,1 1 36 15,3 3 4-15,3-2 6 0,-1 2-18 0,1 0-22 16,1 0-5-16,1 1 28 0,-3-2 4 15,0 4 3-15,1-3 19 0,-1 2-13 0,-4-1 14 16,2 2-16-16,-4-2-3 0,1 1 19 16,-2-1 17-16,-3 2-14 0,0-1 5 0,-3 1-18 15,0 1 31-15,-4 1-8 0,-1 1 19 0,0 7-37 16,0 0-8-16,0-8 42 0,0 8-5 16,-12-17 2-16,6 15 9 0,-6-4-7 0,0 1 19 15,3 2-26-15,0 2 11 0,0 1 10 0,9 0-11 16,-7 0-36-16,-1 0 36 0,8 0-32 15,-8 0 12-15,-7 12-13 0,11-7 38 0,1-1-8 16,1 1 4-16,2 3-21 0,0-4 25 0,0 3-6 16,12 15-6-16,-5-10 15 0,10 1-5 15,-3-1-12-15,1 0 24 0,1-4-18 0,4-1-22 16,-1 2 21-16,-2-3-2 0,-1-2 25 16,1 0-28-16,0-4 7 0,3 0 14 0,-14 0-26 15,2 0 2-15,1 0 14 0,1 0-18 0,3-13 1 16,1 4 6-16,-4 1-10 0,-1-3 16 0,-2 4-28 15,-2 0 2-15,-3-1 8 0,1 1 9 16,0 1 24-16,-3 0-37 0,0 1 14 0,0 5 3 16,0 0 16-16,0 0-7 0,0-7 4 0,0 7-2 15,-13-14 5-15,12 13-7 0,-3 0-12 16,-1 1 17-16,3 0-4 0,-3 1-29 0,2 0 34 16,2 2-12-16,-1-2 4 0,0 2-27 0,1 2 16 15,1 0 28-15,0 2-18 0,3-3 6 16,-1 1-27-16,2 8 17 0,5-1-5 0,-2 0-17 15,1-5 16-15,-1-2 10 0,-1-1 3 16,3-1-6-16,5 3 20 0,-3-2-20 0,1-4 9 16,-12 0-25-16,12 0 10 0,0 0 23 15,17-17-15-15,-19 12 8 0,3-2-7 0,2-3-40 0,-2 0 38 16,-4 0 3-16,-2 2-4 0,-3 0-9 16,3-6 6-16,-5 8-9 0,-2-2-13 15,0 1 26-15,0 7-5 0,0 0-26 0,0-7 48 16,0 7-16-16,-11-16-25 0,9 13 21 0,-4 3-11 15,2-2 18-15,-1 2-1 0,1 2-13 0,0 0 27 16,0 2-16-16,2-2-24 0,-2 3 16 16,0 1 5-16,3-3 7 0,0 2 4 0,0 1-16 15,2 1 13-15,0-3-8 0,-1-4 4 0,0 0 11 16,15 21 14-16,-7-16 12 0,1 3-8 16,4-1 3-16,-3-4-1 0,-2-1 8 0,10 2-29 15,-4-3 17-15,-2 0-10 0,-1 0 0 16,8 2-3-16,-6-3-1 0,1 2-10 0,-14-2-2 15,9 0-21-15,0 0-13 0,1 0-46 0,-1 0-16 16,-2 0 8-16,1 0-78 0,7 0-60 16,-3 0-156-16,1 0 26 0,-3 0-22 0,-1 0 7 15</inkml:trace>
  <inkml:trace contextRef="#ctx0" brushRef="#br0" timeOffset="25186.928">22659 17400 367 0,'4'1'201'0,"0"1"7"0,0 0-44 0,-2 1-11 16,13 9-19-16,-6-2-14 0,5 2-19 15,-1 0 11-15,1 0-25 0,-3 2-15 0,3 0-19 16,0 1-6-16,-4-1-3 0,3-3 10 15,-3-3-1-15,-2 0-8 0,-4-2-26 0,-1-1 19 16,4-2 3-16,-6 1-9 0,1-3 36 0,2 0-20 16,-1-1-6-16,-3 0-1 0,0 0-5 15,0 0-11-15,0 0 9 0,6-14-4 0,-5 9-15 16,5-10-2-16,-4 3 5 0,1 1 3 16,1 1-7-16,-4 2-9 0,3 0 5 0,-3 2 5 15,0-1 8-15,3 2-8 0,0 2-5 0,-2-3-5 16,0 2 2-16,0 0-6 0,2-1-7 15,1 3 7-15,0-2-3 0,2 1 10 0,-2 2-25 16,1-1 17-16,-2 1-5 0,2 0-6 16,14-2-10-16,-8 3 7 0,1-2-28 0,-5 2 19 15,2 0 2-15,-3 0-1 0,-6 0-4 0,0 0 19 16,8 0-10-16,0 0-23 0,-8 0 15 0,8 0 9 16,-8 0 2-16,8 0 8 0,-8 0-6 15,16-10 16-15,-13 7-2 0,1 0-1 0,-1-1-12 16,-3 1-15-16,3-1 26 0,-2-1 4 15,1 3-16-15,-4-2 2 0,1 0-25 0,-2 2 28 16,1-1-17-16,2 3 28 0,-7-4-9 0,4 4 1 16,-1-3-29-16,-3 3 56 0,4 0-46 15,-3 3 24-15,1-3-6 0,0 2 22 16,0 1-2-16,2 1-25 0,0 1 27 0,3-2-39 16,-1 4 11-16,1-2-1 0,-2 1 16 15,2 2 4-15,0-2 3 0,0 5-16 0,13 6 11 16,-7-2-13-16,-1-6 16 0,5 0-23 0,0-1 33 15,0-1 13-15,-1-2-26 0,2-2-4 16,-3-1 11-16,1-1-8 0,1-1 0 0,-10 0-3 16,13 0 7-16,2 0 4 0,17-12-3 0,-19 6-15 15,3-1 7-15,-5-3 7 0,0-1-3 0,2 0-9 16,0-3 8-16,-5 0 7 0,-1 1-20 16,0-3 4-16,-6 1-1 0,3-3-20 0,-4 7 24 15,0 11-6-15,0-10-15 0,0 3-6 16,0 2 16-16,0 5-2 0,-11-16 20 0,9 14-18 15,-1 1 15-15,0-1-38 0,-2 2-1 0,2 2 7 16,-1 0 20-16,1 1-4 0,3 0 23 16,-2 1-38-16,2 1 9 0,0 0-5 0,1 2 28 15,0-2 4-15,-1 2 7 0,0 0-10 16,0 3-9-16,10 10-27 0,-8-11 49 0,1-2-12 16,6 5-8-16,1-2-5 0,4-2 19 0,-1 0-8 15,-1 0 1-15,5-3-26 0,1 0 30 0,-2-3-14 16,2-2 1-16,-5 0 8 0,10 0 2 15,-14 0-2-15,8 0 7 0,18-10-34 16,-16 6 37-16,-2-4-9 0,1 1-14 0,0-2 28 16,-4 1-19-16,-2-4-3 0,-2 3 12 0,1-3-37 15,-4-1 26-15,-1 1 6 0,-2-5 20 0,-1 5 5 16,-2-6-7-16,3-3-35 0,-4 0 11 0,2-2 25 16,-2 12 5-16,0-9-19 0,0-4-8 15,0 0-3-15,0-1 16 0,0 2-1 0,-15-26-10 16,10 28 11-16,1 1 36 0,-1 3 0 15,-3 5 10-15,3 1-4 0,0 3 6 0,2 1 0 16,0 2-17-16,-1 2 7 0,-1 3-15 0,5 0 11 16,0 0-15-16,0 0 13 0,-14 22-9 0,14-8 4 15,0 6-7-15,-2 2-11 0,2-10 5 16,0 7 7-16,14 29-17 0,-7-19 5 0,3-4-6 16,-3 3 2-16,4-2 3 0,2 1-14 15,-8-1 14-15,5 0-9 0,-2 1-9 0,3-3 3 16,-2-3 7-16,0-2-12 0,1 1 12 0,-1-5-8 15,4-3 4-15,-1-3 10 0,-1-3-15 16,-1 1-7-16,0-6-9 0,2 0-4 0,-2-1-5 16,-2 0-3-16,6 0-15 0,13-14 11 15,-14 8 3-15,-3-1-4 0,-1 3 8 0,-4-3-10 16,4-4 17-16,-3 4-4 0,-1-1-6 0,-2 1 12 16,-1 1 3-16,0 1 9 0,-1 1-6 15,0 1 2-15,-1 0-5 0,3-2 14 0,-3 3-12 16,0-1-2-16,1 3-12 0,-1-3 14 15,0 3 4-15,0 0-5 0,0 0-12 0,0 0 20 16,0 0-8-16,0 0-12 0,8 10 17 0,-8-7 1 16,4 0-3-16,-4 1-1 0,2-1 10 0,0 3-17 15,1-2 16-15,0 0-1 0,1-1-4 16,0 1-13-16,-1 0 11 0,1-3-22 16,0 2-42-16,1-1 2 0,3 0 6 0,-3-2-132 15,-5 0-133-15,0 0 23 0,6 0-90 0,-6 0 23 16,17-12 12-16,-16 8-6 0</inkml:trace>
  <inkml:trace contextRef="#ctx0" brushRef="#br0" timeOffset="25483.794">23771 17076 351 0,'1'-2'130'0,"1"2"-25"0,3-2-11 16,-1 1-95-16,-2-3-62 0,0 2-95 0,4 0 6 16</inkml:trace>
  <inkml:trace contextRef="#ctx0" brushRef="#br0" timeOffset="25765.029">23441 17094 357 0,'1'0'217'0,"-1"-3"-41"0,4 3-19 16,2-2 10-16,0 0-46 0,12-3-14 16,4-1 2-16,-4 0-17 0,1 1-13 0,4-3-5 15,-4 4-6-15,5 0-18 0,-5 3-2 0,1-3-48 16,-8 2 0-16,-1 2 0 0,-11 0-85 16,9 0-71-16,1 0-100 0,-1 0 18 0,-3 0-134 15,0 0 17-15</inkml:trace>
  <inkml:trace contextRef="#ctx0" brushRef="#br0" timeOffset="27077.492">24143 17329 345 0,'-14'0'117'0,"14"0"-16"0,0 0 35 0,-15 0-35 16,-5-6 15-16,9 14 11 0,0-1-20 0,-2 3-7 16,5-5-41-16,2 4 50 0,1-4-29 15,1 2-16-15,0 0 5 0,3-1 14 0,1-6-15 16,0 0-15-16,0 7-9 0,0 0 17 16,0 0 2-16,14 10-8 0,-1-7 2 0,-2 0-3 15,3-3-7-15,0 0 1 0,1 0-5 0,-3-6-11 16,1 1 0-16,-5 1-8 0,2 0 6 15,-10-3 9-15,10 0-19 0,-1 0 0 0,4 0 3 16,5 0-10-16,-2 0 3 0,1 0-12 0,17-13-5 16,-17 8 15-16,-4-3 2 0,-4 3-16 15,1 1 9-15,1-8 1 0,-2 2 6 0,-2 0-25 16,0-4 11-16,0 1 10 0,-1-1-9 0,-2 5-11 16,-3-1 16-16,1-1-4 0,-2 4 1 15,0-1 6-15,0 8-20 0,0-6-9 0,0 6 21 16,0-7-4-16,0 7-9 0,-13-17 13 15,10 13-7-15,-3 3-5 0,3-4 12 0,-3 3-17 16,2 2 4-16,-1-2 0 0,1 2 8 16,-1 2 4-16,5-2 0 0,0 0 3 0,-13 8-4 15,11-4-10-15,-2 0 16 0,1 2 2 16,-1 8-3-16,2-2-2 0,2-4-20 0,0-8 22 16,0 8 9-16,0-1-9 0,13 12 2 15,-6-12-6-15,4 3-2 0,0-3-1 0,-1-1 9 16,2-1-5-16,-2 1-3 0,3-4 2 0,-4-2 7 15,0 0-3-15,1 2 3 0,0-2 0 16,-1 0 6-16,5 0-10 0,22-11-5 16,-18 8-9-16,-3-4 11 0,-4-1-4 0,6 1 13 15,-4-2-2-15,0 1-2 0,-4-1-6 0,1 0 0 16,-4 1 2-16,0-2 1 0,-3 1 6 0,0 2-5 16,1-1-3-16,-4 1 2 0,0 0 9 15,0 7-10-15,0-6-4 0,0-1-11 0,0 0-3 16,0 7 21-16,0-10-7 0,-10-2-5 15,6 8 9-15,1 1-2 0,-4-1 1 0,4 1-7 16,-1 2 5-16,0 1-3 0,2 0-12 0,-2 0 24 16,1 3-7-16,2-3 10 0,-2 2-27 0,1 1 19 15,2-1-5-15,0 1-7 0,0 3 18 16,0-2-10-16,0 0 0 0,0 3-18 0,0-2 21 16,4 1 5-16,-4-6-12 0,0 0 8 15,9 26-5-15,-4-17 0 0,3 6 4 0,-1-4 5 16,-3-3-6-16,2-2-6 0,-3 3-3 0,3-6 7 15,-2 4-8-15,1-3 10 0,-1-1 4 16,0 2 5-16,1-1 1 0,-1 1-2 0,4 7-5 16,0-4-14-16,-5-3 21 0,3 2 2 0,-3-3-14 15,1 2 14-15,-1-2 1 0,-1-3-12 16,-1 3 10-16,2 0-10 0,-3-1 8 0,0 0-14 16,0 1-26-16,0-4-45 0,0 0 8 15,0 0-132-15,0 0-108 0,-12 13 25 16,8-11 20-16,2 1 19 0,-2-2-140 0,0 0-12 15,3-1 39-15</inkml:trace>
  <inkml:trace contextRef="#ctx0" brushRef="#br0" timeOffset="27436.861">24914 17316 430 0,'0'0'309'15,"0"-1"-50"-15,0 1-57 0,0 0-9 0,1 0-10 16,-1-1-16-16,2 1 5 0,2 0-14 15,-3 0-17-15,1 0 3 0,1 0-3 0,-2-2 15 16,-1 2-6-16,3 0-10 0,-3 0 17 0,1 0-17 16,0-1 20-16,-2 1-25 0,2-1-5 0,-1-2-25 15,0 2 5-15,1-1-23 0,-1 0-5 16,3-1-25-16,-3 3 8 0,0-3-30 0,1 1-3 16,-1-1-52-16,0-1-77 0,-1 2-56 15,1-2 15-15,0 0-322 0,-3 0-6 0,1 1 34 16,-2-2 0-16,0 1 36 0,1-1-17 0,-1 0 18 15,-5-6 25-15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0T02:26:22.004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12147 1670 401 0,'-1'0'228'0,"0"-1"-14"0,0 1-39 0,1-2-56 16,0 1 27-16,0 1-7 0,0 0-39 15,0 0-27-15,0 0 17 0,0 0-3 0,0 0-22 16,0 0-16-16,0 0-1 0,0 0 2 16,0 0-6-16,0 0-38 0,0 0 26 0,0 0-35 15,0 0 24-15,0 0-2 0,0 0-20 0,0 0 28 16,-8 19-32-16,8-14 22 0,-2 12-7 15,2-10-12-15,0 2 20 0,0 2-19 0,0 3 4 16,0 1 4-16,0-1 4 0,0-4 3 16,0 1 12-16,0-3-19 0,0 2-18 0,0-3 43 15,0 0-23-15,0-7-23 0,0 5 25 16,0-5 1-16,0 10-15 0,0-10 14 0,0 7 11 16,0-7 12-16,0 5 23 0,0-5 16 0,0 0 23 15,0 0-3-15,0 0-2 0,-10 10-32 16,10-10-5-16,-2-5-9 0,1 0-10 0,-2 0 2 15,3-2-5-15,-3-12 8 0,0 2-7 0,3 0-12 16,-1-3-1-16,1 11-5 0,0-6-7 0,0-2 3 16,0 0 2-16,0-1 9 0,0 2-8 15,0-1-7-15,0 2 5 0,10-8 4 0,-8 13-19 16,1 3-1-16,1 0-2 0,3-5 13 16,1 4-19-16,1-1 21 0,-1 3-16 0,1 1 4 15,-2 1 8-15,0 0-15 0,-1 2 4 0,-1 1 8 16,2-2-16-16,-3 3 0 0,3-1-5 0,-3 0-3 15,-4 1 14-15,0 0-9 0,10 0-7 16,-2 0-2-16,-8 0 17 0,9 0-18 0,4 12 11 16,-8-11 6-16,0 5-2 0,-2-4-9 15,3 1 10-15,-5 0-4 0,1 2 10 0,2-1 7 16,-2 2-5-16,-1-1-4 0,-1 1-4 0,0 1 9 16,0-2-2-16,0 6 8 0,-16 14-4 0,9-12 4 15,1 1-9-15,-1-6-2 0,2-1 1 16,0 0 2-16,0-2 5 0,1 0 4 0,0-2-6 15,2 3 11-15,-1-4-14 0,0-1 3 0,0 1-11 16,1 1 0-16,0-1 20 0,0-2-15 16,-1 3 29-16,2 0-13 0,0-2 2 0,-2-1-6 15,3 3 9-15,-3-3-11 0,3 2-5 0,-3-2-3 16,3 1 18-16,0-1-16 0,0 0 2 16,0 0-11-16,0 0 17 0,0 0-20 0,0 0 22 15,0 0-16-15,3 0 10 0,0-3-2 0,0 3-2 16,2 0-9-16,-1 0 14 0,1-3-11 15,1 3 17-15,-1 0-10 0,1 0 7 0,0 0 2 16,-1 0-21-16,-5 0 16 0,8 0-19 16,5 0 12-16,-2 0 4 0,6 0 5 0,14 15 1 15,-16-10-7-15,-1 1-7 0,-4-3 14 0,1 0-5 16,-5 2-1-16,9 4-6 0,-2-1 5 16,0 1-2-16,-5-6 5 0,-5 5-6 0,7 1 9 15,-4 0-16-15,-4-2 8 0,2 1-2 0,-1-3 12 16,-2 0-6-16,0 2-10 0,1-2 10 15,-2-5 6-15,0 0-2 0,0 9-4 0,0-3 2 16,0-6 0-16,0 9 0 0,-11 10 0 0,6-9-1 16,0-1 4-16,-1-3-2 0,-3 3 15 0,-1-2 13 15,5-1-20-15,-5-1 10 0,-2 2 25 16,-2 2-4-16,2-4-13 0,1-3 20 0,0-2-10 16,5 3 10-16,-3-3 2 0,1 2 9 15,8-2-18-15,-5 0 36 0,5 0-16 0,-13 0-28 16,-10-10 23-16,12 7-9 0,2-1-23 0,5 1-16 15,-4 2 47-15,5-2 1 0,-3 1-31 16,4 1-18-16,-2-1 38 0,-1 0-48 0,3 1 13 16,-2-1 1-16,0 0-33 0,3-1-11 15,-2 1-35-15,-1-1-53 0,1 1 12 0,-1-1-190 16,-2-1 25-16,4 1 23 0,1-1-177 16,-2-2 27-16,-6-3-4 0,3-6 26 0,2 3 69 15,3 2 7-15</inkml:trace>
  <inkml:trace contextRef="#ctx0" brushRef="#br0" timeOffset="19280.853">12429 5125 272 0,'0'0'164'0,"0"0"13"15,0 0-10-15,0 0 4 0,0 0-11 0,0 0-11 16,0-12-8-16,13 12-7 0,-13 0 6 16,0 0-1-16,0 0-26 0,0 0 6 15,0 0-18-15,0 0 10 0,0 0-30 0,0 0-8 16,0 0 1-16,0 0-11 0,0 0 2 0,0 0-7 16,0 0-22-16,-3-11 12 0,-3 13-11 15,0-2-3-15,-2 0-7 0,1 2 6 0,-2-2-13 16,-16 4 3-16,10-2-5 0,-2 0 3 0,0 1 3 15,6-2-4-15,-5 2-11 0,2 0 14 16,3-3-18-16,0 2 6 0,3-2-9 0,1 3 8 16,1-3 5-16,2 2-4 0,0-2-15 0,-1 0 17 15,1 0-12-15,2 1-4 0,-2 0-2 16,0 0 19-16,4-1-3 0,0 0-3 16,0 0-12-16,0 0 10 0,-5 0-7 0,5 0 0 15,0 0-11-15,-8 0 12 0,8 0 14 0,0 0-18 16,0 0 1-16,0 0-10 0,-8 0 18 0,8 0-13 15,0 0-2-15,0 0 6 0,0 0-8 16,0 0 5-16,0 0 19 0,0 0-12 16,-7 0-10-16,7 0 12 0,-5 7-6 0,5-7 8 15,0 4-9-15,-2-2 2 0,2 3 4 0,0-2 11 16,0 2-30-16,0 1 16 0,2 0 10 16,-2-1-10-16,0 2-5 0,0-7 5 0,0 12 14 15,0-1-6-15,0 0-2 0,0 0-17 16,0-2 28-16,0 0-16 0,0 0 0 0,0-2 1 15,0 1-8-15,0 4-1 0,0 1 16 0,0-2-13 16,0-1 7-16,0-2-8 0,0 1-5 0,0-1 17 16,0-1 7-16,5 1-16 0,-5-2 4 15,7 6-10-15,-7-5 30 0,3 1-19 0,-3-1-4 16,1 0-1-16,1-4 15 0,-2 4-1 16,2 0-6-16,-1-2-3 0,-1 0 12 0,0 2-11 15,1-3-8-15,-1 2-1 0,0-1 18 0,0-5-7 16,0 0-20-16,0 5 10 0,0-5-6 15,0 7 14-15,0-7-9 0,0 7 12 0,0-7-3 16,0 0-9-16,0 7 16 0,0-7 8 16,0 0-19-16,0 5 15 0,0-5-7 0,0 0-7 15,0 0 12-15,0 0-12 0,0 7-5 0,0-7 14 16,0 0 12-16,0 0-20 0,0 0 6 0,0 0 3 16,0 5 1-16,0-5 7 0,0 0-23 15,0 0 6-15,0 0 7 0,0 0-7 0,0 0-1 16,0 0 13-16,0 0-11 0,0 0 20 15,0 0-26-15,0 0 11 0,0 0-6 0,8 0 20 16,1 13-10-16,-7-12-13 0,0-2-2 0,3-1 5 16,0 1 10-16,0 1-4 0,0-2 0 15,1 2 10-15,0-2-10 0,8-4-9 0,3 5-5 16,3-3 16-16,-2 0 5 0,3-1-17 16,-2 0 16-16,-4 1 2 0,3-1-22 0,-1 3 7 15,0-2-7-15,3 0 7 0,-8 3-7 0,6-2 14 16,-7 2-12-16,-2-2 21 0,-1 3-11 15,-3-2-14-15,1 2 3 0,1-1 7 0,-3 1-7 16,0-1-7-16,0 1 34 0,0-1-6 16,-3 1-20-16,3 0 18 0,-3-2-10 0,0 2 10 15,1-1-23-15,-1 1 18 0,0-1-7 0,-1 1 11 16,4 0-20-16,-1-2-4 0,-3 2-9 16,1-1-16-16,1 1-23 0,-2 0-39 15,0 0-54-15,0 0 15 0,0 0-114 0,-14-2-147 16,12 1 11-16,-3 1 25 0,-1 0 24 0,0-1 22 15,1-1 8-15</inkml:trace>
  <inkml:trace contextRef="#ctx0" brushRef="#br0" timeOffset="19905.834">12181 5336 323 0,'-3'0'193'0,"3"0"-34"0,0 0-15 0,0 1 1 16,0-1-7-16,-1 0-26 0,1 0-12 15,-1 1-24-15,1-1 15 0,0 0-8 0,-3 0-1 16,3 0 2-16,-1 0-40 0,1 0 21 0,-1 1 1 15,2-1-12-15,-2 2 4 0,1-2-15 16,0 0 12-16,0 1-25 0,0-1 7 0,0 0 7 16,1 0-10-16,3-1-20 0,-2 1 17 15,2-2-24-15,1 2 10 0,-1-1 17 0,2 0-25 16,2-2-5-16,10 0 7 0,-2-1 4 0,3-3 3 16,1 2 6-16,-1 1-20 0,-1-2-10 15,1 4 24-15,-3-3-12 0,-3 4-3 0,2-5 0 16,-1 4 6-16,-4 1-9 0,-1 1 5 15,-1-2 15-15,-3-1-14 0,0 3-7 0,-1 0 16 16,-1 0 3-16,0-2-22 0,2 2 28 0,-3 0-18 16,1 0 27-16,1 0-9 0,-1 0-6 15,-2-2-2-15,1 2 1 0,0 0 6 0,0-2-2 16,0 2-8-16,-2 0 2 0,2 0-1 16,0-2 0-16,-2 2 1 0,3 0-31 0,-3-1-27 15,2 1-42-15,-2 0 10 0,1 0-122 0,-1-3-120 16,1 3-55-16,1-2 23 0,1-1 23 15,0 0 23-15,-2-1 6 0</inkml:trace>
  <inkml:trace contextRef="#ctx0" brushRef="#br0" timeOffset="-4937.529">11921 1727 287 0,'0'0'46'0,"0"0"-8"0,0 0 3 0,0 0-22 15,0 0 39-15,0 0 9 0,0 0-46 0,0 0 8 16,0 12-3-16,0-12 8 0,0 0-20 16,0 0-10-16,0 0-5 0,-14 25 6 0,14-21-10 15,0 0 9-15,0-1-7 0,0 2-5 16,0-1 23-16,3 1 18 0,-3-2-23 0,0-3-4 15,0 0 8-15,0 9 34 0,0-4-29 16,0 3 2-16,0 1-11 0,0 2 8 0,0 1-15 16,0 1 25-16,0 3-10 0,0-2 0 0,0 2-11 15,0-3-8-15,0-1 17 0,0 0 8 16,0-3 4-16,0 1-24 0,0-1 26 0,0-2 4 16,7 9-39-16,-7-9 16 0,3 10 18 0,-2 0 1 15,2-5-2-15,-3 2 12 0,2-4-4 16,-2-2-3-16,0 1-1 0,0 0-8 0,0 8-3 15,3 1-19-15,-3-7 2 0,1 0 19 16,-1 0 11-16,0-4-17 0,0 3 17 0,0-4-3 16,4 2-4-16,-4-2-9 0,0 1 11 0,0-2-9 15,0 4-22-15,0-4 12 0,3 10 9 16,-3-1 8-16,0-5-46 0,3-1 54 0,-3 0-26 16,0-8-20-16,0 7 21 0,0-7-8 0,0 9-2 15,0-1 8-15,0-3 13 0,0 2-11 16,0-2-2-16,0 2 10 0,0-2-42 0,0 2-3 15,0 6 47-15,0 0-3 0,0 0-4 0,0-4-1 16,0 1-17-16,0-2 18 0,0 0 10 16,0 0 5-16,0-1-15 0,0 0-3 0,0-2-8 15,0-5-29-15,13 20 40 0,-11-13 4 16,-2-7-16-16,0 6-7 0,0 5 2 0,0 1 12 16,0 2 21-16,0-4-65 0,0-1 51 15,0-1 1-15,0 2-40 0,0-3 53 0,0 0-11 16,0 1-2-16,0-1-19 0,0-2 14 15,12 17-28-15,-12-8 29 0,0-3-33 0,0-11 31 16,0 9 7-16,0 0-4 0,0 3-32 16,0 0 38-16,0-2-27 0,0 2 36 0,0-3-12 15,0-3-12-15,0 0 3 0,0 2-30 0,0-2 42 16,0 0-38-16,0-6 33 0,0 9-30 16,0-1 11-16,0 0 1 0,0-1 17 0,0-2-10 15,0 3-18-15,0 0 17 0,14 16 9 0,-12-13 9 16,0 0 4-16,0-1 0 0,-2-2-22 0,0 0 5 15,0-1 8-15,2 0-8 0,-1-1 6 16,2 1-11-16,-3-1-3 0,2-1 5 0,0 2-2 16,-2-2-24-16,1 2 30 0,0-1-6 15,-1 0 6-15,1 0-8 0,-1 2 6 0,3-2-12 16,1 12 0-16,-4-5 24 0,2-4-19 0,-2-9-9 16,0 7 17-16,0 1 1 0,0-2-4 0,0 1 6 15,0-7-35-15,0 8 28 0,0-1 4 16,0-7-23-16,12 18 10 0,-12-13 18 0,2 0-4 15,-2 1 0-15,2 0 8 0,-1-1-16 16,-1-1 2-16,2 2-7 0,-2 0 26 0,3-1-8 16,-3 1-6-16,1-1-14 0,-1 0-7 0,3 0 25 15,-2-1-4-15,0 3-15 0,-1-3 23 0,3 3-2 16,-3-1 6-16,1-1 0 0,-1-1-10 16,2 3 4-16,-1-1-10 0,0 10 11 0,5 1 10 15,-6-6-14-15,3-2-14 0,-2-3 13 0,-1 1-9 16,2 1 7-16,-1-3 7 0,-1 0-34 15,0 2 17-15,3 0 10 0,-3-2-7 0,0 0 9 16,1 0-24-16,0 1-2 0,0 0 19 16,-1 1 23-16,2-2-23 0,-1 2 2 0,-1 0 7 15,3-2-4-15,-3 3 10 0,1-2-6 0,0 1 0 16,-1-1-10-16,1 0-13 0,-1 0 23 16,3 1-13-16,-2 1 12 0,1-3-2 0,-2 3 10 15,3 8 7-15,1-4-18 0,-4-2-14 0,4-2 12 16,-4 0 10-16,1 0-1 0,1-3-12 15,-2 3 11-15,1-4-17 0,0 2 14 0,0 0 14 16,-1-1-40-16,0 3 30 0,2-2-13 0,2 9 0 16,-2-2-5-16,-2-6 6 0,1 1 2 0,-1-8-10 15,0 7 16-15,0-1 6 0,0 2-11 16,0-2-3-16,0 0-2 0,0 1 13 0,0-1-2 16,0-6-21-16,0 8 7 0,0-1 13 15,0 0-5-15,13 15 8 0,-10-9-19 0,-2-2 12 16,0-2-1-16,0 0-6 0,-1-2 3 0,2 1 6 15,-1 0 2-15,0-2-8 0,1 1-22 0,2 10 17 16,-4-5 10-16,0-3 0 0,0-1-12 16,2 0 15-16,-1 0-9 0,-1-3 4 0,2 0-10 15,-1 2 14-15,-1-2-7 0,0 0-1 16,1 2 18-16,2-3-17 0,-3 3-9 0,0-1 20 16,2 2-12-16,-2-2-4 0,1 0 7 0,0 0-10 15,1 1 12-15,-2 0-4 0,3 1 6 16,-3-4-5-16,1 4-11 0,1 10-6 0,-2-6 20 15,2-3-2-15,2-1 6 0,-4 0-8 0,0 0-3 16,1 0 4-16,0-1-14 0,-1-1 11 0,1 1-8 16,2 11-8-16,-3-4 23 0,3-6 2 15,-3 3 3-15,1 7-14 0,3-7 5 0,-4-1-3 16,0-1 8-16,2-1 8 0,-2-1-16 16,0-2-14-16,0-5 5 0,0 0 10 0,0 7-3 15,0 1-3-15,0-2 1 0,0 1 10 0,0-7-5 16,0 8-3-16,0-1 19 0,0-7-12 0,0 9-7 15,0-3-14-15,0 0 18 0,0 0 2 16,0-6-1-16,0 9-17 0,13 8 31 0,-12-13-6 16,1 4-21-16,-2-3-3 0,0 2 24 0,0 1-4 15,1-1-3-15,-1 0-12 0,1-2 12 16,0 2-6-16,-1 0 4 0,0 0 2 0,1-1-7 16,1 0-3-16,-1 0 13 0,1 2 2 0,-2-2-7 15,0-1 2-15,0-5 0 0,0 0 7 0,0 9-23 16,0-3 4-16,0 2 9 0,0-2-12 15,0 1 7-15,0-7 1 0,0 8 8 16,0-2-1-16,0 0-15 0,0 2 4 0,0-2 7 16,0 1-3-16,0-1-12 0,0 1 18 0,0 1 8 15,0-2-4-15,0 1-12 0,0-2 12 0,0 2 2 16,0-7-3-16,0 8 3 0,0 0-7 16,0 0-6-16,0-8 1 0,0 8 6 0,0-1-3 15,0-1 7-15,0-6-14 0,0 9 7 0,0-2-5 16,5-7-8-16,-5 7 28 0,0 0-18 15,0-7 17-15,0 8-18 0,0-8 4 0,0 8 1 16,0-2-24-16,0-6 14 0,0 7 16 0,0-7-4 16,0 8 1-16,0-2 10 0,0-6-11 15,0 8-14-15,7-2 7 0,-7 2 13 0,0-2-10 16,0-6 2-16,0 7 0 0,0 0 7 0,0-7-13 16,0 8 2-16,0-2 9 0,11 4-4 15,-11-5 6-15,0-1-4 0,1 2-3 0,-1-4 9 16,1 3-11-16,-1-1 12 0,0 2-17 15,0-4-7-15,0 3 17 0,0 0-4 0,3 0-13 16,-3-3 12-16,1 3 16 0,-1-1-7 16,1 1-5-16,2-2-8 0,-3 2 17 0,0 0-2 15,0 0-21-15,0-2 14 0,0 1 8 0,1 0-17 16,-1 1 8-16,1-2-19 0,-1 3 21 16,1-5 0-16,-1 3-19 0,0-1 6 0,2 1-4 15,-1 0 27-15,-1-2-9 0,0 0 5 0,0 3-8 16,3-3 6-16,-3 1-25 0,0-3 14 15,0 0 14-15,0 0-10 0,0 0-3 0,0 7 3 16,0-7-2-16,0 0-6 0,0 8 15 0,0-8-14 16,0 0 8-16,0 5-2 0,0-5 16 15,0 0-1-15,0 0 16 0,0 0 0 0,0 0 4 16,0 7-6-16,0-7 21 0,0 0 12 0,0 0 14 16,0 0-25-16,0 0 9 0,0 0 13 15,0 0-29-15,0 0-12 0,5 11 8 0,-5-10 25 16,0-2-60-16,-2 1-47 0,2-1-65 15,-1-2 9-15,-3 1-337 0,0-1 18 0,-7-4 29 16,-2-4 28-16,-2-3 23 0,2-2 2 0,-2-4 10 16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0T02:26:09.02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8086 2060 354 0,'0'0'98'16,"0"0"-13"-16,0 0-12 0,0-14-7 0,0 14 51 16,0 0-17-16,0 0-10 0,-17-22-10 15,17 19 0-15,-2 1-2 0,1-3-3 0,0 3-21 16,1-1-14-16,-3-1 26 0,3 1-7 15,0 0 8-15,0 3-23 0,0 0 28 0,0 0-6 16,0-8-6-16,0 8-1 0,0 0-2 16,0-7-19-16,0 7 7 0,0-7 0 0,0 7-4 15,0-6 7-15,0 6-9 0,0-8 13 16,0 8-24-16,0-6 19 0,0 6-9 0,0 0 20 16,0-6-3-16,0 6-15 0,0-7 6 15,0 7 2-15,0 0-2 0,0-7-8 0,0 7 3 16,0 0 11-16,0-7-5 0,0 7-22 0,0 0 20 15,0 0-23-15,0 0 12 0,0-5-12 0,0 5-9 16,0 0-2-16,0 0 11 0,0 0-5 16,0 0-8-16,0 0-7 0,0 0 14 0,0 0-8 15,0 0-8-15,0-7 6 0,-10 2 2 16,10 5-7-16,0 0-13 0,0 0 23 16,0 0-13-16,0 0 7 0,-2 0 1 0,2 0-5 15,0 1 0-15,0-1 2 0,0 3 1 0,0 0 0 16,0 0-22-16,0 1 15 0,0-1 9 0,-1 4-13 15,1 0 10-15,1-1-5 0,-1 1-7 16,0-7 7-16,0 14-7 0,0 0 6 0,0 1 2 16,0-1 3-16,0-2 11 0,0-1-11 0,0-2-4 15,0 3 13-15,0-4-13 0,0 1-2 16,0-2-7-16,0 7 26 0,0-1-15 0,0-1-5 16,0 1 4-16,0-4 8 0,0 1-11 15,0-1 7-15,0 0-8 0,0-1 0 0,0 4 0 16,0 2 7-16,0-2-2 0,0-1-6 0,0 0 21 15,0-1-18-15,0-2 7 0,0 1-14 16,0 3-1-16,0 1 8 0,0 1 4 0,0-5-9 16,0 3 22-16,0 3-3 0,0-1-3 15,0-1 3-15,0-1-15 0,0 0 2 0,0-2 7 16,0-1 3-16,0 1-9 0,0-3 11 16,0 2-11-16,0-4-5 0,0 4 0 0,0 4 3 15,0 1 3-15,0 1-2 0,0 0 4 0,0-3-2 16,0-1-4-16,0 0 8 0,0-3 7 0,0 1 2 15,0 1-22-15,0-3 27 0,0 1-19 16,0 5 13-16,0 2-13 0,0-3-2 0,0 2 7 16,0-4 3-16,0 2-2 0,0-2-9 15,0 0 14-15,0-3-15 0,0 0 0 0,0 1 16 16,0-1-11-16,0 1 11 0,0 5-12 0,0 1-3 16,0 0-7-16,0-3 14 0,0 0-8 0,0-1 6 15,0 0 6-15,0 3 3 0,0 1-15 16,0 0 3-16,0-3 1 0,0 4 10 0,0 0-6 15,0-3-11-15,0 1 9 0,0-3 14 0,0 0-21 16,0 0 8-16,0 3-6 0,0 1-7 16,-10-1 11-16,10-1-3 0,0-2 3 0,0 0 14 15,0-1-3-15,0-1-5 0,0 1-7 16,0 4-2-16,0 2-5 0,0 1 23 0,0-1-20 16,0-2-3-16,0-1-1 0,0-1 11 15,0-2-5-15,0 0 13 0,0-1-17 0,0 7 7 16,0-2-11-16,0 1 17 0,0 1-10 0,0-1 7 15,0-3 13-15,0 0-22 0,0-1 9 16,0-1-2-16,0-2 10 0,-5 1-2 0,5 0-18 16,0-1 7-16,0 1-9 0,0-1 3 15,0 5 13-15,0 5-3 0,0-4-3 0,0-1 14 16,0 1-4-16,0-4-8 0,0 1-2 0,0-1 15 16,0 0 0-16,0-3-14 0,0 1-4 0,0 6 6 15,0 3 8-15,0-2-25 0,0-2 6 16,0 0-3-16,0 1 15 0,0-5-7 0,0 3 4 15,0-3 10-15,-7 4-12 0,7 2 0 16,0-2 0-16,0 1 2 0,0-2-3 0,0-1-8 16,0-1 14-16,0-1-12 0,0 0 21 15,0 0-3-15,0-2-6 0,0 1-4 0,0 0 1 16,0 7 0-16,0-3-3 0,0 3 19 16,0-5-29-16,0 3 12 0,0-2 4 0,0 4-13 15,0-1 24-15,0-1-15 0,0 0 11 16,0-3-14-16,0-1 1 0,0 3-6 0,0-4 27 15,0 2-21-15,0-2 3 0,0 5 10 16,0 2-1-16,0 1-15 0,0-4 10 0,0 0-4 16,0 1 9-16,0-4-20 0,0 5 25 15,0 2-2-15,0-1 9 0,0-3-29 0,0 1 3 16,0-2 8-16,0-1-2 0,0 0-11 0,0-1 2 16,0-1-3-16,0 2 11 0,0-1 13 0,0 5 0 15,0-1-14-15,0-1 5 0,0 2 8 16,0-4-11-16,0 0-4 0,0-1 0 0,0 0-5 15,0-1 2-15,0-1 17 0,0-1-6 16,0 2 4-16,0-1-13 0,0 5-5 0,0 3 5 16,0-3 12-16,0-3 1 0,0 1-5 0,0-1-19 15,0 0 28-15,0 0-15 0,0 0-6 0,0-4 9 16,0 1 1-16,0 2-14 0,0 0 0 16,0-1 18-16,0 0-9 0,0 2-5 0,0-1 4 15,0 1 14-15,0 4-9 0,0 1 5 0,0-2-17 16,0 0 16-16,0 0-11 0,0-3-3 15,0 0 6-15,0-2 2 0,6 1 10 0,-6-1 9 16,0 1-12-16,0 0-12 0,13 16 14 16,-12-15-13-16,-1 3 0 0,1-5 4 0,0 1-8 15,-1 2 14-15,0-2-13 0,0-3 10 16,0 0 2-16,0 3-10 0,2-2 17 0,-2 1 0 16,2-2-11-16,0 1 18 0,-2 1-23 0,0-1 6 15,1 0 18-15,0 0-15 0,0 0-15 16,-1 0 0-16,0 1 10 0,2-2-3 0,-2-1-2 15,1 3 11-15,-1-3 5 0,0-1-7 0,0 2-13 16,0-1 32-16,0 1-18 0,0 0 16 16,3-2-22-16,-2 3-9 0,2-2 7 0,-3 1 1 15,0-2 10-15,0 0-3 0,1 2 0 16,-1-2-8-16,0 1-3 0,0-1-2 0,0 3 7 16,1-3 9-16,-1-1-2 0,0 3-14 0,0-2 8 15,0-2 3-15,0 3-14 0,0-1 8 0,0-1-2 16,0-1-6-16,0 3 29 0,0-2-22 15,3-1 6-15,-2 2 1 0,-1 0-12 0,0-2 33 16,0 0-3-16,0 0-16 0,0 0-3 0,0 0 18 16,0 0-28-16,0 0 15 0,0 0 4 15,0 0 8-15,0 0-27 0,2 6 9 16,-2-6 1-16,-2 0-43 0,2-3-81 0,-4 1 11 16,4-1-157-16,-9-9-169 0,4-2 29 0,-3-1 27 15,-1-9 49-15,1-2 51 0,5-5-4 0,-1 3 2 16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0T02:25:43.84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843 1976 226 0,'0'0'54'16,"0"0"-17"-16,0 0 13 0,0 12-1 15,0-12 18-15,0 0-54 0,0 0 10 0,0 0 11 16,0 0 15-16,0 0-42 0,0 0 4 0,0 0 44 15,0 12-19-15,0-12-43 0,3 17-5 0,0-15 38 16,2 1-25-16,-3 0 27 0,2 1 16 16,-1-3-31-16,-2 1-5 0,4 2-12 0,-1-2 15 15,7 11-5-15,-2-9 8 0,-5 1-1 0,3 0-16 16,-1-2-3-16,1 1 15 0,-3 1-3 16,1-2 21-16,1-2 5 0,-1 3-12 0,7 3-31 15,-3-2 60-15,1 0-52 0,-2-1-12 0,-3-1 1 16,1 1 2-16,0-1 1 0,-1 0 72 15,10 1-6-15,-6 1-34 0,0 0 12 0,0 0-36 16,-4-5 11-16,1 3-19 0,0-1 1 16,-1 1 0-16,0 0 18 0,-1-2 5 0,0 2 0 15,1-1 27-15,-1 0-2 0,2 1-42 0,-1-1 12 16,2 0 17-16,-1 1-30 0,-1-1 5 16,0 1 11-16,2 1 2 0,-1-1-3 0,-2-1 1 15,1 1 7-15,7 6-7 0,-4-6-2 0,1-1 2 16,-3 2-30-16,0-1 2 0,0-2 39 15,-2 2-2-15,0-2-2 0,0 2 14 0,1-1-2 16,-1 1-52-16,0-1 18 0,1 1 0 16,-2 1 37-16,2-1-5 0,-1-1-4 0,2 0 0 15,-3 0-2-15,3 1-31 0,-1 0 1 0,-2-1 15 16,3 1-2-16,-3 0 1 0,3 1 9 0,-3-2-12 16,2-1-3-16,0 3-1 0,1-1 0 15,-2 1 1-15,-1-1-27 0,3-1-4 0,6 10 22 16,-3-7 5-16,0 5-12 0,0-8 8 15,-3 5 8-15,2-3-5 0,-3 0 2 0,1-2 1 16,-4 3 33-16,4-3-9 0,-2 1-1 16,-1 0-43-16,1-1 2 0,-1 2 45 0,1-1-7 15,0 2-10-15,2-3-3 0,-2 1 2 0,7 6 13 16,-2-4-18-16,-2 0 15 0,-1-1-3 16,0 2 4-16,4 1-1 0,-1-5-41 0,-2 4 2 15,-1 0 26-15,-1-1-2 0,-1-2-13 16,3 1-7-16,3 6 10 0,-1 0-7 0,-2-5 1 15,2 2 29-15,0 3-2 0,-3-2 0 16,0-2 3-16,1-1-12 0,-3 2 1 0,2-4-2 16,-1 2 11-16,-1 0-13 0,0-1-7 15,9 6 1-15,-2-1 1 0,-5-1 31 0,5 2 6 16,-5-3-17-16,1 0 22 0,2 3-43 0,-1-4 17 16,2 5-1-16,-2-6-2 0,-1 1 0 15,-2-2-12-15,3 2-8 0,-3-1 52 0,-1-2-22 16,8 5-4-16,-3-2-22 0,-2-3 1 15,0 3 31-15,0-2-13 0,-2 0-20 0,6 4 12 16,-2-1 20-16,0-2 6 0,-2 2-5 0,3 0-27 16,1 0-17-16,-4-2 39 0,0 1-25 0,-2-2 24 15,4 0-7-15,-4 1 7 0,1-2-11 0,3 4-34 16,-1 1 32-16,0-4 9 0,-1 2-33 16,0-2 36-16,1 0-15 0,-4-1 12 0,2 1 11 15,6 2-42-15,-1 2 18 0,-2-2 2 16,-1-1-21-16,0-2 23 0,-2 3 0 0,0-3 15 15,-2 1-22-15,10 5 14 0,-6-5 20 0,0 1-19 16,-1 0 1-16,0-3-2 0,-1 1-42 16,-2 3 52-16,1-3-12 0,-1 0-8 0,0-1-14 15,1 1 44-15,-1 0-22 0,1-1 8 16,2 2-54-16,-2-1 59 0,1 0-20 0,-3-2 2 16,4 4 4-16,-2-2-39 0,-1-1 30 0,7 6 7 15,-1-1 13-15,-3-4-22 0,1-1 9 0,-3 4-31 16,0-4 12-16,0 1 8 0,0-2 16 15,0 4 7-15,-1-4-19 0,0 3 4 0,1-2 8 16,-1 0-3-16,1 3-4 0,0-3-21 16,-1 1 26-16,0-1-30 0,-1 1 26 0,1 0 15 15,0 0-49-15,2 1 42 0,-2-2-3 0,0 0 0 16,1 2-6-16,7 3 22 0,-5-3-32 16,-2-1 7-16,1-1 11 0,-1 2-4 0,-1-1 6 15,0-1-20-15,-1 1 1 0,0-1 10 16,2 1-32-16,-3 1 29 0,-1-1-11 0,5-1 20 15,-2 1-4-15,0-1 2 0,0 1 2 0,2 0-31 16,5 4 27-16,-6 0-28 0,2-3 18 0,6 6 3 16,-6-7 9-16,0 3-27 0,0 0 11 15,1-3-1-15,5 5 18 0,-4-3-34 0,0 0 18 16,-4 0 16-16,0 0-26 0,3-1 30 16,-2-3-17-16,-1 4-14 0,0-3 30 0,7 8 6 15,3-1-19-15,-7-6 8 0,-1 1 5 0,7 3-2 16,-8-2-22-16,-1 0 12 0,4-2-25 15,-3 2 33-15,-1-3 11 0,-1 1-3 16,0-1-10-16,0 0-33 0,0 1 27 0,3-1 2 16,-4 1-27-16,1-1 26 0,-1-1 2 0,1 2 5 15,-1 1-23-15,2-3 11 0,-1 2 2 0,2 0 10 16,-2-2-4-16,-2 2-1 0,2-2-1 16,0 1-20-16,-1 0 13 0,1 1 12 0,-1 0 1 15,1-2 4-15,-1 0-21 0,1 3 9 0,-3-3-8 16,4 2 0-16,-2 0 2 0,0-1-5 15,0 0 32-15,0 0-53 0,-1-1 31 0,2 1-22 16,-2 0 3-16,1 0 33 0,-3 0-8 0,4-2-28 16,-3 3 17-16,0-1 14 0,2-1-8 15,-1 0 0-15,0 0-19 0,0 1 30 0,1-1-14 16,-2 0-10-16,1 1-3 0,2-1 26 0,-2-1-3 16,-1 4-36-16,2-3 42 0,-2 1-40 0,1 1 33 15,0-3 5-15,0 1 8 0,0 1-31 16,-1-1 8-16,2-1 2 0,0 3 18 0,-1-3 1 15,-1 3-47-15,0-1 31 0,3 0-26 0,-3 0 22 16,0-1 8-16,1 1 9 0,-1-2-6 16,1 2-5-16,0 0 2 0,-1-1-5 0,0 1-7 15,2 1-7-15,-3-2 13 0,3 1 6 16,-3-1-6-16,5 2 2 0,-4 0-1 16,2-1-2-16,-1 2 1 0,2-1 6 0,-2-1-17 15,1 1-14-15,1-1 18 0,-2 0 8 0,1-1 5 16,-2 2 0-16,2 1-16 0,-1-4-8 0,1 2 22 15,2 2-7-15,-3-1 23 0,1-2-19 0,-2 2-5 16,2-2-6-16,0 2 5 0,-1 0-4 16,1-1 24-16,-3 1-30 0,5-2 18 0,-4 2-18 15,2-1 17-15,-2 0 4 0,4 1-9 16,-4-1-3-16,3 0 1 0,-4 0 28 0,4-1-19 16,-2 2-15-16,1-2 7 0,0 2 10 0,-2-2-12 15,2 3-3-15,-2-3 22 0,0 1-8 16,1 0-29-16,0-2 8 0,2 3 15 15,-3-3 7-15,1 3-34 0,1-2 13 0,-2 1 35 16,2-1-14-16,-1 1-5 0,0 0 15 0,-2-1-20 16,5-1 8-16,-3 4-28 0,-2-2 38 0,3 1-22 15,-3-2 4-15,4 1-10 0,-3 0 22 0,3-2-13 16,-3 3-11-16,2 0 25 0,-2-2 6 16,0 0-24-16,2 3-7 0,-1-4 2 0,-2 3 18 15,2-3-19-15,-1 2 18 0,2-1-3 16,-2 0 17-16,1 1-24 0,1 1-3 0,1-2 24 15,-2 1-11-15,0-1-6 0,-1-1-9 0,1 1 2 16,0 2 14-16,-1-2-4 0,2 2 4 16,-2-2-2-16,-1 1-18 0,4-1-16 0,-3 0 31 15,3 2 24-15,-3-1-11 0,-1-1-14 16,5 1-12-16,-4-2 32 0,2 3-16 0,1 0-10 16,-3-2 20-16,3 1-37 0,-1 1 28 0,-1 0-3 15,-1-1 18-15,2 0-36 0,0 1 17 0,0 1-6 16,1-1-9-16,-1 0 16 0,-2-2 10 15,3 2-8-15,-2-2 10 0,1 2 3 0,-2-2-9 16,2 1-40-16,-2 0 35 0,2 0-6 0,-2 1-15 16,3-2 43-16,-2 1-29 0,1 0-4 15,-2 1-16-15,1-2 15 0,0 2 29 0,0-3-13 16,1 3-11-16,0-2-10 0,-3 1 20 0,3 0-18 16,0 0 13-16,-2-1 6 0,2 1-6 15,-1 0-4-15,2 1-7 0,-1-2-13 0,-2 0 31 16,2 0-13-16,-1 2 3 0,1-2 11 15,-2 2-9-15,2-2 23 0,-2 0-43 0,1 1 46 16,0 0-3-16,-1-1-20 0,0 2-3 0,2-2 6 16,-2 2-4-16,3-3-4 0,-3 3-4 15,1-2 21-15,0 2-12 0,0-1-1 0,1 1-6 16,-2-1 2-16,1 1 8 0,2-2-20 0,-2-1 13 16,-2 3-4-16,3-1 6 0,-2-1 16 0,3 1-15 15,-2 1-9-15,2-2 3 0,-3 2 20 16,2-2-8-16,-2 2-17 0,2-1-11 0,-1 0 28 15,1 1-4-15,1-1-1 0,-3 1 11 0,3-1-33 16,0 0 11-16,-2 0 9 0,1 1 21 16,-3 0-7-16,5-1-13 0,-4 2-3 0,2-1-13 15,-3-1 12-15,5 1 5 0,-3 0-1 0,1-2-20 16,0 3 9-16,-2-1 12 0,4 1-20 16,-4-2 20-16,2 2-23 0,-1 0 6 0,2-3 20 15,-1 3 1-15,-1-1 4 0,2 1-14 16,-2 0-4-16,3-2 16 0,-3 1-2 0,2 1 7 15,0-2-34-15,0 0 26 0,-2 2 4 0,1-1-21 16,-2 0 13-16,4 0-11 0,-5 1 25 0,4-3 3 16,1 2-12-16,-4 0-40 0,2 1 45 15,-2-2-42-15,3 1 37 0,-2 0-33 0,-1-1 28 16,4 0 11-16,-4 1 8 0,2 0-21 0,0-2 23 16,2 2-19-16,-2 1-10 0,-1-3-3 15,2 3-15-15,0-1 42 0,0 0-1 0,0-1-20 16,0 2 6-16,-3-2-9 0,4 0 8 0,-3 2-16 15,4-3 21-15,-2 2-2 0,-2-1-26 16,2 2 30-16,-1-1-29 0,-2-2 28 0,4 2-15 16,0 0 12-16,-1-2 2 0,-3 0-2 0,4 2-23 15,-1-2 38-15,-1 1-39 0,-2-1 29 0,4 3-12 16,-5-3-15-16,5 0 32 0,-4 0-37 16,1 2 23-16,0 0 3 0,-2-3 19 0,3 1-25 15,-1 2 7-15,0-3-16 0,0 3 19 16,0-2 11-16,-1 0-13 0,0 1-13 0,2-1 22 15,-2 2-8-15,-1-2-4 0,3-1-30 0,-1 2 45 16,-2-1-24-16,5 1-8 0,-4-2 14 0,1 2-9 16,0 0 16-16,-1-2-2 0,1 1 1 15,-1-1 16-15,0 1-13 0,1 0-33 0,0 0 27 16,1 3-6-16,-2-4 3 0,1 0 6 0,1 1-1 16,-3-1 6-16,0 2-20 0,3-1 30 15,-1 0-8-15,-1 1-19 0,1-1 6 0,2 0 0 16,-3-1 17-16,0 3-24 0,2-2-10 0,-3-1 17 15,2 2-4-15,2 0-22 0,-3-2 23 16,2 0-3-16,0 3 15 0,-1-3-17 0,-1 1 14 16,3 2 13-16,-1-3-15 0,-1 1-31 0,1 0 40 15,-2 1-31-15,3-1 23 0,-1-1-8 16,-1 4-17-16,0-4 17 0,0 1 21 0,2 0-6 16,-3-1-12-16,1 1-15 0,0 1 10 15,2 1 5-15,-2-3 4 0,1 1 5 0,-2-1-16 16,4 1 11-16,-3-1 8 0,0 3 2 0,-2-3-23 15,4 0 22-15,-1 3-18 0,0-3 3 16,-3 1 5-16,3 0 10 0,-1 1-19 0,1-1-7 16,-2-1 16-16,1 1 21 0,0 2-5 15,1-3-30-15,-1 0-15 0,-2 0 18 0,0 3 16 16,3-3-3-16,-2 2 7 0,0 0-9 0,2-2-1 16,-2 2 6-16,2-2-38 0,-2 0 32 15,-1 1 12-15,2-1-2 0,0 1-18 0,-1 0 0 16,0-1-1-16,2 2 12 0,-2 1-21 0,-1-3 8 15,3 0 10-15,-2 0 11 0,2 1-18 16,-2 1 18-16,0-1-13 0,0-1 20 0,1 0-54 16,-1 1 32-16,2-1-9 0,0 2 19 0,-3-1-8 15,1-1-17-15,1 0 1 0,-1 0 19 16,-1 1-22-16,3-1 25 0,-3 1 12 0,2-1-36 16,-2 0 23-16,2 2-2 0,-2-2 4 15,2 0 1-15,-1 1-4 0,1 0 15 0,-2-1-3 16,1 1-42-16,0-1 30 0,1 2-3 0,-1-2-13 15,-1 0-7-15,0 0 1 0,0 0 32 0,0 0-6 16,0 0-11-16,0 0 1 0,0 0-17 16,6 0 20-16,-6 0 9 0,12 9-11 0,-10-7 14 15,-2 1-17-15,3-3-11 0,-2 1 24 16,4 0 9-16,-5 0-16 0,4 0-1 0,-3 0 7 16,2 2-10-16,1-1 5 0,-4-1-7 0,3 0 7 15,0 2-7-15,0 0-12 0,-1-2 25 16,-1 0-4-16,2 2 9 0,0 0-39 0,-2-2 46 15,4 2-6-15,-2-1-10 0,0 0-10 0,0 0-15 16,1 0 20-16,1 1 7 0,-3 0-7 16,1-2-5-16,2 2 23 0,-1 1-15 0,2-3-21 15,-2 2 21-15,-1 0 3 0,2-1-32 0,-1-2 33 16,-3 3-27-16,4 0 15 0,-1-2 16 0,1 0-4 16,-1 3-8-16,-3-1-3 0,4-1 13 15,-1-1-3-15,1 2-11 0,-1 1 7 16,2-3 5-16,-3 2-1 0,2 0-23 0,-1-1 16 15,1 1 19-15,0-1-18 0,-1 0-2 0,2-2 12 16,-2 3 5-16,1 1-40 0,-1-2 30 0,-1 1 13 16,11 5-16-16,-8-3-31 0,2-1 28 15,-3-1-23-15,0-1 31 0,0 1 1 0,0-1 1 16,-1 0 8-16,-1-2-20 0,-1 1 11 16,1 2-9-16,1-2-1 0,-2 3-21 0,1-3 33 15,-1 0-9-15,2 0-1 0,-3 1 16 0,2-2-16 16,-2 3 2-16,2-2 0 0,-2-1-4 0,2 0 14 15,-1 1-11-15,-1 2 7 0,-1-3 0 16,0 0-25-16,0 0 24 0,0 0-29 0,0 0 19 16,8 0 17-16,2 11-8 0,-6-11 15 15,-1 1-26-15,-1 2 6 0,1-1-8 0,1 0 14 16,-3 0-23-16,3-1 17 0,2 3 15 0,-3-1-9 16,-1-3-4-16,2 1-3 0,-1 2 2 15,-1 0 2-15,2-2 4 0,-1 1 6 0,-1 0-23 16,3 1 11-16,-1-3 8 0,-1 2 3 15,-2 2-24-15,3-2 12 0,0 0-3 0,-3 1 1 16,4-2-2-16,-2 2 12 0,-1-2-10 0,3 1-1 16,-1 1-9-16,-3 0 18 0,3-2-14 15,0 0 3-15,0 5 9 0,-1-6 8 0,-1 0-17 16,1 4-10-16,0-3 7 0,1 3 30 16,-4-4-15-16,4 3-20 0,0 0 9 0,-2-2 6 15,2 2 20-15,-1 0-35 0,0 1 14 0,0-4-31 16,1 1 33-16,0 1 3 0,-3 2-8 15,3-2 20-15,0 1-10 0,0 0-6 0,0-1-19 16,0 2 38-16,-1-2-18 0,1 0-5 0,-3 2-20 16,3-1 16-16,-1-1 18 0,-1 1-11 0,2-1 13 15,-1 1-16-15,-1-1 6 0,2 0-33 16,1 1 30-16,-4-1 13 0,3 1-33 0,-2 0 24 16,1-2 1-16,-1 4-4 0,2-3-6 15,-1-1 8-15,0 3 9 0,-2-2-6 0,3 1-1 16,0-3-19-16,-2 3 28 0,2-3-29 0,-3 4 18 15,2-3-12-15,1 2 11 0,-2-2 2 0,1 2 3 16,-2-1-2-16,2 0-1 0,0 0-7 0,1 0-11 16,-1-1 16-16,-2 0-17 0,2 0 22 15,-2 2-9-15,3 0 4 0,-1-2-13 0,-3 0 14 16,1 1-23-16,1 0 3 0,0-1 9 16,-1 1 14-16,2-1 9 0,-1 1-1 0,0 0-12 15,1 1-18-15,-2-3 11 0,1 3 15 0,0 1-28 16,-1-3 21-16,2 0-34 0,-2-1 13 15,1 5 34-15,0-5-13 0,-2 2-26 0,1-1 29 16,1 1-21-16,-1 1 17 0,2-2 9 0,-2 2-7 16,0-3 10-16,1 3-13 0,0-2-7 15,-1 0 6-15,2 1-28 0,-2 0 37 0,0 0-6 16,-1-1-14-16,3 2 9 0,-3-3 1 16,0 3 3-16,0-2-1 0,4 1-16 0,-2-1 24 15,-2 0 4-15,2 0-12 0,-1 0-25 0,0 0 14 16,1 2 15-16,-1-1-2 0,1-1 1 15,-2 0 2-15,2 0-10 0,-2 1 2 0,1 0 12 16,0-1-13-16,1 1 7 0,1-1-17 0,-3 1 17 16,0 0-5-16,1-2-21 0,1 3 27 15,-1-3-27-15,0 1 21 0,-1 1 4 16,1-1-18-16,2 0 15 0,-3 2-3 0,0-2 6 16,2 2 3-16,-1-1-11 0,0-1 10 0,0 0-2 15,1-1 2-15,-2 3-22 0,0 0 26 0,2-2-8 16,1 2 0-16,-3 0 11 0,2-2-20 15,-2 2-4-15,2 0 20 0,0-3-25 0,-2 2 15 16,4 1-7-16,-3-3 6 0,0 3 11 0,-1-2-22 16,2 2 6-16,-1-2-2 0,-1 0 27 15,0 1-21-15,0 1 4 0,4-3-24 0,-3 2 13 16,0-1 32-16,1 0-40 0,-2 2 0 0,1-2 25 16,0-1-5-16,1 2 8 0,-1 0 0 15,-1-2-17-15,0 0 16 0,1 1 15 0,1 1 5 16,-2-2-3-16,1 0 7 0,-1 2-10 0,0-2 0 15,0 3 1-15,0-3-8 0,1 0 5 0,-1 0-15 16,-1 0 18-16,2 0 10 0,-1 2 1 16,0-2-10-16,0 1-4 0,0-1 7 0,0-1 0 15,1 1-10-15,-2 0 11 0,1 0-10 16,1 0-11-16,-1 1 11 0,0-1 8 0,0 0-10 16,0 1-11-16,0-1 26 0,0 0-1 0,0 0-22 15,0 1-1-15,0-1-9 0,0 0 11 0,3-1-6 16,-3 2 2-16,0-1 8 0,0-1-4 15,0 1 10-15,0 0-20 0,0 0-13 0,-1 0-13 16,-1-1-22-16,2-2-61 0,0 3 10 0,-2-5-285 16,-2 2 2-16,-5-7 3 0,-1-4 43 15,-4 0 5-15,3-1 44 0,4-6-3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0T02:26:03.520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5734 3427 428 0,'0'0'91'16,"0"0"-14"-16,-13 0 15 0,13 0-12 0,0 0-8 15,0 0 12-15,0 0 3 0,0 0 4 16,0 0-17-16,0 0 4 0,0 0 1 16,0 0-45-16,0 0 24 0,0 0 13 0,0 0 3 15,0 0-10-15,0 0 7 0,0 0-16 0,0 0-12 16,0 0 5-16,0 0 11 0,-11 0-39 16,11 0 21-16,0 0 2 0,0 0-23 0,0 0-6 15,0 0 9-15,0 0 1 0,0 0-10 0,0 0-4 16,0 0 25-16,0 0-24 0,0 0 1 15,0 0-3-15,0 0 4 0,0 0-13 0,0 0 5 16,0 0 16-16,0 0-3 0,0 0-16 0,0 0-18 16,0 0 30-16,9-18-7 0,-3 18-34 15,-1 1 31-15,2-1 1 0,2 3-17 16,0-3 14-16,8 0-6 0,4 0-2 0,2 0 17 16,1 0 0-16,1 0-34 0,-2 0 26 0,5 0 0 15,-3 0 23-15,1 0-19 0,-1 0-9 0,1 0-3 16,0 0-5-16,31-17 9 0,-29 14-5 15,0 3 5-15,1-1 13 0,-1-2-7 0,4 1-26 16,-3-1 25-16,1-1-1 0,-2 4 4 16,-2-1-9-16,0-6 3 0,-2 5-37 0,-2-1 30 15,-2 3 5-15,2 0 5 0,-3-3-1 16,3 0-15-16,-3 1 32 0,-6 2 0 0,0 0-53 16,-3 0 32-16,-1-2 15 0,0 2-33 15,-9 0 22-15,9 0-4 0,-9 0 5 0,7 0-6 16,0 0 2-16,-7 0-4 0,8 0 0 0,-8 0 23 15,8 0-7-15,-8 0-19 0,7 0 11 0,-7 0-14 16,8 0 23-16,-8 0 5 0,0 0-28 16,5 0-16-16,-5 0 26 0,0 0 0 0,0 0-30 15,9 0-15-15,-9 0 23 0,0 0-38 16,0 0 6-16,0 0 5 0,0 0-48 0,0 0 1 16,6 0-35-16,-1 2 0 0,-5 0-54 0,0-2-136 15,0 0 11-15,-1 0 2 0</inkml:trace>
  <inkml:trace contextRef="#ctx0" brushRef="#br0" timeOffset="1015.593">6514 3242 277 0,'0'-1'187'0,"-1"-2"-33"15,-1 3-30-15,0-1-17 0,1-1 25 16,1 1-39-16,-2 1-10 0,1 0 6 0,1 0 3 16,0-3-11-16,0 3-2 0,0 0 28 0,-1 0-22 15,1 0-1-15,-2 0-1 0,2 0-25 16,0 0 16-16,0-1-10 0,2 1-10 0,-2 0 8 16,0 0-22-16,-2 0-15 0,2 0 3 0,-1-2 15 15,2 4-9-15,-2-2-14 0,0 0 0 16,1 0 7-16,0 0-7 0,0 1 7 0,0-1-10 15,0 0-21-15,0 0 18 0,2 0-1 0,0 0-20 16,-1 0 7-16,0 3 4 0,2-3 7 16,-1 1 6-16,1 1 5 0,1 0-15 0,-2 2-20 15,3-1 26-15,1-3-8 0,-3 3-1 16,1-1-25-16,9 6 30 0,-2-3-16 0,2 2 22 16,1-1-18-16,-2-1-2 0,-3 0 16 0,5 0-8 15,-4 0-10-15,-1-1 21 0,0-4-13 0,-1 3 15 16,-2-1-3-16,-1 1-11 0,0-3-19 15,-1 0 7-15,0 1 20 0,1-1-1 0,-2 2-11 16,-3-2 16-16,0 0-10 0,0 0-6 0,0 0-19 16,0 0 22-16,6 0 5 0,-6 0-21 15,7 0 29-15,-7 0-23 0,0 0 3 16,0 0-10-16,0 0 24 0,0 0-31 0,12 9 34 16,-8-9-22-16,-4 0 10 0,1 2-13 0,-1-2 2 15,3 2 4-15,-3-2 12 0,3 3-6 0,-5-1 2 16,4-2-25-16,0 1 33 0,-2 0-33 15,0 0 26-15,0-1 0 0,0 0-2 0,0 1-3 16,3-1-3-16,-3 0 19 0,-2 1-22 16,2-1 4-16,2 3-2 0,-2-3 13 0,0 0-20 15,0 0 15-15,1 0 7 0,-1 1-21 0,0-1 19 16,0 2-16-16,0-1 0 0,0-1 4 16,1 0 15-16,0 0 0 0,-1 1-4 0,3-1-6 15,-3 0-1-15,0 0-20 0,0 0 17 0,0 0 14 16,0 0-2-16,0 0-7 0,0 0 0 15,0 0 14-15,0 0-14 0,0 2 0 0,0-2-9 16,0 0-15-16,-1 0 31 0,1 1 1 0,-2 0-10 16,2 0-1-16,-1 1 16 0,0 0-10 0,-2 1-5 15,2 1 2-15,-8 7 3 0,0 0 1 16,-1 3 4-16,-3-3-26 0,0 3 12 0,3 0 13 16,-1-1 0-16,-2 2-2 0,1 1 6 0,0 1-26 15,0-1 20-15,0-1-15 0,0 1 7 16,2 0 3-16,0-2 3 0,0 0 13 0,0-1-29 15,2-3 10-15,2-1-9 0,1-1 17 0,0-3-4 16,1 2-6-16,1-4 12 0,1-1 2 16,1 1-20-16,-1-1-4 0,1 0 17 0,0-2 28 15,1 2-25-15,-2-1-7 0,2 1 24 0,0 0-7 16,-1 0-8-16,0-2-10 0,0 1 18 16,1 0-20-16,-4-1-26 0,4 0-41 0,0 1 9 15,0-1-68-15,4 0-30 0,-4-1-126 0,3 1 22 16,-1-1 20-16,-1 0 16 0,3-3 13 15</inkml:trace>
  <inkml:trace contextRef="#ctx0" brushRef="#br1">7776 3268 291 0,'0'0'59'15,"-14"0"22"-15,14 0-9 0,0 0-41 0,0-15 21 16,0 15 35-16,-27-19-28 0,24 16 2 0,1 0-44 15,0 2 25-15,-1-2-3 0,-1 0 24 16,2-1 11-16,0 1 9 0,-1 1 4 0,-1-1 17 16,3-1-64-16,-1 1 50 0,-1-1-9 0,2 2 8 15,-2-1-5-15,2-1 12 0,0 2-6 16,-2-1 10-16,2 0-6 0,-2 2-14 0,2-3 8 16,0 4-13-16,-1-1-21 0,2-1 10 15,-1 0-1-15,0 0-13 0,-4 1-3 0,5 0 2 16,0 0-26-16,0-1 18 0,-1 2-16 15,-1-1 1-15,2 1 1 0,0 0-8 16,0-1-21-16,0 1 20 0,0 1-4 0,3 0-18 16,-3-1 14-16,5 2 15 0,-1 0-29 0,0-1 9 15,-1 1-15-15,1 3 26 0,12 1-9 0,-5 3 2 16,1 0-14-16,2 0 13 0,0 1 4 16,-3 1 3-16,1 2-11 0,-2-3-4 0,4 0-6 15,-4-2 6-15,3 1 4 0,-3 0-3 16,-2-1 3-16,-2-1 7 0,6-1 4 0,-6 1-16 15,-1-3 15-15,1 0-4 0,0-4-4 0,-4 3-6 16,1 0 3-16,-1-2-1 0,1 1 9 16,-2 2-9-16,2-4 9 0,-2 1 19 0,-1 1-10 15,3-1 7-15,-2-1-2 0,0 1 42 0,-1 1-40 16,2-1 2-16,-1-1-12 0,-1 0 22 16,1 0-3-16,-2-1-21 0,1-1 25 15,0 1-44-15,0-2-9 0,-1 2-4 0,1-3-24 16,0 2-24-16,-2 1-20 0,2-4-23 0,0 3-26 15,0-1 11-15,0 0-124 0,0 3-121 16,0-4-15-16,2 0 32 0,0 3 59 0,1-3 15 16,0 1-87-16</inkml:trace>
  <inkml:trace contextRef="#ctx0" brushRef="#br1">8292 3142 259 0,'-1'-1'118'0,"2"1"-22"16,-1 0-15-16,0 0-8 0,0 0-9 15,0 0 94-15,1 0-6 0,-1 0 6 0,0 0-43 16,0 0-3-16,0 0 0 0,0 0-23 0,0 0 5 15,-1 0 1-15,0 0-5 0,-1 1-11 0,-1 1 6 16,2 1-48-16,-3-1 5 0,0 1 19 16,0 0-18-16,-8 4-11 0,5-2 9 0,0-1 10 15,-2 1-18-15,-1 4-24 0,1-1 7 16,-2-1 13-16,-1-2-15 0,5 2 3 0,-6 0 8 16,1 2-13-16,2 1 7 0,4-5-7 0,-5 3-16 15,3 0 23-15,1-3-3 0,2 0-7 0,0-1-1 16,1-2-1-16,0 3 21 0,0-3-45 15,2 0 31-15,-1-1-34 0,-1 2 20 0,2 0 4 16,-2 0-8-16,1-1 4 0,0 3 26 16,-1-2-26-16,0 2 11 0,2-2-2 0,-1-1 9 15,-1 2-12-15,1-1-16 0,1 1 12 16,-1 1 3-16,-1-1 4 0,2 0 0 0,-2 0-14 16,0 0 24-16,2-2-16 0,-1 0 5 0,-1 3 2 15,3-2 2-15,0-2-2 0,-2 3-11 0,1 0-1 16,-1-4 14-16,0 4 5 0,3-2-5 0,-2 2 9 15,0-1-17-15,-1-2-10 0,3 2-3 16,-3 0 18-16,3-3-5 0,-1 1-16 16,0 0 22-16,0-1-11 0,-1 3-1 0,2-2 20 15,-1-1-3-15,0 2-15 0,-1-2 10 0,2 1-11 16,-1-1-57-16,1 0-15 0,0 0-10 0,0 0 7 16,1 0-146-16,-1 0-160 0,3-3 28 15,-2-1 24-15,-1 2 18 0,0-6 10 0,0 1 4 16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0T02:34:02.04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15254 7524 287 0,'0'0'183'0,"0"0"-37"16,0 0-32-16,0 0-35 0,0 0 29 15,0 0-28-15,13 0 11 0,-13 0-9 0,0 0-10 16,0 0-14-16,0 0-1 0,0 0-21 0,0 0-3 15,0 0 29-15,0 0-23 0,0 0 40 16,0 0 5-16,0 0-60 0,0 0 6 0,0 0 17 16,0 0-5-16,0 0 24 0,0-12-8 15,0 12-29-15,0 0 3 0,0 0-31 0,0 0 35 16,0 0-7-16,0 0-11 0,0 0 4 0,0 0-17 16,0 0-37-16,0 0-24 0,0 0 25 0,0 0-17 15,0 0 5-15,0 0-23 0,0 0-36 16,0 0-12-16,0 0 10 0,0 0-62 0,0 0-35 15,0 0-116-15,0 0 0 0</inkml:trace>
  <inkml:trace contextRef="#ctx0" brushRef="#br0" timeOffset="968.72">15416 7354 357 0,'0'0'146'0,"0"0"-39"0,0-12 17 0,0 12-35 15,0 0-7-15,0 0-14 0,0 0 32 0,0 0-10 16,0 0-32-16,0 0 24 0,0 0 2 16,0-13-10-16,0 13-34 0,0 0 28 0,0 0 14 15,0 0-27-15,-1-18-15 0,-4 17 14 16,2 1-11-16,-3-2 1 0,3 2 17 0,-2 0-8 15,0 0-11-15,5 0-6 0,0 0-6 0,-9 0 2 16,1 0-29-16,-4 0 18 0,-17 10-14 16,15-3 25-16,4-4 0 0,-6 2-4 0,10-1-6 15,-3-1-14-15,3 2-3 0,2-3 18 0,-2 2-6 16,2-2-3-16,-1 3 20 0,5-2-25 16,-3 0 3-16,2 2-8 0,-2 0 11 0,-1-2-4 15,4 2-16-15,-2-1-8 0,2-4 25 16,0 0-7-16,0 6-3 0,0-6 0 0,0 8 5 15,0-1-7-15,13 3-1 0,-3 0 19 0,2-4-17 16,-6-2-17-16,0 1 13 0,0-3 1 16,-1 0 12-16,2 1 1 0,0 0-7 0,-2-3-5 15,0 0-10-15,2 1 14 0,-3-1-9 0,5 1 1 16,-3 1 10-16,9 0-17 0,-15-2 2 16,11 0 10-16,-2 0 12 0,0 0 8 0,-1 0-18 15,-2 0-2-15,1 0-5 0,-7 0 3 0,6 0-23 16,3 0 45-16,-9 7-11 0,15 3-1 15,-12-7 6-15,2 1-14 0,-3-1-16 0,2 0 24 16,0 1-8-16,-1 1 20 0,-1-1-7 16,-2 2-20-16,0 0-13 0,0-6 27 15,0 0-14-15,0 8 25 0,0 4-4 0,-16 13 21 16,8-15-20-16,0-1 17 0,3-1-12 16,-7 1 4-16,1-1 14 0,-2 1-4 0,3 0-7 15,-2-4 20-15,4-2-21 0,-2 2 25 16,3-2 1-16,1 0-15 0,-2-2 15 0,2 2-21 15,1-3-14-15,-3 0 7 0,4 0 6 0,-5 0 0 16,4 0 7-16,5 0-27 0,0 0 24 0,-6 0-38 16,6 0 12-16,-8 0-5 0,8 0 0 15,-6 0-25-15,6 0-13 0,-8 0-18 0,8 0-31 16,0 0-30-16,-8 0 7 0,8 0-21 16,0 0 12-16,0 0-74 0,0 0-108 0,0 0-77 15,-9-4 22-15,9 2 25 0,3 1 12 0,3-2-8 16</inkml:trace>
  <inkml:trace contextRef="#ctx0" brushRef="#br0" timeOffset="1359.338">15596 7439 428 0,'-2'-4'240'0,"-1"0"-38"16,-1 0-5-16,4 2-28 0,-2-3-15 0,1 2-18 15,-2 1-11-15,2-2-10 0,-1 3-21 16,1-2-25-16,0 0 21 0,1 3-27 0,-1 0 0 16,1 2-19-16,0-1 10 0,0 0-15 15,0 2 2-15,0 1-24 0,0-2 6 0,1 1 14 16,0 3-15-16,0 0-3 0,1-1 8 0,-1 0 7 15,5 11-3-15,-3-4-1 0,1 3-15 16,-2-3 4-16,3 1 4 0,1-2-3 0,-4-1-8 16,-1-5 5-16,2 4-4 0,0-4 0 0,-2 3-16 15,0-5 15-15,0 1 2 0,3-1 0 16,-1 3-6-16,-2-4-4 0,0-1-15 0,-1 1-2 16,3 1-5-16,-3-2-15 0,0 1-38 0,0-2 9 15,0 0-79-15,0 0-27 0,0-3-95 16,-3-1-113-16,3 3 23 0,-2-2 1 0,1-1-21 15</inkml:trace>
  <inkml:trace contextRef="#ctx0" brushRef="#br0" timeOffset="1749.947">15534 7311 348 0,'0'-1'159'0,"-1"1"-26"0,1-2-17 0,1 2-46 16,-1-1-8-16,2 1 9 0,1 0-9 16,0 0-7-16,0 0-6 0,-2 1-26 0,3-1-2 15,1-1 24-15,-1 1-7 0,2-3 24 16,-3 3-16-16,4-2 0 0,-5 2-2 15,2-3 12-15,-1 3-12 0,0-4-13 0,1 1-19 16,-1 2 16-16,-1-4 6 0,1 4 11 0,-2-5-30 16,2 3 17-16,1 0-7 0,-4 0 23 15,0-2-20-15,0 2-11 0,-2 1 2 0,2 2 19 16,0 0-16-16,0 0-26 0,0-7 12 16,-10 0 24-16,6 6-10 0,0-1-8 0,2 2 4 15,-2 2-10-15,1-2-27 0,0 1 10 0,-4 0 0 16,6 2-81-16,-1 0-51 0,-2 1-7 15,1-1-84-15,0 0-101 0,2 2-1 0,0-1 58 16</inkml:trace>
  <inkml:trace contextRef="#ctx0" brushRef="#br0" timeOffset="2312.429">15806 7475 422 0,'0'3'188'16,"0"-2"-30"-16,-2 3-65 0,2 0 39 16,-3 1-28-16,2-2-13 0,1 3-31 0,0 0 26 15,0-1-53-15,0 0 32 0,-2 2-37 0,2-7 33 16,0 0-48-16,0 7 30 0,0-2 18 0,0-5-3 15,0 6-28-15,0-6 13 0,0 8 11 0,0-8-12 16,0 6 30-16,0-6-12 0,0 0 10 16,0 0-16-16,0 0-9 0,-4 9 2 15,4-9-14-15,-2-3 0 0,1-1 3 0,-1 3-28 16,0-3 5-16,-1 0-2 0,2-3 13 16,0 4-20-16,0-4-6 0,1 2 7 0,0-2 13 15,0 7-12-15,0-7 11 0,0 1-20 0,0 0 12 16,0 6 11-16,16-26 0 0,-11 17-13 15,3-4 2-15,-1 6-13 0,-2 2 11 0,2 0-22 16,-4 1 24-16,2-1-18 0,0 4 20 0,-2-1 1 16,3-2-23-16,-2 4-8 0,-1 0 26 15,-3 0-21-15,0 0 27 0,7 0-3 16,-7 0-30-16,18 12 26 0,-14-8-22 0,5 9 34 16,-3-2-6-16,1 1-10 0,0 1-4 0,-2-3 2 15,-1-2 17-15,-1 1-11 0,-1-1-7 16,-1-1-1-16,3-1 6 0,2 7-4 0,-4-2-8 0,2-3-3 15,-3-3 14-15,-1 1 2 0,0-4-7 16,1 3-4-16,0-2 1 0,2 0-48 0,-3-1 22 16,0-1-8-16,0-1-43 0,0 0 7 15,0 0-88-15,0 0-138 0,0 0-63 0,9-10 37 16,-9 6 36-16,3 1 9 0</inkml:trace>
  <inkml:trace contextRef="#ctx0" brushRef="#br0" timeOffset="2765.54">16154 7400 299 0,'-7'-2'214'0,"1"-1"-66"15,0 3-7-15,-1-2-33 0,2 1 22 16,-2 0-40-16,3 1 14 0,-2-2 1 16,3 2-17-16,3 0-2 0,0 0 3 0,-9 0-16 15,9 0-12-15,-11 0-7 0,5 0-7 0,6 0 2 16,-9 0-11-16,-6 11 8 0,11-7-29 0,-6 5 16 16,2-2-11-16,0 0 10 0,7 1-6 15,-1-2-3-15,-1-1-5 0,-1 1-2 0,4 2-23 16,0-3 15-16,0 0-1 0,0 0 7 15,0-5-9-15,0 0 13 0,0 10-17 0,0-5 24 16,0-5-12-16,12 18-6 0,-7-14-1 0,5 5-1 16,-1-3 11-16,-1-1-5 0,0-2-11 15,-1-2 25-15,1 3-10 0,-2-4-17 0,2 1 4 16,-3 0 10-16,-1-1-1 0,2 0 15 16,-2 0-27-16,5 0 9 0,-9 0-26 0,0 0 36 15,6 0-20-15,-6 0 9 0,7 0-37 0,-7 0 6 16,8 0 1-16,-8 0 3 0,8 0 3 15,-8 0-165-15,0 0-125 0,7 0-31 0,-7 0-3 16,7 0 16-16,-7 0 7 0</inkml:trace>
  <inkml:trace contextRef="#ctx0" brushRef="#br0" timeOffset="3281.152">16259 7478 232 0,'1'-3'172'0,"0"3"-25"16,2 0 10-16,-2-1-66 0,2-2 10 15,2 2-10-15,-4 1-21 0,4-2-3 0,0 1-20 16,-1 1-6-16,0-1-10 0,2 0 3 16,0-3 14-16,0 4 9 0,-2-1-1 0,3 1-30 15,-2-3 26-15,2-1-3 0,-2 3-54 16,6-6 31-16,-3 3-3 0,0-1 7 0,-3 2 6 15,-3-2-38-15,3 2 5 0,-2-4-3 0,0 4-17 16,-3-1 55-16,0 0-30 0,1 0-8 16,-1 4 7-16,0 0 3 0,0-8 11 0,0 8-27 15,0-9 39-15,-13 0-32 0,9 6 19 0,-3 0 4 16,-2-6 8-16,-2 5 4 0,1 2-1 16,3 0-13-16,0 2 18 0,1-1 10 15,6 1-14-15,-7 0-7 0,7 0 1 0,-25 11-12 16,11-4-12-16,2 0 13 0,2 4 6 0,1 0 2 15,0 1-17-15,3 1-15 0,2-3 24 0,-1 0 6 16,2-3-20-16,3 2 0 0,0-2 16 16,0-7-15-16,12 19-13 0,-3-7-3 0,-2-3 28 15,6-1 1-15,-3 0-6 0,3-3 8 16,1 2-9-16,2-1-4 0,-6-3-16 0,4 2 28 16,0-2-4-16,-8 1-1 0,4-3 1 0,1-1-16 15,-4 0 21-15,-7 0 5 0,12 0-27 16,3 0 21-16,0 0-2 0,2 0-12 0,12-10 5 15,-18 5-13-15,-2 4-11 0,-4-1-10 0,2-2-46 16,-4 3-11-16,2-1 6 0,-5 2-200 16,3-2 20-16,-3 2 19 0,-2-2-105 0,0 1 12 15,-2 0 5-15</inkml:trace>
  <inkml:trace contextRef="#ctx0" brushRef="#br0" timeOffset="4843.608">17248 7532 483 0,'0'-1'137'0,"2"-3"-9"16,1 1-1-16,-3 0 16 0,0-1-23 0,0 2 4 15,0-2-16-15,0 0-14 0,-3-1-5 16,1 2-1-16,2-3 1 0,-3 3-28 0,2-1-11 15,-6 1-37-15,5-2 40 0,-2 2-39 16,1 2-3-16,-3-5 19 0,2 5 22 0,-3-1-49 16,2 1 30-16,-2-2 8 0,2 3-36 0,-1 0 43 15,6 0-34-15,0 0 14 0,-14 0-36 16,-13 17 26-16,19-16-2 0,2 6-15 0,-4 4-15 16,1 2 34-16,5-3-12 0,-1-2-8 15,2 3 16-15,2-2-3 0,1-1 10 0,0-8-25 16,0 6 24-16,0 0-19 0,0 1 0 0,0-7-25 15,0 8 25-15,10 4-12 0,-7-8 7 16,12 3 0-16,-2-5-9 0,-4-2 19 0,-9 0 6 16,7 0-11-16,1 0-11 0,0 0 6 15,12-16-5-15,-9 7 3 0,0 1 10 0,-1-2-28 16,-5 1 9-16,-2-1 21 0,2 5 3 0,0-1-16 16,-1-1 15-16,-2 6 2 0,1-5 13 0,-2 4-3 15,1-2 3-15,-1-1 4 0,-1 3-15 16,3 1 1-16,-3 1 14 0,1-4-16 0,-1 2 4 15,1 2 21-15,-1 0-30 0,0 0 7 16,0 0 2-16,0 0 5 0,0 0-17 0,5 10 11 16,-2-5-4-16,-2-2 4 0,4 2-18 0,-3-2 9 15,2 1-15-15,-1 0 2 0,0 1 2 16,8 3 10-16,-2-6-39 0,-1 2 26 0,-3 0 9 16,1-4-2-16,3 0-25 0,-9 0 26 0,0 0-15 15,12 0 17-15,8-15 16 0,-11 11-20 0,-5-2-14 16,1 0-3-16,0 0 31 0,-2 1 7 15,-1-1-15-15,3-9 10 0,-3 3 7 0,-1 0-4 16,-1 2-5-16,0 10 15 0,0-15-9 16,0-2-1-16,0 0 1 0,0 2-3 0,-11-18 7 15,5 14-2-15,3 3 10 0,-4-2 6 0,2 3-14 16,0 1 9-16,-1 6 19 0,0-6-24 0,3 7 6 16,-1 0 28-16,2 1-5 0,0 2-34 15,2 3 13-15,-1-1 4 0,1 0-9 0,-3 0-10 16,3 2 0-16,0 0-20 0,0 0 3 15,-5 14 16-15,2-7-3 0,1 11 12 16,2 2-29-16,0-9 20 0,0 1-11 0,0 5-9 16,0 2 12-16,13 17-18 0,-10-19 3 0,4 3 4 15,-2-4-4-15,4 0 12 0,-4-1 13 16,1-1-17-16,1 0 9 0,-1-2-17 0,4-2 2 16,-3 0 13-16,-2-2-12 0,0-7 1 15,9 9-17-15,-4-3 12 0,2-4-3 0,-2-2-6 16,-1 0-18-16,1-1 9 0,0 0 4 15,5 0 5-15,14-9-9 0,-13 3-2 16,-1-1 6-16,1 2-10 0,-6-5 8 0,-2 4-6 16,5-6 18-16,-5 1 12 0,-6 1-8 0,2 2 0 15,-1-2-13-15,-3-9 7 0,0 11 11 16,0-2-6-16,0-5 11 0,0 1 21 0,0-2-21 16,-15-16 13-16,9 15 9 0,-4-1-2 0,6 2 21 15,-2 2-30-15,-1-1 4 0,-2 1 29 16,5 3-31-16,-1 2-1 0,0 4 7 0,3 1 20 15,-1-2 0-15,0 4-25 0,2-1 8 0,-3 0 11 16,2 1-19-16,1 1 1 0,-1-2-14 16,1 2 6-16,0-1-14 0,1 2 33 0,0 0-33 15,0 0 13-15,0 0 11 0,-5 15-39 16,5-10 47-16,0 3-18 0,1 8 5 0,-1-7-28 16,0 4 29-16,0 4-30 0,0 0 15 0,0 4 19 15,11 16-18-15,-7-16-4 0,0-4-14 16,2 3 28-16,1-2-1 0,-2 0-30 0,3 0 7 15,-2-2 31-15,3-2-46 0,0 2 38 0,-3-3-24 16,1 0-4-16,0-3 22 0,-1-3-14 16,-3 0 14-16,-1-2-35 0,0-2-7 0,1 1-11 15,-2-3-11-15,1 1-9 0,-2-1-18 0,2 0-23 16,-1-1 10-16,-1 0-156 0,0 0-171 16,0 0 30-16,13-11 27 0,-2 2 0 0,-3-2 25 15,1-3 13-15,4 3 5 0</inkml:trace>
  <inkml:trace contextRef="#ctx0" brushRef="#br0" timeOffset="5281.095">18319 7153 287 0,'3'-7'342'0,"-3"3"-51"16,0-4-36-16,0 3-22 0,0 0 15 0,0 1-55 16,0-1-12-16,0 1 1 0,0 1-32 0,0-1-10 15,0 4-17-15,0 0-4 0,0 0-18 16,0 0-31-16,0 0 0 0,0-7 8 0,0 9-14 15,0 2-5-15,0 1 4 0,0 2 24 16,0-2-18-16,2 19 1 0,-2-16-32 0,0 6 6 16,0 5-8-16,0-2-4 0,0 2 35 0,0 2-13 15,0-2-19-15,0 1-5 0,0 1-4 0,0-5-2 16,13 18-14-16,-12-15 10 0,3-7 1 16,-1 5 19-16,-1-6-24 0,2 0-14 15,-1 4-24-15,1-6 18 0,-2-2 2 0,0 1-23 16,0-2-14-16,4-2-8 0,-4 0-15 0,0-1-27 15,2-3-18-15,-1 1-29 0,0 1 13 16,5-2-105-16,-8 0-106 0,0 0-87 0,8 0 30 16,3-10 23-16,0 0 20 0,-5 3 27 15,-4-1 11-15</inkml:trace>
  <inkml:trace contextRef="#ctx0" brushRef="#br0" timeOffset="6234.19">18089 7348 455 0,'-1'-1'229'0,"1"-1"-94"0,3 0 28 16,1 1-40-16,16-5-12 0,0-5-39 0,6 4 12 15,-1-1 3-15,0 0-16 0,1 0-34 0,1-1 34 16,0 0-36-16,-1-4-16 0,2 7-14 0,-3-5-25 15,-3 0 48-15,-2 3-13 0,1-6-1 16,-3 4-1-16,-6-1-9 0,0 1 15 16,-5 1-42-16,3-4 2 0,-5 3 7 0,-1 1 44 15,-3 0-30-15,-1 2 60 0,1 2-9 0,-1-2-11 16,0 7 22-16,0 0-13 0,0-6-34 0,0 6 24 16,0-8 3-16,0 8 3 0,0-8 6 15,0 8-43-15,0 0 23 0,0-7-5 0,0 7-4 16,0 0-4-16,0 0-8 0,-6-10 7 15,7 11 4-15,-1 2-3 0,0 0 9 0,1 2-14 16,1 2-27-16,-2-1 16 0,4 10 0 0,-2 3 15 16,1-3 2-16,-1 2-17 0,1 2 17 0,2 2-9 15,-2-5-3-15,0 1-16 0,2 0 25 16,-3-3-16-16,0-1 4 0,1-4 0 0,-3-2-5 16,2-3 20-16,0 3-21 0,0-3-10 15,-2-1 23-15,2-1 3 0,-2-1 4 0,1 1-11 16,1-3 11-16,-2 0 7 0,0 0-16 0,0 0-6 15,1-3 7-15,2-1-1 0,-3-1-20 16,5 2-29-16,3-11 7 0,-2 5 25 0,3-6-10 16,-2 6-18-16,3 1 42 0,-6 3-30 15,1-2 13-15,-1 5 14 0,-2-1-12 0,2 3 7 16,-3-3-22-16,2 3 11 0,-3 0-23 16,0 0 36-16,0 0-5 0,0 0 20 0,15 12-4 15,-11-9-12-15,6 8-1 0,-5-4-32 0,-1 2 3 16,3-2 39-16,0 5-8 0,1-1-2 0,1 3 14 15,-3-5-4-15,-1-1-22 0,6 3-7 16,-2-1 23-16,0 1 7 0,2-4-4 0,-1 4-30 16,-3-4 36-16,-1-2-8 0,2 0 9 0,-2-3 10 15,-1 1-15-15,2-1 6 0,0-1-10 16,-2 0-3-16,2-1 0 0,-7 0 16 0,6 0-17 16,6 0 9-16,14-12 7 0,-11 6-3 15,-5 1-4-15,1-1-11 0,3-3-16 0,-5 1 22 16,0-4 1-16,0 2 2 0,-2 1-2 0,1-1-3 15,-6-3 0-15,0 2-18 0,-2 3 27 16,0 8-7-16,0-8-6 0,0-3 14 0,0-1-2 16,-15-4 12-16,11 11 4 0,0 0-19 0,-1 0 8 15,1 3-5-15,-3 2 10 0,1-1-7 16,0 1-6-16,6 0-1 0,-19 9-3 0,6 2-22 16,4 0 31-16,1-2-26 0,3-2 15 15,2 3 13-15,-1-4 8 0,1 1-28 0,3 0-7 16,0-7 36-16,0 7-8 0,0 6-14 0,19 12 13 15,-8-14 5-15,4 0-3 0,2-4 4 0,4 0-13 16,-1-2 16-16,4-1-4 0,0-1 10 16,2-3-14-16,-2 2 9 0,-11-2-11 15,6 0 11-15,2 0-5 0,-1 0 2 0,22-14 7 16,-24 11-16-16,-1 0 1 0,-5-1-1 0,4 2-8 16,-4-3 13-16,-2 4-6 0,-5-3-26 15,-1 1-48-15,-3 2-41 0,2 1 11 0,-3-3-259 16,-3 0 25-16,2 3-67 0,-6 3 26 0,-1-3 17 15,-11 0-7-15</inkml:trace>
  <inkml:trace contextRef="#ctx0" brushRef="#br0" timeOffset="7984.142">20082 7253 585 0,'-3'-4'360'0,"0"0"-78"0,3 1-13 16,-3-1-56-16,2 1-21 0,1 1-15 0,0-2-5 15,0 3-54-15,0 1-14 0,1 1 8 0,0 3-1 16,3-1-35-16,5 9-15 0,0 0-16 15,1 1 7-15,1 1 14 0,-2 1-6 0,3 1-9 16,-1 1-12-16,1-1 3 0,1 0-26 16,-1-1 22-16,1-2 2 0,-1 0-23 0,1-4 12 15,-3 1-23-15,-3-2 12 0,-2-5 1 0,2 1-3 16,0-1 14-16,-2-2-24 0,-4-1-5 16,-1 0 2-16,0 0 20 0,0 0-30 0,18-19 21 15,-10 7-16-15,-3-5 17 0,-1 4-18 16,1-6 2-16,-1 3 11 0,6-2-20 0,-8 4 8 15,1 4 1-15,1 1-7 0,-4 2 8 0,1-2-5 16,-1 3-5-16,3 3-1 0,-3-1-3 16,1-1-1-16,2 0 5 0,-2 1-11 0,1-2 25 15,3 2-10-15,-2 1-8 0,1 2-7 16,-2-3 9-16,2 2 5 0,1 1-5 0,-1-1-13 16,2 1 19-16,-2 1 4 0,1 0-3 0,-5 0-12 15,0 0-1-15,8 0 3 0,-1 0 10 16,0 0-19-16,1 0 7 0,-2 0 4 15,1 0-4-15,-1 0-7 0,3 0 5 0,-4 0 3 16,3 0-12-16,-2 0 6 0,-6 0 10 0,10 0-3 16,6-11 4-16,-14 9-4 0,1-1 4 0,3-1 15 15,-3-1-9-15,1 2 4 0,-2 1 2 16,-1-2 4-16,1 1-7 0,-1-2 3 0,-1 2-19 16,1 1 10-16,-3-1 11 0,2 3 7 15,0 0-15-15,0 0 11 0,-9-4-7 0,7 4-4 16,0 0 5-16,-3 1 2 0,2 3-14 0,1-2 15 15,0 3-13-15,-1-2 9 0,1 3-13 0,-3 11 22 16,1-4-23-16,-2 3 21 0,3-3 1 16,2-1-12-16,1-3-7 0,-1 1 16 0,1-10-10 15,0 10 8-15,0 1 6 0,0 1-3 16,18 13-1-16,-11-14-7 0,0-5-8 0,2 1 15 16,-3-1-9-16,8-1 4 0,-2-2 4 0,1-3-2 15,-2 0 0-15,2 0-12 0,6 0 5 0,19-11-13 16,-16 3-11-16,0-2 6 0,0-1-2 15,-2-1 22-15,-2 0-5 0,-3-1 12 0,-1-1-19 16,2 2-4-16,-7-2 12 0,-1 0-11 16,-1-1 0-16,-3-3 16 0,-2 8 7 0,-2 10 11 15,0-10-27-15,0 1 18 0,-11-12-3 0,3 8-1 16,0 4 14-16,-1 1-10 0,2 3-15 0,-3 1 0 16,3 1 14-16,2 1 8 0,-4 2-15 15,9 0-5-15,-6 0 5 0,6 0-5 0,-9 0-17 16,-5 11-19-16,11-5 20 0,1-1-40 0,-3-1 16 15,5 1 1-15,0 0 9 0,-2 3-16 16,2-8 12-16,0 12-9 0,0 0 23 0,18 14-3 16,-14-14-17-16,2 0 30 0,3 0-2 15,-2-1-1-15,3-1 0 0,0-1 21 0,3 0-52 16,-4-2 44-16,4 3-18 0,-3-5 12 0,0 2-5 16,3 3 18-16,-3-5-39 0,0 2 26 15,2 0 15-15,-1-1-6 0,-3-4 13 0,0 3-49 16,1-3 47-16,-2-1-14 0,1-1-8 15,-8 0 37-15,10 0-21 0,6 0-15 0,15-13-28 16,-14 4 6-16,-4-2 12 0,1-1 11 16,-3 4 47-16,0-7 4 0,-4-1-2 0,1 0-25 15,-3-1 33-15,-1 0-2 0,-3 0-8 0,1-3 20 16,-2 11 2-16,0-7 9 0,0-1-11 16,0-4 1-16,-12-20-8 0,6 17 9 0,-1 1 6 15,0 2-4-15,-2 0 3 0,2 3 1 16,0 0 10-16,0 5-14 0,-1 1-6 0,3 5 1 15,0 0 23-15,2 1-22 0,1 2 10 0,1 1-13 16,-2-1-17-16,2 4-13 0,1 0-6 0,0 0-9 16,0 0 35-16,-9 24-19 0,4-9-11 15,2 2-6-15,1 6 2 0,-1-5-5 0,3-8 5 16,0 7 9-16,0 2 2 0,0 2-5 16,17 23-14-16,-11-20-2 0,1-2 7 0,3 0-5 15,0 1 13-15,-1-3 5 0,3 0-30 0,-3-3 7 16,5 1-4-16,-2-2-3 0,0-2-17 15,1-3 1-15,0 0-10 0,0 0 7 0,-4-5 13 16,0-3-9-16,-1-3 5 0,-8 0-16 16,8 0 14-16,-1 0-4 0,14-9 5 0,-11 0-8 15,-1 2 17-15,4-3 3 0,-3-2-3 0,-1 1-10 16,-2-5 14-16,0 4 1 0,-4 1-13 16,0 1 16-16,0 3 4 0,-3 1-5 0,3 1 13 15,-3-1 7-15,0 4-4 0,1-4 9 16,-1 4-4-16,0 0-10 0,0-2 7 0,0 4-9 15,0 0-8-15,0 0 0 0,0 0 5 0,0-3 2 16,1 4-4-16,1 1 8 0,-1 4 2 16,-1-4-13-16,2 5 10 0,1 0-3 0,3 6 0 15,3 1-9-15,-1-2-1 0,2-1 16 16,0-1-6-16,-2-3 8 0,1-2-18 0,2 1 3 16,0-4-33-16,-1 1-15 0,-1-3 4 0,-9 0-80 15,7 0-73-15,0 0-96 0,14-12-80 0,-11 2 30 16,2-3 13-16,-4 0 24 0,-2-4 7 15</inkml:trace>
  <inkml:trace contextRef="#ctx0" brushRef="#br0" timeOffset="8202.884">21354 7059 412 0,'-1'0'190'0,"-2"-2"-37"15,-1 1-56-15,2-1 4 0,-2 1-9 16,4 0-76-16,2-1-61 0,0-1-57 0,0 1-196 15,-1-1 0-15</inkml:trace>
  <inkml:trace contextRef="#ctx0" brushRef="#br0" timeOffset="8406.002">21013 7120 320 0,'3'0'187'0,"1"-2"-33"0,3 1-34 0,8-4-10 16,-2 1-47-16,5-1 5 0,-2-3-7 0,7 8-59 16,-2-6-15-16,-2 1-68 0,2-2-62 0,0 1-185 15,-3 2 18-15</inkml:trace>
  <inkml:trace contextRef="#ctx0" brushRef="#br0" timeOffset="9202.86">21621 7154 433 0,'-10'6'207'0,"1"-1"-62"0,1 1-5 0,-4 2-47 15,4 3 4-15,4 0-3 0,-1-2-7 0,5 1-6 16,-4 5 8-16,4-2-62 0,0-13 28 16,0 10 13-16,0 0-9 0,0 1-51 0,12 17 34 15,-7-18-26-15,2 4-2 0,0-3 45 0,-1-2-21 16,1-3 3-16,-1-3-11 0,7 4 18 16,2-3-8-16,1 2-4 0,-1-6 1 15,-8 0 4-15,6 0-2 0,0 0 0 0,24-13-19 16,-18 7-29-16,-2-1 16 0,2-1 6 0,0 0 7 15,-2-2 7-15,-4 0-19 0,4-1 20 16,-5-2-38-16,-2-2 28 0,-1 0-20 16,-5 0 12-16,4 0 12 0,-6 4-13 0,-2 2-11 15,0 9-9-15,0-9 21 0,0 2 0 0,0 0 15 16,-13-3-31-16,11 7 21 0,-4 0-3 16,0 2-15-16,1 0 29 0,0-1-21 0,1 4 11 15,-6-2-37-15,10 0 34 0,-15 9 4 0,3 0-26 16,5 0 14-16,3 0 5 0,0-2-2 15,3 1-2-15,1 0-17 0,0-1 24 0,11 14-5 16,-5-13-17-16,7 4 21 0,0-4 9 0,2-1-6 16,2-3-12-16,2-1 6 0,-4-3 9 0,0 0-13 15,-5 0 6-15,5 0 11 0,4 0 5 16,18-13-10-16,-18 5 6 0,-1 0-5 16,0-1 3-16,-1-4-5 0,-2 1 5 0,-6 0-3 15,3-2-9-15,-1-1 16 0,-2 5-6 0,-4-4-1 16,-2 3 6-16,-2 1-1 0,1 4 3 15,-2 6-7-15,0-8 8 0,0 8-2 0,0-7-6 16,-11-2-8-16,9 7 4 0,-4 2-15 0,1 0-5 16,-1 0-2-16,1 0-3 0,0 0-29 0,0 2 28 15,1 1-16-15,1-1 11 0,1 2-11 16,-1 1 4-16,6-2 11 0,-2 4 2 0,0-2-3 16,6 7-13-16,-2-1 12 0,4 0 13 15,-2-2-2-15,-2-3-24 0,5 6 21 0,-3-3 3 16,5-1-13-16,-5 1 26 0,1 1-20 0,-3-3 10 15,1 0-4-15,-1 0-2 0,-1-6 11 0,0 5 8 16,-2-2-25-16,0 1 15 0,-1-1-3 16,1 1-9-16,-1-2 24 0,-1-3-9 0,0 0-3 15,0 7-40-15,0 1-36 0,-12 3-34 16,5 3 11-16,-3-1-94 0,-1-4-72 0,7 0 19 16,-1-4-145-16,0-2 6 0,3 1 10 0,1-4 56 15</inkml:trace>
  <inkml:trace contextRef="#ctx0" brushRef="#br0" timeOffset="10296.573">22756 6977 304 0,'-7'10'205'0,"-3"2"4"15,0 0-58-15,4 4-47 0,2-1 23 0,-2-1 5 16,1 0-36-16,1-3-6 0,3-1-18 16,1-10 7-16,0 9-9 0,0 0-43 0,15 13 27 15,-9-9-31-15,6-5 6 0,-5-2 29 16,2-3-5-16,-2 0-17 0,-1-3-3 0,-6 0 7 15,8 0-2-15,0 0-30 0,-8 0 27 0,21-18-3 16,-13 13-4-16,1-8-11 0,-3 0 15 16,1 1-19-16,0-1 4 0,-6 1-13 0,-1 12 18 15,0-10-11-15,0 1-5 0,-12-16 5 16,3 14 25-16,1-1 3 0,-3 4-4 0,-1-2 10 16,5 3-22-16,-1 3 5 0,0 0-6 0,4 1 3 15,-2 2-8-15,3-1-2 0,0 0-6 16,0-1 7-16,0 3-5 0,2 0 5 0,0 0-1 15,1 0-11-15,2 0-6 0,0 3-1 0,2-3 15 16,-1 0 0-16,4 0-6 0,1 0 10 0,12 0-10 16,-10 0-20-16,5 0 10 0,-2 0-8 15,8 0 11-15,21-10-6 0,-20 8 18 0,-5-4-7 16,2 1 6-16,-6-1-28 0,6 1 2 16,-3-4 10-16,-4 0 1 0,-2 0 1 0,-3 2 15 15,-1-3-8-15,-5 3 12 0,1 0 3 16,-2 0 13-16,0-3-3 0,0 5 12 0,0 5 9 0,0-10 17 15,-10-14-8-15,5 12 8 0,-2 4 10 16,4 1 12-16,-5-2-25 0,3 1-17 16,1 4 62-16,2-1-21 0,-1 0-25 0,0 2 30 15,3 2-11-15,-1-2-21 0,-1 2-24 0,1-1-14 16,1 1 28-16,-2 0-20 0,2 1-11 0,0 0-2 16,0 0-5-16,-1 9 9 0,2-2 0 15,-2-1-2-15,5 9-2 0,-4-6 10 0,0 5-2 16,9 18 19-16,-7-8-5 0,-2-2-22 15,4 1-3-15,0 3 28 0,-2 0-10 0,4 4 8 16,-2-1-6-16,2 0 2 0,-4 4-17 0,3-7-3 16,-3 3 0-16,0 2 13 0,0-1-8 15,1 0-17-15,-3-2 15 0,3 0 12 16,0-2-5-16,-2 2-1 0,0-4-20 0,4-4-7 16,1 2-1-16,-4-3 1 0,2-1 12 15,-2-2-8-15,2-2 9 0,-1-2-1 0,1-4-41 16,-1-2 14-16,1 0 1 0,-1-3-8 0,0-1 13 15,0 1-25-15,1-2 22 0,-2-1-48 16,-2 0 13-16,0 0 13 0,8 0 4 0,13-13 24 16,-12 9-38-16,-1-5 21 0,-2 5 1 0,1-7-10 15,-2 2 17-15,-3 0 11 0,-1-2-22 0,-1 11 9 16,0-8 7-16,0-6-7 0,-10-18-13 16,2 17 16-16,0-8 13 0,-3 7-3 0,-1 0 2 15,0 0 1-15,-3 1-21 0,-1-2 53 16,3 3-15-16,-2-1 12 0,2 1 3 0,5 2-35 15,-4 3 2-15,-4 1-13 0,11 1 33 16,-2 0 6-16,1 4-12 0,4 0-4 0,2-1 8 16,0 1-12-16,-4 0 3 0,3 1-18 0,-2 0 29 15,3-1-14-15,0 3 1 0,0 0-22 16,0 0 31-16,16-8-12 0,-12 5 10 0,14-2 17 16,2-2-19-16,-2 2-14 0,2 0 0 0,-5 2 1 15,4 1 2-15,0-2 27 0,0 1-40 16,-5 3-5-16,5-3-6 0,-6 1-1 0,-3-1-10 15,5-1 5-15,-3 0-24 0,-3 3-25 0,-2-2-16 16,-3 0-24-16,0 1-35 0,-2-2 13 16,0 2-253-16,-2-1-31 0,0 3 28 0,0 0 28 15,-11-16 24-15,1 9-22 0,0 0 11 0,-2-2-4 16</inkml:trace>
  <inkml:trace contextRef="#ctx0" brushRef="#br0" timeOffset="13624.604">24102 6759 456 0,'-16'0'212'0,"16"0"-62"0,-32-25 3 0,23 23 16 16,2-2-49-16,0 4 7 0,0 0-24 0,1 0-16 15,6 0 9-15,-14 0-18 0,4 0 9 16,-16 12-24-16,11-7 10 0,1 2-5 15,-2-2-1-15,2 5-4 0,3-2-10 0,-4 0 3 16,4 2-11-16,2 1-1 0,-2 2 3 16,-2-2 2-16,0 4-3 0,2-2 1 0,2 3-21 15,-4-3 0-15,7 2 8 0,-5-1-5 0,4 5 5 16,0-5-16-16,3 1-4 0,1 0 4 16,1 3 7-16,2-5-18 0,0-7 12 0,0 2-1 15,0 4-12-15,0-1 15 0,10 18-21 16,1-15 16-16,-2-2-10 0,0 0 12 0,5-2-15 15,-3 0 1-15,6 0 21 0,-4-3-3 0,6 1-5 16,-3-4-19-16,4 1 17 0,1-1-8 0,-3-3-5 16,1 1 9-16,1-1-14 0,-10-1 10 0,3 0-11 15,4 0 8-15,0 0-10 0,18-11 6 16,-16 8-13-16,0-3 15 0,-5 1-15 0,0 0 10 16,-1-2 5-16,1-2-1 0,-5 1 7 15,-4 3-10-15,3 1 1 0,-3-1 2 0,0 2 16 16,-4-3 10-16,3 2-2 0,-4-1-9 0,0 0 1 15,0 5 4-15,0 0 4 0,0-8 21 0,0 1-28 16,-13-11 23-16,6 10-10 0,-4-1-19 16,0 0 2-16,-2 0 0 0,3 5 11 0,-4-4-10 15,5 1 5-15,0 4-1 0,-2 1 16 16,7-1-25-16,-2 1 19 0,1-2-13 0,0 3 10 16,-1-1-26-16,2 1 14 0,3 0 5 0,-3 1-9 15,1-3-14-15,1 2-1 0,2 0-3 0,-3-1-4 16,2 2-2-16,1 0 20 0,1 0-14 15,2 0 3-15,-1 0 3 0,3 0 26 0,1-3-21 16,1 3-7-16,11 0 25 0,-10 0-32 16,2 0 4-16,0 0 3 0,2 0 9 0,-1 0-16 15,-2 0 22-15,8 0 4 0,-3 0-9 0,0 0 3 16,0 0-22-16,-4 0 29 0,0 0-26 16,-1 0 0-16,-1 0-3 0,1 0 19 0,-9 0-20 15,8 0 21-15,-3 0-24 0,-5 0 9 16,9 0 28-16,-9 0-32 0,6 0 6 0,-6 0 7 15,9 0 10-15,-9 0 9 0,0 0-7 16,13 5-26-16,-12-2 8 0,2 1 23 0,-3 1 5 16,2-1-10-16,0 1-4 0,-2 1-6 15,3 11 8-15,0-6-11 0,-1-1-7 0,-2-2-2 16,0 1 10-16,2-1 20 0,-1 0-2 0,-1 10 17 16,3-3-8-16,-2-7-15 0,0 1-20 0,0-2 3 15,-1 0 11-15,2 3 5 0,-1-5-2 16,-1-1 6-16,0 3 9 0,0-2-18 0,0 0 30 15,0-1-21-15,3 0 5 0,-3 1-7 16,1 0 34-16,-1 0-29 0,0-1 10 0,1 0-1 16,-1-2-20-16,0-2 0 0,0 0-1 0,0 0 11 15,0 0-12-15,0 0 12 0,0 0-12 0,0 8 10 16,0-8-23-16,0 0 3 0,0 0-45 16,0 6-35-16,0-6-26 0,3 4-45 0,-3-4-37 15,0-2 17-15,0 0 16 0,0-2 14 16,0 2-299-16,-2-2 30 0,1 0 28 0,0 0 52 15,1-2 2-15,-4 0 15 0,4-2 26 0</inkml:trace>
  <inkml:trace contextRef="#ctx0" brushRef="#br0" timeOffset="83928.782">24494 7141 454 0,'0'0'249'0,"0"0"-3"0,0 0-25 0,0 0-30 16,-15 0-21-16,15 0-24 0,0 0 2 16,0 0-16-16,0 0-19 0,0 0-10 0,0 0-11 15,0 0-9-15,0 0-10 0,0 0 4 0,0 0-8 16,-6-17-17-16,9 13 1 0,0 2-16 15,0 1-1-15,0-3-6 0,0 3 3 0,1-2 2 16,0 1-4-16,1-1-1 0,0 2-18 16,0 1-2-16,-1 0 2 0,3-3 2 0,-3 2 10 15,3 1-16-15,-4 0 1 0,3-1-5 0,-2 1-3 16,-4 0 18-16,0 0-6 0,0 0-6 16,9 0 6-16,1 10-5 0,-6-6-14 0,-2-1 6 15,0 0-2-15,-1 1 12 0,-1 1-7 16,1 0 2-16,2 0 6 0,-3 2-19 0,0-1 2 15,0 0 2-15,0-6 5 0,0 5-2 0,0 2 3 16,0-1-9-16,0 6 22 0,-10 9-6 16,7-12-9-16,-2-4 8 0,1 2-3 0,0 0-4 15,0-2 15-15,2 0 1 0,-2-2-2 0,1 2 2 16,0-2-12-16,0 1 18 0,-1-1-25 16,1 2 31-16,0-3-21 0,2 1-3 0,-3 0 18 15,1-1-4-15,1 2-13 0,-1-1 19 0,-1-1-2 16,4-1-11-16,-1 2-9 0,-3-2 2 15,3 1 3-15,-2-1 4 0,3 0-5 0,-2 2 15 16,2-3-2-16,0 0-5 0,0 0 10 16,0 0-9-16,0 0-25 0,0 0 13 0,0 0-6 15,0 0 0-15,0 0 4 0,-5 5 27 16,6-3-18-16,0-4 26 0,2 4-6 0,-1-1-6 16,3 0 17-16,-1-1 21 0,3 0-41 0,-2 0 10 15,1 0-7-15,3 0-20 0,0 0 19 16,0 0 23-16,4 0-26 0,-3 0-5 0,2 0 42 15,3 0-43-15,0 0-3 0,2 0-12 16,-2 0 5-16,0 0 21 0,-2 0 3 0,0 0-3 16,-5 0 1-16,1 0 4 0,1 0-2 0,-4 0 16 15,2 0 1-15,-8 0-4 0,8 0-5 0,-1 0-3 16,-7 0 2-16,8 0 10 0,-8 0-5 16,9 0 5-16,-9 0 4 0,5 0-10 0,-5 0-3 15,9 0 6-15,-9 0-8 0,0 0-6 0,6 0-12 16,-6 0 9-16,0 0-4 0,8 0-17 15,-8 0-26-15,0 0-10 0,0 0 4 0,5 0-57 16,-5 0-62-16,0 0-63 0,0 0 20 16,9 0-321-16,-9 2 38 0,0-2 35 0,-4-3 11 15,4 3 28-15,0 0 27 0,-3 0 38 0,3-1 17 16,-2-1 9-16</inkml:trace>
  <inkml:trace contextRef="#ctx0" brushRef="#br0" timeOffset="-111620.333">8664 8676 237 0,'0'0'66'0,"0"0"17"16,0 0-47-16,0 0-15 0,0 0 10 0,0 0-18 16,0 0 13-16,0 0-5 0,0 0-8 15,0 0 8-15,0 0 45 0,0 0-54 0,0 0 8 16,0 0-10-16,0 0-2 0,0 0-5 0,-13 0-3 16,13 0 11-16,0 0-2 0,0 0 27 15,0 0-43-15,0 0 14 0,0 0-23 0,0 0 13 16,0 0 10-16,0 0 1 0,0 0-3 0,0 0 27 15,0 0-13-15,-23-4-1 0,22 5-4 16,1-1-6-16,-1 0 9 0,1 0 2 0,-2 0 31 16,1-1-4-16,1 1-6 0,-3-1-26 15,3 1 10-15,-2-2-27 0,1 1 25 0,0 1-3 16,-1-2-13-16,1 2-16 0,-2 0 24 0,2-1-3 16,1 1 35-16,-2 0 4 0,2 0-4 15,-3-1-6-15,3 1 29 0,0 0-40 0,-3 0-7 16,3 0 22-16,-2 0 4 0,1 0-2 0,1 0-2 15,-4 0-44-15,4 0 48 0,0-3-31 16,0 3 46-16,0 3-10 0,0-6-7 0,0 3-24 16,0 0 3-16,0 0 18 0,0 0-5 0,2 0-3 15,-2 3 6-15,0-3-2 0,-2 0 3 0,4 0-18 16,-4 0 10-16,2-3-4 0,0 3-2 16,0 0-9-16,0 0-4 0,0 0 24 0,0 0-17 15,2 0-10-15,0 3-2 0,-1-3 22 16,0 0-7-16,0 0-2 0,2 0 4 0,0 0 13 15,-1 0-17-15,1 0 12 0,1 1-29 0,0-1 14 16,0 1 4-16,0-1 10 0,1 0-10 0,-1 0-2 16,1 0-3-16,-5 0 9 0,0 0-13 0,6 0-4 15,-6 0-8-15,10 0-1 0,-10 0 10 16,9 0-9-16,-3 0-1 0,-6 0 16 0,7 0-15 16,1 0 15-16,-8 0-6 0,8 0-9 15,-1 0 13-15,-1 0-11 0,-6 0 1 0,9 0 2 16,-2 0-20-16,-1 0 20 0,-6 0-8 0,9 0 10 15,1 0-12-15,-5 0 9 0,1 0-6 16,-6 0 9-16,11 0-12 0,-4 0 18 0,-1 0-13 16,-6 0-9-16,8 0 22 0,-1 0-9 15,-7 0-8-15,8 0-14 0,-1 0 17 0,-7 0-8 16,8 0 0-16,1 0 18 0,-9 0-24 0,8 0 21 16,-3 0-13-16,3 0 22 0,-8 0-16 15,8 0 4-15,0 0-13 0,-2 0 8 0,-6 0-11 16,10 0 9-16,-2 0 10 0,0 0-18 0,-2 0 17 15,2 0-4-15,-2 0-7 0,-6 0 9 16,9 0-8-16,-1 0 1 0,-8 0 4 0,9 0 3 16,-4 0-6-16,-5 0-1 0,9 0-8 0,-2 0 13 15,-7 0 4-15,7 0-5 0,-7 0 1 16,8 0 0-16,-8 0-4 0,8 0-10 0,-8 0 8 16,8 0 10-16,-8 0-5 0,8 0-20 15,-8 0 15-15,6 0 11 0,-6 0-9 0,9 0-3 16,-1 0 3-16,-8 0 5 0,6 0-9 0,-6 0 2 15,8 0-6-15,-1 0 8 0,-7 0 2 16,9 0 0-16,-2 0-6 0,-1 0-3 0,2 0 13 16,-1 0-3-16,-7 0 3 0,8 0-18 0,-1 0 20 15,-7 0-20-15,8 0 15 0,-3 0-2 16,-5 0 5-16,10 0-7 0,-4 0 4 0,3 0 0 16,-9 0 3-16,5 0 10 0,3 0-19 15,-2 0 3-15,0 0-5 0,2 0 7 0,0 0 1 16,-4 0-12-16,5 0 20 0,-2 0-8 0,0 0-4 15,0 0 11-15,5 0-9 0,15-8-1 0,-16 8 6 16,-1-1-10-16,-2 1 2 0,-3-1-7 0,3 1 18 16,-2-2-12-16,1 2 6 0,-2-2-5 15,-5 2 6-15,0 0-4 0,9 0 12 0,-2 0-18 16,-1 0 11-16,-6 0-8 0,9 0 1 16,-1 0-7-16,-1 0 7 0,-1 0 1 0,-6 0-10 15,9 0 4-15,-1 0 11 0,-1 0-4 0,1 0-10 16,-1 0 13-16,1 0-10 0,-1 0 2 15,1 0-3-15,-2 0 16 0,3 0-5 0,-3 0 0 16,1 0-7-16,0 0 15 0,2 0 0 16,-2 0-2-16,-2 0-13 0,3 0 4 0,-4 0 10 15,5 0-12-15,-2 0 6 0,1 0-2 0,-2 0-10 16,3 0 5-16,-1 0 5 0,-1 0-2 16,-1 0-5-16,5 0 7 0,-5 0 7 0,7 0-8 15,2 0 3-15,-2 0-8 0,0 0 0 16,-3 0 5-16,7 0 2 0,-4 0-5 0,1 0 6 15,-2 0-11-15,-1 0 3 0,-2 0 13 16,1 0-13-16,-2 0 1 0,-2 0 0 0,3 0 2 16,-4 0 15-16,-5 0-11 0,9 0 1 0,-2 0-8 15,-1 0-12-15,-6 0 17 0,10 0 0 16,-1 0-11-16,-9 0 23 0,8 0-11 0,-2 0 0 16,-6 0-17-16,9 0 22 0,-3 0-8 0,-6 0-13 15,8 0 14-15,1 0-7 0,-4 0 14 0,3 0 4 16,-3 0-5-16,3 0-4 0,0 0 1 15,-2 0-20-15,9 0 4 0,-2 0 13 0,-1 0-5 16,2 0 16-16,-2 0-10 0,-2 0-1 16,6 0-10-16,-4 0 11 0,2 0 0 0,-2 0 0 15,-2 0 5-15,-1 0-4 0,-3 0-3 0,1 0 0 16,2 0-3-16,-4 0 4 0,3 0 2 0,-2 0-9 16,0 0 20-16,2 0-4 0,-2 0-5 15,-6 0-2-15,9-5 12 0,-2 5-17 16,2 0-5-16,-9 0 12 0,9 0-14 0,-3 0 5 15,1 0 12-15,0 0-2 0,-1 0-4 0,1 0 9 16,1 0-7-16,7-12-17 0,-10 12-2 0,4-3 15 16,-2 3 4-16,1 0-3 0,12 0 13 15,-5-1-14-15,-4 1 7 0,2-1-5 16,-4-1-14-16,0 2 13 0,9-4-8 0,-4 3 11 16,-1 0 0-16,-13 1 7 0,7 0-19 0,2 0 10 15,2 0 3-15,-5 0-7 0,2 0 0 0,1 0 0 16,-1 0 4-16,-1 0-12 0,6 0 5 15,12-9 10-15,-25 9-6 0,12 0 2 0,-3 0 11 16,0 0-9-16,-2 0-7 0,1 0 10 16,-3 0-3-16,3 0 1 0,-8 0 2 0,9 0-13 15,0 0 8-15,-3 0 3 0,7-10-4 0,-4 8 7 16,-2 2-10-16,0 0 4 0,1 0 11 0,-1-2-10 16,3 2 0-16,3 0-3 0,0 0 4 15,1 0 8-15,-1 0-12 0,-3 0-4 0,-1 0 9 16,1 0-3-16,-1 0-15 0,0 0 23 15,-1 0-8-15,7 0-1 0,-2 0 1 0,1 0 1 16,-5 0-14-16,0 0 17 0,0 0-12 0,0 0 6 16,0 0-3-16,-2 0-1 0,1 0 3 0,0 0 5 15,-2 0 1-15,3 0-6 0,3 0 6 16,3-6-2-16,0 6-1 0,-2 0-13 0,-1 0 4 16,4-9 14-16,-7 8 3 0,-1 1-1 15,-2-1-7-15,2 1 3 0,-1 0-10 0,1 0 5 16,10-1 9-16,-4-1-7 0,-14 2 13 0,12 0-13 15,-1 0 7-15,6 0-11 0,-3 0 6 0,5 0-2 16,-1 0-5-16,-1 0 6 0,-3 0 3 16,-1 0 3-16,-1 0-15 0,4 0 13 0,-2 0-4 15,-3-5 4-15,1 5 2 0,0 0-10 16,-4 0-2-16,1 0 9 0,1 0-5 0,-2 0 1 16,-2 0 13-16,2 0-4 0,0 0-9 0,-1 0 2 15,1 0-18-15,0 0 4 0,-1 0 10 16,2 0 8-16,-1 0-5 0,1 0 5 0,4 0-20 15,2 0 13-15,0 0-8 0,-2 0-5 16,0-9 24-16,-3 9-17 0,-2 0 16 0,1 0-4 16,-2 0-5-16,0 0 1 0,-1 0-2 0,2 0 6 15,-2 0-7-15,2 0-4 0,6 0 12 0,-1 0 4 16,-2 0-13-16,2 0 4 0,-3 0 3 16,1 0-16-16,-1 0 11 0,4 0 5 0,1 0-10 15,-4 0 8-15,2 0 4 0,-1 0-8 0,-3 0-4 16,1 0 5-16,-3 0-1 0,5 0 2 15,1 0 4-15,-3 0-3 0,1 0-7 0,-1 0 6 16,-3 0 12-16,10 2-7 0,-9-1-11 16,-2-1 7-16,0 0-11 0,2 0 14 0,-2 2 0 15,3-2-2-15,-3 0-5 0,-6 0 6 0,7 0-12 16,1 0-1-16,-2 0 11 0,3 0 1 0,-2 0 5 16,2 0-18-16,-3 0 12 0,-6 0 5 0,9 0-11 15,-1 0-8-15,0 0 22 0,0 0-6 16,-2 0 5-16,2 0-19 0,-1 0-1 0,-7 0 20 15,9 0-14-15,-2 0 10 0,1 0 1 16,3 0-19-16,0 0 21 0,0 0 0 0,-2 0-1 16,1 0 13-16,-1 0-15 0,0 0-9 15,-1 0-7-15,-2 0 14 0,1 0 3 16,0 0 2-16,-3 0-10 0,5 0 5 0,-9 0 10 16,9 0-9-16,0 0-3 0,-1 0-11 0,-1 0 18 15,7 0-12-15,0 0 13 0,0 0 4 16,1 0-11-16,1 0-2 0,1 0 5 0,-2 0-13 15,-1 0 9-15,2 0 1 0,0 0-8 0,0 0 9 16,-6 0-4-16,1 0 2 0,-1 0 2 16,-2 0 1-16,0 0-2 0,-3 0-1 0,-5 0 0 15,11 0-2-15,-4 0-13 0,-7 0 14 16,9 0 8-16,-3 0 1 0,2 0-10 0,-8 0 5 16,8 0 1-16,1 0-10 0,-2 0 4 15,1 0 6-15,5 0-13 0,2 0 10 0,-3 0 0 0,0 0 5 16,-2 0-3-16,0 0 8 0,-1 0-17 15,4 0 6-15,0 0 1 0,10 2-2 0,-15-2 9 16,2-2-15-16,-10 2 10 0,0 0 1 16,8 0-15-16,-2 0 7 0,-6 0 15 0,9 0-13 15,-1 0-4-15,-2 0 14 0,-6 0-7 0,9 0 4 16,-2 0-4-16,0 0-2 0,-7 0 4 16,9 0-8-16,-2 0-4 0,-1 0 3 0,2 0 6 15,-8 0 7-15,7 0-18 0,0 0 17 0,-1 0 3 16,-6 0-20-16,10 0 11 0,6-9 5 0,-10 9 0 15,1 0-8-15,0-1 20 0,0 1-18 16,-7 0 10-16,5 0-3 0,-5 0-18 0,10 0 15 16,-1 0-7-16,-3 0-6 0,1 0-1 15,-1 0 22-15,2 0-3 0,-1 0-4 0,0 0-14 16,-1 0 2-16,0 0 11 0,3 0 2 0,-2 0-15 16,6 0 12-16,3 0-6 0,-2 0 0 0,0 0 14 15,-2 0-10-15,1 0 4 0,-4 0-6 16,0 0 15-16,-1 0-14 0,-2 0-4 0,1 0-3 15,-7 0 6-15,9 0 4 0,-1 0-7 0,-8 0-11 16,8 0 25-16,-2 0-17 0,-6 0 15 16,8 0-1-16,-8 0-8 0,8 0-2 0,-2 0 6 15,-6 0-3-15,7 0 9 0,-7 0-18 16,7 0 16-16,-7 0 2 0,6 0-20 0,-6 0 4 16,8 0 1-16,-8 0-2 0,7 0 17 0,-7 0-13 15,7 0 9-15,-7 0-11 0,6 0 14 0,-6 0-8 16,8 0 4-16,-8 0-9 0,6 0 16 15,-6 0-14-15,7 0 11 0,-7 0 5 0,6 0-3 16,-6 0-14-16,7 0 5 0,-7 0 7 16,8 0-11-16,-8 0 8 0,8 0-6 0,-8 0-2 15,8 0 7-15,-8 0 10 0,6 0-15 0,-6 0 11 16,0 0-14-16,8 0 2 0,-8 0-1 0,0 0 4 16,9 0 9-16,-9 0 2 0,0 0-14 15,13-11 19-15,-13 11-3 0,2 0-15 0,2-1-4 16,-4 1 11-16,2 0 4 0,0 0-4 15,-2-1-14-15,2 1 22 0,0 0-11 0,-2 0-5 16,2 0-8-16,1-2 16 0,-2 2 4 0,-1 0-5 16,3 0-11-16,-2 0 16 0,0 0-4 0,-1 0-14 15,3-2 8-15,-3 2-8 0,2-1 18 0,-2 1-8 16,2 0 14-16,-2 0 2 0,2 0-10 16,-1-2-13-16,-1 2 0 0,2 0 3 0,-2 0 19 15,0 0 0-15,0 0-12 0,0 0-6 16,0 0 2-16,0 0 9 0,0 0-7 0,0 0 5 15,2 0 12-15,-2 0-22 0,0 0 6 0,0 0 8 16,1 0-11-16,-1 0-1 0,0 0-1 16,0 0 3-16,0 0-3 0,0 0 16 0,0 0-13 15,0 0-2-15,0 0-2 0,0 0 4 0,-1 0 13 16,1 0-11-16,0 0 14 0,0 0-6 16,0 0-13-16,0 0 6 0,0 0-5 0,0 0 6 15,0 0 15-15,-1 0-10 0,1 0-2 0,0 0 16 16,0-2-16-16,-1 2 4 0,1 2 28 15,-2-4-34-15,2 0-5 0,0 2 9 0,-1-2 16 16,-1 2-5-16,2-1-3 0,0-1-13 0,0 2 1 16,-2 0-5-16,2-3 5 0,-2 1 12 0,2 2-6 15,-1 0 1-15,-1-2 9 0,1 1-11 16,0 0 17-16,-2-1-22 0,3 1 3 0,-1 0 4 16,0-1 16-16,-2 1-6 0,2 1-18 15,1-1 8-15,0 0 5 0,-2-1-9 0,0 2 20 16,0-3-19-16,2 3-12 0,-2-1 41 0,2 0-32 15,-1-1 6-15,-2-1 18 0,1 1 1 0,2 2-30 16,-2-4 17-16,1 2 13 0,0-1-22 16,1 0-13-16,-3 1-14 0,3-1 26 0,-3 0-26 15,3 1 16-15,-2-1 7 0,2 2 18 0,-1-2-20 16,-2 0-4-16,1 1 2 0,0-2 6 16,0 2-9-16,2 0 22 0,-3-2-13 0,1 2 36 15,2-1-43-15,-3-1 4 0,1 0 5 16,0 0 10-16,0 1-12 0,-2 2 15 0,3-2-13 15,-1-1 5-15,1 3-12 0,0-4 5 0,-4 3-1 16,3-3-19-16,1 3 18 0,0-1-6 0,-4 0 22 16,2-1-19-16,1 3-8 0,-1-3 14 15,0 1 7-15,1 0-22 0,1 0 8 0,-2 0 1 16,1-2 1-16,-2 3-1 0,1-1 11 0,2-1-3 16,-4-1 17-16,2 2-5 0,1-1 0 15,-2 1-29-15,1-1 2 0,-2 1 0 0,1-1-5 16,2 1 14-16,-5-1-12 0,4 0 16 0,-1 1-21 15,0-1 12-15,0 1-22 0,-6-4 24 0,2 1 18 16,1 0-2-16,5 2-2 0,-3-2-1 16,1 3-10-16,0 1-10 0,2-3 7 0,-2 3 10 15,0 0-3-15,2-2 1 0,-2 1-14 16,-1 0 6-16,2 1-2 0,-2-3-15 0,2 3 18 16,-3-1 5-16,2 0-9 0,1 1 14 0,-1-2-6 15,0 1 7-15,-1 1-13 0,1-1-17 0,-2 1 18 16,2-2-2-16,0 3 0 0,-9-9 27 15,2 5-3-15,4 1-4 0,1-2-6 0,-1 5-1 16,0-2-2-16,-1 0-1 0,4 1 8 16,-2 0-2-16,-2 0-26 0,1 0 2 0,4-1 0 15,-2 2 2-15,0-3-1 0,-2 1-17 0,-8 0 21 16,3 1 1-16,4-2 0 0,-1 2 0 16,2 1 0-16,1-4 0 0,-2 4 0 0,3 0 8 15,-1-2-14-15,-1 0-11 0,-9 2 2 0,5-4 1 16,2 2 2-16,2 0 1 0,-3 1 2 15,3 0 20-15,1 0-8 0,0 1 7 0,0-1 4 16,0-1-12-16,1 2 3 0,-2 0 6 16,2 1 2-16,-2-1-33 0,0-1 26 0,2 0-2 15,-1 0 19-15,-1 2-6 0,0-2-30 0,1 2 1 16,-1-3 32-16,2 2-2 0,-3-1 0 0,3 1 9 16,-2 0-2-16,-5-6-2 0,-2 7-2 15,2-7-3-15,1 4-1 0,2 3-42 0,0 0 18 16,1-2 0-16,0 2 1 0,3 0 6 15,0-2 1-15,0 2 0 0,1 0-19 0,-1-3 13 16,0 3 1-16,5 0 25 0,0 0-1 0,-8 0-30 16,8 0 2-16,-9 0 1 0,9 0 8 0,-9 0-7 15,9 0 14-15,-10 0-2 0,10 0 10 16,-8 0-2-16,8 0-2 0,-9 0 16 0,9 0-4 16,-11-7-1-16,6 7-2 0,-5-7-57 0,4 6 17 15,4 1 6-15,-3-1 2 0,1-2 17 16,-1 2 1-16,0-3 5 0,0 4 0 0,0 0-28 15,0-2 14-15,-2 1-20 0,1-1 2 0,2-1 2 16,-3 2 27-16,4 1-7 0,-4-2 1 16,4 0-1-16,-1-2 1 0,-3 4-1 0,2 0-19 15,-1-2-1-15,-1 2 41 0,4-3-4 0,-4 1-31 16,0 1 0-16,1 1 3 0,3 0 5 16,-4-1-3-16,-1 0 2 0,5-1-1 0,-4 1 2 15,7 1 1-15,0 0 11 0,-10 0 3 0,2 0-1 16,2 0 0-16,-3 0-2 0,9 0 15 15,-9 0 5-15,-6-9-3 0,7 9-20 0,3-2-22 16,-2 2 19-16,1-3 0 0,1 3 11 16,-1-1-1-16,1 1-13 0,-1-1 1 0,0-4 10 15,0 5 1-15,-1 0 0 0,1-1-10 16,-1-2-3-16,4 2-1 0,-4-1 16 0,2 1-9 16,-2 0 1-16,-1-2 0 0,3 3-19 0,-1-1 8 15,-1-1 0-15,-8 0 2 0,3-1 5 16,1-1 1-16,2 4 0 0,2-1-10 0,0-1 5 15,1 0-8-15,0-1 2 0,1 1 42 16,-2 1-12-16,-9-2-8 0,4 0 11 0,2-1-13 16,3 0-1-16,0 2-1 0,1-1 0 15,0 0-5-15,-2 2-4 0,1 1 2 0,-7-4 14 16,-1-2-2-16,3 4-2 0,2 0 0 0,2-1 0 16,-2 2-34-16,2-2 16 0,1 3-13 15,7 0-6-15,-7 0 21 0,7 0-4 0,-9 0-5 16,-1 0 1-16,5 0 2 0,5 0 16 15,-9 0-1-15,9 0 25 0,-8 0-2 16,8 0-42-16,-10 0 8 0,10 0-10 0,-8 0 9 16,8 0 2-16,-6 0 1 0,6 0-6 0,0 0 15 15,-9 0 0-15,9 0-1 0,-9-5 0 0,9 5-1 16,-7 0 2-16,7 0 1 0,-8 0-2 16,8 0-14-16,-19-14 2 0,15 13 22 0,-1 1-2 15,1 0 0-15,-1 0-2 0,2 0-16 16,-2-1 2-16,-1 1 2 0,6 0-2 0,0 0 6 15,-8 0 1-15,8 0-1 0,-9 0 0 0,3 0 1 16,6 0-1-16,-9 0 32 0,1 0-4 16,8 0-2-16,-8 0-2 0,0 0-46 15,1 0 15-15,0 0-13 0,1 0 3 0,-1 0 0 16,-1 0 3-16,2 0 1 0,-1 0-1 0,1 0 17 16,-2 0-1-16,8 0 13 0,-10 0-9 0,2 0 9 15,-2 0-2-15,4 0-1 0,-1 0-6 16,7 0-1-16,-9 0 0 0,-1 0 8 0,3 0-2 15,0 0-1-15,1 0 0 0,-3-7-23 16,9 7 2-16,-9 0-5 0,0 0 4 0,1 0 2 16,-6 0 18-16,1 0 0 0,2 0-10 0,-2-6-5 15,-1 6-4-15,1 0 1 0,-1 0 1 16,0 0 0-16,-2 0 13 0,0 0-1 0,6-7 24 16,1 7-17-16,0 0 0 0,1 0-1 0,2 0-2 15,-7-12-29-15,7 12 16 0,1 0-5 16,-4 0-1-16,2-1 36 0,2 1-3 0,-2 0-33 15,-1 0 1-15,-1 0 36 0,4 0-3 0,-3 0-32 16,3-3 1-16,-4 3 21 0,4 0-3 16,5 0-19-16,0 0-1 0,-9 0 24 0,0 0-1 15,3 0-24-15,6 0 0 0,-9 0-1 0,1 0 16 16,8 0 5-16,-8 0-3 0,1 0-20 16,7 0 7-16,-8 0-1 0,0 0 0 0,8 0 3 15,-9 0 15-15,1 0-5 0,1 0-1 16,7 0-8-16,-9 0-25 0,3 0 3 0,-10-11 4 15,16 11 30-15,0 0-21 0,-7 0 17 0,0 0-2 16,-1 0-1-16,8 0 0 0,-10 0 0 16,1 0 0-16,2 0 0 0,-1 0 0 0,2 0 0 15,-3 0 27-15,4 0-18 0,-4 0 15 0,1 0-1 16,0 0-49-16,0 0 17 0,1 0-1 16,-2 0 4-16,2 0-2 0,-1 0 2 0,2 0 0 15,-2 0 2-15,0 0 14 0,-2 0-2 0,4 0-10 16,-1 0 0-16,0 0 19 0,0 0-2 0,1 0-1 15,-2 0-1-15,3 0-2 0,-3 0-2 16,8 0 0-16,-10 0-2 0,2 0 0 0,2 0-1 16,-2 0-15-16,2 0 1 0,0 0 1 15,-2 0-2-15,1 0 4 0,7 0-21 0,-10 0 4 16,4 0 30-16,-2 0 4 0,3 0-8 0,5 0 0 16,-10 0-7-16,1 0-1 0,9 0 1 0,-8 0 0 15,2 0 31-15,6 0-3 0,-10 0-2 16,3 0-3-16,7 0-29 0,-9 0 2 0,9 0 0 15,-10 0-7-15,4 0 2 0,6 0 14 0,-9 0 0 16,2 0 0-16,7 0 5 0,-10 0 0 16,1 0-1-16,3 0-40 0,-2 0 4 0,2 0 2 15,-3 0 28-15,4 0-1 0,-7 0 0 0,-2 0-4 16,4 0-1-16,-3 0 14 0,3 0-1 16,1 0 0-16,0 0-14 0,0 0 3 0,2 0-8 15,0 0 3-15,-2 0 0 0,0 0 5 16,3 0 2-16,-2 0-1 0,-1 0 5 0,3 0-4 15,-6 7 1-15,-2-7-1 0,0 0 1 16,-16 14 0-16,23-14 5 0,-5 0 4 0,2 0-3 16,0 0-7-16,0 0 1 0,2 0 1 0,-1 0 2 15,1 0 2-15,8 0 0 0,-10 0 6 0,2 0 12 16,1 0-2-16,-2 0-3 0,2 0-8 0,1 0 0 16,0 0-11-16,-3 0-23 0,9 0 21 15,-9 0 0-15,0 0 0 0,0 0 11 0,0 0 10 16,-1 0-3-16,-4 0-36 0,-9 8 3 15,11-6 1-15,2-2 18 0,5 3-9 0,-4-3 10 16,3 1 0-16,-3 1 21 0,3-1-2 0,-1-1-31 16,-1 1 0-16,-1 0 2 0,4-1 12 15,-5 0-1-15,-6 5 2 0,0-3-2 0,16-2 3 16,-10 0 7-16,-1 0-3 0,0 0 0 16,2 0-29-16,2 0 1 0,0 0 35 0,-2 0-2 15,-3 9-1-15,5-8 4 0,0-1-1 0,1 3-48 16,0-3 2-16,-2 3 4 0,4-3 7 15,-13 4 3-15,6-1 40 0,1-1-3 0,1-2-47 16,2 5 16-16,1-5 10 0,-2 2-10 16,3 0-1-16,0-1 2 0,0-1 5 0,0 1 0 15,-14 2 2-15,11 0-1 0,0-3 0 0,0 1 1 16,4 2-1-16,-3-2 2 0,2 1 6 0,0-1 0 16,-1 0 14-16,-1 0-1 0,2 1-1 0,0-1 1 15,0 1-1-15,0 0-1 0,-2-2-23 16,4 0-1-16,-3 3 22 0,1-1-1 0,1 0-15 15,-1-1 1-15,-1 0 4 0,2 2 0 16,0-3-13-16,0 4 2 0,1-3 0 0,-3 0-5 16,1 1 6-16,1 0-19 0,-1 0 24 0,3 0 5 15,-3 0-7-15,1-1-16 0,0-1 2 16,1 4 2-16,-1-3 27 0,0 1-19 0,0 1 3 16,-1-2-1-16,3 0 2 0,-2 2 1 0,0-1-1 15,1-1 10-15,-2 0 5 0,1 0-5 0,-1 1-13 16,2 1 13-16,-1-2-25 0,0 2 23 15,1 1 4-15,-1-1 1 0,-2-2 0 0,2 1-9 16,-1 1 6-16,1-1-1 0,0 0 20 16,-1 0-4-16,0 1-17 0,0-1-3 0,1 0-10 15,0 1 13-15,-1 0-3 0,1-1 0 0,-1 1 1 16,-1-1-9-16,2 1 1 0,0-1 0 0,-1 0 9 16,1 1-1-16,0-3 1 0,-1 1-1 15,-1 2 0-15,0-2-11 0,4 2-9 16,-3-2 10-16,-2 4 6 0,3-3-10 0,-2 1-6 15,1-1 10-15,0 0-3 0,0 1 12 0,1 0 3 16,-1-2-11-16,0 3 12 0,0-3 5 16,1 2 0-16,0 0-15 0,-2-3-1 0,3 2 8 15,-4 0 2-15,4 1 3 0,0-2-10 0,-1 1 3 16,0 2 3-16,1-4 1 0,-4 3-12 16,6-2 8-16,-5 0-21 0,2 1 24 0,-1-1-2 15,2 1 2-15,-1 1-8 0,0-3 10 0,0 2 1 16,-2 0-2-16,2 1 6 0,2-2-2 15,-3 1 18-15,1 0-2 0,-1 1-49 0,-1-2 8 16,2-1-8-16,0 0 37 0,0 3-15 16,0-1 8-16,0 0-5 0,0-1-16 0,-1 1 1 15,-1 1 1-15,2-2 2 0,0 2 17 0,-2-3-1 16,2 3 1-16,-1-3 0 0,2 2 6 0,-2 0-9 16,1-1 3-16,0 1 1 0,-1-1 1 15,5-1-1-15,0 0-26 0,0 0 26 0,-7 0-22 16,7 0 1-16,-8 0 37 0,8 0-1 0,-6 0-15 15,6 0-8-15,-13 10-18 0,9-9 21 16,1 0-8-16,-1 0 3 0,1 0-2 0,0-1 1 16,-1 1 28-16,1 2-3 0,-1-1-14 0,1 0-24 15,-1-1 20-15,-2 1-19 0,3-1 18 0,-2 1-6 16,3 1 4-16,-3-1 5 0,0-2-8 16,3 2 4-16,-2-2-16 0,-1 5 22 0,1-5-14 15,1 1 1-15,-1 1 2 0,-1 1-6 16,2-2 19-16,-1 1 8 0,0-1-24 0,-2 1 5 15,0-1 7-15,3 1-10 0,-1 0 4 0,0 0 0 16,2 0 2-16,-3-2-2 0,1 3 1 16,0-3-1-16,2 3 1 0,-2-2 7 0,1 0-20 15,1 1 3-15,-2-1-1 0,4 1 26 0,-4-1-13 16,1 0 1-16,1 0 1 0,-1 1-1 16,2-2-9-16,-2 2 5 0,1-2-12 0,1 1 24 15,-2 1-3-15,0 0 0 0,1 0-9 16,0 0-5-16,1-2 12 0,-1 3-8 0,2-1-8 15,-3 0 31-15,-1 1-32 0,1-2 27 0,3 1-26 16,-2 1-11-16,1-1 10 0,0-2 21 0,-1 5-15 16,0-3 25-16,1-1-25 0,-1 1 16 15,0 1-19-15,0-2 16 0,0 1-15 0,1 1 6 16,-1-2-3-16,1 2 1 0,0-2 5 16,-1-1 0-16,1 4-1 0,-1-1-4 0,2-3 0 15,-5 3-2-15,5 1-17 0,0-3 22 0,-3 1 0 16,0 0 6-16,2 1 1 0,-1 0 12 15,2-1-9-15,-3 3-5 0,2-4-16 0,-1 2 4 16,1 0 9-16,-1-1 13 0,0 1-5 0,-3 1-14 16,5-1-4-16,-3-1-2 0,1 2-6 15,1-3 14-15,0 1-1 0,1 2 2 0,-2-3 9 16,0 4 0-16,2-2-1 0,0-1-23 0,-3 1 25 16,3-1-32-16,-1 0 27 0,0 1-8 15,1 1 1-15,-2-3-2 0,1 2 0 0,1 1-1 16,-2-2 18-16,1 0-15 0,1 2-3 15,-1-1 19-15,0 0-10 0,1 0-3 0,-1-1 6 16,1 2-22-16,-3-1 3 0,3-2 19 16,-2 1 2-16,1 3-7 0,1-3-12 0,0 0 34 15,0 3-32-15,0-5 6 0,-2 3-10 0,2 0 20 16,-1 0-16-16,1 0 22 0,-1 1-22 16,1-3 14-16,-3 2-10 0,3 1-7 0,0-3 43 15,-1 3-28-15,-1-1-9 0,2-1 8 0,0 0 0 16,0 3 1-16,0-3 20 0,-1 1-24 0,1 0 2 15,-2-1-5-15,2 1-22 0,0 1 11 16,0-1 6-16,-2-1 23 0,2 1-23 16,-1-1 23-16,1 1-24 0,-1 1 14 0,-2-2-7 15,3 1 32-15,0-1-4 0,0-1-39 0,0 1 15 16,0 2-19-16,0-1 20 0,0-3-8 16,-1 4 2-16,0-1 10 0,1-2-21 0,0 2 9 15,0 1-10-15,-2-2 18 0,2-2 10 16,0 2 17-16,0 3-37 0,-1-3 17 0,0 1-22 15,1 1 43-15,0-3-27 0,0 5-9 0,-3-4-17 16,3 0 31-16,-1 3-18 0,-2-5 30 0,3 3-17 16,-1 1-9-16,1-2 40 0,0 0-32 15,-2 1-11-15,2 0-9 0,0-1 13 0,-2 1 15 16,0 0-22-16,2-2 5 0,-2 2 13 16,2 0-6-16,0-1-1 0,-1 1-5 0,1 0-17 15,-2 0 20-15,2-2 8 0,0 1-10 0,0 2 12 16,-2-2 7-16,2-1-16 0,-1 4 12 0,1-5-1 15,-3 1 13-15,3 2-27 0,0 0 4 16,0-2-3-16,0 1-5 0,-1 0 8 0,1 0-4 16,0-1-11-16,0 1 23 0,-2-2 18 0,2 0 2 15,0 3-10-15,-2 0-25 0,2-2 9 16,0-1-14-16,0 2 5 0,0-2 30 0,-1 0-26 16,1 2-8-16,-1-2 7 0,1 1-3 0,0 1-1 15,0-2 32-15,0 0-22 0,-3 2-5 16,3-1 9-16,0-1-19 0,0 0 8 0,0 0-16 15,0 0 20-15,0 0 10 0,0 0 18 16,0 0 2-16,0 0-48 0,0 0 16 0,0 0-5 16,0 0 6-16,0 0-12 0,0 0-7 0,0 0 32 15,0 0 23-15,0 0-24 0,0 0-2 16,0 0-12-16,0 0 28 0,0 0 6 0,-3 7-21 16,3-9-17-16,0 2 18 0,0 0-24 0,0 0 4 15,0 0 12-15,0-1 32 0,0-1-48 16,0 2 23-16,0 0-18 0,0 2 13 0,0-4-12 15,1 4-3-15,-2-1 22 0,1-1-33 0,0 0 31 16,0 0-9-16,0 2-7 0,0-1 41 16,1-1-41-16,-1 0-12 0,-1 0 36 0,1 0 14 15,0 0-42-15,0 0 33 0,0 0-35 0,-2 0 16 16,2 0-2-16,0 0-23 0,0 0-30 16,2 0 6-16,-2 0-15 0,0 0-15 0,-2 1-17 15,2-1-17-15,0 0-27 0,0 0-10 16,0 0 14-16,0 3-130 0,0-1-106 0,0-1-19 15,0-1 2-15,0 1 28 0,2 2 24 0,-2-2-16 16,1-1 5-16</inkml:trace>
  <inkml:trace contextRef="#ctx0" brushRef="#br0" timeOffset="-52000.811">13458 8487 370 0,'0'0'298'0,"0"0"-38"0,0 0-47 16,0-13-15-16,0 13 4 0,-2-23-32 0,-1 21 1 16,0-2-7-16,-1 2-3 0,3-1-32 15,0 1-10-15,0 0-7 0,-2-1-24 0,0 3 26 16,1-3-38-16,0 3-1 0,0 0-8 0,1 2-3 16,-2-1-18-16,2 4-6 0,-3-2 11 15,-2 13-18-15,2 0 14 0,3 1 5 16,-2 0-14-16,2 0-14 0,-3 2-16 0,4-1 43 0,0-4-10 15,0 0-33-15,0-14 32 0,0 15-46 16,0-2 14-16,0 1 3 0,0-5-16 16,0 1 6-16,0-1-1 0,9 5 10 0,-5-8 23 15,-4-4-27-15,3 2 0 0,-1 1 16 16,-2-3-1-16,1 1 28 0,-1-3-2 0,0 0 11 16,-3 2 3-16,0-4-31 0,1-1-12 0,0-1 37 15,-1-1-5-15,2-2-34 0,-5-11-8 16,-3-1 35-16,0-5-4 0,4 4-4 0,-3-1-30 15,4-1-12-15,-1 1 8 0,0-2 18 16,-2 5-23-16,5-2 3 0,2 10 4 0,0-4-9 16,0 0 0-16,0-3-17 0,0 2 5 0,0-1 12 15,13-13 0-15,-6 14 0 0,0 2 18 0,2 3-1 16,0-1-19-16,1 1 9 0,-1 3 18 16,0 1-23-16,3-1-5 0,-5 3-17 0,4 2 10 15,-3 0 22-15,0 2-18 0,1 0 14 16,-9 0-7-16,9 0-5 0,3 0 23 0,1 0-19 15,9 12-23-15,-11-3 4 0,-2-3 33 0,-2 0-26 16,-3 1 4-16,1 0 2 0,0 0-23 16,-4 0 39-16,2-1-26 0,-3 2-8 0,1-1 14 15,-1 12-11-15,0-10 34 0,0 3 21 16,-10 15-42-16,3-11 16 0,-2-3-22 0,7 0 11 16,-5 1 1-16,-4-5 14 0,2 4 3 0,0-1-3 15,-2-4-15-15,4 0-16 0,1-3 23 0,-1 0 7 16,1-2 24-16,2 1-50 0,0-2 4 15,0-1 46-15,2 1-36 0,-2 0-1 0,3-1 31 16,-2-1-14-16,1 1-21 16,0-1 27-16,1 0 12 0,-3 0-1 0,4 0-43 15,0 0 14-15,4-1 5 0,-3-2-14 0,1 1 16 16,1-1-20-16,0 1 6 0,3-2 6 16,1 1-13-16,7-2 11 0,0-1-17 0,0 2-2 15,-5 3 32-15,-1-3-18 0,-1 4-5 16,1 0 15-16,-1 0-4 0,-7 0-18 0,0 0 38 15,15 0-15-15,13 9-15 0,-15-3 1 0,-6-1 13 16,0-1 24-16,8 4-32 0,-3-2-4 16,-2 2 9-16,0-1-1 0,-4-2-13 0,0 1 37 15,-1 0-34-15,2 3 36 0,0 0-24 16,-2-2-7-16,-1 0-2 0,-3-2 18 0,-1 0-22 16,0 2 28-16,0-5-21 0,0-2 0 0,0 0-11 15,0 8 51-15,0-8-30 0,-17 24 30 0,6-15-26 16,-1 1 6-16,1-1 12 0,-2-2 36 0,-2 4-38 15,-1-7 7-15,1 6 19 0,1-6-15 16,-6 0 5-16,6-4-4 0,3 0-3 16,11 0-4-16,-10 0 39 0,1 0-22 0,1 0-4 15,-1 0-5-15,2 0-2 0,7 0 10 0,-8 0-25 16,-7-10 25-16,8 10-30 0,7 0 0 16,0 0-24-16,-6 0-10 0,6 0-17 0,-10 0-65 15,10 0-36-15,-13-10-56 0,8 5 17 16,3 4-292-16,0-2 9 0,-1-2 33 0,-2 2 29 15,4-2 29-15,-2 2 28 0,-2-1 19 0,2 2 11 16,-3-1-1-16</inkml:trace>
  <inkml:trace contextRef="#ctx0" brushRef="#br0" timeOffset="15468.297">15672 8219 264 0,'0'-13'106'0,"-17"13"-15"0,-7-31-13 15,19 26-10-15,0-1 63 0,0 1-7 0,-1 2-13 16,1-2-13-16,-1 3-26 0,1 1 2 0,0-1 4 16,0 0 5-16,5 2 0 0,-8 0-29 15,-7 0 3-15,4 0-36 0,-3 0 51 0,-12 12-61 16,10-8 37-16,-2 0-31 0,3 3 16 15,1 0-17-15,2-3 7 0,1 4 27 0,-3-1-12 16,3 2-12-16,2-2-24 0,5 1-2 16,1 2-6-16,0-6 47 0,1 4-31 0,-1-1-5 15,3 0 13-15,0 3 14 0,0 2-30 0,0 0 1 16,18 17 17-16,-10-17-1 0,5 0-25 0,-1 1 39 16,2-4-40-16,0 1 22 0,-1-3 2 0,3 0-10 15,-4-2 5-15,0-2-4 0,-1-2 1 16,-2-1 14-16,-9 0-32 0,9 0 16 0,1 0-21 15,-3 0 6-15,15-11-13 0,-13 1 33 16,1 1-6-16,-3 1-4 0,2-2 14 0,-2 1 6 16,-3-1-18-16,0 2 3 0,-1-7 18 0,0 5 3 15,1 0 6-15,-3 2 2 0,-1 1-3 0,0 7 3 16,0-6 16-16,0 6-29 0,0-8 16 16,0 8 0-16,0-7 12 0,0 7-12 0,0-8-4 15,0 8-8-15,-11-14-8 0,7 14 16 16,1 0-12-16,1-3-4 0,-1 3 1 0,0 3 4 15,1-3-14-15,1 3 4 0,-3 1-13 0,1 0 4 16,2 0 3-16,1 2-2 0,0-1 8 0,0 2-2 16,0 1-3-16,0 3-7 0,0 4 5 15,17 15 2-15,-10-14-5 0,1-2-13 0,3 2 9 16,-2-2 6-16,7 0-6 0,-3-2-7 0,-2 0 2 16,7-2 16-16,-3 0-15 0,2 0-10 15,2-6 23-15,-5 1-14 0,0-3 8 0,2 1-8 16,-9-3 5-16,3 0-4 0,3 0-1 15,1 0-8-15,-4 0 18 0,12-12-9 0,-10 5 6 16,-3-1 2-16,-2 1-4 0,-3 1 3 0,0 0-4 16,-1-1 1-16,-1 0 5 0,-2 1 5 15,3 0-12-15,-3 6 2 0,0-6-3 0,0-2 7 16,0 8-5-16,0-8-12 0,0 0 7 16,0 8-1-16,0-7 10 0,0 0 6 0,-12-4 0 15,8 10-4-15,-2-1 3 0,3 1 6 16,0 1-14-16,-1 1 9 0,2 1-21 0,-1 0 10 15,3 1 6-15,-4 0 1 0,4 4-14 0,0-3 11 16,0 0 3-16,0 4-16 0,0-3 8 0,4 0 4 16,3 10-8-16,0-3 5 0,1 0-2 15,2-7 2-15,-4 1-15 0,1 0 10 0,9-2-4 16,-4-2 6-16,1-1-1 0,-3 1-8 16,0-2 4-16,5 0-2 0,17-12-7 0,-15 5 4 15,3 0-15-15,-3-4 21 0,-3 2-12 0,1-1 13 16,-5-1-17-16,-2-1 23 0,-4 4-16 0,2 1 20 15,-5 0-4-15,-1 7 3 0,0 0-4 16,0-7 1-16,0 7 0 0,-12-15 0 0,9 12-1 16,-1 2 6-16,-2 0-2 0,2-1-13 0,-3 2 16 15,3 0-15-15,-2 2 12 0,3 0-1 16,3-2-1-16,-9 7 0 0,6-1 5 0,-2-2-2 16,4 1-14-16,-1 0 3 0,2 1 16 15,3 0 0-15,7 6-3 0,-3-2 10 0,2 2-14 16,3-5-4-16,2-2 3 0,0-2 13 0,-2-3-11 15,10 2 0-15,-3-2-12 0,3 3 17 16,-13-3 0-16,5 0 8 0,4 0-16 0,-4 0 6 16,0 0-2-16,0 0 9 0,-5 0-24 0,1 0 16 15,-1 0-28-15,-3 0 22 0,-6 0-29 16,7 0-26-16,-7-8-29 0,6 8 7 0,-6 0-87 16,0 0-82-16,8 0-107 0,-8 0 23 15,12 8 22-15,-9-6-11 0,0 0 4 0</inkml:trace>
  <inkml:trace contextRef="#ctx0" brushRef="#br0" timeOffset="17124.501">17077 8252 310 0,'-4'-2'241'0,"0"0"-108"16,1 2 45-16,0-1-29 0,-1 1-72 0,4 0 45 15,-1 0-29-15,2-1-28 0,0 2-1 16,2-1-6-16,0 0 2 0,4 0 11 0,-3-1-47 16,1 0 20-16,0 1-5 0,1-2 3 0,1 2-26 15,-2-1 12-15,0-1-37 0,-1 0 2 16,-1-2 54-16,0 1-38 0,1 0-21 0,-4-2 23 16,2 0 4-16,0 0 3 0,-2-2-32 0,-2 1 45 15,2 6 2-15,0 0-31 0,-12-21-23 0,3 7 33 16,0 8-25-16,-5-2 26 0,5 3-8 15,-1 3 1-15,1 1 9 0,0 1-1 16,9 0-43-16,-8 0 37 0,-1 0 11 0,9 0-1 16,-24 10-14-16,14-2-16 0,-1 2 41 0,5-2 3 15,1 2-11-15,-3 2-19 0,7 0-15 16,-2-2-14-16,3 0 34 0,0-4 17 0,0 3 5 16,19 17-29-16,-9-14 6 0,0 1-16 0,2-3 7 15,1 1-25-15,4-6 35 0,-3 2-13 16,4-3-1-16,2 0 19 0,-3-2-12 0,-2-2-24 15,-3 0 29-15,-3 0-15 0,3 0 8 0,17-13 2 16,-17 6-5-16,4-1-9 0,-3 0 10 0,-2-2 14 16,0-3-34-16,0 2-26 0,-1-4 50 15,3 1-17-15,-6 2 23 0,1-1-6 16,0 3 23-16,-4 3-6 0,-1 3-13 0,0 0 14 16,0 1-9-16,-2 2 16 0,1-1-11 0,1 0-13 15,-2 2 7-15,-1 0-2 0,0 0 6 16,0 0-4-16,0 0-6 0,16 14-21 0,-6-5 50 15,-2-1-23-15,3 2-7 0,-2 0 1 16,0-1 5-16,0 0 22 0,0-1-33 0,1-1-5 16,-2-1 16-16,-2-1 17 0,-2-2-58 0,1 0 23 15,-2-1 18-15,0-1-7 0,0 0-18 0,0-1 25 16,-3 0 10-16,0 0-14 0,0 0-18 16,6 0 38-16,3-13-11 0,-5 8 12 15,2-7-16-15,1 2 15 0,0-5-30 0,0 4 24 16,-4 0-40-16,0 3 36 0,0 0-19 0,0 3 11 15,-3-1 2-15,3 2 1 0,-3 0-28 0,4 1 28 16,-3 0-38-16,-1 1 34 0,2 0 3 16,-2-1 0-16,3 3-10 0,-3 0 14 0,0 0-5 15,0 0-8-15,0 0-11 0,5 0-4 16,-5 0 16-16,17 12 12 0,-11-10-28 0,8 4 17 16,-1 1-27-16,1-2 32 0,-4-1-10 0,6 2-6 15,-6-2 11-15,0 0 24 0,-1-1-57 0,-2-2 13 16,-1-1 18-16,0 0-8 0,1 0-4 15,-4 0-9-15,-3 0 23 0,0 0-2 0,7 0-2 16,-7 0-6-16,16-11 30 0,-13 8-20 16,0-3-11-16,-1 1 31 0,-1-2-43 0,2 2 39 15,-3-2-6-15,0 2-47 0,0 5 42 0,0 0-27 16,0-10-3-16,0 3 19 0,0 7 18 0,-10-15-42 16,7 9 15-16,-3 4 39 0,2-2-19 15,-1 2-36-15,1 2 17 0,0 0 27 16,-2 0 0-16,3 2-4 0,0 2 13 0,-2-2-13 15,4 2-42-15,0 0 47 0,1-1-44 0,1 2 39 16,0-2 5-16,1 3-9 0,1 0 21 16,3 6-28-16,0 0 12 0,1-2-32 0,-1-4 56 15,4 5-30-15,-3-5 5 0,-1 0-36 0,-1-4 3 16,3 1 49-16,2-1-34 0,-5-2 13 0,2 0-10 16,-7 0-4-16,0 0-2 0,23-12-28 15,-9 6 27-15,0-2 31 0,-4 0-35 0,-2 1 4 16,4-3 0-16,-1 0-18 0,1 3 16 0,1-2 11 15,-1 1-12-15,-1-7 3 0,-2 11 1 16,-5-1 19-16,2 3-9 0,1 2-27 0,-1 0 29 16,-2-2 13-16,-4 2-10 0,0 0-9 15,0 0 14-15,7 0-4 0,-7 0 20 0,17 12-3 16,-14-6-59-16,-2-1 50 0,8 8-20 0,-1 1 0 16,-2-5-21-16,-1-1 62 0,-3 0-56 15,1-3 36-15,1 0 7 0,-4-2-37 0,0 3 51 16,1-4 26-16,-1 0-2 0,1-1-5 15,-1-1-22-15,0 0 5 0,-1 1-3 0,0-2 3 16,1 0 3-16,-1-1-5 0,-2 0-10 0,2-4-16 16,-1 2-6-16,0-1 33 0,2-1-30 15,0-1-3-15,1 0 19 0,0 1-38 0,-1 6-5 16,0-10 19-16,14-14-3 0,-9 13-12 16,0 3 41-16,-1 2-25 0,-2 2-1 0,3 1-22 15,-2 0 7-15,1 2 11 0,0 1-7 0,-1 1 21 16,-3-1 10-16,0 0-10 0,26 8 7 15,-8-4-15-15,-4 2 19 0,-3 3-4 0,1 0 2 16,2 0-5-16,-1 1 10 0,-3 2 6 0,5 2-12 16,-4 0 18-16,-2-5-17 0,-1 3 17 15,-1 1-19-15,-4-1 29 0,3-5-24 0,-6 1 13 16,1-1-9-16,4-2-12 0,-5 2-2 16,3-3 2-16,-2 2-8 0,0-2-8 0,-1-1-58 15,0 2-7-15,0-5 8 0,0 0-102 16,0 0-71-16,0 0-102 0,0 0-19 0,13 9 20 15,-8-10 15-15,13-7 13 0</inkml:trace>
  <inkml:trace contextRef="#ctx0" brushRef="#br0" timeOffset="19218.19">18915 8078 290 0,'2'-4'201'0,"0"1"-41"16,-1-2-1-16,0 3-29 0,1-4-30 0,-1 4 7 16,-2-3 9-16,-1 1-9 0,1 1-48 0,0 0 30 15,-1-1-6-15,-3 0-36 0,0 3-7 16,2 1 30-16,-3-3-8 0,2 2-6 0,-2 1 3 15,-3 1-20-15,3-1 3 0,6 0-12 0,-11 0-11 16,-14 13 2-16,12-2 12 0,0-3-40 16,1 5 30-16,3-4 16 0,2 1-26 0,2 4-2 15,1-5-2-15,3 3 10 0,0-4-11 16,1-8-17-16,0 8 21 0,0-1-15 0,11 15 19 16,-6-13-7-16,0-2-13 0,6 3 16 0,-4-3 0 15,2-2-24-15,-1-2 16 0,0-1-2 0,-1-2-3 16,-1 0 5-16,-6 0-7 0,0 0 18 15,15 0-32-15,13-15 3 0,-17 7 23 0,-2-3 6 16,-1 2-29-16,2-4 38 0,-3-3 2 0,-2-2 6 16,2 2-4-16,-4-1 10 0,-2-1 2 15,-1-4-11-15,0 11 5 0,0-3 12 0,0-4 4 16,0-1-4-16,0 0 8 0,-14-20-3 16,9 20 24-16,1 2-10 0,0-1-10 0,-5 4 18 15,4 2-7-15,4 4-21 0,-1 1 15 0,0 0 12 16,2 3 7-16,-3-1-1 0,2 3-37 0,1-1-7 15,-2 1-1-15,-1 1 31 0,3-2-47 16,0 3-17-16,0 0 44 0,0 0-18 0,-5 11-17 16,4-6-14-16,0 3 7 0,-1-2 46 15,2 17-37-15,0-13 0 0,0 6 9 0,0 4-7 16,14 24-2-16,-8-21-14 0,2-2-3 0,-1 2 6 16,1 0-7-16,-1-2 11 0,5-3-5 0,-5 2 1 15,6-5-3-15,-3-1 26 0,2 0-41 16,-2-3 13-16,2-5-12 0,0 1 18 0,2-4-18 15,2 3-1-15,0-6-23 0,-5 0-12 16,-11 0 11-16,9 0 7 0,15-11-9 0,-10 3 17 16,-4-1-14-16,1-1-2 0,-3 1 0 15,0-1-2-15,-2-2 3 0,0-2-4 0,-1-1 7 16,1 3-8-16,-6 1 2 0,1 2 11 16,-1 2-7-16,0 7 23 0,0 0-9 0,0-9 6 15,0 9 7-15,-11-13-11 0,7 11 13 0,-1-1 3 16,1 3 9-16,-2 0-14 0,-2 0-4 15,3 0-8-15,-2 5 19 0,-2 2 0 0,-1 2 5 16,1 2 5-16,3-3-6 0,2 1-6 0,4 2 13 16,-1-4-10-16,1 1-4 0,0 0 17 15,18 16-20-15,-9-14 18 0,1 1-21 0,2-3 18 16,4 0-10-16,-1-2 13 0,5-6-14 0,0 5-5 16,1-4-4-16,-9-1-16 0,21-10 9 15,-10 6 15-15,5-2-15 0,-6-2-19 0,4-4 22 16,-2 3-12-16,0-3-8 0,1 0 5 15,-5 2-5-15,-2 0 17 0,-2-4 16 0,-4 1-15 16,-2 3-16-16,-2-3 32 0,0 5 21 0,-7 2-18 16,-1 6-3-16,0 0 14 0,0-8-1 0,-11-2 1 15,3 8-17-15,0 2-6 0,3 0 30 16,-13 2-7-16,10-2 15 0,-5 0-29 0,-14 10 17 16,19-9-10-16,-5 7-2 0,6-1 1 15,0 0 14-15,5-4-30 0,-1 4-1 0,3-7 40 16,0 0 5-16,0 8-16 0,0-8 0 0,20 22-6 15,-12-16-4-15,-4-3 24 0,1 0-38 0,4-2-4 16,-5-1-2-16,4 0 22 0,-8 0 5 16,0 0 11-16,5 0 11 0,-5 0-6 0,7 0 0 15,9-8-9-15,-12 5 29 0,-4 0 9 16,5 0 8-16,-3-1-13 0,0 1 8 0,-2 1 4 16,1 1-16-16,1-3 2 0,-2 2-6 0,3 0 9 15,-2 2-1-15,0-2-23 0,1 2 1 16,-2 0 15-16,0 0-30 0,0 0 6 0,2 12 5 15,-2-8-8-15,8 11 13 0,-7-1-21 16,4 3 21-16,0 0 0 0,2 3-30 0,-3 0 14 16,5-2 13-16,-6 3 0 0,3 0-27 0,-3 1-1 15,1 0-1-15,-1 1 14 0,-2 1 19 16,-1-12-14-16,0 5 13 0,0 3-6 0,0 1-21 16,0 1 9-16,-10 0 15 0,-3 22-21 15,7-25 6-15,-2-3-8 0,-4 0 21 0,2-2 15 16,-1-3-21-16,-2 0 29 0,-2-2-9 0,-3-3-36 15,1 1 4-15,0-3-9 0,3-1 41 16,-5-3-20-16,12 0-17 0,-1 0 19 0,-15-13-16 16,14 7 7-16,4 0-38 0,-4-6-2 15,2-2 18-15,6-4-17 0,0 0-17 0,1 9-13 16,13-25-8-16,-6 14-26 0,2-4 4 0,5 4 17 16,1 1 0-16,-2-2-25 0,5 2 39 0,2 3-6 15,0-3-19-15,-1 1 21 0,2 4 6 16,-1-1 12-16,-3 1-29 0,3-2 14 0,-1 0 26 15,0 5-4-15,-3-4-16 0,-3 3 34 16,0-5-13-16,-2 3 14 0,-1 1 12 0,-1-1 10 16,3 4-18-16,-6-6 2 0,-3 8-1 0,0-1-6 15,0 1 23-15,0 2-28 0,-3 0 41 0,1 2 12 16,-1 0-17-16,0 0-1 0,0 4-26 16,0 0 5-16,0 0 12 0,-10-9 3 0,6 8-3 15,-1-1 24-15,1 2-17 0,0-2 3 0,-2 4 2 16,0-2-30-16,2 2 6 0,1 0 15 15,0 1 7-15,-1 0 16 0,0 2-32 0,0-3 12 16,2 3-15-16,0 1 4 0,2-1 3 0,-2 2 3 16,4-1 6-16,-2-6 4 0,0 10-2 15,14 11-13-15,-6-8 21 0,2-4-11 0,1 0-16 16,1-1 7-16,2 0-14 0,-5-4 23 16,0 0 2-16,0-4-6 0,1 0-7 0,-4 2 10 15,2-2 1-15,-8 0-4 0,9 0-6 0,2 0 13 16,5 0-19-16,13-15 29 0,-12 10-1 0,-7-2-16 15,1-1 18-15,3 0-45 0,-6 2 15 16,0 3 17-16,-3-6 10 0,-3 4-22 0,0-5 15 16,-1 5-28-16,-1 0 10 0,0 5-22 0,0 0 14 15,0-10 6-15,0 2 3 0,0 2-15 16,-10-7 26-16,8 9-13 0,-8-3 7 0,2 2-38 16,1 0 39-16,2 8 3 0,-2-6-35 15,7 3 12-15,0 0 3 0,0 0 26 0,-7 0 15 16,7 0-42-16,-12 12 46 0,10-7-20 0,0 0 2 15,2 2-24-15,0 0-12 0,2-1 33 16,0 1 14-16,5 10-3 0,2-5-8 0,1-1 15 16,0 0-16-16,0-2-7 0,4-3 12 15,-3-3 16-15,0 0-21 0,-11-3 19 0,14 0 2 16,-2 0-13-16,2 0-5 0,-2 0 17 0,3 0-10 16,19-8-13-16,-17 2 6 0,-1 2-2 15,0-3 20-15,-1-1-19 0,-1-2-11 0,0 2 11 16,-6-1-1-16,1-1 16 0,-7 5-28 15,3-5-7-15,-2 3 14 0,-2-1-16 0,-1 4 9 16,0 4 6-16,0 0 11 0,0 0-34 16,-16-14 2-16,10 11 25 0,0 2-12 0,0 0 1 15,-2 2 4-15,0-1 3 0,8 0-2 0,-10 0-12 16,-12 9-4-16,13-4 21 0,4 0-28 16,2 1 20-16,0-1 4 0,3 0 7 0,1 1-9 15,1 0-16-15,8 7 24 0,2-2 7 16,4 0 1-16,-1-3-13 0,3 3 32 0,0-4-9 15,2 0-5-15,1-3 12 0,-6 4 12 0,7-3-1 16,1-2-15-16,-5-3 17 0,-7 0-2 16,5 0-18-16,0 0 10 0,1 0-15 0,1 0-2 15,-4 0 1-15,0 0 2 0,0 0-17 0,0 0 1 16,9-9-15-16,-14 7-20 0,-3-3-28 16,0 3-61-16,-3 0 9 0,1-1-83 0,0 1-137 15,-4 0-50-15,0 2 37 0,0-3 20 0,0 0 13 16,-4 2 2-16</inkml:trace>
  <inkml:trace contextRef="#ctx0" brushRef="#br0" timeOffset="19890.045">20536 8058 329 0,'0'3'222'0,"0"1"-6"0,1-1-16 0,-1-3-26 0,0 0-6 16,-1 15-14-16,-4 4-8 0,5-11-5 16,-8 18-33-16,2-11 2 0,1 6-26 0,1-1-11 15,-3-4 6-15,2 2-22 0,-1 1-17 16,6-7-48-16,-5 3 1 0,0 1-132 0,1-3-103 15,1-3 18-15,-2-3 18 0,4-3 18 0,-2-2 15 16,-2-1-133-16,3-1 10 0</inkml:trace>
  <inkml:trace contextRef="#ctx0" brushRef="#br0" timeOffset="33193.592">20876 8039 526 0,'0'0'225'0,"0"-14"-28"0,0 14-36 0,-27-22-28 15,25 18 5-15,0 0 8 0,1 0-16 16,-1-1-6-16,1 1-11 0,0 1-17 0,-2-2 7 16,1 1 2-16,2 3-17 0,0-3 9 0,-3 0-19 15,3 1 18-15,-1 2-23 0,1-3-4 16,-1 1 14-16,-2 0-3 0,2 1-22 0,1 0 32 15,0-1-22-15,-5 2-17 0,5-2 1 16,0 2-13-16,0-1 6 0,-1 1 0 0,-1 0 3 16,2 1 4-16,-1 0-14 0,0 0-16 0,1-3 26 15,-1 3-29-15,1 0-9 0,0 3-3 16,0-2 5-16,0 3 3 0,0 0 18 0,0 1-26 16,1 0 24-16,0 2-36 0,0-3 3 0,-1 5 18 15,12 17-13-15,-7-14 31 0,4 5-24 16,-4-2-13-16,-1-6-1 0,2-1 15 0,1 5-5 15,-1-2 2-15,-1-4 6 0,-1 0-34 16,0-2 0-16,0-1-10 0,-3-1 9 0,1 0 13 16,1-2-2-16,-2 2-19 0,1-2 31 15,1-1-31-15,0 0 7 0,-3 0 2 0,0 0 0 16,0 0 8-16,20-18-4 0,-13 6 3 0,-1 3 28 16,2-2-27-16,-3 2 25 0,0 2-12 0,-2 2-14 15,-2 0 18-15,1 1-16 0,1 1-6 16,-2-1 4-16,1 1 1 0,0 1 10 0,0 0-12 15,-1 1 19-15,1 1-13 0,2 0 8 16,-1 0-17-16,-3 0 22 0,0 0-18 0,0 0 2 16,0 0 13-16,15 9-18 0,-11-6-2 0,1 0 13 15,0-1-22-15,0 2 15 0,5 4 1 16,-3-2-4-16,3-3-2 0,-5 0 10 16,-1 1-10-16,0-1 6 0,0-1-13 0,-2-1 13 15,-2-1-8-15,0 0 7 0,0 0 5 0,0 0-7 16,8 0-1-16,2-10 11 0,-7 6 7 15,-2 0-10-15,3-2-9 0,-3 1 9 0,0 0-8 16,2 0 7-16,-3 1 14 0,3-1-15 0,-2 2 9 16,-1-2 3-16,3 1-4 0,0 0-15 15,-2 0-2-15,1 3-24 0,-1-2 5 0,3 0 13 16,-3-1 1-16,3 3 12 0,-2-1-13 0,1-1-5 16,0 3 13-16,-3 0-10 0,0 0 1 0,0 0 12 15,0 0-25-15,8 0 25 0,-8 0-3 16,8 0-6-16,-1 0 10 0,-7 0 3 15,19 9 14-15,-5-2-3 0,-2-3-14 0,-1-3-31 16,-1 0 11-16,0 1 19 0,-2-2-11 0,0 0 16 16,-8 0-12-16,7 0 2 0,6 0-26 0,15-10 43 15,-19 6-17-15,-1-1-8 0,1 3 41 16,-3-1-18-16,-2-2-12 0,-2 1 10 0,1-1-17 16,-2-1 23-16,1 1-9 0,-1 1-15 15,-1 4 0-15,0-12 30 0,-13-8-8 0,9 11 6 16,3 1 14-16,-4 3-22 0,2 1-6 0,0 0 4 15,0 0-8-15,-1 3 10 0,-1-3 4 0,1 3-12 16,-1 1 32-16,-1 0-15 0,6 0 3 16,0 0-2-16,-8 0-26 0,-7 17 24 0,8-11-24 15,-2 6 13-15,5-1-5 0,1 1 21 0,-2-2 4 16,3-1-25-16,2-1 15 0,0-8-22 16,0 8 16-16,0-3-11 0,10 18-8 15,-3-14 35-15,1 4-9 0,-1-6 19 0,6 0-21 16,1 0 7-16,3-5-5 0,-2 1-4 0,3-2-19 15,-9-1 29-15,5 0 16 0,5 0-17 16,-1 0 15-16,1 0-26 0,0 0 7 0,17-11 8 16,-20 9-18-16,-5 0-2 0,0 2-15 0,-3-3-32 15,-3 2-6-15,1 1-17 0,0-1 7 16,-2 1-60-16,-2-2-33 0,-2 2-78 0,0 0-114 16,0 0 19-16,0 0-39 0</inkml:trace>
  <inkml:trace contextRef="#ctx0" brushRef="#br0" timeOffset="33927.951">22146 7960 251 0,'-9'-15'266'0,"-2"3"-90"0,-2 2 0 15,4-2-19-15,-5 0-25 0,0 4-2 0,3-1-7 16,-3 1-4-16,5 2-29 0,-1 2-22 0,4 1-24 16,-1 2 39-16,-2 1-28 0,9 0 8 15,-8 0-4-15,-2 0-20 0,-16 18-32 0,12-10 21 16,3 3-15-16,2-1-12 0,-2 2 38 0,5 2-6 15,0 0 1-15,3-3-41 0,2 1 23 16,-2 4-12-16,3-8 24 0,0 1-11 0,11 11-16 16,-9-11 11-16,4-4-31 0,6 5 32 15,-2-6-2-15,-1 0 14 0,1-2-17 0,-10-2 0 16,13 0-7-16,14-10 1 0,-10 4-29 0,-2-2 38 16,-2 0 11-16,0-2-5 0,2 1-41 0,-4-1 34 15,1 0 8-15,-3-4-12 0,-3 3 15 16,1 0 5-16,-3 1 21 0,-2 3 4 0,3-1 9 15,-4 2-15-15,1 1 8 0,-2-1 12 16,0 6-6-16,0 0 21 0,0 0-30 0,0-6 0 16,0 6-10-16,0 0 19 0,0-7-33 15,0 7-4-15,0 0 25 0,0 0-32 0,-2-6 0 16,4 8 17-16,-2 1 4 0,0 0-35 16,0 2 8-16,-2 0 4 0,4 2 4 0,4 4-19 15,-6 0 26-15,5 17-15 0,3-10-9 16,-4 2 0-16,2 1 30 0,-2 0-18 0,2 1 7 15,-2 2 8-15,1 1-19 0,-2-2 26 0,-2-1 1 16,2 3-17-16,0-3-22 0,1-1 15 16,-4-6-1-16,0-4 9 0,0 3 6 0,0 1 12 15,0 1-6-15,0 0 2 0,-12 11 12 0,5-14-4 16,-3-2 4-16,2-1-5 0,-4 2-3 16,1-2 16-16,-4-3-28 0,3-5 27 0,-4 6-26 15,3-1-4-15,-4-3-2 0,7 0-9 16,-8-2 26-16,7-1-54 0,0-1-10 0,3 0-27 15,8 0-17-15,-7 0-25 0,1 0-15 16,6 0-36-16,-7 0 14 0,7 0-106 0,0 0-63 16,-14-9-108-16,14 3 6 0,3 0 27 0,6-6-6 15,1 0 23-15,-1 0 11 0,2-3-5 0</inkml:trace>
  <inkml:trace contextRef="#ctx0" brushRef="#br0" timeOffset="34756.053">22323 8055 226 0,'2'-4'199'0,"-2"2"-7"0,3 2-28 15,0-2-6-15,-1 2-12 0,2-3-33 0,1 0-20 16,1 3 1-16,1-2-22 0,-1-1-7 15,8-1-10-15,-2 0-16 0,-4 1 22 0,-1-2-48 16,-1 0 30-16,0 4 1 0,-3-3-11 16,1 1-32-16,-1-1 26 0,-2 1 5 0,2-2-32 15,-1 1-13-15,-2-1 39 0,0 5-25 16,0 0 18-16,0-6-5 0,0 6-2 0,-18-20-2 16,8 14 3-16,3 2-24 0,-1 0 16 0,1 3 6 15,-3-1 9-15,4-1 0 0,6 3-20 16,0 0 41-16,-9 0-34 0,2 0 14 0,7 0-27 15,-11 0 18-15,6 0 25 0,-7 14-28 16,2-2-3-16,1 0 0 0,5-4 9 0,2 0 6 16,-1 0 10-16,3-2-17 0,0-6-15 0,0 7 20 15,0 6 8-15,18 10-22 0,-6-13-2 0,-1-2 10 16,4-2-3-16,1 0-8 0,2-2 24 16,0-3-16-16,2 2 17 0,0-3-3 0,-2 1-13 15,-8-1 5-15,5 0 13 0,18-15-15 16,-14 10 15-16,-6 0-39 0,5-4 23 0,-7 2 9 15,1-6-12-15,-3 4-11 0,0-3 23 0,-2 0 1 16,0-2-13-16,-3-3 29 0,0 2-17 16,-1-2 11-16,-1-3-13 0,-2-1 20 0,1 0-9 15,1-4 1-15,-2 13 1 0,0-5 20 16,-11-24-20-16,6 19 36 0,1 1-30 0,-5 3 12 16,3 2 21-16,0 1-9 0,1 1-10 0,1 2-11 15,0 4 33-15,1 1 7 0,0 0-16 0,3 4-18 16,0-2 8-16,-1 1-11 0,-2 1-17 15,3 0-17-15,0 2 25 0,-1 0-29 0,1 1 2 16,0 0 15-16,0 0-9 0,-1 5 32 0,1 0-26 16,0 2-12-16,4 11-13 0,-4-10 26 15,8 17 10-15,-2-8-30 0,-4 2-1 0,0 3 14 16,0-3-10-16,2 2-15 0,0-3 31 16,-2 2-12-16,0-2 7 0,-1 0 15 0,5-2-1 15,-2 2-19-15,0-1 4 0,0 0 24 0,-1-3-27 16,0 1-12-16,2-1 9 0,-1 0 10 15,2 0-1-15,-2-2-2 0,0-4-5 0,0-1-26 16,3 6 17-16,-2-6-1 0,0 0-1 16,1-2 2-16,0-1 2 0,1-3 1 0,-1 1 13 15,2 0-23-15,0-1 18 0,8 3-52 0,-3-3 1 16,-4-1-24-16,1 0-17 0,-10 0-21 16,10 0-10-16,4 0-21 0,12-15-67 0,-11 7 22 15,-3 4 16-15,-6-3-160 0,2 4 26 0,0-3 23 16,-5 5-119-16,3-3 23 0,-3-1 26 0,3 3 16 15,5-5 12-15</inkml:trace>
  <inkml:trace contextRef="#ctx0" brushRef="#br0" timeOffset="35146.662">22651 7796 500 0,'-2'-1'232'0,"2"-1"-13"0,2 2-49 0,-2-3-21 15,4 3-4-15,0-1-12 0,1-2-40 16,10-1 9-16,1 0 0 0,3 1-24 0,-2 3-4 16,4-6-21-16,-3 3 8 0,3 2-6 0,-2 0-3 15,-5-2 3-15,4 0-33 0,0 2 11 0,-5 0-38 16,2-3-19-16,-3 4-31 0,-4-3 6 15,1 3-95-15,-2 0-64 0,-4 0-102 0,0 0-28 16,-3 0 14-16,0 0 9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0T02:34:40.492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15288 9724 262 0,'-2'1'284'0,"-1"0"-74"0,-1-1-14 16,2 0-21-16,0-1-26 0,1 1-25 0,1-1-23 15,1 1 7-15,2-1 1 0,-1-1-26 16,4 2 6-16,0 0-12 0,-1-1 2 15,16-2-30-15,-2 0 7 0,1 1-5 0,-2 1-25 16,1 0 13-16,-4 1-11 0,5-3-17 0,-3 1-7 16,0-1-11-16,3 0-9 0,-2 1-12 15,-1-1-30-15,1 1 5 0,1 1-104 0,1-5-40 16,-5 3-168-16,-4 1 25 0,7-1-17 16,-9 2 1-16</inkml:trace>
  <inkml:trace contextRef="#ctx0" brushRef="#br0" timeOffset="-281.244">15316 9578 458 0,'-14'0'227'0,"14"0"-42"16,0 0 18-16,0-14-29 0,0 14-13 0,0 0-15 15,-22-20-3-15,21 17-15 0,1 2-20 0,0 0-9 16,0 1-10-16,0 0-13 0,-2 1 1 16,2 3 4-16,-2 1-19 0,1 1-1 0,-5 10-8 15,3 2-3-15,-2 3-13 0,1 0 6 16,-2 4-13-16,6-5 12 0,-3 5-15 0,1-5 4 15,-4 4-12-15,3-4 14 0,0 1-29 16,0-4 6-16,3-2 16 0,-2-4-11 0,0-3 9 16,2-8-19-16,0 7 22 0,0-7 15 0,0 8 20 15,0-8-20-15,0 7 27 0,0-7-38 0,0 0-8 16,-6 10 9-16,3-15 20 0,1 2-17 16,1-3-21-16,0-14 2 0,0 0 22 0,1 11-15 15,0-8-17-15,0-3 27 0,0-3-1 16,0-2-31-16,0 1-1 0,14-25 18 0,-14 25 1 15,4 4-12-15,2-2 5 0,3 4 0 0,-4-2-15 16,1 3 3-16,5 2-17 0,0 1 3 16,-5 1 0-16,4 0-6 0,1 5 31 0,-1-1-21 15,-2 1 4-15,-2 4-13 0,2 1 18 0,-2 3-15 16,1 0 27-16,-7 0-28 0,0 0 7 16,21 17 9-16,-12-8-12 0,1 3 19 15,-1-1-15-15,1 6 27 0,0-4 0 0,1 3-29 16,-1 1 3-16,0-2 23 0,0 3-29 0,-3 1 2 15,1-4 5-15,3 3-2 0,-3-2-6 16,-1-1 28-16,0 0-7 0,2 1 10 0,-1-3-12 16,-3 3 12-16,0-1-2 0,0-4-17 15,1 2 0-15,-2-3 17 0,-1-1-6 0,-1-3 12 16,1 1-12-16,-2-3-10 0,1 0 24 0,2 2-8 16,-4-4-6-16,0 1-23 0,1 0 33 0,0-1-33 15,0 2 20-15,-1-2-12 0,0-1-13 16,2 2 7-16,-1-1-24 0,-1-1-7 15,0-1-27-15,0 0-8 0,-3-1-42 0,2-1 11 16,0 1-61-16,0-2-68 0,-3 1-72 0,0-3-70 16,2 4 13-16,-3-2 22 0,1 0 20 0,0 1 34 15,-2-3 2-15</inkml:trace>
  <inkml:trace contextRef="#ctx0" brushRef="#br0" timeOffset="437.487">15930 9689 442 0,'-2'0'313'0,"2"1"-61"0,-3-1-27 16,3 0-24-16,0 1-4 0,-1-2-33 0,1 3-25 16,-2-2-9-16,2 2-25 0,2-2-22 15,-1 0 4-15,2 3-2 0,1-3-8 0,1 0-17 16,1 0 0-16,1 0-8 0,1 0 13 0,0 0-11 15,5 0-22-15,1 0-5 0,4 0-6 16,14-10 13-16,-22 8-12 0,5 2 13 0,0-3-14 16,5 1-1-16,-10 1-8 0,3 1-6 15,-6-2 14-15,1 2-9 0,-4-1 0 0,2 0-5 16,-3-1-8-16,2 2 13 0,0 0-16 0,-2-1-24 16,2 1-4-16,-5 0-18 0,0 0-37 15,0 0-18-15,0 0-11 0,5 0 12 0,-5 0-88 16,0 0-14-16,0 0-138 0,0 0 24 15,0 0 25-15,9 0 15 0,-9 0 14 0</inkml:trace>
  <inkml:trace contextRef="#ctx0" brushRef="#br0" timeOffset="1578.08">16398 9582 543 0,'-6'-4'280'16,"4"1"-31"-16,0-1-27 0,-2 1-30 16,3-1-21-16,-1 1-16 0,0-1-10 0,-1 2-16 15,1-1-12-15,2 0 17 0,0 1-36 0,-2-1-18 16,1 1 17-16,0 1-37 0,1 0 3 15,-2 1-12-15,1 1 0 0,1 0 12 0,0 4-1 16,0-3-10-16,0 5 18 0,0 1-24 0,3 9 16 16,-3-8-16-16,0 6 18 0,0 2-23 15,0-2 12-15,0 4-19 0,9 17 3 0,-9-18 23 16,0 0-33-16,1 1 11 0,-1-5 21 0,0-1-26 16,0-1-20-16,1-3 11 0,-1-9 10 15,0 8-28-15,0 0 0 0,0-1 1 0,0 0 11 16,0 0-24-16,0-2 7 0,0-5 19 0,0 10-8 15,0-5-15-15,0-5 9 0,0 7 11 16,0-7 8-16,0 5-2 0,0-5-2 0,0 0 43 16,0 0-7-16,-5 6-30 0,3-12 1 15,2 3 12-15,-2-4-29 0,0-8 14 0,-1-3-31 16,1-3 15-16,-3-2-9 0,5 1 15 0,0 10 12 16,0-7-26-16,0-3 13 0,11-24 10 0,-8 24-18 15,3 0-15-15,-2 3 23 0,2 0-12 16,2 1 16-16,-2 4-34 0,2 0 4 0,0 4-11 15,0-2 40-15,-2 4-61 0,1 1 15 16,1 2 4-16,0 1 14 0,-2 2-12 0,-1-1 1 16,0 2 5-16,1-1-13 0,0 0 25 0,-2 2-28 15,1 0 28-15,-5 0-17 0,0 0-9 16,9 0-5-16,-1 0 12 0,-2 0-24 0,1 0 35 16,4 13-37-16,-7-9 11 0,-1 0 6 0,4 9 11 15,-5-4 2-15,1 2-9 0,-3-11 8 16,0 9-1-16,0 0 24 0,0-2-4 0,0 4-16 15,-19 9 1-15,12-8-3 0,1 1 4 16,1-6 28-16,0-2-29 0,1 0 0 0,0 1 1 16,3-4 34-16,-2 1 1 0,1 1-25 15,-1-4-4-15,3 2 3 0,-1-2 16 0,-1 2-1 16,1 0-17-16,0-1 6 0,0 1-13 0,1-1 25 16,-2 1-23-16,2-2-8 0,2-2 5 15,-2 3-4-15,1-1 6 0,3 1 11 0,-4-1 11 16,4 0-22-16,1-2 8 0,-1 2 14 15,1 0-22-15,0-1-3 0,0 1 4 0,-2 1 10 16,2-1 9-16,2-1-20 0,-7 1 5 0,7 0 17 16,0 0-22-16,0 0-6 0,16 15 15 15,-9-10 15-15,0 3-20 0,-3 2 2 0,2-2 3 16,-1 2 8-16,-2-3-19 0,0 2 11 16,-2-1-8-16,-3 0 25 0,-3-1-19 0,0-3 4 15,-2 3 20-15,0-1-19 0,0-6-2 0,0 0 3 16,0 7 22-16,0 5-6 0,-17 10 6 15,11-13 3-15,2-4-2 0,-1 1 22 16,0 1-3-16,-1-3 17 0,0-1-27 0,0-1 17 16,1 0 8-16,-8 3-7 0,-4-2-17 0,4 1 36 15,1-3-7-15,0 1-14 0,1-1-4 0,2-1 9 16,-1 1-21-16,4-1 19 0,-1 1-6 16,7-1 10-16,0 0-3 0,-9 0-19 0,1 0-2 15,8 0-22-15,-6 0-1 0,6 0 25 0,-9 0 0 16,9 0-3-16,-7 0-3 0,7 0-12 15,0 0 5-15,-8 0 9 0,8 0-15 0,0 0-3 16,-6 0 11-16,6 0-14 0,0 0 0 16,0 0-19-16,0 0 1 0,-7 0 2 0,7 0-9 15,0 0-12-15,0 0-4 0,0 0-12 16,0 0 33-16,0 0 12 0,0 0-24 0,0 0-17 16,0 0-7-16,0 0 35 0,-13-8-37 15,13 8 11-15,1 0-13 0,-1-2-11 0,0 2 1 16,1 0-22-16,1-3-23 0,-2 3-27 0,1-3-49 15,2 1 19-15,2-2-106 0,5-4-159 16,0-1 45-16,3-1 26 0,-3 2 24 0,0-3 0 16,-1 3 3-16,0 3 26 0</inkml:trace>
  <inkml:trace contextRef="#ctx0" brushRef="#br0" timeOffset="2218.694">17004 9650 254 0,'-3'1'280'0,"0"-1"-62"16,0 2-42-16,0-2-11 0,2 0-22 0,0 0-19 15,1 0-23-15,0 0-13 0,2 0 14 16,2 0 5-16,-1 0-22 0,4 0-5 0,-2 0 1 16,1 0-21-16,3 0 15 0,1 0-10 15,3 0 5-15,1 0-21 0,7-10 15 0,-9 10-3 16,-3-1-6-16,-3 1-3 0,2 0 4 0,-8 0-2 15,0 0-19-15,9 0 2 0,-3 0 2 0,-6 0-7 16,8 0-3-16,-8 0 2 0,8 0 11 16,-8 0-19-16,7 0 0 0,-7 0 30 0,8 0-12 15,-8 0-21-15,0 0 7 0,6 0 3 0,-6 0-16 16,0 0 17-16,6 0 1 0,-6 0 6 16,0 0-5-16,0 0-30 0,0 0 0 0,0 0 1 15,8 0-8-15,-8 0 10 0,0 0-8 0,0 0-15 16,0 0-37-16,0 0-12 0,0 0-78 15,9 11 1-15,-9-11 12 0,0 0-111 0,2 0-77 16,0 0 23-16,2 0 22 0,0-2-75 16,0 0 46-16,11-5 10 0,-3 2 7 0</inkml:trace>
  <inkml:trace contextRef="#ctx0" brushRef="#br0" timeOffset="3171.79">18039 9539 362 0,'0'-2'255'0,"1"0"-32"0,2 2-28 16,0-3-27-16,1 3-23 0,1-4-10 0,0 3 3 16,2 0-12-16,1 1-11 0,11-4-9 15,0 1-1-15,1-1-11 0,-2 3-4 0,1-2-22 16,1-1 14-16,-6 3-5 0,0 1-19 16,4-3 14-16,1-1 10 0,-3 3-27 0,-16 1 5 15,16 0-8-15,-3 0 9 0,1 0 7 0,-6 0-23 16,2 0-1-16,0 0-5 0,-3 0-10 0,-7 0 1 15,9 0 3-15,-9 0-4 0,6 0-4 0,-6 0 14 16,8 0-22-16,-8 0 4 0,0 0-6 16,7 0-6-16,-7 0 22 0,7 0-23 0,-7 0 14 15,0 0-44-15,0 0-25 0,6 0-19 16,-6 0-46-16,0 0-42 0,0 0 13 0,0 0-228 16,12-13 29-16,-14 13 24 0,-2-3-46 0,-2 2 51 15,4 0 19-15,-4-2 10 0</inkml:trace>
  <inkml:trace contextRef="#ctx0" brushRef="#br0" timeOffset="4781.112">18945 9313 454 0,'13'0'173'0,"-13"0"-21"0,0 0 18 0,0 0-5 16,0 0-47-16,0 0 37 0,0 0-17 16,0 0-3-16,0 0-21 0,12 0 8 0,-12 0-11 15,0 0-1-15,0 0 19 0,0 0-33 16,0 0-11-16,0 0 4 0,0 0-8 0,0 0-15 16,0 0-5-16,0 0-17 0,-12 6-11 15,6-4 7-15,-12-1 9 0,8-1-15 0,-18 5-6 16,15-5 0-16,-8 1 7 0,6-1-15 0,6 1-9 15,-1-1 13-15,0 0-12 0,10 0-3 16,-8 0 23-16,0 0-13 0,0 0-4 0,2 0 14 16,-1 0-15-16,7 0-2 0,-8 0-9 15,8 0 14-15,-9 0-11 0,9 0-2 0,-9 0 4 16,3 0-1-16,6 0 13 0,-7 0-15 16,7 0 3-16,0 0 5 0,-6 0-8 0,6 0 5 15,0 0 8-15,0 0-25 0,-8 0 7 0,8 0 2 16,0 0 12-16,-13 15-21 0,12-12 18 0,-1 0-22 15,0 1 5-15,2 2 2 0,0-3 3 16,-2 2 24-16,2 0-24 0,0 2-14 0,0 0 19 16,0 0-4-16,-4-2-9 0,4 3 35 15,0 13-24-15,0-21 11 0,0 12-18 0,0 3-4 16,0-5 2-16,0 1 14 0,0-2 5 0,0-1-5 16,0 2-7-16,0-5-7 0,0 2 2 0,0 0-8 15,0-1 12-15,0 1 6 0,0-1-12 0,0 0 22 16,0 0 9-16,0 1-9 0,0-1-29 15,0 1 11-15,11 5 3 0,-9-7 12 16,0 1-6-16,-2-2-17 0,0 1 26 0,0 0-26 16,2 0 0-16,-2-1 9 0,0 1-5 0,0-2 21 15,1 1-8-15,-1 1-9 0,1-2 19 16,-1 0-6-16,0 0-16 0,0-2-9 0,0 2 30 16,0 1-23-16,2-1 16 0,-2-1-5 15,0 1 11-15,1-1 0 0,-1 0-17 0,0 3 21 16,1-3-7-16,-1-1-6 0,1 3-7 0,1-2 2 15,1-1 6-15,-3 1-22 0,0 1 6 0,3-1 4 16,-1 0-3-16,0-1 20 0,0 1-28 16,1 0 14-16,-1-4 15 0,2 2-23 0,0 2 4 15,-4-2-5-15,0 0 27 0,9 0-32 0,0 0 36 16,-1 0 2-16,7 0-19 0,0 0 17 16,4 0-9-16,-5 0-16 0,1 0 14 0,0 0-8 15,0 0-13-15,-1 0 6 0,0 0 8 0,-3 0 17 16,-1 0-8-16,-1 0-21 0,-1 0 6 15,-8 0-9-15,7 0 6 0,-7 0 4 0,8 0-3 16,-8 0-8-16,9 0 7 0,-9 0-3 16,6 0-10-16,-6 0 10 0,8 0-9 0,-8-8-18 15,0 8 2-15,6 0-41 0,-6 0-19 0,0 0-39 16,0 0 14-16,0 0-58 0,8-13-37 16,-12 13-104-16,3 0 24 0,-2-1 22 15,1 0-39-15,-1 1 18 0,-1-1 15 0,2-1-39 16</inkml:trace>
  <inkml:trace contextRef="#ctx0" brushRef="#br0" timeOffset="5140.478">18691 9523 388 0,'-2'-1'187'0,"-1"1"-20"0,0-1-25 0,2-1-1 16,1 1-9-16,0 1-29 0,1-3 4 0,3 2-20 15,-1 1 2-15,0 0 7 0,2-2-29 16,1 2 1-16,-1 0-13 0,0 0-14 0,0-1-4 15,2 1 6-15,0 1-13 0,-7-1 16 0,8 0-14 16,-2 0-4-16,2 0-29 0,0 0 21 16,-1 0-35-16,0 0 28 0,-1 0-21 0,1 0-13 15,-7 0-23-15,10 0 4 0,-4 0-64 16,1 0-25-16,0 0-56 0,-7 0-61 0,8 0-87 16,-2 0 16-16,-6 0 4 0</inkml:trace>
  <inkml:trace contextRef="#ctx0" brushRef="#br0" timeOffset="5499.866">19185 9532 224 0,'0'1'275'0,"0"1"-40"16,0-2-35-16,3 2-37 0,-3-2-18 0,3 2-37 16,0-1 31-16,-2 1-24 0,1-2 2 15,4-1-9-15,-4 2-24 0,5-1-16 0,-1 0-10 16,0 2 24-16,-1-4-4 0,3 1-4 0,-8 1-21 16,7 0-4-16,1 0-10 0,-1 0 5 15,7 0-5-15,-1 0 4 0,-1 0-9 0,0 0-11 16,-3 0-9-16,0 0 15 0,0 0-6 15,-2 0-25-15,-7 0 21 0,9 0-6 0,-2 0 0 16,-7 0-8-16,9 0-22 0,-9 0-43 16,7 0-12-16,-7 0 9 0,5 0-33 0,-5 0 10 15,10 0-76-15,-10 0-66 0,0 0 18 16,5 0 15-16,-5 0 19 0,0 0 13 0,0 0-153 16,8 0 9-16</inkml:trace>
  <inkml:trace contextRef="#ctx0" brushRef="#br0" timeOffset="5906.085">19586 9426 724 0,'0'-3'276'0,"-1"-1"-60"0,1 1-14 16,0 1-29-16,-2-1-17 0,2-1-2 0,-1 1-27 15,1 2-20-15,0-1-10 0,-1 0-4 0,1 0-21 16,1 2-7-16,-1 2-1 0,1-2 4 16,-1 3-11-16,-1-1 15 0,1 1-13 0,0 1 7 15,0 2 9-15,3 0-3 0,-3 0-11 0,0 1 6 16,0 2-16-16,0 3-16 0,0 3-7 16,0 2 18-16,0 1-8 0,0 1 17 0,0 2-30 15,0-4 12-15,0 0 0 0,0-2 1 16,0-1-19-16,0-2-19 0,0 0-7 0,0-4 20 15,0-1-5-15,0 0 12 0,0-7-21 16,0 7 1-16,0-7 2 0,0 8-4 0,0-8 31 16,0 6-28-16,0-6 5 0,0 6-20 0,0-6-4 15,0 0 6-15,0 7-26 0,0-7 18 16,0 0-29-16,0 0-21 0,0 0-53 0,9 12-18 16,-8-13-17-16,-2 1 14 0,-1-4-172 0,4 1-93 15,-2 1 30-15,0-1 23 0,1-3 24 16,-1 2 20-16,2-4 5 0</inkml:trace>
  <inkml:trace contextRef="#ctx0" brushRef="#br0" timeOffset="6546.69">19614 9457 455 0,'-4'-2'217'0,"4"-1"-31"16,-1-1-21-16,0 1-29 0,0 1 5 0,1-1-8 15,-2 0-20-15,4 1-20 0,-2-2 6 16,0 2-15-16,1-1-21 0,-1 1 16 0,0-1-9 16,2-2 6-16,2 3-19 0,-1-1-11 0,-1-1 8 15,3 1 7-15,-2 1-2 0,12-4-23 0,-6 0 6 16,0 1-15-16,-2 2 8 0,3 1 3 15,-4 2-17-15,1-2 9 0,-1 2-8 0,2 0 7 16,-8 0-28-16,6 0 11 0,0 0 1 0,5 0 1 16,13 10-16-16,-9-2-1 0,-1-5 17 15,0 5-1-15,-3-1 5 0,-5-2-19 0,0 1 10 16,5 6-2-16,-4-4-1 0,0 4 1 16,-1-3 6-16,-2-1-15 0,2-1 18 0,-6 1-5 15,4-1-6-15,-4 0-2 0,3 1-2 0,-3-4 11 16,0-4-1-16,0 13 11 0,0-1-14 15,0 0 11-15,0-2-10 0,0-1 5 0,0 1 2 16,0-2-12-16,0-3-1 0,-14 16 13 16,9-9 4-16,-3 0 6 0,3-2-2 0,-2-3 2 15,0-2 38-15,2-1-6 0,-4 6-1 16,-2-3 2-16,3-2-5 0,-2 0-1 0,4-3-19 16,-8 6 32-16,3-4-2 0,-1-1-27 0,1-2 27 15,4 1-14-15,0 0-3 0,-1 1 4 16,1-2-5-16,1 1-4 0,0-1 8 0,3-1-10 15,-4 0 6-15,3 3-21 0,2-3-14 0,-2 1 21 16,2 0-15-16,-1-1 0 0,1 0-1 16,0 2-2-16,0-2-7 0,2 0-11 0,0 0-16 15,0 0 11-15,0 0-26 0,0 0-15 0,0 0 1 16,0 0 4-16,0 0-25 0,-8 0-31 16,8 0-3-16,0 0-37 0,0 0-55 0,0 0 19 15,-10-4-72-15,10 4-163 0,3-1 30 16,-2-1 25-16,2-1 23 0,-3 2 26 0,3-2-12 15,-2 1 50-15</inkml:trace>
  <inkml:trace contextRef="#ctx0" brushRef="#br0" timeOffset="7437.286">20175 9521 461 0,'0'0'162'15,"0"0"34"-15,0 0-19 0,0 0 4 0,0 0-49 16,-13 0 18-16,13 0-20 0,0 0 9 16,0 0-9-16,0 0-21 0,0 0 6 0,0 0-5 15,0 0 0-15,0 0-19 0,0 0-9 16,0 0-5-16,0 0-5 0,0 0-18 0,0 0 3 16,0 0 3-16,0 0 8 0,0 0-3 0,2 4-21 15,3-6-7-15,12 0 19 0,-4 0-8 16,-13 2-6-16,10 0-21 0,4 0-13 0,-5 0 9 15,5 0 16-15,1 0-18 0,-2 0-9 0,-1 0 17 16,-1 0-12-16,-2 0 11 0,1 0-20 16,-1 0 19-16,-3 0-3 0,-6 0-19 0,9 0 3 15,-1 0 11-15,-8 0-2 0,8 0 1 0,-8 0 5 16,6 0-24-16,-6 0-6 0,7 0 20 16,-7 0-23-16,0 0-42 0,8 0-21 0,-8 0-17 15,0 0-56-15,0 0 12 0,7 0-93 16,-7 0-79-16,0 0-55 0,13-4 14 0,-11 3 22 15,4-2-20-15,-2-1 9 0,5-5 30 0</inkml:trace>
  <inkml:trace contextRef="#ctx0" brushRef="#br0" timeOffset="2749.919">17865 9431 412 0,'0'-3'252'15,"0"1"-85"-15,0 0 19 0,-1-1-29 0,1 0 7 16,-2-1-30-16,-1 4-16 0,-1-3-24 16,2 1 11-16,-5-1 2 0,3 1-24 0,-2 1 4 15,2 1-9-15,-2-1-4 0,-1 2-5 0,1-1-5 16,6 0-11-16,-13 0 11 0,-2 0-8 16,-14 13-11-16,11-8 14 0,1 2-13 0,3-3-14 15,0 3-9-15,2-2 26 0,1 3-10 16,-2 0-7-16,1 1-10 0,1 2 5 0,3-2-1 15,-1 3 13-15,4-2-19 0,1 0 4 0,-1-1 6 16,4 0 2-16,0-1-13 0,1-8 12 16,0 13-18-16,0 0-13 0,14 16 15 0,-10-16 2 15,3 1 11-15,2-1-20 0,0 1 11 0,2-5 8 16,-1 3-15-16,0-6-6 0,3 3 26 0,-2 0-2 16,-2-3-19-16,4 1-5 0,-2-3 11 15,0 1 9-15,-5-3-5 0,3 1-21 0,0-3-9 16,-3 0 38-16,2 0-12 0,-3 0-21 15,4 0-7-15,-9 0 29 0,5 0-28 0,-5 0-6 16,9 0 13-16,-1 0-34 0,-1 0-17 0,-7 0-15 16,8 0-19-16,-8 0-47 0,8 0 12 15,-2 0-98-15,-6 0-103 0,9 0 25 0,0-11 22 16,-8 8 21-16,2 1-139 0,2-1 42 16,-4-1 3-16</inkml:trace>
  <inkml:trace contextRef="#ctx0" brushRef="#br0" timeOffset="8249.766">20896 9253 368 0,'3'-4'259'15,"-1"2"-41"-15,-2-1-31 0,1 1-37 0,1-2-3 16,-2 3-28-16,0-3 5 0,0 2-22 0,-2 1-9 16,1-2-15-16,1 1 16 0,-2 2-40 0,-1-2-7 15,-1 1 30-15,1-1-15 0,-2 1-7 16,-1 1-19-16,0-1 13 0,1 1 3 0,0-3-16 15,-3 3 16-15,2 0-11 0,-1 0-6 16,1 0-10-16,6 0-7 0,-7 0 7 0,7 0-3 16,-11 0 16-16,5 0-23 0,6 0 10 0,-9 0-11 15,1 0 10-15,8 0 1 0,-8 0-17 0,8 0 9 16,-6 0-3-16,6 0 4 0,-8 0-6 16,8 0 5-16,0 0-1 0,-9 0-11 0,-1 11 13 15,8-10 8-15,-1 2-17 0,0-2 13 16,1 0-7-16,1 2-5 0,-2-1 1 0,2 0 19 15,-1 3-18-15,2-2-3 0,-3-1 3 16,3 3-1-16,0 0-1 0,-2 0 13 0,1-1-24 16,1 2 25-16,0-6-12 0,0 0 13 0,0 8-18 15,0 0 6-15,0 5 2 0,0 0 8 16,0 0 6-16,0 2-5 0,13 13-17 0,-13-17 31 16,1 5-7-16,0-4-12 0,2 0-2 0,-3-3-7 15,0 2-16-15,1-2 26 0,-1-1 0 16,0 1 10-16,0-1-30 0,2 0 3 0,-2-2 24 15,0 4-2-15,0 0-23 0,0 0 20 16,0 1-28-16,0-3 0 0,0-1-2 0,0 1 16 16,0-2-12-16,0-6 20 0,0 8-22 15,0-1 27-15,0-7-11 0,0 7-21 0,0-7 23 16,0 7-26-16,0-7 42 0,0 7-8 0,0-7-34 16,0 8 14-16,0-8 14 0,0 0 2 15,0 5-17-15,0-5 8 0,0 0 21 0,0 0-17 16,7 14-15-16,-4-12 16 0,2-1-24 15,0 2 29-15,-1-3-21 0,2 1-1 0,1 0 18 16,-1-1-30-16,2 2 16 0,11 0-8 0,-5-2 28 16,-8 0-32-16,4 0 9 0,1 0 15 15,-1 0-17-15,2 0-6 0,-4 0 9 0,0 0 14 16,0 0-1-16,-8 0-15 0,10 0 0 0,-4 0 0 16,-6 0-1-16,8 0 3 0,0 0 11 15,-8 0-6-15,10 0-4 0,-10 0 1 0,8 0 30 16,-2 0-41-16,-6 0-6 0,7 0 13 0,-7 0 25 15,7 0-19-15,-7 0-20 0,6 0-23 16,-6-6 10-16,0 6-24 0,7 0-11 0,-7-8-39 16,11 1-43-16,-8 6 12 0,-3 1-51 0,1-2 0 15,-1 2-107-15,0-2 22 0,-1 0 21 16,1 2-125-16,-3-1 41 0,2-2 17 0,0 1 8 16</inkml:trace>
  <inkml:trace contextRef="#ctx0" brushRef="#br0" timeOffset="8593.501">20793 9489 509 0,'-4'-3'207'0,"1"6"-25"0,1-3-17 0,1 0-29 16,-2 0-22-16,3-3-8 0,1 3 2 16,2 0-26-16,-1 0 21 0,2 0-22 0,2 0 0 15,0-1-16-15,1-2-12 0,0 3 5 16,3 0-11-16,12-5 11 0,-11 2-39 0,-1 1 0 15,-1 1 20-15,0-1-13 0,-1 2-11 0,-2 0-26 16,0-3-32-16,-1 2 3 0,1 1-123 16,-2-1-115-16,1 1-70 0,-4-2 24 0,2 0 10 15,-3 2 7-15</inkml:trace>
  <inkml:trace contextRef="#ctx0" brushRef="#br0" timeOffset="9359.102">21254 9458 448 0,'0'-1'240'0,"0"1"-27"0,0 0-21 15,0 0-25-15,0 0-9 0,0 0-38 0,0 0 9 16,0 0-11-16,0 0-6 0,23-12 1 0,-16 11-10 16,-1 0 0-16,13-2-33 0,-6 3 8 15,-2-1-12-15,2 1-6 0,-3 0-6 0,0 0 5 16,0 0-10-16,-3 0 3 0,2 0-21 16,3 0-8-16,-2 0 3 0,2 0-9 0,-1 0 3 15,-2 0 8-15,-1 0-12 0,2 0 8 0,-4 0-8 16,1 0-4-16,-1 0-12 0,-6 0-23 15,9 0 2-15,-3 0-14 0,-6 0-21 0,8 0-25 16,-8 0-9-16,6 0-21 0,-6 0 11 0,0 0-127 16,7 0-138-16,-7 0 23 0,0 0-15 15,0 0 15-15,0 0 36 0</inkml:trace>
  <inkml:trace contextRef="#ctx0" brushRef="#br0" timeOffset="10312.2">21702 9331 503 0,'-2'-5'253'0,"2"0"-29"16,-1 0 2-16,1 1-19 0,0-1-23 16,0 1-26-16,-1 2-13 0,0-2-16 0,-1 1-11 15,1-1-1-15,1 2-1 0,0 1-28 0,-1-1-10 16,1 2 10-16,0 0-36 0,-2 2 4 0,2 1 6 15,0 1-10-15,0 2-3 0,2 1-15 16,-2 12 1-16,0-10 11 0,0 3-27 0,0 4 16 16,0 1-17-16,0 0 15 0,10 17-16 15,-5-17-13-15,0-1 7 0,0 0-4 0,-3-7 12 16,1 3-1-16,-1-3-12 0,0-1 17 0,0-1-11 16,-1 0-9-16,0-4-4 0,-1 2 16 0,0 2-4 15,0-3 3-15,1 0 14 0,-1-2 11 16,0 5 11-16,2-5 9 0,-2 0-29 0,0-2 12 15,0 0 13-15,0 0-37 0,-7 3-1 0,5-5 33 16,-1 0-35-16,1-1-4 0,0 0 24 16,-3-3-5-16,1-9-32 0,-2-3 21 0,1 2-12 15,1-4-8-15,1-2 1 0,2-2 14 16,1 3-24-16,-2-1 3 0,2 1 4 0,0 10 32 16,0-5-46-16,0-4 27 0,14-19-9 15,-7 21 5-15,-1-2-37 0,6 3 1 0,0-3 12 16,0 3 11-16,6 5-15 0,-5 0 16 0,0 5-13 15,-3 2 18-15,2 3-22 0,-5 0 17 16,2 2-20-16,-9 0 29 0,7 0-20 16,-7 0-2-16,15 11 27 0,-2 1 0 0,-3-2-30 15,-1 2 8-15,-3-4-6 0,-3 0 19 0,1 1-6 16,-2 0-18-16,0-2 3 0,-2-7 4 0,0 5 18 16,0 2 6-16,0 5-9 0,0-1-18 15,-15 15 8-15,8-12 16 0,-6-2-18 16,3 0 2-16,-3 1-2 0,-2-4-2 0,-2 1 6 15,4 2 6-15,-3-5 1 0,4 2-6 16,-2-2 2-16,5-3 6 0,3-1 21 0,-3 1-4 16,6-2-22-16,0 0 4 0,1-1-10 0,0 1 0 15,-1-2 0-15,2 0-3 0,0 0 15 16,1 0 3-16,0 0-14 0,0 0-8 0,5 1 3 16,-3-2 3-16,2 1 20 0,0 0-13 0,3-2-6 15,0 0 17-15,-1 1-11 0,2 1 2 16,0 0-14-16,-8 0 15 0,6 0-8 0,2 0 1 15,-1 0 3-15,6 0 12 0,4 0-3 0,-3 0-5 16,11 9 7-16,-14-6 12 0,-5-1-23 16,1 1 14-16,-1-3 0 0,-1 4-2 15,0 0-17-15,-1 0-4 0,-3 1 9 0,3-2-4 16,-1 3 9-16,-2-1 8 0,0 0-18 0,-1 0 10 16,2 0-1-16,-2-5 12 0,0 0 5 15,0 8-17-15,0-1 16 0,0-7 0 0,0 7-16 16,-11 6 4-16,7-8 9 0,-3 8 8 0,-3-5-2 15,-1-2-8-15,2 0-3 0,-1-1 24 16,2-2-17-16,-6 1 8 0,0 0 8 16,3-1-20-16,-6 0 10 0,3-3 29 0,14 0-27 15,-12 0 8-15,-2 0-14 0,2 0-6 0,0 0-4 16,2 0 29-16,2 0 4 0,-1 0-15 0,9 0-6 16,-7 0-36-16,-5-13 0 0,8 11-23 15,-2 0-36-15,3 2-23 0,2 0 9 0,-1-2-120 16,2 1-33-16,0-3-176 0,2 3 29 0,2 0 35 15,-1-2 46-15,4 2 26 0,11-1 23 0,5-3 6 16</inkml:trace>
  <inkml:trace contextRef="#ctx0" brushRef="#br0" timeOffset="10968.433">22250 9423 385 0,'0'0'247'0,"0"0"-10"0,-1 0-29 0,1 1-33 0,-2-1 13 15,1 0-49-15,1-1 3 0,0 1-15 16,-1 0 3-16,2 0-26 0,-1 0-14 0,1 0-17 16,2 0 23-16,3 0-18 0,-1-2-17 15,3 2-5-15,0 0 7 0,12 0-2 0,-13 0-21 16,7 0 10-16,1 0 2 0,2 0-1 15,-1 0-31-15,-2 0-4 0,-1 0 17 16,-4 0-19-16,3 0 8 0,-3 0 9 0,-2 0-8 16,1 0-18-16,-8 0 8 0,9 0-8 0,-3 0 8 15,-6 0 2-15,9 0 9 0,-9 0-11 0,8 0 31 16,-8 0-13-16,6 0-2 0,-6 0-12 16,8 0 25-16,-8 0-16 0,0 0 11 0,6 0 7 15,-6 0-6-15,0 0-3 0,0 0-47 16,0 0-9-16,0 0-14 0,10 8-14 15,-10-8-51-15,-2 0-18 0,2 0-14 0,-1 2 11 16,-2-2-143-16,1-2 24 0,0 2-200 0,2 2 29 16,0-2 27-16,0-2 104 0,2 2-26 15</inkml:trace>
  <inkml:trace contextRef="#ctx0" brushRef="#br0" timeOffset="11624.664">22770 9228 681 0,'0'-6'256'0,"0"2"-27"15,-1-2-32-15,-1 2-34 0,0 2 5 0,2-1-33 16,0 0-21-16,0 1-3 0,0 1-13 15,0 2-16-15,0 4-14 0,0-2 2 0,0 1-12 16,0 1-8-16,0 3 10 0,0 13-18 0,0-12 1 16,0 6 10-16,0 2-7 0,0 1-12 15,-9 21 4-15,5-20-11 0,1 0-5 0,-3 0-10 16,2-2 13-16,1-5 2 0,3-1-1 16,-3-3-16-16,2 0 5 0,-2-3-1 0,1 1-2 15,2-1 8-15,-3-2-13 0,3 1 12 16,-1-1 11-16,0-2 16 0,1 3-23 0,-3-5-6 15,1 1 1-15,2-4 1 0,0 1 7 0,-3-1-19 16,6-4 24-16,-2-13-14 0,-1 12 16 16,0-6-25-16,9-24-15 0,-3 14 6 15,-3 4 27-15,2 4-35 0,-1-5 13 0,3 6 1 16,-4-1 5-16,0 0-17 0,4 3 10 0,-3 3-11 16,1-4 26-16,-1 1-5 0,2 5-16 15,-2-1 16-15,4-1-22 0,2 5-8 0,-4-1 15 16,4 2-12-16,-5 3 25 0,3-1-9 15,-3 3-2-15,-5 0-6 0,0 0 18 0,8 0-21 16,14 12 10-16,-13-6 10 0,0 5-2 0,5 2-15 16,-6 3-8-16,-1-1 10 0,5 4 19 15,-3-2-33-15,-1 3 30 0,2-2-29 16,-7 3 25-16,3-1-12 0,1-4 0 0,-1 3-8 16,-2-2 12-16,2 0 3 0,-6-3 15 0,2 3-16 15,5-2 5-15,-1-1-12 0,-2-2-2 0,-2-3 7 16,-2-1-8-16,1-2 4 0,-1 0-9 15,3-1 10-15,-2-2-11 0,-1-3-18 0,0 0 13 16,0 0-26-16,0 0-54 0,0 0-9 16,0 0 9-16,0 0-63 0,-5 9-59 15,2-12-82-15,0 1-71 0,0-2 39 0,-3-10 2 16,-4 3 18-16,-2-1 9 0</inkml:trace>
  <inkml:trace contextRef="#ctx0" brushRef="#br0" timeOffset="11859.037">22743 9335 543 0,'-7'-4'265'0,"4"2"-25"16,2 1-40-16,-2 0-35 0,1-2-14 16,2 3-18-16,0-2-22 0,4 2 4 0,0-1-17 15,2-1-14-15,-1 2 0 0,3 0-11 0,-1 0-16 16,14-2-18-16,-3 0 8 0,-3 2-24 0,-2 0-20 15,-1 0-53-15,-4-2 6 0,-8 2 2 16,9 0-60-16,7 0-25 0,-4 0-100 16,0 0 17-16,-2 0 14 0,-2 0-135 0,1 0 14 15,-3 0 7-15</inkml:trace>
  <inkml:trace contextRef="#ctx0" brushRef="#br0" timeOffset="12952.754">23352 9332 484 0,'0'0'216'0,"0"0"1"0,-11 0 4 16,11 0-40-16,0 0-4 0,0 0-25 15,0 0-5-15,0 0-46 0,0 0 2 0,0 0-6 16,0 0-2-16,0 0-36 0,0 0-5 0,0 0 8 15,0 0 0-15,0 0-24 0,0 0-4 16,0 0 13-16,0 0-13 0,0 18-4 0,10-17 9 16,-3-1-18-16,1 0 0 0,2 0 7 15,2 0-1-15,1 0-17 0,-2 0 10 0,-2 0 4 16,0 0-13-16,0 0 12 0,-2 0-12 0,-1 0-6 16,-6 0-20-16,9 0-4 0,-9 0-23 15,8 0 4-15,-8 0-40 0,7 0 4 0,-7 0-13 16,0 0 7-16,8 0-79 0,-8 0-71 15,0 0-85-15,0 0 21 0,0 0 23 0,0 0-40 16,8 0 2-16</inkml:trace>
  <inkml:trace contextRef="#ctx0" brushRef="#br0" timeOffset="13671.483">23597 9231 613 0,'-1'-3'244'0,"1"0"-41"0,-1 0-18 15,1 0-30-15,0 2-29 0,0-2 15 16,0 3-43-16,0 0 0 0,1 0 8 0,-1 0-19 16,1 3-6-16,1-1-19 0,-2 3 4 0,1 1-21 15,1-2 7-15,-2 5-6 0,2-4-7 16,-1 12-17-16,3-1 11 0,-1 2-6 0,-3-5-16 15,0 1-7-15,3 3 10 0,-1-4 11 16,-2-2 4-16,0 1-20 0,0-4 8 0,3 8 8 16,-3-3-25-16,0-13 9 0,0 11 8 0,0-3 0 15,0-1-5-15,0-2-4 0,0-5-3 16,0 0 11-16,0 9 4 0,0-9 0 0,0 5-3 16,0-5-4-16,0 0 20 0,0 0-18 15,3 7 5-15,-3-7 6 0,0-2-16 0,0-1 4 16,0-1-4-16,0-3 12 0,-1 1-11 0,-1-12-2 15,2 12 7-15,-8-21-8 0,5 9-12 16,0-3 10-16,1 3-7 0,-1 1 2 0,-1 0-8 16,2-1 8-16,-3 2 20 0,5 4-10 0,-2 0-3 15,0-7-18-15,1 9 15 0,1 10-4 16,0-10 6-16,0-1-10 0,19-12 11 0,-15 13-14 16,0 4 16-16,3 1-18 0,-3 0 17 0,4 2-13 15,-3 1-2-15,-1-1 11 0,2 3-2 16,3 0 2-16,-4 0-12 0,4 0 20 0,2 0-16 15,12 10 4-15,-5-4-5 0,-2 1 1 16,-2 2-7-16,-2 0 8 0,1 1-2 0,-1-1 4 16,-2 2-12-16,0 0-5 0,2 0 15 0,-7 2-2 15,1-3-1-15,2 2 14 0,0-1-7 16,-2 3 3-16,-1-5-6 0,0 1 10 0,-2-1-14 16,-2-1 0-16,0-1 13 0,-1 1 1 15,0 1-14-15,0-9-1 0,0 10 13 0,-12 15 11 16,3-11-21-16,3-2 32 0,-6 0-10 0,6-3 5 15,3-1-15-15,-9 1 15 0,2-1-23 16,-5 1 23-16,1-1-25 0,5 0 23 0,0-4-9 16,0-1-14-16,0 1-1 0,1-2 16 0,2 1-12 15,0-1-2-15,-1-2-2 0,1 3-12 16,-1-3 10-16,2 0-27 0,-1 0-41 0,1 0-22 16,0 1 7-16,1 2 9 0,4-3-116 0,0 0-118 15,0 0-72-15,-8 0 22 0,8 0 32 16,0 0 11-16,0 0 17 0,-8-10 4 0</inkml:trace>
  <inkml:trace contextRef="#ctx0" brushRef="#br0" timeOffset="14108.971">23960 9328 247 0,'-1'0'204'0,"0"-1"-15"0,1 1-41 16,-2-1 1-16,4 2-55 0,-2-2 23 0,2 1-23 15,0-2-33-15,3 2 41 0,-1 2-41 16,1-2 15-16,-1 1-11 0,2 0-38 0,-1-1 42 16,0 1-28-16,2-1 18 0,-2 0-3 0,-5 0-8 15,0 0-18-15,10 0 4 0,-4 0-7 16,1 0-3-16,-7 0 36 0,7 0-21 0,0 0 0 16,6 7-11-16,-13-7-2 0,0 0-8 15,6 0-13-15,-6 0 20 0,8 0 18 0,-1 0-47 16,-7 0 22-16,8 0-20 0,-8 0 24 0,7 0-28 15,-7 0 12-15,7 0-9 0,-7 0-17 16,0 0-7-16,9 0-17 0,-9 0-2 0,0 0 5 16,0 0-106-16,9-4-54 0,-9 4-139 15,0 3 10-15,-4-2 45 0,4-1-47 0</inkml:trace>
  <inkml:trace contextRef="#ctx0" brushRef="#br0" timeOffset="14640.199">24372 9145 471 0,'-1'-2'175'0,"0"-1"-33"0,-2 1 3 15,0 1-16-15,1-1-63 0,-1-2-13 0,2 4 10 16,-3-2 28-16,3 2-43 0,-3-1-3 16,-2 1 25-16,2 0-3 0,-3 0 16 15,2 1-5-15,-1 1-19 0,6-2 26 0,0 0-25 16,-23 13-12-16,9-5 12 0,2-2-12 15,1 2 1-15,-2 0 11 0,3 3-23 0,1 0 24 16,3-3-8-16,-2 3-5 0,-2 0-7 0,7-2 4 16,0 3 6-16,1-3-15 0,-3-1-2 15,5 0-1-15,0-1 8 0,0 1-21 0,0-8 11 16,0 7-13-16,0 5 8 0,10 16-25 16,-4-16 18-16,1-1-7 0,2 2 0 0,1-1 14 15,1-6-12-15,3 2-5 0,-1-2 4 0,-1-4-9 16,3 5 1-16,-3-4-1 0,-1-3 16 15,2 0-15-15,-5 0 4 0,-8 0 11 0,10 0-24 16,-5 0 12-16,1 0-7 0,-6 0-6 0,9 0 13 16,0 0 3-16,-2 0-6 0,-7 0 10 15,7 0-6-15,7-10-17 0,-9 10-13 0,-2-2-38 16,1-1-20-16,-2 3-31 0,0-2 10 0,2 1-166 16,-3-1-104-16,0 0 6 0,-1 0 0 0,0 0 20 15,0 1-21-15</inkml:trace>
  <inkml:trace contextRef="#ctx0" brushRef="#br0" timeOffset="17108.881">24560 9305 212 0,'0'0'201'0,"0"0"-68"15,0 0-15-15,14 0-15 0,6-24-12 0,-3 21 4 16,-1-1-8-16,-4 2-27 0,1 2-22 0,-3 0 15 16,-1-1-15-16,-1-1 27 0,0 1 26 0,0 1-43 15,-1-2 22-15,-3 2-17 0,3-2 12 16,1 2-18-16,-4 0-6 0,-2 0 8 16,4-3-2-16,-3 3 20 0,1 0-49 0,0 0 20 15,-2 0 1-15,1 0-13 0,-2 0 4 16,2 0-11-16,0-1-1 0,-3 1-22 0,0 0 43 15,0 0-22-15,0 0 7 0,0 0-30 0,0 0 12 16,7 0-7-16,-7 0-32 0,0 0 3 16,0 0-92-16,0 0-48 0,9-7-120 0,-8 5-54 15,-1 0 4-15,0 0 31 0</inkml:trace>
  <inkml:trace contextRef="#ctx0" brushRef="#br0" timeOffset="18030.732">24977 9097 347 0,'-2'-5'218'0,"1"2"-4"0,1-1-55 0,-2 2-7 16,0 0 14-16,2 1-52 0,0-2 6 0,-2 0-10 15,2 2 5-15,0-2-10 0,0 2-22 0,0 0-7 16,-2-2 5-16,1 3-3 0,0-2-23 0,1 2 20 16,0-1-6-16,-1 0-4 0,1 1 10 15,0-1 4-15,0-1-17 0,0 0 2 16,-2 2-6-16,4 0 12 0,-2 0-1 0,0 0-1 15,0 0-8-15,0 0-14 0,-2 0-10 0,1 0-4 16,1-2 19-16,0 1-23 0,0 1 1 0,0 1 6 16,0-1 1-16,0 2-13 0,0 0 13 15,-3 1-33-15,3-2 5 0,0 2 1 0,1 4 23 16,1-1-4-16,-2 1-16 0,0 0-2 16,0 0-2-16,0 3 2 0,0 3 7 0,0 3-15 15,0 2 50-15,0-2-20 0,0-2-21 0,0 0-4 16,0-3-7-16,0 3 2 0,0 0 17 15,0-1-14-15,0-1-8 0,0-4 18 0,0-1-9 16,0 0 20-16,0-7-35 0,0 7 8 0,0-7 5 16,-13 15 24-16,12-11 12 0,1-1 13 15,0-1-12-15,0 0 15 0,-1 0-17 0,-1-1 10 16,2-2-28-16,-2-1-18 0,2 2 27 0,-3-3-2 16,2-1-15-16,0-2 5 0,-1-2 16 15,1-9-19-15,-4 0-12 0,5-8-17 0,0 4 18 16,0 10 11-16,0-5-17 0,0-3 23 0,0-1-14 15,0-1-3-15,10-16-10 0,-6 20 3 0,0 1 10 16,-3 2-31-16,6-1 16 0,-1 2 9 16,0 0-4-16,2 2 6 0,6 2-16 0,-5 1-1 15,0-2 19-15,1 6-5 0,-2-3-10 16,1 2 14-16,-4 2-7 0,-1 3-36 0,2 0 22 16,-6 0 18-16,0 0-30 0,7 0 14 0,3 11 17 15,-1 1-13-15,1-3-11 0,-1 4 12 16,-4 0-8-16,4-1 16 0,0 1-4 0,0-3 30 15,0 4-27-15,-4 0 33 0,3 1-32 16,-2-1 4-16,1-2 7 0,0 5-30 0,-3-2 23 16,1-1 2-16,-2 3-15 0,3-2 8 0,-3-1 5 15,1-2 20-15,2-4-13 0,0 6-34 0,1-2 56 16,-5-1-54-16,-1-3 21 0,2-1 6 0,-3 0-18 16,3-1 10-16,0-1 23 0,-1-1-43 15,-1 0 33-15,-1 0-22 0,2-2 32 0,-2 1-25 16,1 0 24-16,1 0-30 0,-1 0 2 15,-1-3-7-15,0 0 11 0,0 0-1 0,0 0-2 16,0 0 26-16,0 0-35 0,0 7-8 0,2-2 24 16,-2-4-39-16,0-1-5 0,1 0-4 0,-2 0-14 15,1 0-10-15,0-3-15 0,-2 2-4 16,2 0-11-16,-3-2-35 0,3 3-23 0,-1-3 13 16,1 1-58-16,-2-1-45 0,-1-1-100 15,2-1-14-15,-3 3 37 0,2-3 3 0,-2 2 13 16,0-1 8-16</inkml:trace>
  <inkml:trace contextRef="#ctx0" brushRef="#br0" timeOffset="18311.97">24960 9186 242 0,'1'0'225'16,"3"-4"-11"-16,-1 3-65 0,3-2 26 0,-2 2-33 15,11-4 14-15,-4 2-41 0,1 0 15 0,4-1-14 16,-2 2-16-16,-5-1 1 0,0 2-34 16,1 0 0-16,-1-1 5 0,-2 1-44 0,10-3 19 15,-4 1-35-15,-3 3-16 0,-1-1-25 0,-1 1 2 16,-2 0-100-16,-3 0-101 0,-3 0-118 15,0 0 23-15,0 0 16 0,0 0-1 0</inkml:trace>
  <inkml:trace contextRef="#ctx0" brushRef="#br1">21146 10005 610 0,'0'0'186'0,"0"0"-23"16,0 0-25-16,0 0 16 0,0 0-12 16,0 0-21-16,0 0 4 0,0 0-32 0,-30-8-8 15,27 12-11-15,1 0 4 0,-1 2-30 0,1-3 25 16,-1 3-33-16,2 0-17 0,1-1 30 0,-3 0-16 16,1 2-23-16,2 0 8 0,0-7 2 15,0 5-2-15,0 1-8 0,0 2 9 0,0-8 9 16,15 24-23-16,-7-16 27 0,3-1-35 0,1-2 14 15,-2-1 0-15,2-4-11 0,-12 0 0 16,7 0 24-16,2 0-9 0,4 0-13 16,16-14 9-16,-16 7-17 0,-1 0 17 0,1-1 3 15,-3 1-4-15,5-2-15 0,-10 1 13 0,-1 1-2 16,0 0-8-16,-4 2 19 0,4-1 2 0,-4 2 11 16,0 4-15-16,0 0 12 0,0-8-7 15,0 8-1-15,-17-19 11 0,2 12-14 0,6 2-16 16,-10 2 10-16,7 2-4 0,12 1 1 15,-10 0 7-15,-1 0-20 0,1 0 18 0,1 0-15 16,1 0-11-16,0 0 8 0,3 0 14 0,-9 9-5 16,11-6-18-16,-3 0 9 0,2-2-7 0,-1 2-7 15,2-2 21-15,-1 1-38 0,0 2 15 16,1-4-1-16,0 1 3 0,1 1 2 0,-1 0 9 16,3 0 1-16,-1-2-4 0,3 0 0 0,1 0 2 15,-2-2 3-15,3 0-12 0,2-1 12 16,0 1-9-16,9-5 10 0,-1-2-12 0,-2 1-5 15,0 1 11-15,1-3 4 0,-3 2 2 0,3-1 6 16,-7 2-20-16,1 0 12 0,-1 0-1 16,-2-1 18-16,1 4-25 0,-1-3 8 0,-4 1-1 15,0 1 9-15,0-2 1 0,0 7-2 16,0 0 6-16,0-12-21 0,-13-8 15 0,4 8 1 16,0 5-4-16,1 2 12 0,1 1-22 0,-2 1 15 15,3 2-19-15,-3 1 15 0,2-1 0 0,1 1 11 16,6 0-4-16,0 0-14 0,-9 0-6 15,1 0-2-15,8 0-4 0,-15 9 7 0,11-6-28 16,2 1 10-16,0-1-5 0,0 1-4 16,2-1 8-16,0 2 4 0,4-2-28 0,-3-1 25 15,4 2-26-15,-1-3 38 0,4 0 8 0,-1 0-23 16,0-1 12-16,0 0 8 0,2 0-7 16,-9 0 7-16,15 0 8 0,0 0-2 0,-1 0-1 15,-4 0 22-15,0 0-59 0,0 0 40 16,2 0 17-16,12 10-45 0,-11-3 44 0,1 0 9 15,-3 3-8-15,2 4 14 0,-5 3 4 0,6 0 12 16,-4 1 9-16,0 5-7 0,2-3 0 0,-3 2 3 16,-4-1 0-16,4 1-1 0,1 0-18 15,-3-5-9-15,-1 1-7 0,-1-2 13 0,2-2-15 16,-1-4-31-16,-5-3-22 0,2-2-11 16,-2 0 5-16,-1-3-195 0,0-2-150 0,0 0 66 15,0 0 6-15,8-19 19 0,1 4 39 0</inkml:trace>
  <inkml:trace contextRef="#ctx0" brushRef="#br1">22196 9972 692 0,'-4'-2'187'0,"-2"0"-34"0,2-2 6 15,-1 1-31-15,3-1 16 0,-10-2-17 0,3 0-19 16,0 4-17-16,3-2 2 0,1 1-11 15,-3 3-8-15,4-4-17 0,-2 3 9 0,1 0-10 16,5 1-35-16,0 0 18 0,-9 0 3 0,-3 0-6 16,-13 15 10-16,13-7-26 0,1 3-5 15,-1 0-3-15,3-1 2 0,0 2 10 0,2-4-7 16,3 1-3-16,1 0 0 0,-1-1 10 0,3 0-31 16,1-2 17-16,-1 2 1 0,1-1 5 15,0-7-23-15,0 8 13 0,11 10 7 16,-4-10 4-16,-4-3-12 0,3-3-16 0,-1 0-10 15,1-2 27-15,0 0-3 0,2 0-16 0,-8 0-9 16,9 0 17-16,14-9 8 0,-15 4 2 16,2-3-17-16,0 3 23 0,-5-2-7 0,-1 2 2 15,0 1-9-15,1-2 19 0,-2 0-3 0,-2 1 5 16,5 1 14-16,-4 1-3 0,0-2-4 16,-1 2 5-16,2 1 10 0,-2-1-10 0,-1-1-12 15,4 1 9-15,-4 1-19 0,2 0 10 16,0 1-12-16,-1-1-3 0,1 0 11 0,0 1-4 15,-2 1 11-15,4 0-12 0,-4 0-7 0,0 0 4 16,0 0-10-16,9 0 4 0,1 13 11 0,3-6-14 16,-4 1-4-16,-3-3 10 0,1 1 12 15,-3-1-23-15,2-1 13 0,-2 2 9 0,0-5-10 16,-1 0-3-16,-1 5 17 0,0-5-19 16,2 2 21-16,-3-3 8 0,3 3 0 0,-3-1 11 15,1-2 5-15,-2 0 8 0,0 0-3 0,0 0-21 16,0 0-26-16,11-10 31 0,-8 4-4 15,3-8-19-15,2 2-7 0,1 0-7 0,-3 0 29 16,1 3-32-16,-1 4 11 0,-1 0-5 16,0-1-8-16,-2 2-8 0,1 1 10 0,-1 2-10 15,0-2 15-15,1 0-1 0,-2 2 8 16,1 1-5-16,2 0-19 0,-5 0-5 16,0 0 27-16,9 0-19 0,-9 0-6 0,7 0 11 15,9 10 6-15,-10-6-7 0,-2 0 9 0,0 0-10 16,8 4 4-16,-4-3 11 0,-2 1-13 15,1-2-8-15,-3-1 17 0,-1-1-16 0,1 3-7 16,-1-5 25-16,-1 2-6 0,1-2-9 0,1 0 14 16,-4 0-9-16,0 0-1 0,0 0 5 15,0 0 5-15,13-10-5 0,-10 6 8 0,7-6-13 16,-5 3 7-16,-2 2-12 0,0 0 10 16,1 3-15-16,-1-3 28 0,-1 3-12 0,0 1-2 15,-1-1-25-15,0-1 12 0,2 3 7 0,-3 0-11 16,0 0 22-16,0 0-7 0,0 0 2 15,0 0-24-15,14 14 23 0,-12-10 2 0,7 7-23 16,-2-3 19-16,0-3-8 0,-2 0-11 16,1-1 10-16,0-1 6 0,0-1 11 0,-1 1-15 15,1-3-13-15,-1 1 15 0,-2-1 13 0,3 0-13 16,-6 0 20-16,0 0 1 0,7 0-4 16,5-9-17-16,-10 6 20 0,7-6-10 0,-4-1-5 15,-1 3 11-15,-1-1-7 0,3-5 8 0,-3 5-5 16,-1 2 17-16,0 0 8 0,-1 4 10 15,0-3-17-15,-1 3 11 0,2-1-25 0,0 1 24 16,-2 0-18-16,2 1 4 0,-2 1-18 16,0 0 13-16,2 0 8 0,-2 0-7 0,0 0-8 15,0 0-3-15,0 0 13 0,2 9-12 0,1-6 1 16,-1 2 1-16,1-2 7 0,-3 2-16 16,4-2 12-16,-1 1 11 0,0 1-32 0,7 7-6 15,-1 0 23-15,-2-7-3 0,-1 2 13 0,2-5-9 16,1 1-5-16,-3 1-7 0,1-3-1 0,-2-1 12 15,-5 0-2-15,0 0-10 0,7 0 8 16,5 0 12-16,10-13-17 0,-15 8 16 0,0 1-10 16,-3-1 19-16,1-1 11 0,-5 1-7 15,2 2 22-15,-1-3-7 0,1 4 9 0,-2-3-4 16,1 1 1-16,0-1 10 0,-1 2-4 0,2 1 0 16,-1-1 11-16,-1 0-21 0,2 1 14 15,-2-2-31-15,0 2-1 0,3 1-2 0,-3 1 7 16,0 0 7-16,0 0-12 0,0 0 3 15,1-2 6-15,-1 4-33 0,2-1 8 0,-1 3 1 16,2 0 7-16,-2 2-14 0,1 0 0 16,1 12 4-16,1-1-6 0,-2 0 3 0,1 0 12 15,-2 2-8-15,1 3 4 0,-2-13 14 0,0 8-13 16,0 3 31-16,0 2-31 0,0 2 37 0,-18 28 11 16,11-27-33-16,-1 2 23 0,1-5-35 15,-4 1 32-15,-3-1 9 0,2-3-24 0,1-4 5 16,-2 0-10-16,2-1-2 0,0-4-7 15,-1 0 39-15,3-5-33 0,-2 5-20 0,-1-6 22 16,6-1-2-16,-2-3-16 0,8 0-8 0,0 0-51 16,-8 0-25-16,8 0-10 0,-14-13-42 15,12 9-23-15,-1-3 16 0,5-1-168 0,1-9-109 16,-3 8 19-16,12-18 26 0,-5 10 23 16,3-4 44-16,-3 6 41 0,6-3-18 0</inkml:trace>
  <inkml:trace contextRef="#ctx0" brushRef="#br1">23074 9963 462 0,'-11'7'181'0,"1"1"-40"16,-3 0-18-16,3 0-12 0,2 4-40 0,-4 1 15 16,9-4 14-16,-4 3-25 0,1 1 1 0,0-1 6 15,0 3-10-15,3-2-20 0,2 3-38 0,1-10 43 16,0 1-7-16,0 3-15 0,0 0-14 15,12 9-6-15,-5-9 25 0,-2-3-4 0,0 1-25 16,2-4 44-16,-1-1-22 0,-1-1-33 16,2-2 10-16,-7 0 22 0,13 0-10 15,16-12 14-15,-14 0 5 0,1 2-12 0,-3-4-3 16,-1 2 4-16,3-2 3 0,-5 2 18 0,-1-3 12 16,-2 0 4-16,-5 4 0 0,1 0 3 15,-3 0 10-15,0 11-20 0,0-10 1 0,-11-14 5 16,2 6 2-16,6 10-16 0,-3 0-12 15,3 0-19-15,-4 2-1 0,-3-5-22 0,4 7-7 16,-4-1-11-16,-3 0-43 0,4 2-62 16,3 3 11-16,1 0-72 0,1-4-77 0,0 3-88 0,1 0 23 15,3 0 25-15,0 1-1 0,0 0 17 16,0 0-2-16</inkml:trace>
  <inkml:trace contextRef="#ctx0" brushRef="#br1">23278 10016 215 0,'-7'0'319'16,"1"-2"-52"-16,2 2-23 0,2-2-37 0,-2 2-27 15,4-1-28-15,0-1-3 0,0-1-24 0,4 1-10 16,8-5-30-16,6-1-9 0,0-2-6 0,3 2-20 15,0 0-21-15,-1-2-3 0,3 1 9 16,-4 1-7-16,-1-4-15 0,-2 6 15 0,0-5 1 16,-2 2-12-16,-3 4-10 0,1 0 9 15,-3-5 4-15,-4 2 5 0,2 0-29 0,-4 3 14 16,1 0 9-16,0 0-11 0,-3 2 16 0,0-2 9 16,2 2 9-16,-3 0-21 0,1-1 18 15,0 2 10-15,-1-3-12 0,2 3 10 0,-2 0-17 16,0-1-15-16,2 1 4 0,-2 0-2 15,1 1 1-15,-1-1-13 0,2 0 1 0,-2 2 8 16,1 0-4-16,-1 0 6 0,0 0-5 0,0 0 16 16,3 9-30-16,-1-3 18 0,-2 1-14 0,2 0-8 15,-2 12 14-15,2-3 1 0,2 2-13 0,-2 0 17 16,1 0-11-16,-3-3-9 0,2 2 20 16,1-2-10-16,-2-1 1 0,1-5 0 0,-2-1-7 15,1-1 2-15,-1-2 2 0,2 0-3 16,-2-1 7-16,2-1-4 0,-2-1 5 0,0 1 0 15,0 0 8-15,0-2-15 0,0-1-11 0,0 0-17 16,0 0 7-16,0 0 3 0,0 0-7 16,4-14-7-16,-2 11-3 0,1-3 9 0,8-6 3 15,-5 5-12-15,0-1 16 0,-2 2-6 0,7-5-10 16,-5 6 15-16,1 1-16 0,-3 1 20 16,-2 0 10-16,3 3 4 0,0 0-1 0,-1 0-11 15,-1 0-24-15,-3 0 31 0,0 0-16 0,7 0 18 16,-7 0-20-16,27 11 21 0,-20-5 12 15,6 1-12-15,-3-3 3 0,-1 1-25 0,1-1 30 16,4 0-31-16,1 2 26 0,-6-1-2 16,0-1 12-16,1-2-7 0,-2-1-7 0,-2 1 15 15,1-2-22-15,-7 0 34 0,0 0-29 0,0 0 23 16,6 0-22-16,-6 0 19 0,14-12-8 0,-11 10 13 16,-2-4 0-16,0 4-14 0,-2-4 17 15,2 1-19-15,-1 2 1 0,0-3 15 0,-1 2-6 16,0 1 12-16,1 3-27 0,0 0 18 15,0 0 9-15,0-6-25 0,-9-2 6 0,7 6-11 0,-1 2 4 16,0 0 3-16,0 2 9 0,1 0-2 16,-2 2-14-16,-2 9 9 0,-1-4 7 15,2-2-10-15,2 0-9 0,3-1 7 0,0-6 16 16,0 0-8-16,0 6 9 0,0-6 5 0,12 13-14 16,2-8-26-16,0-2 22 0,-2-3 0 15,-3 0-2-15,6 0 3 0,16-12-23 0,-12 7 38 16,-2-2-10-16,0-1-20 0,-5 1 2 15,3-1 30-15,-4-3-17 0,-1 3 11 0,-1-1 10 16,-4 1-18-16,-3 1 1 0,0-3-12 0,-2 10 22 16,0-7-6-16,0-2-9 0,-13-15-14 0,4 11 30 15,1 6-10-15,0 2 1 0,0-1-7 0,-6-2-4 16,5 5 6-16,-3 3-1 0,5-2 3 16,7 2-14-16,-8 0 8 0,0 0-5 0,8 0-24 15,-9 0 6-15,-2 10 3 0,7-6 5 16,3 1-16-16,-4-2 21 0,5 4 4 0,-2 0-12 15,2 0-14-15,2-2 26 0,-2-5-50 0,10 21 35 16,-1-10 24-16,2 1-27 0,3-3-22 0,-2-1 34 16,3-3-31-16,-3 2 34 0,0 0 26 15,-1 0-24-15,-4-4 7 0,0 2-12 0,-2-1-4 16,1 1 23-16,-2 0-6 0,6 7 18 16,-3-3 21-16,-2-1-14 0,0 2 3 0,-1-3 2 15,-2 1 1-15,2-1-8 0,-1-2 0 0,4 7-24 16,-2-3 34-16,-1-1-21 0,-1-1 10 15,1-2-3-15,-2-1-28 0,1 0-16 0,-1-1-35 16,-1-2 12-16,5 2 4 0,-4-3-127 0,-2 0-92 16,0 0-108-16,0 0 53 0,12-11-7 15,-11 4 13-15</inkml:trace>
  <inkml:trace contextRef="#ctx0" brushRef="#br1">23390 9731 421 0,'2'-3'291'0,"0"1"-52"0,1 2-47 16,-2-2-17-16,-1 2-8 0,3 1-47 16,-3 2 18-16,2 0-34 0,-1 1-5 0,3-1 1 15,0 13-11-15,0-5-19 0,1 10-18 0,-1-4 0 16,2 3-2-16,0 1-15 0,-4 3 7 15,0-2-3-15,-1 0-1 0,2 2 9 0,-3-4-11 16,1 3-9-16,-1-3 0 0,4 0-10 16,-4-13 8-16,0 5 4 0,0 0-3 0,0-2-16 15,0-1-38-15,0-1-16 0,0 1-45 16,0-4 8-16,0-5-61 0,0 7-132 0,0-7-80 16,6 5 17-16,-3-7-7 0,0-3 12 0,0 2 51 15</inkml:trace>
  <inkml:trace contextRef="#ctx0" brushRef="#br1">24252 9875 691 0,'0'-2'201'0,"0"-1"-16"0,0 2-2 16,1 0-40-16,-1 1-7 0,4 1-5 16,-3 1-31-16,0 0-30 0,2 3 18 0,0-2-15 15,0 1-19-15,-1 0 20 0,3 0-20 16,-1 0-11-16,-2 1-40 0,2-3 25 0,0 1-11 15,0 1 1-15,-2-3-21 0,3 1 9 0,-1-1-12 16,0-1 15-16,-4 0-25 0,0 0 6 0,0 0-8 16,7 0-4-16,4-12-12 0,-8 7 17 15,-1 2 11-15,1-2-3 0,-2 1 10 0,3 1 28 16,-3-2-7-16,0 3-15 0,1-1-11 0,-1 1 2 16,0-1 24-16,3-1-20 0,-4 4-18 15,2 0 26-15,0 0-2 0,-2 0 0 0,0 0-36 16,0 0 42-16,0 0-5 0,11 11-1 0,-8-8-29 15,1 0 29-15,0 1 0 0,3-1-1 16,-4-2 4-16,4 0-7 0,0 2 4 0,-1-3 16 16,2 0-30-16,-8 0 16 0,6 0-6 15,6 0-5-15,11-12 17 0,-12 2 13 0,3-2-14 16,-7 0 15-16,3 2-10 0,-1 0 20 0,-4-2 9 16,-2 3-14-16,-2-1 8 0,-1 1-10 0,1 1 6 15,-1 1-9-15,0 7 23 0,0-8-24 16,0 1-4-16,0 7 9 0,0-9-20 0,0 4 2 15,-10-7-35-15,9 7-21 0,-2 2-6 16,-3 0-33-16,5 1-21 0,-2 2 10 0,-2-1-111 16,4 2-81-16,-1-2 20 0,1 2 22 0,1 1-99 15,1-1 57-15,2-1 20 0</inkml:trace>
  <inkml:trace contextRef="#ctx0" brushRef="#br1">24763 9731 534 0,'-2'-3'185'15,"-2"-1"11"-15,0 1-8 0,0 0-26 0,-1-1-26 16,0 2-24-16,-1 0 8 0,0-2-3 0,0 3-25 16,1-2-5-16,-3 3-13 0,2-1-14 15,6 1-23-15,0 0 29 0,-9 0-23 0,1 0-8 16,-14 11-8-16,13-5-7 0,-2 4 0 15,3-3 13-15,-1 1-19 0,2 2-12 0,3-3 31 16,-1-2-9-16,1 2-21 0,4 0-6 0,-3 0 27 16,2-4-15-16,1 4-4 0,0-7 15 0,0 0-11 15,0 11-11-15,14 11 12 0,-8-16-12 16,1-1-3-16,-1-1 11 0,0-1 9 0,-1-3-3 16,1 2 12-16,-1 0-11 0,1-2-3 15,-2 1-26-15,-4-1 22 0,0 0 3 0,8 0-14 16,-8 0 8-16,18-10 9 0,-16 5-16 0,5-4 7 15,1-6 4-15,-3 5 0 0,-3 3 14 16,3 0 9-16,-3 2 9 0,-2 0 4 0,1 0 21 16,0 3-25-16,-1-1 5 0,1-1-15 15,-1 3 20-15,2-1-26 0,-1 0 5 0,-1 0 7 16,0 1-23-16,3-1 8 0,-3 2-13 16,1 0 22-16,0 0-19 0,-1 0-7 0,0 0 8 15,0 0-1-15,0 0 8 0,11 10-14 0,-7-8-5 16,-1 0 11-16,0 1-15 0,0-3-11 15,1 2 11-15,0-2-7 0,2 2 11 0,-3-2-8 16,2 0 9-16,-5 0-8 0,0 0-20 16,6 0 13-16,-6 0-1 0,18-11 16 0,-15 8-8 15,2-1 7-15,-1 1-11 0,1 1 18 0,-2-4 10 16,-2 4-16-16,3 0-3 0,-3-3 25 0,3 3 2 16,-3-2-27-16,1 3-1 0,1-2 6 15,-3 3 0-15,1-3-8 0,2 2 10 0,-2 0-23 16,0 1 12-16,-1 0-3 0,0 0 21 15,0 0-12-15,0 0-8 0,0 0 8 0,10 12 9 16,-7-9-10-16,1-1 9 0,-1 1-13 0,1 0-1 16,-1-1 14-16,3 1-5 0,0-1-9 15,-1 0 17-15,2-2-11 0,0 2 23 0,0-2-8 16,-2 0-9-16,16 0-10 0,-13 0 8 0,3 0-7 16,14-12 19-16,-15 7-18 0,3-4 3 15,-5 4-9-15,3-7 10 0,-2 4 7 0,0 1-17 16,-3 0 11-16,-2 2 22 0,-1 0-14 15,-1 0 20-15,2 0 10 0,-4 1-22 0,1 1 31 16,2 1 8-16,-3-3-39 0,3 3 1 0,-3-1 6 16,2 1-1-16,-2 0 11 0,1 1-20 0,-1-1-3 15,2 1-1-15,-1 1 12 0,-1-2-17 16,0 2-14-16,2-1 1 0,0 1 0 0,-2 0-13 16,0 0 42-16,0 0-9 0,0 0-20 15,6 14 10-15,-6-9 4 0,1 2-19 0,1-3-6 16,3 14 10-16,-3-6-3 0,6 4 12 0,-3 2 9 15,1 0-5-15,0 0-6 0,-4-1-13 16,2 2-2-16,2 2 5 0,2-1 33 16,-3 0-30-16,0 0 0 0,-1-3 4 0,-4 1 6 15,1 3-7-15,-1-13 19 0,0 4-17 16,0 3-7-16,0-1 3 0,-15 20 11 0,14-23 2 16,-6 3 12-16,1-6-15 0,2 3 9 0,-2-6 6 15,0 1 5-15,0-3 4 0,1-2 1 16,0 1 22-16,0 0-33 0,0-2 0 15,-4 3 1-15,9-3 16 0,-6 0 41 0,6 0-27 16,-13 0-4-16,-14-18-7 0,19 11 3 0,1-1 9 16,4 1-30-16,-1-2 1 0,4 2 8 0,0-3-17 15,0-4-12-15,11-15 17 0,-4 12 5 16,2-3-47-16,-1 2 4 0,3-1-34 0,-2 1-35 16,3 1-27-16,-1 0-40 0,3 0 13 0,1-3-92 15,-3 5-82-15,2 4-100 0,1-6 1 16,-7 5 59-16,1 0 30 0,-4 4 21 0,-2 1 28 15,-1 5 23-15</inkml:trace>
  <inkml:trace contextRef="#ctx0" brushRef="#br0" timeOffset="33280.593">16582 10902 317 0,'0'0'164'0,"0"-17"-25"0,13-4-37 15,-8 17 42-15,-1-2-8 0,-3 3-16 16,-1-1-14-16,4 1-9 0,-2 1 11 0,0-1 4 16,-1 0-32-16,0 3-13 0,2-3 20 0,-3 1-1 15,1-1-24-15,0 2 20 0,-1 0-23 16,2-1 20-16,-2 0-5 0,1 2-5 0,-1-1 0 15,0 1 3-15,0-2-8 0,0 2-10 16,0 0-2-16,0 0-6 0,-12-2-18 0,6 2-3 16,0 0 8-16,-12 1-6 0,6-1 6 15,-3 0-19-15,-4 0 4 0,-4 0 2 0,2 0-4 16,-27 9-8-16,25-7-1 0,0 0-3 0,-2-1 16 16,1 2-15-16,0-2 13 0,7 2-8 15,1-3-10-15,5 1 8 0,11-1-7 0,-10 0 5 16,2 0 12-16,2 0 0 0,6 0 1 0,-9 0-9 15,9 0-14-15,-7 0 2 0,7 0 16 16,-8 0-5-16,8 0 1 0,-5 0-8 0,5 0 12 16,0 0-20-16,0 0 10 0,-9 0-3 0,9 0 11 15,0 0-8-15,0 0-12 0,0 0 1 16,0 0 11-16,-8 0-6 0,1 9-1 0,9-7 4 16,-2 0 8-16,0 1-11 0,0 1-1 0,1-1 8 15,1 2-2-15,-1-1 4 0,0 1-4 16,-1 1-7-16,4-2 20 0,-4 2-18 0,0 2 8 15,5 9-1-15,-3-5 17 0,1 4-16 16,0-2 7-16,-2-5 9 0,1 3 10 0,1 4 2 16,-3-2-15-16,3 2-7 0,-1-4 1 0,0-1-2 15,-2 0-8-15,3-3 9 0,0 10-5 0,-1-3-7 16,0-1 7-16,0-3 10 0,-1-2 5 16,0 2-25-16,-1-2 4 0,3-2 23 15,0 8-29-15,1-3 6 0,-4-4 0 0,1 1 11 16,2-2-10-16,-3-3 17 0,0 1 2 0,0-5 5 15,0 0-32-15,0 6 5 0,0-6 1 0,0 8 10 16,0-8 7-16,0 7-13 0,0-7-8 16,0 8 29-16,11 4-30 0,-10-9 12 0,-1-2 20 15,2 3-20-15,-2-1 8 0,1-1-4 16,0 2-23-16,-1-1 26 0,3-1-6 0,-3 1-17 16,2 0-2-16,0-2 13 0,-2 2-14 0,0-1 20 15,0 1-4-15,0 0 16 0,0-1-15 16,1-1-12-16,-1 2-7 0,1-3 23 0,0 1 10 15,1 0-29-15,-2 1 26 0,0-1-9 16,2-1-20-16,1 3 6 0,2-3 8 0,-1 0 22 16,-2 0-11-16,3 0 0 0,-5 0 2 15,12 0-22-15,3 0 4 0,2 0-2 0,20-11 4 0,-19 10 15 16,1 0-19-16,3 0-1 0,-4-2 20 16,5 0-14-16,-14 3-16 0,3 0 10 0,4 0-10 15,3 0 23-15,-2 0-7 0,-1 0-2 16,12-9 9-16,-18 6-17 0,0 2 1 0,-2 1 8 15,-1-1 2-15,-2-2-2 0,1 2 15 0,1 1-3 16,-2-2 9-16,-2 1-6 0,1 1-22 16,0-1 9-16,1 1 4 0,-3 0-37 0,2-1 7 15,-4-1-16-15,4 1-8 0,-2 1-26 16,-4-1-12-16,1-1-22 0,-2 2-13 0,-1-1-4 16,1 1 14-16,-1 0-95 0,-1 0-51 15,-1 0 23-15,2-1 17 0,-2 2-152 0,-2-2 41 16,3 0 4-16,5 1 3 0</inkml:trace>
  <inkml:trace contextRef="#ctx0" brushRef="#br0" timeOffset="33593.089">16244 11158 544 0,'2'-1'166'0,"-1"0"-41"0,2 1-16 0,1-3 21 16,1 1-47-16,2 2 34 0,11-1-38 15,-1-3 8-15,1 0-7 0,7 1-10 0,-4 3 10 16,2-3-24-16,0 1-22 0,0-1 38 0,0-1-41 15,1 3-23-15,-2 0-34 0,-3-2 4 0,-2 3 2 16,-1-3-67-16,-8 3-16 0,0 0-51 16,0 0-65-16,-2 0-84 0,-6 0-18 15,7 0-2-15</inkml:trace>
  <inkml:trace contextRef="#ctx0" brushRef="#br0" timeOffset="35093.043">16750 11079 256 0,'-2'-1'230'0,"4"-1"-54"16,-4 2-12-16,2-3-12 0,0 3-14 0,-2 0-4 16,2 0-39-16,-2 0-8 0,2 3 1 0,-1-1-41 15,0 2 20-15,1-1-16 0,2 1 7 16,-2 1-45-16,2 1 39 0,-2-3 0 0,4 4-28 16,-2-4 20-16,1 2-14 0,5 9-1 15,-1-3-25-15,-1 2 26 0,2-8-5 16,0 2-5-16,-4-2 0 0,4-1 29 0,-1-1-35 15,-2 0 10-15,4-1 5 0,-5 1-22 0,3-1 14 16,0-1-19-16,2-1 11 0,-5 1-13 16,-4-1 15-16,0 0 10 0,10 0-45 0,-2 0 17 15,12-12 11-15,-8 3-3 0,-1 3 13 16,-6-2-9-16,-1 1-16 0,0 0 17 16,-3 0 15-16,2 0-20 0,-2 3-7 0,-1-3-22 0,0 1 36 15,0 6-5-15,0-7 11 0,0 7-37 16,0-9 31-16,0 2 1 0,0 7-8 0,0-9 6 15,0 4 15-15,0 5-5 0,0-8-6 0,0 8-4 16,0-7 6-16,0 7 7 0,-12-9-30 16,10 9 8-16,2 1-12 0,-4 0 13 0,4 3 8 15,0-1 5-15,0 4-30 0,0-5 30 0,-1 5-11 16,2-1-10-16,-1 0 18 0,0 0-5 16,0 2 6-16,0 3 7 0,9 11-3 0,-4-9-12 15,0 1-8-15,6-3 1 0,-3-4 16 16,-1-2-12-16,3 0-11 0,4 1 18 0,-1-1-4 15,2 1-2-15,-3-3-10 0,-1-3 1 0,-11 0 18 16,14 0 5-16,1 0-16 0,13-13 2 16,-13 7 1-16,0-2-3 0,-4 1-8 0,0-4 6 15,-1-1-13-15,-2 1 5 0,-1-3-2 16,-2-1-3-16,3-2 8 0,-5-1 11 0,-3 4-6 16,1-4-12-16,-1 7 16 0,0-2-5 0,0-4 6 15,-14-17-3-15,9 15 21 0,-2 2-2 0,0-1-1 16,-3 0-8-16,2 1 13 0,1 3 3 0,-3 0 1 15,4 2-19-15,-1-1 13 0,2 5-7 16,0 2 5-16,4 1 4 0,-2 0-6 0,2 2-3 16,-4 0-5-16,4 1 4 0,-1 1-4 15,2 1-10-15,0 0-3 0,0 0 15 0,0 0-4 16,-3 14 0-16,1-6-5 0,2 0 6 0,0-1 1 16,0 13-1-16,-2 0 0 0,2-10-7 15,0 4-11-15,0 4 26 0,0 2-18 0,10 16 4 16,-5-15 2-16,-1-5-11 0,1 2 13 15,-1-1-6-15,1 0-10 0,1-1 14 0,2-2-6 16,1 1 5-16,-3-2-16 0,1-2 26 0,3 2-18 16,-1-2 4-16,0 1 3 0,1-2 1 15,-1-5 1-15,0-2-14 0,-1 1 16 0,0-1-1 16,0-1-8-16,0-2-2 0,2 0-2 0,-1 0 4 16,4 0-3-16,1 0-7 0,18-14 7 15,-17 9-5-15,-1-3-14 0,-3 0 19 0,-5 1 7 16,3 0-11-16,-4-1-2 0,-3 0 8 0,1 0 1 15,-2 4-15-15,2-3 19 0,-3 1-10 16,0 1 13-16,0 5-3 0,0 0-12 0,0-8 4 16,-18-8 2-16,9 10-19 0,0 0 23 0,1 5-11 15,-2 2 3-15,10-1 15 0,-7 0-2 16,-5 0-5-16,-14 14-17 0,16-9 18 0,1 5 5 16,3 0-10-16,3-2-8 0,1 0-2 15,2 1 12-15,0-9 11 0,0 6-12 0,0 5 1 16,15 12-8-16,-6-13 2 0,3-2-3 0,-2-3 12 15,4 0-4-15,4-1-13 0,2-1 15 0,3-2 0 16,-11-1-9-16,7 0 23 0,3 0-21 16,21-10 21-16,-20 4-28 0,-2-1 5 0,-1 1 11 15,-4-1 11-15,1-4-19 0,-1 0 17 16,-5 0-12-16,-2-2 15 0,-1-1-21 0,-2 2 14 16,-3-1-8-16,-3 2 6 0,0 11-8 0,0-9 9 15,-9-13-12-15,-3 12 9 0,2 0 3 0,-3 2-3 16,0 1-7-16,2 5-1 0,-6-5 7 15,2 5 2-15,1-1 5 0,14 3-2 0,-13 0-8 16,3 0 3-16,1 0-17 0,1 0 20 16,8 0-20-16,-17 12 0 0,14-12 11 0,2 4-3 15,1 1-13-15,1-3-19 0,1 4 24 0,10 3-9 16,3-3 8-16,2 2-18 0,0-2-2 16,2-1 19-16,0 0-25 0,0-1 20 0,1-4 12 15,-2 3 2-15,-4 0 1 0,3-2-8 16,-4 0 2-16,-4 2 24 0,-1-3-12 0,-2 1-1 15,0 2-10-15,-2-1 1 0,0 0 12 0,1 3-6 16,-2-3 29-16,-1 0-23 0,3 2 19 16,-2 3 2-16,3 3 5 0,-2 3-20 0,-1-2 21 15,-1-3 1-15,2 8-17 0,-1 1 22 16,-1-5-3-16,2 4-13 0,1-2-2 0,0-2-2 16,-5-2 5-16,3-1 4 0,-2-2-4 0,4 0 4 15,-1 7-7-15,0-5-5 0,1-2-11 16,-1-2-21-16,-1-1-57 0,1 0 8 0,0-1 8 15,0-1-131-15,0-2-211 0,1 0 26 16,-5 0 23-16,0 0 25 0,0 0 10 0,13-10 5 16</inkml:trace>
  <inkml:trace contextRef="#ctx0" brushRef="#br0" timeOffset="36546.122">18574 10986 389 0,'0'0'171'0,"0"0"-50"0,0 0 41 16,0 0-46-16,-25-22 6 0,18 24-3 0,-9 4-16 15,2-1-21-15,0 4 2 0,-2 2-11 16,1-3 6-16,4 5-6 0,1-3-7 0,3-1-15 16,0 4 14-16,0-3 9 0,4 1-23 15,3-3 6-15,0-8-17 0,0 8-11 0,0-2 23 16,20 11-7-16,-4-6-11 0,1-4-6 0,1 1-2 15,1-1-13-15,4-2 23 0,0-2-13 0,1 0 13 16,1-1-15-16,-1-1-4 0,4-1-6 16,-15 0-3-16,6 0-3 0,2 0 12 0,0 0-11 15,20-13-23-15,-25 11 31 0,-2-5-5 16,-3 4-6-16,-2-2 19 0,-4 1-21 0,-1-2 5 16,-3-1-20-16,1 2 25 0,-2 0-12 15,0 5 0-15,0 0 7 0,0-11 4 0,0 0 3 0,-13-7-9 16,5 9-1-16,4 1-4 0,-1 3 1 15,3 2 1-15,0-2 21 0,-3 2-13 16,5 1 2-16,-4 0-24 0,4 1 28 0,-1-2-19 16,-1 3 2-16,2 2-9 0,2-1 20 0,-1 2-5 15,-1-1-1-15,4 1 6 0,-1 2-7 16,1-2-2-16,6 6 12 0,-1 0-8 0,2-1-9 16,1 1 1-16,1-2 3 0,1-1 9 15,0 1-6-15,-3-3-7 0,1-1 6 0,4-1 7 16,-3-1 5-16,0 1-16 0,-3-2-1 0,-10 0 13 15,8 0 2-15,1 0-18 0,-3 0 7 0,16-9 7 16,-11 6-16-16,-2-3 22 0,2-3-15 16,-4-1 9-16,2 1-8 0,-4-3 19 0,-1 4-15 15,1-1-4-15,-4 1 10 0,-1 0-8 16,2 1 11-16,-2 1-19 0,0 6 12 0,0 0-10 16,0-8-11-16,0 1 17 0,0 7-3 0,-14-14 3 15,10 11-18-15,1 2 31 0,-2 0-7 0,1 1-9 16,2 0-21-16,-2 0 6 0,0 1 5 15,0 2 0-15,1-2-5 0,3 3-16 0,-2-3-8 16,2 3-6-16,0 0 13 0,2-3-33 16,1 5 16-16,-1-4 29 0,0 2 2 0,5-1 20 15,-4-1-40-15,1 3 30 0,9 5-6 0,0-7-3 16,-2 4-22-16,1-2 32 0,-1-3 6 16,-2 1-1-16,7 3-8 0,-4 2 20 15,-1-3 10-15,-1-2-10 0,-2 1 9 0,-2 0 6 16,5 4-44-16,-2 4 9 0,-1 0-1 0,0-7 20 15,-1 0 3-15,2 7 19 0,-3-6-4 0,1 2-4 16,-1-2-5-16,0 0-6 0,-4-1-8 16,6-1 18-16,2 4 5 0,2 2-16 0,-3 0 8 15,-6-4-7-15,4 0 4 0,-3-2-28 0,-1-3 6 16,3 4-11-16,-5-2-19 0,0-3-11 16,0 1-26-16,1 2 7 0,-2-3-170 0,0 0-104 15,0-5-5-15,-3 3 9 0,-1-1 10 0</inkml:trace>
  <inkml:trace contextRef="#ctx0" brushRef="#br0" timeOffset="36811.74">18811 10848 329 0,'-5'-2'271'0,"1"-1"-65"15,2 3-58-15,-1-1-17 0,3-1 4 0,0 1-8 16,2 1-2-16,-1 0-52 0,1 0-13 16,2-3-31-16,-4 6-22 0,3-3 0 0,-1 1-38 15,2 2-21-15,-1-2-28 0,2 2-58 16,-1 1-157-16,-1-1-29 0,1 3 5 0</inkml:trace>
  <inkml:trace contextRef="#ctx0" brushRef="#br0" timeOffset="38280.448">19597 10992 222 0,'-6'0'175'0,"-10"2"-38"0,1 1-10 16,-1 1 8-16,-1 3-10 0,5-1-45 15,-1-1 4-15,-3 3-26 0,9 0-6 0,-1-2 31 16,1 0-36-16,4-1-6 0,-2 2 19 15,2-2-5-15,2-1-17 0,0 3 39 0,1-3-34 16,0 2-22-16,0-6 40 0,0 0-21 16,13 22 6-16,-3-12-12 0,1-2-5 0,3 1 25 15,2-4-31-15,3-1-4 0,-2 1 2 0,-1 0-1 16,4-2-18-16,-6-3-12 0,-7 0 25 0,5 0 23 16,5 0-20-16,0 0-14 0,16-12 4 15,-15 10-4-15,-4-4 15 0,1 2-40 0,-6-2 44 16,-1 2 4-16,-2-1-18 0,1 0 14 0,-4 1-38 15,0-1 19-15,0 2-24 0,-1-4 49 16,-1 3-27-16,-1 0-2 0,0-3 23 0,0 4-14 16,0 3 10-16,0 0 5 0,0 0-12 15,0-8 9-15,0 8-14 0,0-7 19 0,-12-2-7 16,12 5-10-16,-5 1 4 0,2 2-25 16,1 0 24-16,-1 0 2 0,-1 1 11 0,4 1-25 15,-2-1 15-15,2 2-7 0,-2 1-4 0,1 0 10 16,1-1 13-16,1 2-18 0,1 0 13 0,0-3-8 15,2 5-19-15,5 3 5 0,1 0 28 16,2-1-18-16,-3-3 8 0,5 2-6 16,-2-2-15-16,1-2-2 0,-1-1 12 0,-3-1 4 15,-9-1 6-15,10 0-12 0,-3 0-2 0,8 0-21 16,13-13 27-16,-14 7-20 0,-1-1 13 16,-3 2 20-16,-6-1-19 0,1 0-17 0,-1 0 17 15,-2 0 1-15,1 2 2 0,-2-1-1 16,0 0 10-16,-1 5-7 0,0 0-9 0,0-6 6 15,0 6 16-15,0-8-9 0,0 8-3 0,0-7 3 16,0 7-1-16,0 0-17 0,0-8-2 0,0 8 15 16,0 0 8-16,0 0-14 0,-14-10 5 15,13 12 6-15,0-1-7 0,1 0-8 0,-3 1 8 16,3 2 3-16,0-3-9 0,3 3 13 16,-3 0-3-16,2-1-8 0,2 0 5 0,-1-1-1 15,2 1 6-15,8 6-6 0,-1-4-1 0,-1-4 3 16,-1 2 0-16,0-2 3 0,7 2 1 15,-9-3-9-15,3 0 6 0,-1 0-13 0,1 0-2 16,4 0 7-16,0 0-3 0,9-9-8 0,-14 5 6 16,3-1-3-16,-4-2 4 0,-1 2-20 15,-4 2 24-15,1-2 3 0,-4 1-13 0,2-2-1 16,-2 1 8-16,-1-1-4 0,2 3-12 0,-2-2 11 16,0 5 8-16,0 0-4 0,0-7 4 15,0 7 0-15,0-8 0 0,0 8 10 0,0-6-12 16,0 6 0-16,0 0 6 0,0-6 0 0,0 6-9 15,-12-9-13-15,12 9 18 0,-2 1-1 0,1 1-12 16,1-2 20-16,0 4-4 0,-1-1 3 16,3-2 1-16,-2 3-2 0,2-1-2 0,-1-1 1 15,2 3-5-15,-1-1 10 0,1 2-18 16,3-2 13-16,1 4 4 0,5 1 0 0,-4-3-6 16,1 1-7-16,4-1-4 0,-4-1 21 0,1 0-20 15,-3-4 11-15,1 3-12 0,1-1 18 16,-1-2 2-16,-2 0-25 0,2-1 8 0,-1 0 6 15,11 0-1-15,-9 0-9 0,4 0 3 16,2 0-5-16,21-11 18 0,-20 3-19 0,-1 1 10 16,0-1-19-16,-1-2 18 0,-2-1-1 0,-1-1-21 15,1-2 10-15,-3 0 18 0,-3-4 0 0,5 0 2 16,-3-2-5-16,-3-4-5 0,-1 0 16 16,0 0-6-16,-1-2 6 0,-2-1-21 15,3 0 17-15,-3 2 3 0,-1 13 2 0,0-7 0 16,0-3 10-16,0 0-2 0,-10-24-2 0,3 25 22 15,4 2-9-15,-5 0-2 0,4 0 21 0,-6 4-10 16,5-2-14-16,-3 5 6 0,3 2-4 16,-3-2 28-16,6 4-7 0,-3 1-22 15,1-1 18-15,4 7-4 0,-4-2-35 0,4 1 21 16,-2 0-8-16,1 1 7 0,1 1-8 0,0 0-10 16,0 1 15-16,3 3-26 0,-3-1 8 0,1 2 7 15,0 2-4-15,3 7 5 0,-2 4-20 16,1 2 8-16,1-2 15 0,3 1-20 0,-6 4 2 15,3 0 4-15,2 2 8 0,-1-1 6 0,-1 2-18 16,1-1 10-16,3-1-9 0,-4 2-4 16,3 0 35-16,-3-3-27 0,3-1-5 0,0 1 15 15,-2-3-1-15,0 2-11 0,2-5 15 16,-3 1-18-16,2-2 0 0,-1 1 4 0,0-2 9 16,2-3-8-16,-6-3 7 0,5 1-21 0,-3-3 37 15,3-3-28-15,-1 1 3 0,-1-2 25 16,0 1-29-16,0 1 13 0,1-3-6 0,-1 0 6 15,2 2-12-15,1-3 2 0,-2 1 3 0,1 0-12 16,2 0 3-16,9 0 2 0,-1-2-3 16,-6 0-27-16,-10 0-8 0,13 0-20 15,0 0-3-15,2 0-10 0,11-12-25 0,-17 9-5 16,2 1 7-16,-3-3-111 0,1-2-128 0,1 1 25 16,-5-1-83-16,-2 0 26 0,-1 4 33 15,1-3 18-15,-2 1 41 0</inkml:trace>
  <inkml:trace contextRef="#ctx0" brushRef="#br0" timeOffset="38624.194">20514 10752 283 0,'-1'-2'216'0,"0"-1"-24"0,2 2-39 0,0-1-9 15,2 0-17-15,4-3 5 0,7 0-24 0,4 0-11 16,-1-2-20-16,1 4 8 0,1-2-39 15,2 1 29-15,-1 0-11 0,3 1-5 16,-4 0-12-16,0-1-8 0,-1 0 10 0,0 0-44 16,-5-3 8-16,2 2-7 0,-2 2-2 0,-4 0-75 15,0-2-50-15,-1 2-12 0,-5 0-35 0,0 1-94 16,-3 0-73-16,0-1 11 0,0 3-3 16</inkml:trace>
  <inkml:trace contextRef="#ctx0" brushRef="#br0" timeOffset="39061.69">20184 10643 425 0,'-5'1'209'0,"1"-1"-20"16,2 1-75-16,-3 2 23 0,3-1-5 16,0 1-9-16,0-1-24 0,1 3-27 0,1-2 27 15,-1 1-10-15,2 1-7 0,0-2 8 16,1 0-12-16,-2 2 2 0,0-2 2 0,0 1 1 15,0-2 0-15,0-2 25 0,0 0-22 16,0 0-4-16,0 0 17 0,0 0-12 0,1 6-16 16,-1-10 5-16,-1 2-16 0,1-1 1 0,-2 0 6 15,1-1-22-15,-1-1 11 0,2 0-16 16,0 1-28-16,-3 0 8 0,2 0 4 0,0 1-12 16,1-1 21-16,0 1-45 0,-3 1-11 0,1-2-53 15,2 3-43-15,0 1 11 0,-2-3-129 0,2 2-177 16,-2 0 38-16,2 1 2 0,0 0 55 15,0 0 23-15,0 0 20 0,0 0-25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0T02:31:16.771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1803 8891 246 0,'0'0'94'16,"0"0"3"-16,0 0-25 0,0 0-10 0,0 0-6 15,0 0-15-15,0 0 31 0,0 0-8 0,0 0 43 16,0 0-16-16,0 0-42 0,0 0 20 16,0 0 25-16,0 0-28 0,0 0 15 0,0 0-23 15,0 0-18-15,0 0 31 0,0 0-22 16,0 0-3-16,0 0 36 0,0 0-32 16,0 0-25-16,0 0 22 0,0 0-2 0,0 0-9 15,-12-24 11-15,12 21-9 0,2 2-7 0,-1-5-27 16,1 5 22-16,-2-3-17 0,0 0 15 15,0 3-14-15,0-3 3 0,1 1-13 0,-1 3-1 16,0 0 21-16,0 0-7 0,0 0-12 0,0-9 20 16,0 9-38-16,0-5 29 0,0 5-7 15,0-7 1-15,5-4 11 0,-4 9-29 0,1-1 26 16,-2-1-2-16,0 2-22 0,2-1 25 0,0-2-12 16,-2 4-4-16,2-2-10 0,1 0 25 0,-3-1 0 15,2 0-27-15,-1 2-2 0,2-2 15 16,-2 1 22-16,2 0-11 0,1-3 12 0,-4 4-1 15,5-3-26-15,-4 3-3 0,2-2 14 16,-2 0-9-16,3 1 8 0,-3-1-2 0,2 0-23 16,-2 0 30-16,4 1-31 0,-1-3 33 15,-4 3 8-15,2-2 0 0,0 3-30 0,0-4 9 0,1 2-4 16,-1 1 14-16,0-1-9 0,1 0-3 16,-1 1-7-16,1-2 21 0,-1 2-13 0,1-1 14 15,-1 0-25-15,-1 3 6 0,2-4-14 16,-3 2 23-16,2-3 2 0,0 5 17 0,1-4-10 15,0 1-1-15,-3 0-23 0,5 0 13 0,-4 2-21 16,1-4 28-16,2 4-6 0,-3-3 19 0,3 3 3 16,-3-4-18-16,1 3-2 0,1-2-5 15,1 1 16-15,-2-2-3 0,-1 4-34 0,4-4 14 16,4-3 6-16,-3-1 8 0,-4 3-27 16,2 2 19-16,-1 0 9 0,1 1-23 0,-2 1 19 15,1-3 16-15,-2 3-13 0,2-2 0 0,-1 3 5 16,1-2-34-16,0-1 33 0,1 3-20 15,-2-3 27-15,1 3-8 0,0-4 7 0,5-4-25 16,-3 2 12-16,0 1-25 0,0 2 24 16,0 0-8-16,4-7 2 0,-4 4 13 0,2 2 2 15,-1-1-8-15,-3 1-4 0,2 4 2 0,-1-4 12 16,1 2-10-16,-3 0-25 0,3 1 9 16,-1-2 11-16,-1 1 8 0,1-1-24 0,-1 1 19 15,1 0 10-15,0 1-9 0,0-1 22 0,0 0-24 16,1 1-5-16,-3-2-20 0,1 3 28 15,1-1 12-15,0-1-20 0,1-2-2 0,0 4 23 16,-1-3-16-16,-1 1 7 0,1-1 2 0,-1 2-14 16,1 0 4-16,-1-1-15 0,3 1 25 15,-1 1-5-15,-3-3-30 0,2 3 18 0,-1-2 15 16,2 1 0-16,-1-2-2 0,-2 3 9 0,1 1-29 16,1-4 17-16,-1 2 11 0,1 1-12 0,-1-3 0 15,0 3 4-15,2 0-30 0,-3-3 8 16,1 3 30-16,1 0 6 0,-3 0-22 0,1-1 9 15,1 2-12-15,2-1 14 0,-3 0 12 16,1-1-46-16,0 0 22 0,-2 3-18 0,2-2 33 16,-2 0 11-16,1-1-28 0,0 2 17 0,3 0-11 15,0-2-20-15,-3 1 18 0,1 0 3 0,-1-2 3 16,2 1 2-16,-1 0-5 0,3 1-4 16,-2-1 9-16,1 0 6 0,0-1-10 0,-1 3-2 15,6-8-9-15,1 4-9 0,-6 3 17 16,1-3-1-16,-3 3-10 0,1-1 25 0,-3 1-15 15,3 0-10-15,-2-1 26 0,2 3-12 0,0-3 1 16,-2 2 2-16,1 0-23 0,1-1 32 0,1-2-12 16,-1 3-12-16,0-1 20 0,1-1-19 15,0 1 14-15,0-1-20 0,-1 2 14 16,1-1 11-16,-5 1-24 0,6 1 14 0,2-5-11 16,-4 5 17-16,1-2 13 0,-1 1-40 0,0-1 11 15,-1 0 25-15,4 1-2 0,-3-1-16 0,-1 0-8 16,3 1 14-16,-1 1 8 0,0-2-4 0,-1-1-33 15,1 3 38-15,0-1-23 0,-3-2 6 16,5 0 15-16,-3 1-11 0,1 2-5 0,1-2 13 16,-2-1-3-16,1 2-6 0,0-1 0 15,0 1 8-15,1 0 5 0,-3-2-12 0,4 3-5 16,-3-1 14-16,2 1-18 0,-2-3 3 0,2 3-6 16,-2-3 20-16,4 2-9 0,4-5-14 15,-3-1 32-15,2 5-38 0,-5-1 20 0,-2 0 12 16,1 2-8-16,0 1 20 0,1-5-19 0,-3 4-24 15,2 0 23-15,-1 0 12 0,0-1-18 0,1 2 19 16,-2-2-23-16,1 1 3 0,0-1 12 16,-1 1 1-16,1 0-19 0,1-2-1 0,-2 0 20 15,0 2-1-15,0 1 10 0,2-2-3 16,-1 1 1-16,-1-2 2 0,0 1-26 0,1 2 3 16,-1-2-19-16,-1 2 28 0,1-2-1 0,-1 1-3 15,2-1 2-15,0 1 19 0,0 1-48 0,0-1 6 16,-2 0 18-16,2 1 12 0,-1-2-8 15,0 1-19-15,0 0 32 0,2 1-5 0,-3-2 12 16,1 1-31-16,2 1 18 0,-1 0-3 16,-1-3-5-16,2 3 1 0,0 0 7 0,-1-1-3 15,-1 0-22-15,3-1 17 0,-4 2 8 0,2 0-10 16,0-2 4-16,0 0 2 0,-4 2-24 16,0 0 36-16,0 0-9 0,7 0 1 0,-7 0-5 15,8 0-18-15,-8 0 21 0,6 0 2 0,-6 0-17 16,7 0 23-16,-7 0-10 0,9 0-8 0,-9 0 0 15,14-10-12-15,-10 10 36 0,0-3-9 16,-1 2-10-16,4 0-13 0,-2 1 32 0,0-3-27 16,-1 2 4-16,1 1-23 0,3-2 37 15,-2 1-7-15,0 0-11 0,2-1 0 0,-4 1 1 16,12-3 22-16,-4 1-19 0,-2 1 8 0,-4-1-12 16,1 1 15-16,-2 2-10 0,-1-1-3 0,0-1 1 15,2 2 11-15,-2-1-7 0,0-2 12 16,-2 3 2-16,1 0-25 0,2 0 33 0,-1-2-18 15,0 0-18-15,1 2 19 0,0-1-3 16,-3-2-13-16,1 3 4 0,0-2 16 0,3 0-2 16,-3 1-9-16,1 0 16 0,-1-1-9 0,1 1-29 15,0 1 30-15,-2-3 13 0,1 3-44 16,1 0 4-16,0 0 32 0,-2 0-12 0,1-1-8 16,3 1 19-16,-3-3-13 0,2 3 3 15,-1-1 4-15,0-1-5 0,-1 0 6 0,3 2-6 16,0 0 6-16,-2-2 1 0,2-1-23 0,-2 2 21 15,2-2 0-15,2 3 21 0,-4-3-17 0,15 1 1 16,-9 2-16-16,1-3 28 0,-2 0-16 16,1 2 1-16,-4 0 10 0,-1-1-10 0,-1 0-6 15,2 0-3-15,1 1-2 0,-1 1 12 16,1-1-10-16,-4 0-5 0,3 0 11 0,-3-1 11 16,4 2-22-16,-2-1-17 0,-1-1 16 0,1 2 2 15,-1 0 7-15,1 0 2 0,0 0 1 0,-1-1-4 16,1 0 24-16,-1 1-40 0,1-1 8 0,0 1-5 15,-1-1 20-15,1-1 2 0,-1-1-8 16,1 3 23-16,1 0-8 0,-2-2-9 0,1 0-3 16,3 1 7-16,-2-1-18 0,-1 1 12 15,2 0-7-15,-1-2-2 0,2 2 21 0,-2-2-7 16,7-1-7-16,0 3-1 0,-4-1-20 0,-3 1 25 16,3 0 8-16,-3-1-40 0,-1 0 27 15,1 0 6-15,-1 2 7 0,-1 0-20 0,1 0 12 16,-2 0-5-16,0-3-23 0,2 3 18 0,-1 0-1 15,0 0 11-15,-2-1 4 0,1 1-5 16,3 0-3-16,-3-1-6 0,-1-1 9 0,2 2-22 16,-2-1-1-16,1 1 26 0,0-2 1 0,0 2 11 15,-3 0-11-15,0 0 7 0,0 0-31 16,0 0 14-16,6 0-1 0,-6 0 17 0,9 0-7 16,-9 0-6-16,6 0-2 0,-6 0-15 15,8 0 20-15,-8 0-27 0,8 0 21 0,-1 0 8 16,-7 0 15-16,7 0-24 0,-1 0-4 0,-6 0 18 15,9 0-11-15,-1 0 2 0,-8 0 12 16,9 0-18-16,-3 0-15 0,-6 0 21 0,9-5-1 16,0 5 15-16,-3 0-15 0,-6 0-9 0,17-10-4 15,-11 10 11-15,-2 0 2 0,1-1-7 16,-1 1 6-16,1 0-26 0,-1-1 34 0,0 1 5 16,1 0-21-16,-3 0 28 0,1 0-17 15,2-1-2-15,-5 1-7 0,0 0-9 0,7 0 6 16,-7 0 17-16,6 0 5 0,-6 0-22 0,10 0 17 15,-3 0-38-15,-7 0 35 0,7 0 0 16,-7 0-29-16,7 0 33 0,-7 0-1 0,11 0-14 16,-11 0 13-16,8 0-3 0,-8 0 3 0,6 0-1 15,-6 0 0-15,8 0-30 0,-8 0 24 16,0 0-2-16,6 0 25 0,-6 0-3 0,0 0-25 16,7 0 5-16,-7 0 1 0,0 0-5 0,0 0-3 15,0 0 14-15,5 0-6 0,-5 0-3 16,0 0-2-16,0 0-9 0,0 0 28 0,9 0-13 15,-9 0 7-15,0 0-36 0,0 0 30 16,0 0-15-16,7 0 13 0,-7 0-19 0,0 0 22 16,0 0 2-16,0 0-8 0,0 0 4 0,0 0 18 15,0 0-21-15,0 0 2 0,0 0-27 0,7 0 15 16,-7 0 4-16,0 0 11 0,0 0 7 16,0 0 5-16,0 0 7 0,6 0-12 0,-6 0-21 15,0 0 13-15,0 0 17 0,0 0-19 16,7 0-19-16,-7 0 33 0,0 0-4 0,7 0-26 15,-7 0 3-15,9 0 14 0,-4 0-7 0,-5 0 9 16,18-13-2-16,-10 13-3 0,-2 0 4 16,2-3-29-16,-2 3 27 0,2 0-3 15,0 0 9-15,-2-2-2 0,2 2-8 0,-2 0 6 16,-1-2 9-16,2 2 9 0,-2-1-29 0,-1 1 5 16,3 0 3-16,-3-2-4 0,1 2 6 0,-1 0-22 15,0 0 29-15,1 0-5 0,-2 0-2 16,2 0-20-16,-2 0 22 0,1 0-2 0,0-1 3 15,-1 1-16-15,1 0-5 0,-2 0 19 16,1 0 11-16,-1 0-29 0,3 0 34 0,-2 0-27 16,-3 0 14-16,0 0-2 0,0 0 9 0,0 0-12 15,6 0-9-15,-6 0-14 0,7 0 30 16,-7 0 0-16,6 0-24 0,-6 0 11 0,9 0 6 16,-9 0 6-16,6 0-6 0,-6 0 15 0,7 0-9 15,-7 0-6-15,8 0-2 0,-8 0-8 16,7 0-5-16,-7 0 20 0,8 0-21 0,-8 0-1 15,7 0 37-15,-7 0-6 0,8 0-15 16,-8 0 8-16,10 0 8 0,-10 0-13 0,7 0-29 16,-7 0 20-16,5 0 5 0,-5 0 8 0,9 0-5 15,-9 0 7-15,7 0-35 0,-7 0 29 16,7 0-1-16,-7 0-6 0,6 0 2 0,-6 0 22 16,8 0-16-16,-8 0-12 0,5 0 12 15,-5 0 1-15,9 0-8 0,-9 0 4 0,6 0 12 16,-6 0-13-16,9 0-4 0,-2 0 11 0,-7 0-20 15,7 0 16-15,1 0 0 0,-8 0-12 16,8 0 14-16,-2 0-1 0,3 0-6 0,-9 0-24 16,8 0 22-16,-2 0 6 0,2 0 4 0,-8 0-5 15,8 0-8-15,0 0 23 0,-8-6-14 16,9 6-4-16,-3 0 14 0,-6 0-6 0,7 0-4 16,1 0-8-16,-8 0 9 0,9 0-6 0,-3 0 7 15,2 0-13-15,-8 0-4 0,9 0 17 16,-3 0 0-16,-6 0-2 0,10 0-14 15,-3 0 4-15,0 0 18 0,-7 0-12 0,8 0 10 16,0 0-21-16,-3 0 24 0,-5 0-9 0,11 0-2 16,6 4 18-16,-12-4-18 0,2 1 6 0,-2-1 9 15,2 0-5-15,-2 1-10 0,2 0-10 16,-2-1 3-16,1 2 18 0,-2-1-18 0,1-1-1 16,3 2 12-16,-3-2-4 0,2 2-12 0,-4-2 1 15,4 0 14-15,-1 0-1 0,0 3-7 16,1-3 14-16,-1 0-17 0,0 2-1 0,2-1 13 15,-3 0-7-15,2 0 5 0,-2 0 20 16,4-1-21-16,-1 2 7 0,-2-2-28 0,0 1 17 16,1 1-25-16,0-1 25 0,-1-1-4 0,0 1-6 15,-1-1 21-15,4 1 7 0,-4-1-23 0,0 1 17 16,0-1-12-16,1 1 10 0,0 1-3 16,-1-1 1-16,0-1-1 0,-2 0 0 0,0 2-26 15,1-2 32-15,0 0-6 0,1 1-22 16,0-1 22-16,-2 1-6 0,-1-1 1 0,2 0 9 15,-2 0-15-15,1 3 24 0,3-3-12 0,-4 0-4 16,1 3-10-16,-1-3-1 0,2 1 18 16,-2 0-2-16,2-1-10 0,-1 2 2 0,0-1 0 15,0 1 0-15,3 0 4 0,-3-2-28 0,2 3 17 16,-1-3 19-16,0 2-24 0,1 2 7 16,0-4 27-16,1 1-40 0,1 2 33 0,-2-2-31 15,0 2 21-15,0-2 9 0,2-1-2 0,-2 3-3 16,3-2 9-16,-3 2-11 0,1-2 17 0,-2 2-18 15,1-3-7-15,1 3-10 0,0-1 27 16,-3-2 0-16,3 3-17 0,-3-1 19 16,3-1-16-16,-3 0 0 0,4 1 13 0,-6 0-10 15,3-1-15-15,1 3 14 0,-4-4-12 0,3 1 19 16,-1 0-9-16,-1 1-7 0,0 2-13 0,2-3 29 16,0 0-35-16,-2-1 24 0,1 6-2 15,-1-6 1-15,2 1 8 0,-3 0-1 0,1 1 6 16,1-1 0-16,0 2-11 0,-1-2 3 0,0-1 6 15,0 3-9-15,3-1-21 0,-2-1 24 16,-1 2-16-16,-2-2 16 0,7 0-6 0,-6 1-13 16,0-1 17-16,3 2-1 0,-1-2 5 0,-1 1-4 15,0 0 5-15,2 1 9 0,-1-2 6 16,0 2-45-16,2-2 25 0,-1 3-9 0,-2-1 16 16,2-1 3-16,1 0-4 0,-1 0-17 0,0 1 14 15,0-1-22-15,1 1 18 0,-2-2-10 16,1 3 12-16,1-1 9 0,0-2 0 0,1 2-18 15,-3 0 16-15,3-1-2 0,-2 1-2 16,1 1 9-16,-2-1-5 0,2 0-8 0,-1 1-5 16,0-2-16-16,0 0 22 0,0 1-12 0,-2 0 18 15,5-1-3-15,-5 2-5 0,2-1 3 0,-1 0 0 16,1-1 19-16,-2 0-22 0,2 1 1 16,-1 0-9-16,0-2 5 0,0 2 2 0,1 0-6 15,-2-1 9-15,2 1-2 0,-1 1 1 16,-1-3 6-16,1 1 1 0,-2 3 4 0,1-5-26 15,1 1 29-15,1 2-10 0,-3 0-2 0,4-1 16 16,-3 3-9-16,-1-4-11 0,1 0 3 0,-2 0 1 16,4 3-8-16,-2-2-20 0,2-2 28 15,-3 0-3-15,3 3 2 0,-2 0 0 0,0-2-4 16,0-1 15-16,2 3-28 0,-2-2 21 16,0 0-9-16,0 2-2 0,0 0 4 0,0-1 11 15,-1-2-20-15,1 4 17 0,1-3-12 0,-2 1-6 16,2-1 11-16,-1-1 3 0,0 4 6 0,0-2 4 15,2-1 10-15,-2 1-20 0,0-2-17 16,1 3 35-16,1-1-20 0,-2 1-1 0,1-1-14 16,1 0 25-16,-2 1-7 0,2-2-24 0,-3 1 13 15,6 0 7-15,-3 1 7 0,1-2 3 16,-1 4-27-16,1-4 29 0,-1 1 0 0,-1 0-14 16,2 0 9-16,-1 0-19 0,-1-2 16 15,1 3-4-15,-1 0 0 0,0-3 20 0,1 4-20 16,-1-3 3-16,1 1 3 0,-1 0 0 0,0 1-10 15,-1-1 5-15,1-1 5 0,1 2 2 0,-3-1 6 16,3-1-10-16,0 0-13 0,-2 0 22 0,2 2-35 16,-2-3 5-16,1 2 32 0,0-1-26 15,0 1 26-15,0-2-14 0,-1 2 1 16,2-1 13-16,-2 0-9 0,0 2-3 0,2-3-1 16,-1 1-5-16,-1-1-10 0,1 2 11 0,1 0 8 15,-2-2-11-15,1 3 10 0,-2-3 11 0,2 2-28 16,2-1 23-16,-4 1-2 0,2 1-10 15,0-2-4-15,0 1-9 0,-1-1 17 0,1 1-8 16,0 0 12-16,-1-1-16 0,-1 3 23 0,2-2-28 16,0-2 21-16,0 3 0 0,-1 0-8 15,3-2 2-15,-3 2 5 0,1 0-2 0,-2-1-4 16,2 1-18-16,2-1 17 0,-4 0 11 0,2 1-12 16,-1-1 3-16,0 0 6 0,0 1-18 15,1-1 6-15,-2 0 9 0,1-1-9 16,1 2 7-16,-1-1 7 0,-1 1 6 0,1-1-8 15,1 0-4-15,-2 1 3 0,1 1-5 0,1-1-23 16,-2-2 42-16,2 2-25 0,-2 0 4 16,2-2 6-16,-3 2 1 0,5-2-4 0,-3 2-3 15,1-2-22-15,-2 2 35 0,-1 0-10 0,3-3-7 16,-1 4 11-16,0-3-3 0,-1 2-12 16,0-2 0-16,2 2 27 0,-2-1-10 0,0-1 6 15,1 1-24-15,0 1 18 0,1-1-16 0,0-1 7 16,-1 2 4-16,-2 0 14 0,1-1-11 15,1 1-6-15,-1-1 8 0,-1 1 4 0,3-1-8 16,-1 3-13-16,0-3-12 0,1 0 15 16,-3 1 12-16,0-1 0 0,2 0 0 0,0 1 4 15,-2 0-10-15,1-1 6 0,0 2-27 0,1-1 19 16,-2-3 5-16,2 3 3 0,-1 1 4 0,-1-1 8 16,2-1-14-16,1 1-15 0,-3-1 28 15,2-1-20-15,-2 1-4 0,0 1 11 0,2 0 11 16,-2 0-9-16,3-1-2 0,-3 0-7 0,0-1 16 15,2 3-14-15,0-1 0 0,-2 0-9 16,2-1 8-16,1 2-2 0,-2-2 18 0,0 2-11 16,1-2-16-16,-2 1 11 0,2 0 12 0,-2 0-12 15,2 0 3-15,-2 1 4 0,0-3-10 16,2 4-16-16,-1-2 26 0,2 2-4 0,-2-1-4 16,2-3-3-16,-3 3 2 0,0-1 13 15,2-2-7-15,-1 4 14 0,1-3-11 0,-2-1-10 16,1 3 13-16,0-1 6 0,1 0 1 15,-2-1-29-15,1 1 3 0,1 0 23 0,0-1-12 16,-2 2-18-16,0-2 31 0,2 1 10 0,-2 0-39 16,2-2 9-16,-1 2 14 0,0 1-6 15,1-3-13-15,-1 2 20 0,-1-2-16 0,3 2-3 16,-1-2 3-16,-2 2 16 0,1-1-9 0,-1 0 10 16,3 0-1-16,-2-1-15 0,-1 3 8 15,1-2 8-15,-1-1 1 0,1 1-5 16,1 0-6-16,-2 1 7 0,0-2 14 0,1 0-22 15,0 3 1-15,0-2 7 0,-1-1-1 0,0 0-4 16,2 1-1-16,-1 1-19 0,0-1 15 0,1 0-9 16,-2 1 20-16,1 1 0 0,2-4 0 15,-1 3-4-15,-2 1 7 0,1-3-3 0,2 1-7 16,-3 3 7-16,2-3-16 0,0-2 7 16,-2 3-11-16,2 0 5 0,0-1 9 0,-1 0 6 15,0 0 0-15,0 1-10 0,-1-1-2 0,2-1 7 16,-1 1 6-16,-1 2 3 0,4-3-37 15,-4 0 37-15,2 2-5 0,-2-3-4 0,3 3-2 16,-2-2 9-16,1 0-16 0,-1 2-2 0,2 0 6 16,-1-2 11-16,0 0-1 0,-1 1-15 15,2 0 19-15,-2 1-9 0,1-3 5 0,0 0 1 16,-1 4-7-16,2-2 8 0,0-1-1 0,-3 1 5 16,1 0-3-16,0-1-5 0,1 1 0 15,-2 1 5-15,4-2-13 0,-3 0-8 0,1 2 3 16,-1-1 2-16,5 0 10 0,-4-2 8 0,-2 3-20 15,3-1 24-15,-3-1-23 0,2 0-3 16,0 0-13-16,-2 1 29 0,1-1-6 0,0 2-6 16,2-2-14-16,-3 1 21 0,2-1-11 15,0 2 18-15,0 0 8 0,1-2-10 0,-3 1-5 16,1 0 1-16,1 1 0 0,-1-2 0 0,2 2-9 16,-1 0 4-16,-1-2 9 0,-1 0-12 0,2 2 19 15,0-1-10-15,0 1-3 0,0-3 3 16,-2 2-5-16,2-2 5 0,-1 4 20 0,1-3-14 15,0 3-1-15,-2-4-14 0,0 3-7 16,2-1 31-16,1 0-15 0,0 1-9 16,-2-2-15-16,-1 2 9 0,3-2 18 0,-1 2 8 15,0-1-7-15,-1 0 8 0,-1-1-20 0,1 1 4 16,-1 2-24-16,0-4-26 0,0 0 4 0,0 0-132 16,0 0-189-16,0 0 14 0,0 4 26 15,-10 5 16-15,4-7 39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9T07:17:37.229"/>
    </inkml:context>
    <inkml:brush xml:id="br0">
      <inkml:brushProperty name="width" value="0.06667" units="cm"/>
      <inkml:brushProperty name="height" value="0.06667" units="cm"/>
      <inkml:brushProperty name="fitToCurve" value="1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8797 16040 209 0,'0'0'141'0,"0"0"-21"15,0 0-19-15,0 0-11 0,0 0-9 0,0-20-7 16,0 20 77-16,0 0-42 0,8-35-28 0,-13 33 9 15,5 1 2-15,-1-3 9 0,-1 3 0 16,2-2-9-16,0 2-29 0,0 1-1 0,-3-2-6 16,1 2-30-16,2-1 5 0,0 1 13 15,0 0-12-15,-2 0 16 0,4 1-32 0,-2 1 8 16,0-1-14-16,2 3 5 0,1 1 4 0,-3 2 0 16,3 0 1-16,2 4 9 0,4 10-28 15,-2-1 16-15,-6-4-25 0,11 7 2 0,-9-3 18 16,2-1 5-16,-3-6-8 0,10 9 1 0,-4-4-28 15,1-3 32-15,-8-3-37 0,4-4 12 16,-1 3-1-16,-1-8 47 0,-1 2-15 0,1 0-17 16,1-2 15-16,-4 4-3 0,3-5 7 15,-3 1 3-15,3 4 9 0,-1-6 3 0,0 1 4 16,-2 0-3-16,0-2-14 0,-4-2 1 0,4 0 12 16,0 1-13-16,0-7-12 0,-3 4-2 0,0-4 8 15,3 0-1-15,-12-11-20 0,3-8 21 16,1 6-8-16,3 1 2 0,2-6-19 0,-3 6 0 15,0-3 8-15,-1 8 0 0,4-3-11 16,1 7 13-16,-1 0 8 0,1-1-17 0,0 7 16 16,-1-7-14-16,1 4 5 0,-1 1 10 0,3 0-11 15,-3 1 2-15,1-2 4 0,0 2-1 16,2-2-25-16,0 4 21 0,0-4 5 0,-3 7-19 16,1-6 20-16,2 2 4 0,-2 5-25 15,2 0 13-15,0 0 4 0,0 0-19 0,0 0 8 16,0-2 15-16,0 4-22 0,2 3 17 0,-2 0-8 15,5 2 11-15,-5 1-19 0,4 2 10 0,-1 2-1 16,9 13 11-16,-6-2-13 0,3 4 0 16,-4 5 2-16,3-10 8 0,-3 1 5 0,2-8-8 15,1 12 3-15,-1-6 10 0,-5-3-6 16,1-2-1-16,1-4-12 0,-3-4 10 0,1 0-14 16,1 1 13-16,-3-3 3 0,2 1-1 0,0-2 7 15,-2 0-4-15,5-3-20 0,-5 3 11 16,0-3 8-16,0 1-8 0,1 0-2 0,-1 1-2 15,2-1 32-15,-2-2 0 0,0 3-7 0,0-4 18 16,0 0-9-16,-2-4-11 0,1 3-4 16,-3-1 14-16,1-3-5 0,1-1-17 0,-1 0 19 15,3-2-14-15,-3 0 5 0,-3-4-5 0,0-10 4 16,2 4-7-16,-4-4 6 0,1 6-13 0,1 0 12 16,0 3-8-16,5 2-14 0,-1-1 21 15,-3 5-8-15,3-5-12 0,-3 5 8 0,2-1-2 16,3 0-2-16,-5 0 4 0,3-1 8 0,2 1 0 15,-5 1-25-15,4 2 9 0,-1-2-3 16,2 1 16-16,0 4 3 0,-3-8-13 0,-1 5 11 16,4 3 0-16,0-1 1 0,0-4-19 0,-5 6 3 15,5-1 5-15,-2-2 10 0,2 3-14 16,0-4 8-16,0 5 1 0,-1 0 1 0,1 0-19 16,0 0 20-16,0 5 2 0,0-2-13 0,1 1 16 15,-1 5-11-15,2-2-15 0,0 5 12 16,5 12 9-16,-2-8-4 0,1 12-9 0,-2-5 1 15,1-8 1-15,3 8 8 0,-3 3-1 0,2-5 9 16,-4-6-12-16,2-2 15 0,-3 0 0 16,5-1-14-16,-7 0 0 0,1-2 11 0,4-4-7 15,-5 1-2-15,2 0 2 0,0-2-4 0,1 2 0 16,-1 2-1-16,-1-6 0 0,-1 1 18 16,2 1-5-16,2-2 0 0,-4 0-24 0,0-2-20 15,0-1-26-15,0 0 6 0,0 0-118 0,0 0-145 16,0 0 24-16,0 0 19 0,-19 5-33 15,11-6 22-15,1 2 14 0,4-1 1 0</inkml:trace>
  <inkml:trace contextRef="#ctx0" brushRef="#br0" timeOffset="4571.167">8066 18413 357 0,'0'0'104'15,"0"0"-21"-15,0 0-17 0,0 0-7 0,0 0-6 16,0 0-12-16,0 0 26 0,0 0-8 0,0 0-6 16,0-20-7-16,0 20 23 0,0 0-6 15,0 0-8-15,0 0-3 0,0 0-15 0,0 0 7 16,0 0-5-16,0 0-3 0,0 0-18 15,0 0 6-15,0 0 10 0,0 0-8 0,0 0-4 16,0 0 0-16,0 0-14 0,-3 7-10 0,3 2 32 16,0 0-13-16,0 2-9 0,0 0 23 15,0-11-6-15,0 16-13 0,0 6 7 0,0-2 5 16,0-3-11-16,0-1-9 0,15 15-4 0,-5-8 18 16,-9 1 12-16,1-8-34 0,5 11-3 15,-2-8 37-15,-5-1-35 0,10 5 23 0,-10-4 2 16,5-6-9-16,-2-3-19 0,1-1 1 15,-4-1 44-15,3-3-25 0,-1-2-13 0,-2 5 32 16,0-5-2-16,0 1-6 0,0 0-11 0,0-4 10 16,0 0 18-16,0-4-30 0,0 3-5 15,0-3 15-15,-2 1-5 0,2-5-32 0,-3 3 15 16,3-4 32-16,-4 1-27 0,3-2 3 16,-4-1-3-16,3 2 10 0,2-1-20 0,-3-1 4 15,-1-18 20-15,1 10-6 0,3 4-5 0,-5 2-6 16,1 1-11-16,1 0 22 0,1 1-19 0,2 2 12 15,-1 1-17-15,1 0 13 0,-4-3-23 16,4 5 0-16,-1 1 52 0,1 0-16 0,-2-2 1 16,2 5 5-16,-3-4-16 0,3 1-8 15,-2 3 17-15,2-3-20 0,-2 1 31 0,1 1-7 16,1-3-10-16,0 2-31 0,0 4 13 0,0 0 16 16,0 0-1-16,0 0-3 0,0 0 3 15,0 0 2-15,0 0-31 0,0 0 8 0,0-13 3 16,0 13 25-16,0 0-2 0,0 0-4 0,0 0 14 15,0 0-18-15,0 0 3 0,-5-13 2 0,5 16-11 16,0-2 9-16,1 3-1 0,-1-1-7 16,4 4 21-16,-4-1-17 0,0 1-32 0,0 0 27 15,0 3-4-15,1 0 11 0,1-2 2 16,0 4-5-16,-2-12 23 0,0 17-11 0,13 28-7 16,-13-27 6-16,3 1-36 0,6 4 29 0,-7-6-2 15,-1-1-20-15,3-5 41 0,-1 0-26 0,-3-3 1 16,2 1 8-16,-2-2-26 0,5-2 7 15,0 2 24-15,-5-4 17 0,0 0 4 0,0 1-23 16,1-3 0-16,-1 1 13 0,0 1-22 16,2 0 16-16,-2-3 1 0,0 0-40 0,0 0 5 15,0-3 0-15,0 0-156 0,-2 0-183 0,1 1 15 16,-4-5 31-16,0 6 11 0,0-6 4 16</inkml:trace>
  <inkml:trace contextRef="#ctx0" brushRef="#br0" timeOffset="-24033.497">7815 17091 254 0,'0'0'170'0,"0"0"46"15,0 0-47-15,0-19-35 0,0 19 11 16,0 0-5-16,0 0 11 0,22 0-31 0,-22 0-11 15,0 0-11-15,0 0-30 0,0 0 20 0,0 0-22 16,0-24 8-16,0 24-6 0,44-30-7 16,-39 25-13-16,-2 0-3 0,2 2-20 0,2-2 9 0,0 0 4 15,-2 2-13-15,5-3 3 0,-5 1-6 16,5 5-2-16,-5-4-13 0,5 0 13 0,-3 3 1 16,3 1-10-16,-3-2 9 0,1-2-13 15,1 4-9-15,-9 0 17 0,0 0-7 0,11 0 6 16,-11 0-22-16,12 0 16 0,-2 0-11 0,7 20 11 15,-9-14-4-15,-3-3 9 0,1 2-5 16,-1 3-1-16,0 2 12 0,-5-1-27 0,1-3 1 16,3 23 22-16,1-12-11 0,-5-1 8 0,0-16-9 15,0 13-10-15,0-2 13 0,0-11 1 0,0 10-14 16,0 1 17-16,0-11-9 0,-20 26 3 16,18-18-12-16,2-5 21 0,-4 6-15 15,4-6 25-15,-5 1-1 0,0-1-3 0,5 2 14 16,-1-4-13-16,-3 4-8 0,4-5-3 0,0 0 5 15,0 0 0-15,0-2 5 0,0-1-12 16,0 3 9-16,2-3-19 0,1 0-8 0,1-4 18 16,-1 5-15-16,2-4 16 0,-1 0-11 0,6 1 11 15,-5-1 3-15,15-3-9 0,-8 1-4 16,3 1-9-16,-5 1 14 0,-3 1-11 0,-1 2 15 16,3 3-9-16,-9 0-10 0,0 0 6 15,13 0 6-15,-13 0 6 0,10 0-6 16,-10 0-3-16,12 0-7 0,-12 0 8 0,25 16 2 15,-18-11-7-15,-2 3-1 0,7 13 20 0,-9-8-12 16,0 0-12-16,2 1 10 0,-5-1 3 16,2-1 19-16,-2-12-8 0,0 0 1 0,0 21 7 15,0-4 7-15,-17 19 10 0,9-22-11 0,-2 7 40 16,-2-5-30-16,2 0 20 0,2-7 0 16,-1 1 12-16,2-3-33 0,-1-1 8 0,1-2-14 15,1 3 29-15,-1-6 2 0,2 6-4 16,-2-7-33-16,0 4-2 0,1-4-8 0,1 1 2 15,0 2-10-15,1-3-10 0,1 0-20 0,-4 0-39 16,2 0-32-16,5 0-47 0,0 0 13 16,0 0-205-16,0 0-75 0,0 0 30 0,-13-10 24 15,13 10 9-15,3 0 23 0,0 2 10 0,2-2 29 16</inkml:trace>
  <inkml:trace contextRef="#ctx0" brushRef="#br1">8279 15885 232 0,'2'-1'116'16,"-1"-1"-6"-16,2 2-14 0,-2-1 4 0,0 1 33 16,1-1-23-16,-2 2-4 0,0-1-14 15,0 0 8-15,0 0-4 0,0 0-8 0,0 0-15 16,0 0 3-16,0 0-3 0,0 0-4 15,0 0 12-15,0 0-12 0,0 0 4 0,-11 22-2 16,9-17-17-16,-1 1 14 0,-3 6-9 16,4-1-7-16,-7 1 4 0,3 1 8 0,1-1-2 15,-2 0-4-15,0 0-5 0,1-1-7 0,-4 0-2 16,7-1 5-16,-4 3 0 0,-2 0-7 16,5-5-2-16,-1 0-11 0,-2 4 13 0,1-4-1 15,-2 5-6-15,1-2-5 0,0-1-4 16,1 2 10-16,2-2 6 0,-6 1-20 0,0 0 8 15,4 0-2-15,-2 2 2 0,0-5-7 0,3-2 20 16,1 1-5-16,2 0-10 0,-1-1 0 0,-1-2 9 16,2 1-19-16,-1 1 2 0,-5 6-12 15,1 2 11-15,2-6-5 0,0 1-2 0,1-2 8 16,-1 0-5-16,1-2 16 0,2 2-5 16,-1-2-20-16,1 0 17 0,0 0-20 0,1-1 7 15,-6 10 8-15,3-3 2 0,-3-4-15 0,4 0 7 16,-2 0-17-16,3-1 4 0,-1-2 9 15,-1 2-2-15,2-1 15 0,-1 1-2 0,0-2-16 16,0 1-1-16,-1 1 24 0,-6 4-14 0,3 3-10 16,2-5 25-16,-1-1-4 0,1-2-12 15,3 1-15-15,-3 2 1 0,1-5 24 0,2 1-3 16,-1 0-22-16,-1 0 25 0,-1 0-21 0,3 2 15 16,-2-1-22-16,0-3-4 0,0 3 4 15,2 0 10-15,-2-1 11 0,1-1-3 0,-1 2-30 16,1 0 10-16,-1-3 2 0,1 3 4 15,0-2 23-15,0 1-27 0,0 1-14 0,3-2 48 16,-5 1-43-16,4 0 11 0,-2 0-17 0,1-3 41 16,-2 3-25-16,2-1 2 0,-1 1 0 15,-1-1-5-15,2-1 35 0,0 3-30 16,1-1-2-16,-2-2-5 0,1 1 39 0,-1 1-34 16,2-1 1-16,-2 1 10 0,1 0 8 0,-2-1-20 15,3 1 5-15,-2 0 14 0,0-1-9 0,1 1-9 16,0 0-2-16,-1 0 12 0,0 0-17 15,1-1 9-15,-1 1 4 0,2 0-13 0,-4-2 24 16,4 3-13-16,-2-1 12 0,2-1-6 16,-3 1 6-16,3 0-16 0,-2 0 6 0,1-1 18 15,-2 0-28-15,4 1 3 0,-3-1 21 0,2 3-14 16,-2-3-7-16,-1 1 5 0,3 0-11 16,-1 0 22-16,-1-1-21 0,2 0 15 0,-2 2 7 15,2-1-5-15,-3-2-10 0,3 1 6 16,-2 2 10-16,3-1 6 0,-1-1-3 0,-2 1-24 15,2 0 8-15,-5 1 10 0,6-3-18 0,-1 3 16 16,-2-1 7-16,-1-2 2 0,2 1-15 0,0 1-11 16,0-1-11-16,-1 2 46 0,-1-3-33 15,3 1 1-15,-3 1 1 0,3 0 12 0,-3-3-17 16,2 4 3-16,-1-2 7 0,2 1 15 0,-2-1-15 16,1 2 3-16,-1-3 3 0,2 3-7 15,-2-2-8-15,1 1 19 0,0-1-12 0,0 1-2 16,-3 1-10-16,2-2 26 0,3 1-23 0,-3-2-1 15,-1 2 16-15,2-1 0 0,0 1 6 16,-2-1-19-16,2-1 13 0,1 1 10 0,-1 1-29 16,-1-2 15-16,2 1-5 0,-3 1 28 15,4-1-31-15,-1-1 35 0,-2 1-27 0,3-1 11 16,-2 1-23-16,-1 0 8 0,3-1 14 16,-1 2-9-16,-2-1 15 0,2-1-19 0,-1 1-5 15,-1 1-3-15,0-4 7 0,3 3 17 0,-2 1 11 16,0-3-29-16,1 0 2 0,-2 0 14 0,1 4-7 15,2-3-8-15,-1 1 13 0,0-1 2 16,-2 0-3-16,1 1 13 0,2 0-26 0,-2-1 8 16,1 0 2-16,-2-1-15 0,2 3 4 15,0-1 11-15,-2-2-13 0,2 2 5 0,0-3-2 16,-1 3-1-16,0-1 20 0,-2 3-7 16,4-3 0-16,0 3 1 0,-1-4-2 0,0 1-16 15,-2 0 7-15,2 1 9 0,-2-2-19 0,3 2 25 16,0-1-3-16,-1 1-2 0,0-1-12 15,-1-1-6-15,1 1 5 0,1-2 15 0,0 0-14 16,0 0 9-16,0 0 14 0,0 0-8 0,0 7-17 16,0-7 13-16,0 0-18 0,0 0 4 0,0 7 34 15,0-7-18-15,-10 10-11 0,8-9 17 0,2-1-8 16,0 2-23-16,-4-1 12 0,4 2 27 16,0-3-30-16,0 0 5 0,0 0 11 15,0 0-21-15,0 0 7 0,0 0 29 0,0 5-28 16,0-5 6-16,0 0 17 0,-11 15-10 0,11-13-26 15,0 1 12-15,0-1-5 0,-1 1 18 0,-2-2-19 16,3 2 10-16,-2-3 14 0,-1 5-7 0,3-3 0 16,-1 0-7-16,1-2 20 0,0 0-14 15,0 0 4-15,0 0-12 0,0 7-1 0,0-7 3 16,0 0-2-16,-11 14 10 0,9-12-9 16,1 0 3-16,0 1 23 0,-1-2-28 0,2-1 2 15,0 0 20-15,0 0-28 0,0 0 23 0,0 0-20 16,0 0 6-16,0 0 33 0,0 0-43 15,-9 12 8-15,9-10 2 0,0-1 6 0,0 0-10 16,0 1 5-16,0-2 1 0,0 0 34 0,0 0-16 16,0 0-12-16,0 0-8 0,0 0-11 15,0 0 30-15,0 0-28 0,0 0 9 0,0 7-14 16,0-7 8-16,0 0 32 0,0 0-14 0,0 0-5 16,0 0-14-16,0 0 38 0,0 0-30 15,0 0 22-15,0 0-21 0,0 0 11 0,0 5 4 16,0-5 24-16,0 0-32 0,0 0 8 0,0 0 10 15,0 0-32-15,0 0 19 0,0 0 0 0,0 0 4 16,0 0 7-16,0 0-15 0,0 0-10 16,0 0 26-16,0 0-22 0,-12 10 13 15,14-8-10-15,-2-2-3 0,1 0 1 0,-1 0 26 16,-1 0-32-16,1 0 3 0,-2-2 10 0,2 2 20 16,0 0-20-16,0 2-13 0,0-2 11 0,0-2-11 15,3 2 6-15,-3 0-8 0,0 0-1 16,0 0 37-16,0 2-31 0,2-4 9 15,-2 2-27-15,-2 0 27 0,2 0-18 0,0 0 6 16,0 2-15-16,0-2 32 0,0 0-15 0,0 0 11 16,0 0-16-16,0 0 8 0,-1 0 14 0,1 0-16 15,1 0 29-15,-1 0-31 0,0 0-2 16,0 0 12-16,0 0 0 0,0 0-2 0,0 0 0 16,-1 0-18-16,-1 2 8 0,4-2 12 15,-2 0-2-15,0 0-1 0,-2 0 1 0,0 1-1 16,4-1 10-16,-4 0-15 0,2 0-13 0,-1 1 7 15,1-1 1-15,0 0 26 0,0 2-36 16,0-1 10-16,0-1-2 0,0 1 1 0,0 2 4 16,-1-2 6-16,2 0-8 0,-1 1 14 15,0 0 2-15,0 0-11 0,3 1-4 0,-3-1 9 16,-2 1-12-16,2-1 10 0,0 1-13 0,0 1 6 16,0-1 0-16,0-1 28 0,0 2-24 0,0-1-8 15,0-3 5-15,0 0-2 0,0 0 1 0,0 8 3 16,0-8 0-16,0 7-4 0,0-7-2 15,0 7 25-15,0-7-9 0,0 8-12 0,0-8 1 16,0 9-8-16,0-9 11 0,0 7-2 16,0-7-1-16,0 8 26 0,0-8-8 0,0 7-10 15,0 0 7-15,12 3-13 0,-12-10 3 0,0 0 2 16,0 7-27-16,0-7 9 0,0 7 22 0,0-2-16 16,0-5 4-16,0 8 14 0,0-8-13 15,0 9 8-15,0-3-15 0,0-6 5 0,0 8-9 16,0-2 27-16,0-6 7 0,0 8-12 0,0-2 1 15,0-6-17-15,0 8 16 0,0-3-23 16,0-5 11-16,0 9 1 0,0-2 12 0,10 4 23 16,-7-7-26-16,-2 2-6 0,0-2-5 0,-1 0-4 15,0 3 9-15,0-2-7 0,2 0 28 16,-1 0 0-16,-1 0-30 0,2-2-3 0,-2 1 18 16,5 1-1-16,-5 0 7 0,0 0-10 0,0 0-8 15,0-1-6-15,3 1 9 0,-3-1-13 0,1 1 15 16,-1 1 12-16,0-2 12 0,0 0-16 15,1 0-7-15,2 3 11 0,-3-7-4 0,0 0-1 16,0 7 0-16,0-7 10 0,0 7-18 0,0-7 26 16,0 8-26-16,0-3 25 0,0-5-32 15,0 9 26-15,0-9-40 0,0 7 30 0,0-7-10 16,0 8 9-16,0-2-14 0,0-6-4 0,0 8 29 16,0-2-7-16,0-6-9 0,0 8 11 15,0-2-10-15,0-6 6 0,0 8-8 0,0-8 14 16,0 7-21-16,0-1 1 0,0-6 3 0,0 8-1 15,0-8 16-15,0 7-1 0,0-7-9 0,0 10-17 16,0-5 33-16,0-5-26 0,5 7 8 16,-5-7-5-16,0 9 7 0,0-4 1 0,0-5-2 15,0 10 0-15,0-5 0 0,0 2 0 16,0 0 15-16,0-7-24 0,0 8 9 0,0-1 0 16,0 0 1-16,0-7 2 0,0 9 0 0,19 13-1 15,-19-22 0-15,0 8 0 0,0 1 3 0,0-1-22 16,0-2 2-16,0 0 34 0,0-6-2 15,0 8-23-15,0-2 1 0,0-6-1 16,0 7 19-16,0 1-2 0,0 4 27 0,0 0-14 16,0 3-17-16,0-3 21 0,0 0-6 15,0-1 7-15,0 0-4 0,0-1-2 0,0-1-20 16,0 0 1-16,0 1-4 0,0-3 3 0,0 1-3 16,0-8 0-16,0 6 0 0,0 0-1 15,0-6 0-15,0 7 14 0,0 0-21 0,0-7 31 16,0 10-2-16,7-4-2 0,-7-6-21 0,0 9-10 15,0-2 2-15,0 0 2 0,0-7 1 16,0 6 17-16,0 0 7 0,0 2-12 0,0-1-4 16,0-7 1-16,0 9-24 0,0-1 1 15,0 0 31-15,0-8 14 0,0 8-15 0,0-2-20 16,0-6 28-16,0 7-10 0,0-7-5 0,0 8-12 16,0 0 6-16,0-8 9 0,0 6-5 0,0-6 2 15,0 7-16-15,0-7 25 0,0 7-8 16,0-7-17-16,0 5 5 0,0-5 26 0,0 7-36 15,0 0 25-15,0-7-4 0,6 8 15 0,-6-8-9 16,0 7-24-16,0 1 28 0,0-2-25 16,0-6 1-16,0 8 26 0,0-8-19 0,5 9 14 15,-5-1-4-15,0-8 14 0,0 7-39 0,0-7 21 16,0 9 15-16,0-9-28 0,0 8-10 16,0-8 30-16,0 5-2 0,0-5 7 0,0 7-23 15,0 1 32-15,0-8-13 0,0 8-4 0,0-2-1 16,0-6-19-16,0 7 6 0,0-7 17 15,0 8 6-15,0-8-28 0,0 9 4 0,0-2 30 16,0 3-15-16,0-5-4 0,0 2-15 0,0-7 20 16,0 7 0-16,0-7-7 0,0 9 11 0,0 1 8 15,0-5-32-15,0-5 20 0,9 8-7 16,-9-8 9-16,0 7-7 0,0 0 1 0,0-7 5 16,0 10 1-16,0-10-3 0,0 7-8 0,0-2 20 15,0-5-6-15,0 0-2 0,0 10-6 0,0-4-1 16,0-6-15-16,0 8 17 0,0-8-19 15,0 7-2-15,0-1 39 0,0-6-18 0,0 8 2 16,0-8-1-16,0 0 6 0,0 6-24 16,0-6 7-16,0 6 10 0,0-6-9 0,0 0-21 15,0 6 46-15,10 1-11 0,-10-5-1 0,0 1-5 16,0-1-11-16,0-4-2 0,0 4 9 0,0-1 9 16,2 1-7-16,-2-3-10 0,-2 2 14 15,4 1 0-15,-2-4-5 0,-2 2 3 0,2 0 6 16,0 0-1-16,-2 0 4 0,2-2-9 0,0 2-16 15,4 2 4-15,-4 0 1 0,-2 0 15 16,4-1-17-16,-2-7 31 0,-2 6-29 0,2 3 18 16,0-5 0-16,0 1-6 0,0-1 6 0,-1 2-8 15,2 2 9-15,-1-2-6 0,2-1-11 16,0 1 13-16,-4 0-5 0,0 0 8 0,2 6-27 16,-2-8 16-16,3 0 20 0,-1 2-21 15,1-1-8-15,-1 6 11 0,0-7 2 0,-2 0 3 16,0 6-5-16,4-11-5 0,-5 5 9 0,4 4-2 15,-1-2-5-15,-1 0-4 0,1 1 11 16,0-4-2-16,0 3 4 0,-1 0-11 0,0-2 8 16,-2 1-28-16,-2 0 23 0,3 2-15 15,0-2 0-15,0 2 30 0,-1-1-9 0,-1-1-5 16,4 0 5-16,0 1-11 0,0 2-13 0,-2-6 6 16,0 2 18-16,0 4 0 0,1-4-23 15,-1 4 21-15,2 1-8 0,-1 1 1 0,1-6 3 16,0 7-6-16,0-1 1 0,-1-1-3 0,-1-2 9 15,2 8-13-15,0-3 21 0,0-1-12 0,0 1-1 16,2-1-11-16,0 3 1 0,0-3 14 16,-5-1-20-16,4 1-6 0,2-2 7 0,1 0 4 15,1 0-1-15,-1 1-8 0,2-2 12 16,0-1 1-16,-1-1-24 0,1-1 2 0,0 4 1 16,-2-8 3-16,3 1 24 0,-3 3 1 15,3-8-9-15,-1 2 2 0,-2-3 1 0,-1-2 8 16,-1 4 0-16,-2 8-3 0,0-8 2 0,0 2-23 15,10-6 2-15,-7 4 3 0,-2-2 2 16,-1 3 41-16,0 7-4 0,0 0-37 0,0-9-5 16,0-1 2-16,-10-1 4 0,6 4-11 0,4 3 14 15,-1-2 17-15,-2-1 2 0,1 3 1 0,-1 3-15 16,2-2 1-16,-4 0-4 0,5 3 19 16,0 0-2-16,-7 3 0 0,1-3 0 0,-5 0-1 15,8 0-18-15,2 1 3 0,-1-2-15 16,4 4 12-16,-9-5 5 0,1 5 1 0,8 1 0 15,-2-2 10-15,4 0 4 0,-3-2-26 0,1 3-19 16,-5-1 11-16,3 3-42 0,0-2 6 0,3 1-29 16,-1 0-28-16,-6-2-25 0,8 2-53 0,0 3 19 15,0-4-112-15,-3-6-77 0,5 5 27 16,0-1-83-16,-2-4 22 0,1 12 47 0,0-16 15 16,-1 0 5-16</inkml:trace>
  <inkml:trace contextRef="#ctx0" brushRef="#br1">7477 17055 339 0,'0'0'155'16,"0"0"-43"-16,0 0 38 0,0 0-21 0,0 0 24 16,0-13-43-16,0 13-8 0,0 0 2 0,0 0-16 15,0 0-40-15,0 0 22 0,0 0-12 16,0 0 1-16,0 0-4 0,0 0-27 0,0 0 17 15,0 0-15-15,0 0-8 0,0 0 10 0,0 0-3 16,0 0-7-16,19 6 1 0,-18-4-4 16,5 3-22-16,-3-2 21 0,1 1 3 0,1-1-3 15,-1 1-12-15,1-3-4 0,-1 1 20 16,3 0-6-16,-3 1-30 0,1-1 6 0,1-2 30 16,0 2-8-16,-3-1-12 0,4-1-16 0,-4 0 11 15,2 0 8-15,-5 0 6 0,0 0 3 16,0 0-8-16,6 0 2 0,-6 0-22 0,5 0 28 15,5-10 0-15,-8 8 5 0,-2-3 11 0,2 2-21 16,-2-1 1-16,0 1 16 0,-1 0-17 16,1-1-14-16,-1 1 21 0,-1 0 20 0,-4 1-24 15,5-1 22-15,-2 0-16 0,-2 2 0 0,1 1-10 16,2 0 5-16,-2-2 5 0,0 4-4 16,-3-2-1-16,3 0 12 0,-1 0 6 0,2 3-10 15,3-3-21-15,0 0 9 0,-14 9 1 0,9-6 1 16,-4 6 6-16,2 1-16 0,2-1 16 0,1-2-7 15,1 1 7-15,-4 5 4 0,7-4-24 0,0-9-2 16,0 7 7-16,0 1 6 0,0-1-12 16,0-7 13-16,13 14-7 0,-12-11 7 0,4 2 3 15,-2-2-11-15,2-1 6 0,-1 0 2 16,2-2-7-16,-1 0 3 0,-1-2-4 0,1 0 10 16,6-6 1-16,-3 1-14 0,-4 0 4 15,3 0 4-15,-5 2-10 0,1-1-5 0,-3 1 20 16,1-2-6-16,2 4 11 0,-3-3-17 15,1 3 10-15,-1 1-9 0,0 2-7 0,0 0 1 16,0 0-20-16,0 0-18 0,-10-11-42 0,6 13 9 16,1-2-111-16,-5 1-77 0,4 3 19 0,-1-3-146 15,2 2 13-15,-1-1 11 0,0 0-4 16</inkml:trace>
  <inkml:trace contextRef="#ctx0" brushRef="#br1">8289 15948 247 0,'0'0'150'16,"0"0"-27"-16,0 0 6 0,-13 0-38 0,13 0-10 15,0 0-10-15,0 0-7 0,-25-14-9 16,25 17 3-16,-1 0 15 0,1-3-22 0,0 2-22 16,0 1 3-16,-3-1-3 0,5 0-3 15,-1-1-3-15,-1 1 12 0,1 1-22 16,2-1 18-16,-1-2-10 0,2 0 9 0,-1 0 8 16,-1 2-27-16,1-4 4 0,-1 2 1 0,1-1-1 15,0 1-3-15,0-2-19 0,0 0 2 16,0 0-1-16,-2 0 62 0,0-1-26 0,1 0 14 15,-2 1 19-15,0-1-33 0,0-1 20 0,2 1 11 16,-6 0-10-16,2 1-8 0,-1-1-15 16,0 0 19-16,0 0-19 0,-1 1 9 0,-1-1-3 15,1 3 18-15,-3-3-17 0,2 1 12 0,0 2-19 16,-1 0-14-16,1 0 14 0,-1 0-8 16,6 0 5-16,0 0-2 0,0 0-5 0,-21 16-25 15,16-11 24-15,-2 2-15 0,5-1-4 16,2-1 15-16,-2 0-1 0,2 1 0 0,0-6-30 15,0 0 28-15,0 7-9 0,0-7 10 0,13 16-1 16,-9-12-5-16,-1-1 0 0,3-2-6 16,-2 0 11-16,2 0-8 0,1-1 4 0,-4 0 12 15,4 0-11-15,-7 0-19 0,0 0 4 0,7 0 10 16,2 0 2-16,8-16 3 0,-10 11 11 16,-3 0-8-16,2-1 0 0,-3 3-4 0,0-2-10 15,-2 1-3-15,-1 3-8 0,0-2-23 0,-1 2-13 16,1 1 5-16,-3 1-93 0,-2-2-89 0,1 2-160 15,-9 6 25-15,2-5 6 0,-7 2-36 16,8-3 44-16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0T02:35:45.50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585 16520 262 0,'0'0'215'0,"0"0"-41"15,0 0-8-15,0 0-25 0,0 0 5 0,0 0-26 16,0 0 10-16,0 0-2 0,0 0-8 16,0 0 4-16,0 0-9 0,0 0-10 0,0 0-12 15,0 0 17-15,0 0-17 0,0 0 0 0,0 0 5 16,0 0-27-16,0 0-8 0,0 0 2 0,0 0 1 15,0 0 0-15,0 0-35 0,0 0 12 16,-29 12 1-16,25-12-4 0,-2 0-15 16,-1-2 9-16,2 2-17 0,-3 2-2 0,8-2 6 15,-6 0-6-15,-2 0 3 0,2 0 3 0,-2 0-10 16,2 0-4-16,-2 0-5 0,2 0 4 0,6 0 4 16,-9 0-4-16,1 0-1 0,8 0-9 15,-10 0 7-15,1 0-1 0,9 0 13 16,-6 0-12-16,0 0 11 0,6 0-7 0,-10 0-3 15,10 0 9-15,-6 0-5 0,6 0-9 0,0 0 2 16,-8 0 3-16,8 0-3 0,0 0-6 16,-6 5-2-16,6-5 10 0,-10 12 4 15,10-12 2-15,-2 3-14 0,2 0 2 0,-1 1 15 16,1 0-4-16,0-1-17 0,0 2 19 0,1 2 1 16,-1-1-10-16,0-6-9 0,0 0 4 15,0 9-2-15,0 4 10 0,9 15-15 0,-6-10 5 16,-2-4 9-16,2 3 15 0,-2-5-4 15,3 5-4-15,-2 1 15 0,-2-5-9 16,3 4-14-16,-2-5 10 0,1-1 13 0,-1-3-23 16,-1 2 14-16,1-2 1 0,0 10-15 0,-1-5 12 15,0-2-14-15,2-3 3 0,-2-8 1 0,0 7 15 16,0 0-5-16,0-7-15 0,0 8 0 16,0-2-7-16,0-6 24 0,0 6-7 0,0-6-12 15,0 7 15-15,0-7-15 0,0 7 13 16,0-7-14-16,0 6-3 0,0-6 22 0,0 0-13 15,0 7 16-15,0-7-11 0,0 0-12 0,0 0 20 16,0 0-26-16,8 6 10 0,-8-6-9 16,12 7 23-16,-8-6-21 0,0-1 10 0,1 0-4 15,1-1 26-15,-1 1-19 0,3-1 7 16,0 1-2-16,12-8-18 0,-7 8 8 0,-3-2 8 16,-1 1 7-16,-1-2-28 0,-1 3-3 0,-3-1 17 15,4 1 3-15,-3-2-5 0,0 2-11 16,0-2-2-16,2 1 19 0,-2 0-31 15,0 1 11-15,-1-1 8 0,0-1 11 0,-1 2-9 16,2 0-8-16,-1-1 1 0,-4 1-18 0,0 0 7 16,0 0-19-16,0 0 8 0,0 0-26 0,7 0 6 15,-7 0-27-15,0 0-7 0,0 0-34 16,0 0-5-16,6 0 10 0,-6 0-92 0,0 0-30 16,8-7-103-16,-8 5 24 0,0-1-71 0,-2 3 17 15,1-3 2-15</inkml:trace>
  <inkml:trace contextRef="#ctx0" brushRef="#br0" timeOffset="374.982">436 16777 295 0,'-4'0'166'0,"2"-1"-11"0,2-1-7 16,-2 2-32-16,-2 0-29 0,3 0 39 0,0 0-28 16,-1-2-13-16,2 1-1 0,-1-1-4 15,0 4-24-15,1-5-7 0,0 3-30 0,0-1 43 16,1 1-8-16,0 0-22 0,2 0-2 15,1 0 9-15,-1 0-17 0,1-2-14 0,0 2 11 16,0 0-34-16,4-2 32 0,-1 2-11 0,0 0 10 16,0 0-5-16,-7 0 23 0,7 0-14 15,20-2-6-15,-6 1-43 0,-8-1 24 0,0 2-22 16,-3 0 4-16,0 0-78 0,-1 0-1 16,-1 0-22-16,-2-1-30 0,-2 1-62 0,1 0-113 15,-5 0 10-15</inkml:trace>
  <inkml:trace contextRef="#ctx0" brushRef="#br0" timeOffset="812.477">751 16608 415 0,'-2'-1'238'15,"-1"-2"-17"-15,2 1-47 0,-2-1-19 0,2 2-36 16,-1 0-23-16,0-1 4 0,4 2-13 0,-4-2 13 16,2 2-21-16,2 0-18 0,0 0-1 15,-1 2-16-15,0-2-25 0,2 3 4 0,1-2 28 16,1 2-28-16,-1-1-8 0,1 1 12 15,2 1 1-15,5 3-6 0,2-1 2 0,1 1 6 16,-3-1-27-16,1 1 12 0,-3 0-10 0,4-2 11 16,-2 0-7-16,-1 0 19 0,2 2-40 15,0-1 25-15,0 2-12 0,-6-5 15 0,9 4-6 16,-9-2 1-16,0-1 7 0,-1 1-18 16,3-1 7-16,-5-3-9 0,1 2-2 0,-2-2 0 15,0 2-62-15,0-2 27 0,1 2-25 0,-2-2 4 16,1 2-19-16,-1-1-26 0,2 1-25 15,-2-3-44-15,-2 0-79 0,0 0 20 0,-2 0-130 16,1 0 3-16</inkml:trace>
  <inkml:trace contextRef="#ctx0" brushRef="#br0" timeOffset="1171.837">937 16551 252 0,'-1'-2'160'0,"1"-2"21"16,-3 3-42-16,3 0-26 0,-3 2-32 0,3 0 25 16,-1 3-40-16,-2-1 29 0,1 2-5 0,1 0-22 15,-5 10 3-15,0 0 3 0,2 1-6 16,-2-2-6-16,3 1-6 0,1 1 0 15,-1-1-28-15,-6 2 24 0,4-3-7 0,3-2-14 16,-6-1 11-16,5 3-32 0,1-2 37 16,-1-2-29-16,-1-1 19 0,4-2-15 0,-1 1-1 15,-1-3 0-15,-2-1-10 0,1-1 24 0,3 1-16 16,-1 1-28-16,-2 0 4 0,2-1 4 16,0 0 6-16,0 0 5 0,1-1-55 0,-2-1 2 15,2 1 24-15,-1 1 2 0,0-1-54 16,-1-1 6-16,1 1 8 0,1-3-39 0,0 3-22 15,0 0-33-15,-1-2-54 0,1-1-109 0,0 0 14 16,0 0-104-16</inkml:trace>
  <inkml:trace contextRef="#ctx0" brushRef="#br0" timeOffset="1531.222">1369 16566 337 0,'0'0'314'16,"0"-1"-53"-16,0 1-24 0,0-2-44 0,-4 1-13 16,4 1-25-16,0 1-5 0,0-2-33 15,0 2-3-15,0-2-37 0,0 2-8 0,0-1-18 16,0 0-1-16,0 2-37 0,0-1 2 0,0-1-36 16,0 0-9-16,4 3-49 0,-4-3 7 15,2 2-38-15,0 1-46 0,-2-1-51 0,0 1 15 16,0 1-184-16,1-3 9 0,0 1 0 15</inkml:trace>
  <inkml:trace contextRef="#ctx0" brushRef="#br0" timeOffset="1828.074">1391 16803 350 0,'0'3'301'0,"0"-1"-50"16,0 2-23-16,0-1-37 0,0-1-29 0,0 1-2 16,0-3-33-16,0 4-8 0,0-1-27 15,0-2 1-15,0 2-14 0,1-2-4 0,-2 2-15 16,2 0 3-16,-1-1-4 0,0 0-15 0,1-1-41 16,0 0-55-16,-1 1-29 0,4-1 7 15,-3 1-221-15,1 0 20 0,-2-1-122 0,0-1 43 16,0 0-43-16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0T02:36:16.75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4807 16228 348 0,'0'0'189'0,"-15"0"-4"0,15 0-27 15,0 0-41-15,-28 4 21 0,23-3-10 0,2-1-30 16,-1 2 1-16,1-1-11 0,1 0-4 15,-2 2-5-15,-7 6-16 0,3-3-13 0,5 2 7 16,-7 3 2-16,4-4-27 0,2 1 3 16,1-2-2-16,0 2-19 0,2 0 11 0,-1-4-4 15,-1 1 3-15,3 2 13 0,0-3-14 0,0-4-5 16,0 0-23-16,0 7 6 0,0-1-9 16,0-6 23-16,0 8 14 0,12 4-3 0,-8-8-16 15,0-2 15-15,1 1-7 0,0-1-19 16,0 0 12-16,2-1 5 0,1-2 1 0,-8 1 3 15,0 0-36-15,13 0 24 0,14-13 12 0,-18 7-24 16,-3 0 16-16,2-5 2 0,-1 2 0 16,-2 3 24-16,-4-1 6 0,0 0-3 0,-1 7-4 15,0-5-4-15,0-5-1 0,-12-11 1 0,6 9-6 16,-3 2 17-16,4 3-13 0,-4-3 15 16,-1 5-8-16,1 1-8 0,0-4 9 0,1 3-13 15,-1 3-5-15,2 0 8 0,1-1-10 16,0 1-1-16,6 2-10 0,0 0 13 0,-8 0-12 15,8 0 9-15,-8 0-7 0,2 0-5 16,-5 14-2-16,6-9-10 0,3 0 10 0,-6 9-1 16,2-1-3-16,2 1 10 0,0-1 1 0,4-2-11 15,0-11 3-15,0 8-4 0,0 1 10 0,0-1-10 16,10 16 0-16,-1-12 10 0,-2-1-15 16,1-3 8-16,-2-3-1 0,6 2 6 0,-2-1-2 15,2-4-2-15,-4-2-5 0,0 0-5 0,-8 0 5 16,8 0 6-16,4 0 1 0,16-12-12 15,-17 4 7-15,2-2 4 0,-2 1 6 0,-6-1 10 16,1-4-16-16,0 2 1 0,-3 0-4 0,-2-1-1 16,-1 13 20-16,0-9-5 0,0 0-20 15,-13-13-18-15,5 11-16 0,-5 4-22 0,-4 2-54 16,2 5 11-16,-4-2-150 0,7 2-172 0,-25 11 27 16,7-3-21-16,5 2 47 0,-1 2 32 15,4 0-25-15</inkml:trace>
  <inkml:trace contextRef="#ctx0" brushRef="#br0" timeOffset="-37499.038">2046 16341 317 0,'0'0'148'15,"0"0"-27"-15,0 0-4 0,0 0 7 16,0 0 6-16,0 0-14 0,0 0-21 0,0 0-31 16,0 0-8-16,0 0 20 0,0 0 8 0,0 0-6 15,0 0-17-15,0 0-12 0,0 0 26 16,0 0 12-16,0 0-24 0,0 0 6 0,0 0-19 16,0 0 10-16,0 0-7 0,0 0-2 0,0 0-16 15,0 0 12-15,5 22 0 0,-2-22-3 16,1 0-5-16,0-2 1 0,1 2-12 0,0 0 14 15,1-2-24-15,-6 2 17 0,0 0-5 0,8 0 3 16,5 0 1-16,12-6-12 0,-13 5 7 16,-3-2-10-16,0 2-2 0,0-1-1 0,-3 1 3 15,0 0-11-15,1 1 8 0,2 0-1 16,11-5-2-16,-6 4-8 0,-2 0 5 0,0 0-3 16,-3-1 6-16,0 2-17 0,-1 0 15 0,0 0 3 15,-2-2-5-15,2 2 1 0,-8 0 5 0,9 0-13 16,5 0 12-16,-1 0-12 0,2 0 9 15,-4 0-18-15,5 0 10 0,-2 0 1 0,0 0 1 16,-1 0-5-16,-2 0 12 0,1 0-27 0,2 0 19 16,0 0-11-16,-1 0 12 0,1 0-12 0,-4 0 16 15,0 0-3-15,5 0 4 0,1 0-1 16,0 0-1-16,0 0-6 0,21-5 5 0,-23 4 1 16,5-1-5-16,-5 2-2 0,4-2 10 15,-4 2-11-15,0-2 1 0,3 1 3 0,-2 0-4 16,-3 0 5-16,-2 1-3 0,4-2-3 0,6 2 8 15,-6-3-15-15,-2 3 15 0,6-2-6 16,-10 2 0-16,2 0 10 0,1 0-8 0,2 0 5 16,1 0-2-16,-2 0 0 0,-1 0-4 15,-1 0-2-15,1 0-13 0,-1 0 20 0,-1 0-10 16,5 0-3-16,4 0 16 0,-3 0-5 16,2 0 0-16,-1 0 1 0,0 0-2 0,-2 0-13 15,-3 0 13-15,2 0-6 0,4 0-2 0,-5 0 13 16,0 0-17-16,5 0 9 0,-1 0 6 15,0 0-12-15,0 0-2 0,-1 0-2 0,5 0 15 16,-5 0-7-16,4 0 14 0,1 0-5 0,-1 0-1 16,1 0-18-16,-2 0 17 0,1 0-3 15,1 0-5-15,1 0 7 0,-3 0-12 0,2 0 4 16,20-10 5-16,-20 10-8 0,2-2 17 16,-3 2-12-16,2-3 9 0,0 1-10 0,0-2-5 15,-1 1 1-15,3 3-1 0,-1-3 22 0,1 1-14 16,1 0 5-16,2-1 3 0,-2 0 0 0,2 0-10 15,-3-1-2-15,0 2 11 0,-2 0-13 16,1 1 14-16,-1-4-12 0,0 3-3 0,-1 2 10 16,1 0-2-16,-2-2 1 0,-2-2 5 15,5 3-11-15,-2-1 0 0,1 0 9 0,-1 2 2 16,2-3-23-16,-1 3 15 0,-1-3 14 16,-1 2-13-16,3-2-3 0,-2 2-8 0,2-2 6 15,-4 1 3-15,2 0-5 0,-2 0 5 0,1-1 1 16,1 3 7-16,-9-2 5 0,4 0-11 15,-2 2-14-15,4-3 13 0,-3 3-7 0,0-2 6 16,-3 2 3-16,-11 0-2 0,16 0-1 16,-2 0 9-16,-3 0-11 0,3 0 10 0,-2 0-9 15,4 0 0-15,-2 0 12 0,1 0-3 0,-4 0-9 16,0 0-5-16,0 0 2 0,-2 0 1 16,0 0-3-16,-2 0 7 0,0 0 7 0,1 0 6 15,-8 0-10-15,10 0-10 0,-4 0 16 16,0 0-18-16,1 0 11 0,-7 0-9 15,8 0 11-15,-8 0-3 0,8 0-6 0,-8 0-2 16,8 0 12-16,-8 0 7 0,0 0-6 0,7 0 2 16,-7 0 2-16,0 0-11 0,6 0 20 15,-6 0-4-15,0 0-10 0,0 0 8 0,0 0-6 16,7 0 18-16,-7 0-14 0,0 0 8 0,0 0-16 16,0 0-1-16,7 0 9 0,-7 0-7 15,0 0-7-15,0 0 20 0,0 0-22 16,0 0 5-16,0 0-4 0,0 0 2 0,0 0 5 15,0 0-2-15,0 0 2 0,0 0 4 0,6 0 13 16,-6 0-24-16,0 0-5 0,0 0 2 0,9 11 9 16,-9-8-1-16,0-1-2 0,0-1 16 0,3 3-3 15,-3 0-3-15,1-3-8 0,-1 5 0 16,0-1 11-16,4 1-14 0,-4-3 16 0,0 4-3 16,0-2 13-16,2 2-12 0,-2-2 7 15,0 0 15-15,2 2-22 0,-1 0 19 0,0-2 3 16,-1 5-10-16,0-5-4 0,0 2-7 0,2-2-1 15,-2 4 0-15,0-2 22 0,4 8-24 0,-4-3 1 16,0-1 9-16,2-3 12 0,-1 2-25 16,-1-3-12-16,3-2 43 0,-3 2-36 0,1-1 8 15,1 1 26-15,-2 0-38 0,0-1 19 16,0 2-9-16,3 8 7 0,-1-2 4 0,0-6 7 16,0 5-10-16,-2-7-6 0,2 3 35 0,-1-2-23 15,0 0-12-15,2 10 8 0,0-2 1 16,-3-1-10-16,2-4 9 0,-1 0-1 0,1-1-5 15,0 8 4-15,0-5-11 0,-2-1-7 0,1-4 35 16,-1 2-18-16,3 0-10 0,-3 0 15 16,1-2 5-16,-1 1-11 0,2 10 0 0,5-4-12 15,-7-2-7-15,0 1 10 0,0-2-5 0,0-1 6 16,0-10-11-16,0 8 12 0,0 1 11 16,0-2-11-16,0 6 0 0,0 1 1 0,0-2-2 15,0 0 6-15,0-2-12 0,0 3-5 0,0 1 19 16,0 0-21-16,0-2 22 0,0-2-4 15,0 0-11-15,0-1 16 0,0-1-19 0,0-1 4 16,0 0-1-16,0-1 22 0,0 2-3 16,0 5-1-16,9 11-3 0,-9-13-32 0,1 7 7 15,-1-13 2-15,0 4-1 0,0 0 2 0,0 1 39 16,0 3-4-16,0 1-34 0,0 1-4 16,0-5 13-16,0 2-2 0,0-3 1 0,0 4 4 15,0 0-1-15,0 0 0 0,0-4-1 16,0 1 0-16,0-1-9 0,0-1-10 0,0-1 3 15,0 1 0-15,0-2 12 0,0 2 4 0,0-3-1 16,6 2 16-16,-6 0-4 0,0 1 0 0,0-2-2 16,0 2-2-16,0-1-4 0,0-1 15 15,0 1-23-15,0 2 14 0,0-4-8 0,0 3-7 16,10 18 0-16,-7-14-2 0,-2 1-4 16,-1-13 0-16,0 11 8 0,0-1 0 0,0 2 1 15,0-2 3-15,0-1-1 0,0-1-26 16,0 0 18-16,0-2-1 0,0 0 22 0,0-6-14 15,0 9-2-15,0-2-8 0,0 0 3 0,0-1 7 16,0 1 3-16,0-2 1 0,0 2-2 16,0 0 3-16,0 3-2 0,0 3-18 0,0-2 2 15,0 1 0-15,0-3 2 0,0-1 1 16,0-3 8-16,0 2 2 0,0 0-2 0,0 0 2 16,0-2 15-16,0-5-2 0,0 10-23 0,0-4 7 15,0 1-2-15,5 0 1 0,-5 0-14 16,0 0 8-16,0 2 12 0,0 2-1 0,9 0 0 15,-9 1-11-15,0-2 3 0,0-2 0 0,0 0 12 16,0-1-1-16,0 0 8 0,0-7-11 16,0 8 5-16,0-1-1 0,0-7-7 0,7 7-1 15,-7 1-3-15,0-8 2 0,0 8 1 0,0-3-1 16,0-5-21-16,0 7 3 0,0-7 46 16,0 9-4-16,7-9 0 0,-7 5-14 0,0-5-10 15,0 7 0-15,0-7-1 0,0 0 0 0,0 5 19 16,0-5-10-16,9 11 26 0,-9-8-28 15,0-2 2-15,3 0-14 0,-3 0 29 0,0 0 15 16,3-1-4-16,-3 0-55 0,0-1-20 0,0 0-54 16,2-1-19-16,-2-2-31 0,0 0-37 15,0-2 16-15,-4 1-186 0,2 1 28 0,-5-10 27 16,-5 3 25-16,-1 2-175 0,-1 2 30 16,-3 0 80-16,-6 4-2 0,-1 0 33 0,12 3-15 15</inkml:trace>
  <inkml:trace contextRef="#ctx0" brushRef="#br0" timeOffset="-1093.723">3231 17006 261 0,'2'2'169'0,"3"-1"7"15,-3 4-72-15,1-3 43 0,2 3-16 0,-1-3-56 16,0 3 28-16,1-2-16 0,5 7-8 0,-1-6 11 16,-3 1-22-16,-2 1-13 0,3-2 16 0,-1-1-29 15,-1-1-27-15,1 2 19 0,-2-2 6 16,0-1-11-16,1 1-7 0,-1-2 17 15,1 0-4-15,3 0-16 0,-8 0 29 0,0 0-3 16,6 0-19-16,-6 0-4 0,9 0-1 0,-9 0 10 16,7 0 11-16,5-11 10 0,-10 10-14 0,-1-4-3 15,0 0-10-15,-1 1 3 0,1 0 5 16,-1 0-7-16,2-2 1 0,-2 3 16 0,-2-2-8 16,2 5 3-16,0 0 3 0,0 0-13 15,-10-14-14-15,9 11 16 0,-3 1-5 0,-1 1 4 16,0 2-19-16,0-2 8 0,1 1-3 0,-3 0-14 15,1-2 5-15,6 2 18 0,-9 0-9 0,-6 15-23 16,9-10 5-16,-1 2 19 0,1-1-18 16,-1 5 12-16,1 1-17 0,-2-3 9 15,6-1-4-15,-1 2 1 0,2-1 7 0,1 0 1 16,0-1-23-16,0-8 6 0,0 11 17 0,0 3-4 16,15 15-13-16,-10-15 14 0,2-1 1 15,0-2-5-15,0-4 6 0,4 1-2 0,-4-1 10 16,0-5-5-16,0 3-6 0,3-4 5 0,-2-1-10 15,-8 0 14-15,6 0-2 0,-6 0-7 0,10 0 6 16,12-14 0-16,-7 6-7 0,-7 2-2 16,-3-2 3-16,2 4 5 0,-3 0-15 0,0-1 12 15,0 0 2-15,-2 0 9 0,0 0-12 0,-1 0 23 16,1 0-16-16,-1 1 17 0,-1 4-5 0,0 0 11 16,0-8-23-16,0 1 25 0,0 7-22 15,-20-19 5-15,9 11 6 0,2 4 0 0,-2-2-5 16,2 4-9-16,1-2 6 0,0 3-15 0,1 0 16 15,-1 1-12-15,2-1 6 0,2 1 0 0,4 0 3 16,0 0 3-16,-8 0-14 0,8 0 0 16,-16 10-11-16,12-5 1 0,1-4-5 0,1 4 3 15,-1 1 13-15,-1-2-14 0,3 0-14 16,0 2-13-16,1-1-10 0,0-1 8 0,0-4-25 16,0 0-41-16,0 0 10 0,11 14-87 15,-7-14-53-15,2 1-151 0,12 2 24 16,-11-3-9-16,8 0 22 0,3 0 10 0,23-12-22 15</inkml:trace>
  <inkml:trace contextRef="#ctx0" brushRef="#br0" timeOffset="-2218.691">2078 16375 301 0,'0'0'183'0,"0"0"-29"0,0 0 4 16,-14 0-47-16,14 0 14 0,0 0-21 0,0 0-6 16,0 0 22-16,0 0-22 0,0 0-14 15,0 0-8-15,0 0 6 0,0 0-10 0,0 0-10 16,0 0 3-16,0 0 0 0,0 0-5 15,0 0-32-15,0 0 22 0,0 0 7 0,0 0-17 16,0 0-8-16,0 0-16 0,0 0 28 0,0 0-14 16,0 0-1-16,0 0-1 0,0 0-13 15,0 0 24-15,0 0-10 0,0 0-6 0,0 0-2 16,0 0 11-16,5 29-5 0,4-21-3 16,3 0 10-16,2 1-14 0,-5 1 14 0,2-2-4 15,1 0 1-15,0 2 11 0,1-1-12 16,-1 1 12-16,-1 0-14 0,4-2 13 0,-3 1-5 15,1 0-2-15,-1-2-12 0,-2 2 8 0,2-1-18 16,-1 2-2-16,3-2 4 0,-8-1-8 16,6 2 8-16,-1-4 0 0,-3 2 1 0,1 0-7 15,5 0 16-15,-3 1-25 0,0-2 16 0,1 3-9 16,-4-4 21-16,4 3-15 0,-4-4-8 16,3 4 5-16,-1-2 15 0,-1-1-32 0,4 2 9 15,-4-2 2-15,6 2-5 0,-7-4 8 0,-1 2 9 16,6 0-9-16,-3-1 0 0,-3 1 10 15,2-3-3-15,-2 0-11 0,0 1 19 0,-1 1-22 16,3-3 7-16,1 7 7 0,1-2 3 0,-3-3-23 16,-1-2 11-16,1 1-3 0,-2 2 11 15,-1-3 3-15,3 0-13 0,-3 2-2 0,0 0 15 16,1-2-21-16,0 2 5 0,9 6 3 0,-1-5-10 16,-2-1 26-16,-2 1-18 0,9 0 3 15,-9-1 13-15,-1 0-21 0,0-1 6 0,-3 1 3 16,1 0 5-16,2-2 15 0,-3 2-13 0,11 2-2 15,-2 1 14-15,-6-3-10 0,0 0-19 16,5 3 10-16,-3-3-7 0,1 0-8 0,-3 1-3 16,0-1 12-16,-3-1 28 0,9 4-30 0,-3-4 15 15,-5 2-2-15,3-1 2 0,-4-1 9 16,3 1-27-16,-4-1 23 0,1 1-9 0,-1-1-20 16,8 5 5-16,-1-1 29 0,-4-1-25 15,-2-2-2-15,2 0 16 0,-2 0-18 0,8 2 1 16,-5 2-3-16,-1-5 24 0,-2 1-21 15,-1 1 8-15,-1 0 2 0,1-2-6 0,-1 0-1 16,0 1-3-16,2 0 20 0,-3 0-11 16,3-3 19-16,-3 3-2 0,2-1-23 0,0 1 1 15,1-1 1-15,-2 1 16 0,0 0-2 0,1 1-5 16,-1-2-12-16,1 0 9 0,-1 1-17 0,1 0 36 16,-1-1-18-16,2 0-1 0,-2 2-12 0,0-1 9 15,9 5-17-15,-4-4 19 0,-3 0-9 16,1 0 1-16,0-2-4 0,-3 1 4 0,1 0 14 15,0 0 4-15,-1 0-21 0,0-1 28 16,0 1-27-16,-2 0 3 0,2-1 24 0,1 1-31 16,-1 0 3-16,-1-2 11 0,0 2 5 0,3 0-24 15,-3-1 2-15,4 3 13 0,-3-1 26 16,-1-3-32-16,3 2 26 0,-3 0-32 0,0-1 15 16,2 1 17-16,0 0-33 0,0-1 45 15,-1 1-21-15,1-1 8 0,-1 0-9 0,0 3-18 16,11 2 30-16,-7-2-21 0,-1 0 19 0,1 1-7 15,-3-2-8-15,-1 1-10 0,3-3 11 0,-4 1-20 16,3 1 36-16,0-1-17 0,-2 2-16 0,6 3 16 16,-3-3-23-16,2 1 25 0,-3-3 1 15,-1 1-2-15,0-1-17 0,-1 1 6 16,0-2-4-16,-2 1 27 0,3 0 0 0,0-1-10 16,-1 1-19-16,0 0 9 0,1 1 18 0,-2-2-23 15,3 1 10-15,-2 0 7 0,1 1-14 0,-1 0-12 16,0-1 5-16,1 0 10 0,-1-1 4 15,1 1 16-15,0 1-26 0,0-1 19 0,-2 0 7 16,2 1-18-16,5 6 17 0,0-6-14 16,-5 1 5-16,2-2-16 0,-5 1 2 0,5 0 14 15,-2-2-3-15,-2 1-11 0,3-1 19 0,-4 0-22 16,2 2 4-16,0-1 2 0,-1 0 18 0,2 1 0 16,1-1 5-16,-1-2-26 0,-2 3 0 15,2-1 15-15,0-2-18 0,0 2 9 0,1 0-3 16,-2-1 10-16,1 2-19 0,7 4-6 0,-2-3 13 15,-3-1 16-15,0-1 14 0,-2 1-6 0,0 1-15 16,3-2-1-16,-4-1-6 0,0 1 3 16,0-1-11-16,1 0 18 0,0 1-27 0,0 0 2 15,0-1 32-15,0 0-19 0,-1 1 0 16,0-1 10-16,0 1-8 0,1 1 0 0,0-4-2 16,0 5-3-16,1-3 4 0,-2-1-5 0,1 2 8 15,-1 0 13-15,1 0-20 0,7 5 7 0,-5-4 1 16,2-1-1-16,-4 1 16 0,-1-1-26 15,1 0 6-15,0-1 32 0,1 1-30 16,-2-1 25-16,2-2-14 0,-2 2-18 0,1 1 6 16,-3-1 3-16,5 0-15 0,-3 0 23 0,2 1-21 15,-2 0 25-15,1-3-16 0,1 1-2 0,-2 2 5 16,1-2-10-16,0 2 33 0,-1-2-20 16,0 2 30-16,1-1-37 0,-1 0 3 0,2 1 8 15,-2-2-19-15,4 2 12 0,-3-2-3 16,1 1 5-16,-2-1 16 0,-1 2-21 0,1 0 3 15,3-2-4-15,-3 0 9 0,4 2 4 0,-6-3 16 16,2 3-7-16,1-1-12 0,0 0-1 16,-1-1 2-16,1 1-14 0,-1 0-3 0,1-1-8 15,-2 1 49-15,1 0-39 0,-2-1 32 0,3 1-30 16,-1-2-9-16,1 3 14 0,-1-1-4 16,0 0 31-16,1 0-2 0,1 0-35 0,-2 1 7 15,1-3 18-15,-1 3-26 0,1-1 19 0,1 1-10 16,1-1-1-16,-2 0 14 0,0 1-16 15,-1-1 15-15,3-1-14 0,-3 0 25 0,2 2 3 16,-2-1-43-16,-1 0 27 0,0-1-14 0,1 1 15 16,-2-2 0-16,2 3-15 0,0-2 1 15,2-1 16-15,-2 1-28 0,1 1 28 0,-2 0-18 16,2 0 6-16,-1-1-10 0,1-1 26 16,0 3-16-16,-1-3 9 0,0 2 8 0,0 0-25 15,1-1 14-15,0 1 12 0,-1 1 5 16,1-3-32-16,-3 4 19 0,4-4-14 0,-3 1 1 15,1 1 5-15,0 0 0 0,-1 1 1 0,3-2 17 16,-4 0-7-16,4 2 13 0,-3-2-20 0,1 0-21 16,-1 1 28-16,2-2-17 0,-4 3 21 15,3-2-22-15,2 2 17 0,-3 0-26 0,0-2-4 16,0 0 13-16,-1-1 4 0,2 3 21 0,-1-1-23 16,-1-1 17-16,-1 1-18 0,4 0 8 15,-2 0 21-15,-1-1-15 0,1 1 14 0,-1-2-15 16,3 2-22-16,-3 1 19 0,0-2-14 15,2 0 23-15,-2 2-6 0,1-3-16 0,3 3 33 16,-4-2-49-16,0 2 5 0,2-3 25 0,-1 3 10 16,-1-2-37-16,2 2 29 0,0-1-19 15,0-2 6-15,1 0 12 0,-3 3-9 0,2-1 24 16,-1-2-18-16,-1 3 31 0,1-3-27 0,1 4-12 16,-1-4-14-16,0 2 14 0,2 1-6 15,-2-2 24-15,-1 1-32 0,2 3 37 0,-1-5 1 16,1 1-24-16,-2 2 33 0,2-3-20 0,-1 3-11 15,-1-1-4-15,3 0 5 0,-2-1 12 16,-1 1 19-16,2 0-51 0,1 1 28 0,-1 0 7 16,-2-1-8-16,1-1-17 0,2 3 43 15,-2-4-40-15,1 1 20 0,-2 0-5 0,2 4-4 16,0-4-11-16,0 0 34 0,-1 2-47 0,0-1 11 16,2 0 19-16,0 1-31 0,-1-2 28 0,-2 2 1 15,4 0-13-15,-2-3 15 0,0 3-10 16,-1-1-11-16,0 1 7 0,1-2 33 15,0 2-20-15,-2-2 7 0,3 3-22 0,-2-4 15 16,1 3-28-16,-1 0 17 0,1-1 11 0,-1 0-3 16,2 0-9-16,-2 1 31 0,-1-3-30 0,3 3 9 15,-2-2 18-15,1 1-23 0,1-2 22 16,-3 3-30-16,4-2 15 0,-4 0-16 0,2 2-9 16,-1 0 30-16,0-2-1 0,0 0 22 15,1 2-20-15,-1-1-38 0,-1 0 29 0,4 1-15 16,-4-3 37-16,1 2-20 0,3-2-17 0,-4 2 2 15,2-1 24-15,0 2-32 0,-2 0 21 16,-1-2-26-16,3 1 29 0,-1-1-11 0,-1 1 31 16,1 0-32-16,0 1 29 0,1-2-19 0,-2 2-13 15,-1-2 2-15,2 1-5 0,1 0 5 16,-3-2 10-16,1 3-2 0,2 0 0 0,-2-2-7 16,1 0 31-16,1 2-21 0,-1-2 5 0,-2 2-20 15,4-3-1-15,-1 3 28 0,-2 0 0 16,1-2-25-16,1 2 31 0,-1-1-20 0,0 0 16 15,1-2-34-15,-2 4 16 0,1-3-12 16,1 2 29-16,0 0-36 0,-2-2 9 0,2-1 2 16,-1 3 20-16,0-1 7 0,-1 0-29 0,2 1 13 15,-1 0-14-15,0-1 25 0,1 0-2 0,-2 1-10 16,2-2 1-16,-1 2-25 0,0-1 6 16,-1 1 4-16,3 0 20 0,-2-3-3 0,1 2-11 15,7 6 7-15,1-4-2 0,-6 4 0 16,0-3 15-16,0-1-24 0,-4-1 20 0,5 1-32 15,-2 0 17-15,-1 0 31 0,-1 0-33 0,4-1 16 16,-3 0-17-16,-3-1 19 0,-1-2-30 0,0 0 9 16,0 0 8-16,0 0-1 0,8 0 6 0,-8 0 2 15,0 0-25-15,15 11 21 16,-11-10-9-16,-3 4-3 0,1-5 21 0,0 2-11 16,2 0 6-16,-2 1-4 0,5-1 4 0,-6 1 8 15,2-1-13-15,0-2-5 0,-3 2 3 0,3-1 16 16,1-1-17-16,-4 5 4 0,0-8-15 0,1 5 21 15,1-4-9-15,1 2 6 0,0 3 12 16,-2 1-5-16,2-3-13 0,2 1 18 16,-1 0-25-16,-4 1 6 0,7-3 21 0,-4 2-20 15,-3 0 3-15,0-1-2 0,0-2 12 0,-3 5 21 16,4-4-32-16,-1 0 10 0,-1 0-23 0,6-7-8 16,-6 6-11-16,-2-6-40 0,-1-3-45 15,0 0-86-15,0-3 19 0,-7 3-241 0,1-3 31 16,-8-4-63-16,3-2 36 0,-6-1 15 0,-5-2 55 15,1 3 6-15</inkml:trace>
  <inkml:trace contextRef="#ctx0" brushRef="#br0" timeOffset="3734.368">4879 17890 391 0,'0'0'135'0,"-13"0"-16"0,13 0 10 15,0 0-18-15,0 0-13 0,0 0 1 16,-21 27-10-16,19-21 20 0,1-3-61 0,-2 2 37 16,3 3-5-16,0-8-37 0,0 9 1 0,0 2 21 15,0-1-30-15,0 1 21 0,0 0-10 16,0 1-25-16,15 13 11 0,-12-13 4 16,2-3 6-16,2 1-9 0,-3 0 5 0,1-5-4 15,-4 2-4-15,6-2-12 0,3-1-6 16,-1-3 14-16,0 1-30 0,-9-2 25 0,6 0-3 15,3 0 4-15,8-15-2 0,-7 6-18 0,-4-3 12 16,1 4 1-16,2-4 0 0,-2 2-1 0,-4-1-5 16,1 3-6-16,-4 0 10 0,0-2 10 15,0 0-8-15,2 2 5 0,-2 8 4 0,0-10-13 16,0 1 21-16,0 1 1 0,-14-11-3 0,6 13 16 16,5-1 3-16,-1 1 4 0,-1 1-14 15,3 2-4-15,0 1 11 0,-4 0-9 0,2 1 5 16,0-1-4-16,0 2 5 0,4 0-22 0,-10 0 2 15,0 0-3-15,0 0 1 0,1 0-7 0,-11 15 3 16,14-10-3-16,0-3 13 0,-4 5-10 16,7 0-3-16,-4 0-8 0,2-1-7 0,0 6 1 15,4-3-4-15,-1-1 10 0,2-8-3 16,0 10-3-16,0 1 4 0,14 11-2 0,-8-12 4 16,4 0-14-16,-1-3 13 0,-3 0 3 0,4-2 3 15,-2-1-13-15,1-1-3 0,0-3 8 0,-9 0-8 16,7 0 18-16,1 0-8 0,5-14-2 15,-8 9-8-15,3-3 0 0,-6 3 10 0,2-3-10 16,-3-3-10-16,1 5-13 0,-2-2-40 16,0 0-29-16,4-1 9 0,-4 9-159 0,-11-18 19 15,3 11-196-15,0-5 24 0,-4 5 27 0,6-1 5 16,2-3 2-16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0T02:35:41.61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2025 18016 242 0,'0'0'81'16,"0"0"12"-16,0 0-51 0,0 0 39 0,0 0-18 15,0 0-1-15,0 0-24 0,0 0-5 16,0 0 28-16,0 0-40 0,0 0 5 0,0 0-9 16,0 0-8-16,0 0-3 0,0 0 30 15,0 0 4-15,0 0 0 0,0 0-20 0,0 0-1 16,0 0 44-16,0 0-10 0,0 0 16 0,0 0-42 16,0 0 33-16,0 0-18 0,23-8-1 0,-18 8 9 15,0 2-28-15,-1 1 48 0,6-6-24 16,-10 3 1-16,0 0-11 0,8 0-8 0,-1 0 23 15,3 0-16-15,-1 0-29 0,-1 0 52 0,0 0-6 16,2 0-27-16,-1 0 28 0,1 0-12 16,8 12 10-16,-9-11-4 0,-1-1-11 0,2 0 0 15,0 4-20-15,-1-3 6 0,0 0 6 16,0 0-2-16,-3 1-12 0,8-1 6 0,-8 1-4 16,4 0 6-16,-4 1-26 0,-6-3 26 0,10 0-12 15,2 0 3-15,-3 0-2 0,2 0 21 0,1 0-17 16,-1 0 2-16,1 0-19 0,-1 0 21 0,1 0-19 15,-2 0 28-15,0 0-7 0,4 0-18 16,-2 0 17-16,1 0-24 0,-1 0 25 0,0 0-15 16,2 0 16-16,-2 0-14 0,-1 0 2 0,3 0 12 15,0 0-12-15,7-13 19 0,-15 13-22 16,7 0 20-16,-4 0-8 0,-1 0-3 0,5 0-3 16,-2 0-10-16,1 0 18 0,0 0-18 0,0 0 13 15,3 0-4-15,-1 0 6 0,5 0-2 16,-5 0-5-16,4 0 6 0,1 0-1 0,0 0-15 15,0 0 13-15,1 0-6 0,-2 0 6 0,1 0-1 16,-3 0-3-16,4 0-5 0,12-8 7 16,-26 8-1-16,7 0 1 0,-2 0-9 0,4 0 2 15,-2 0-7-15,0 0-1 0,1 0 19 0,-2 0-16 16,-1 0 12-16,1 0-6 0,-2 0-6 16,3 0-3-16,0 0 13 0,-1 0-15 0,0 0 7 15,15-13 11-15,-14 11-6 0,3-2 5 0,-6 0-12 16,2 3 4-16,-1 0 7 0,0-2-6 15,0 2 3-15,-1 1-12 0,0-4 2 0,-1 4-5 16,-1-2 0-16,1 0 21 0,-9 2-4 16,8 0-8-16,2 0-2 0,-1 0 3 0,2 0-8 15,-1 0 7-15,0 0 1 0,-1 0 3 0,3 0-2 16,-4 0-14-16,2 0 13 0,-2 0 7 0,1 0-12 16,1 0-8-16,0 0 17 0,-1 0-5 0,2 0 5 15,0 0-7-15,-1 0 4 0,4 0-14 16,0 0 6-16,-1 0-1 0,2 0 11 15,-2 0-7-15,1 0-7 0,-1 7 17 0,0-7 4 16,-2 0-15-16,2 0 10 0,1 0-5 0,-1 0-19 16,0 0 19-16,-1 0-4 0,4 0 8 0,-5 0-17 15,2 6 17-15,1-6-9 0,0 0-5 16,-1 0 13-16,0 0-18 0,1 0 14 16,-1 0-6-16,-2 0 14 0,2 0-9 0,0 0 5 15,1 0-9-15,-3 0 16 0,1 0-16 0,-1 0 10 16,5 0-11-16,-4 0 2 0,-1 0 4 0,0 0-11 15,-1 8 9-15,10 2-5 0,-20-10 15 16,10 0-18-16,-1 0 13 0,-2 0-13 0,2 0 11 16,-1 0 3-16,-2 0-12 0,1 0 0 15,0 0 7-15,1 0 14 0,0 0-23 0,-8 0 13 16,10 0-5-16,-1 0 1 0,-3 0 14 0,1 0-7 16,-1 0-24-16,2 0 12 0,-2 0 0 0,-6 0 7 15,9 0-8-15,-4 0-2 0,-5 0 10 16,9 0 3-16,-9 0 1 0,9 0 6 0,-2 0-13 15,0 0 9-15,-7 0-12 0,9 0-6 0,-9 0 1 16,8 0 11-16,-2 0-10 0,1 0 9 0,1 0 1 16,-8 0-10-16,8 0-1 0,12-2 7 15,-16 1 20-15,5-1-20 0,-5 0-1 0,3 2 14 16,-3-3-14-16,4 3-4 0,0-1 10 16,0-3-13-16,-2 2 1 0,2 2 4 0,-2-5 7 15,1 1-9-15,-1 1 0 0,2 0 24 16,-2 1-13-16,2 0-6 0,-8 2-7 0,0 0 10 15,9 0 10-15,-3 0-18 0,4 0 1 16,-3 0 15-16,0 0-16 0,-7 0 8 0,9 0 3 16,-9-7 2-16,21-1 9 0,-15 8-18 15,0-3 8-15,-2 2-12 0,-4 1 15 0,0 0-9 16,7 0-7-16,1 0 0 0,0 0-3 0,1 0 13 16,-1 0-4-16,10-10-10 0,-18 10 2 0,9 0 16 15,-3 0-9-15,2 0-1 0,-8 0 6 16,0 0-10-16,9 0 3 0,0 0 4 0,-3 0-2 15,4 0 9-15,-3 0 1 0,-7 0-6 16,10 0 9-16,-1 0-22 0,-2 0 13 0,0 0-3 16,2 0-3-16,-2 0 22 0,0 0-29 0,-1 0 14 15,-6 0-6-15,9 0-4 0,-9 0 1 0,8 0 12 16,-8 0-7-16,9 0 5 0,-1 0 5 16,-8 0-5-16,7 0-8 0,-7-8 2 0,10 8 9 15,0 0 8-15,-10 0-7 0,6 0-5 16,-6 0 8-16,10 0-6 0,0 0-11 0,-1 0-3 15,-1-7 3-15,0 7 7 0,-8 0 7 0,7 0-19 16,-7 0 19-16,12 0-10 0,6-13-8 0,-18 13 5 16,6 0-2-16,-6 0 14 0,8 0-1 15,-8 0 2-15,12 0-16 0,-2 0 7 16,-10 0 4-16,6 0-8 0,-6 0 0 0,6 0 13 16,-6 0-11-16,10 0-6 0,-10 0 0 0,8 0 8 15,-3 0 2-15,-5 0 13 0,9 0-16 0,-3 0-10 16,-6 0 14-16,8 0-2 0,-8 0 16 15,8-7-5-15,-8 7-26 0,10 0 18 0,-3 0-11 16,-7 0 7-16,9 0-5 0,-9 0 3 0,7 0-5 16,-7 0-1-16,6 0 20 0,-6 0-19 15,0 0 9-15,10 0-7 0,-10 0 7 0,5 0-9 16,-5 0 0-16,0 0 6 0,7 0 14 0,-7 0-11 16,8 0 0-16,-8 0-9 0,0 0 9 15,8 0-6-15,-8 0-16 0,0 0 12 0,11 8-3 16,-11-8 16-16,0 0-5 0,0 0 3 15,0 0-6-15,0 0-5 0,0 0 8 0,0 0-12 16,0 0 13-16,9 2-6 0,-9-2 12 0,2 1-7 16,-2-5-2-16,0 5-6 0,0-2 13 15,0 1-2-15,0 1-6 0,-3-1 2 0,3 0 3 16,0 2 1-16,-2-2-13 0,2 1 2 0,3-2 11 16,-1-1-10-16,0 2 4 0,-2 2 5 0,4-1 3 15,-4-1 5-15,-3 0 4 0,6 1-9 16,-1-1-12-16,0-1 4 0,-2 1 19 0,0-1-15 15,-2 2-3-15,0-5-1 0,2 5 11 0,2-1-1 16,0-1 7-16,-2-2-15 0,1-1-3 16,1 0-20-16,-9-1-40 0,2 0-39 0,6-3 9 15,-5 2-246-15,3-3 24 0,1 1-98 16,0-6 27-16,-10-20-7 0,7 12 2 0</inkml:trace>
  <inkml:trace contextRef="#ctx0" brushRef="#br0" timeOffset="113072.929">2691 17990 348 0,'0'0'254'0,"0"0"-42"0,0 0-13 16,0 0-42-16,0 0-31 0,0 0-75 0,0 0-20 15,0 0-2-15,0 0-69 0,0 0-67 16,0 0-48-16,0 0 12 0,3-1 11 0,0 7-165 16,5 2-4-16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9T07:17:35.037"/>
    </inkml:context>
    <inkml:brush xml:id="br0">
      <inkml:brushProperty name="width" value="0.06667" units="cm"/>
      <inkml:brushProperty name="height" value="0.06667" units="cm"/>
      <inkml:brushProperty name="fitToCurve" value="1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121 43 244 0,'0'0'212'0,"0"0"-43"0,0 0-42 15,0-20 1-15,0 20 24 0,0 0-20 0,0 0-18 16,0 0-14-16,0 0 12 0,0 0-12 16,0 0-6-16,0 0 3 0,0 0-7 0,0 0-9 15,0 0-4-15,0 0-13 0,0 0 22 0,0 0-15 16,0 0-2-16,0 0 0 0,0 0-5 16,0 0 10-16,0 0-11 0,0 0 3 0,0 0-14 15,0 0 5-15,0 0-26 0,0 0 6 0,0 0-6 16,0 0-10-16,0 0 19 0,-20 0-16 15,20 0-5-15,0 0 4 0,0 0-11 0,0 0-10 16,0 0 6-16,0 0-9 0,0 0-4 0,0 0 16 16,0 0-4-16,-13 7 3 0,14 0-9 15,6 1 1-15,3 14-5 0,0-4 4 0,2 2 1 16,0 0-13-16,-2 11 13 0,-4-8-6 0,10-1 19 16,-5 1-19-16,1-3 11 0,0 3-12 15,-4-8 9-15,-3 1 6 0,4-6-7 0,-3-1 10 16,-2 2-15-16,-4-3 3 0,1-3-9 15,5 2 6-15,-5-1 11 0,-1 0-1 0,5-2-11 16,-3 0 0-16,3 0 4 0,-3 0 1 0,-1-2 22 16,-1 3-8-16,4 0 3 0,-3-5 13 15,-1 2 3-15,0-2 0 0,0 0 28 0,-1-1 1 16,-3 0-32-16,1-4-19 0,-2 0 4 0,2-2-1 16,-11-11-3-16,-1-1 33 15,0-2-30-15,0-1 30 0,1 0-44 0,1 4-4 16,1-2 39-16,-5-5-37 0,5 5-2 0,-3-1 12 15,4 0-6-15,1 1 17 0,-2 1 3 16,0 4-24-16,5 3 28 0,2 1-35 0,-1 2 32 16,2 5-30-16,-3-3 10 0,2 3 15 15,5-2-38-15,-3 3 11 0,0-1 13 0,1 0-7 16,0 1-12-16,-3 2 7 0,5-3 34 0,0 1-10 16,-3 0-4-16,0 2-25 0,3 0 29 0,-4-6-10 15,4 7-31-15,0 0 6 0,-3-1-1 16,3-1 31-16,-2 2-36 0,2 0 8 0,0 0 7 15,0 0 3-15,0 3 6 0,5 4-18 16,-3-3 29-16,0 5-24 0,3-2-2 0,8 20 35 16,-3-6-13-16,-1 3 3 0,4-1-10 0,-3 4-16 15,7 0 2-15,-5 0 15 0,3 1-16 16,-9-3 31-16,10 2-11 0,-3 0-10 0,-3-4-13 16,4-3 9-16,-3 0 2 0,-6-6 10 0,0 3 12 15,2-8-26-15,-5-1 10 0,-1-1 2 16,5-3 6-16,-5 0-14 0,3 0 2 0,-3 0 17 15,1-1-3-15,1 2-2 0,-1-4-15 0,-2 1-17 16,0-2-20-16,0-2-38 0,-5-3-42 0,5 4 12 16,-7-2-243-16,4 1-85 0,-6 0 45 15,4 1 51-15,-3-3-2 0,0 4 23 16,-1-5 16-16,2 3-14 0</inkml:trace>
  <inkml:trace contextRef="#ctx0" brushRef="#br1">401-214 348 0,'0'13'138'15,"0"-13"-19"-15,16 31-17 0,-11-20-28 16,-1-5-8-16,-3 0 13 0,5-3-8 0,-2 0-10 15,1 1-5-15,-1-3-30 0,0 1-3 16,0-1 36-16,-3 0 2 0,5-2 3 0,-6 1-16 16,0 0 4-16,0 0 15 0,0 0-11 15,0 0 20-15,0 0-32 0,7 0 11 0,-1-11-12 16,-7 8-3-16,1-1 10 0,-2 1 16 0,1-2-30 16,0 1-2-16,-2-1-9 0,2 0-10 0,-3 3 12 15,0 0-3-15,2-1-13 0,1 0 20 16,-2 1 6-16,-2 1 0 0,4-1-22 0,-3 0 6 15,0 2 7-15,0-3-24 0,1 3-14 16,-1 0 29-16,1 0-11 0,3 0 2 0,0 0-21 16,0 0 25-16,-7 0 2 0,7 0-9 0,0 0-3 15,-6 0 4-15,-3 10-25 0,9-5 16 0,0-2 25 16,-1 2-13-16,-1-1-6 0,2 1 0 16,0 0-14-16,2-1 22 0,-1 3-8 0,-1-7-3 15,0 0 2-15,9 20 1 0,-3-10-4 16,1-3-7-16,-3-2 11 0,5-2 4 0,-3-1 0 15,-2 1-11-15,1-3 1 0,-1 2-11 0,2-2 24 16,-1 0-11-16,0 0 6 0,-5 0 1 16,0 0-6-16,0 0 1 0,0 0 6 0,6 0-18 15,4-11 20-15,-10 7 13 0,0 0-1 0,0 1-7 16,0 0 13-16,0-1-6 0,-4-1 10 16,4 1-18-16,-6-1 17 0,4 0-2 0,0 2 1 15,-2 0-4-15,-1-1 10 0,2 2-17 0,-3-1 7 16,2 0 2-16,-1 1 0 0,1 0-13 15,-1-1-8-15,0 3 9 0,0 0-5 0,5 0 3 16,0 0-12-16,-8 0-6 0,8 0 16 0,-9 0 2 16,-1 14-14-16,4-10 11 0,3-1-7 15,-1 1 0-15,3 0-5 0,0 0 13 16,-1 0-13-16,1-1-5 0,4 1-6 0,-2 0 4 16,-1-4 11-16,0 0-17 0,8 8 8 0,-4-4 2 15,0-1 9-15,1 0-4 0,1-1-6 0,0-2 16 16,-2 3-10-16,0-1-18 0,2-1 1 15,-2 0-4-15,1 2-3 0,-1-1-24 0,1-2-8 16,-5 0-18-16,4 2 6 0,-3-2-147 16,-1 1-191-16,1-1 25 0,-1 0 26 0,0 0 20 15,-10 0-7-15,5 0-60 0</inkml:trace>
  <inkml:trace contextRef="#ctx0" brushRef="#br1">541-65 296 0,'0'0'158'0,"0"0"13"16,0 0-73-16,0 0 46 0,0 0-15 15,-13-13-27-15,13 13 32 0,0 0-47 0,0 0 11 16,0 0 1-16,-22-22 11 0,22 22-6 15,0-2-4-15,-3 0-3 0,3 0-10 0,-1 0 14 16,0 0 5-16,-2 0-11 0,2 2-3 16,0-3-8-16,-2 0 20 0,2 2-2 0,-4-2-33 15,5 1 16-15,-1 0-15 0,-2 1-13 16,2 1 22-16,-4-4-16 0,5 2 8 0,0-1-34 16,-3 0 12-16,0 1 20 0,1 2-4 0,1-3-3 15,-2 2-15-15,0-2 7 0,2 0 4 16,-3 1-17-16,3 2 4 0,0-3-4 0,-2 3-17 15,2-3 20-15,-3 1-6 0,4 2-3 16,-1-2 14-16,1 2-11 0,0 0 7 0,0 0-13 16,0 0-8-16,0 0 5 0,0 0-7 0,0 0 0 15,0 0-2-15,0 0-3 0,0 0-2 16,0 0-5-16,0 0 1 0,0 0-3 0,-9-7 9 16,9 7-18-16,2 2-1 0,0-1-12 15,-1 0 10-15,2 4 18 0,-1-2-10 0,2 1 9 16,-3-1-10-16,2 0 4 0,3 1 8 0,-3-1-26 15,1 4 21-15,5 2-14 0,-2 1 5 0,-1 1 0 16,0-5 0-16,0 2 0 0,4 3-1 16,-5-2 0-16,3-2 1 0,-2 0 0 0,6 4-1 15,-3-2-2-15,0 2-2 0,2-2 28 0,1-1-2 16,-3 1-20-16,-1-1 0 0,3 1 0 16,-2 1-1-16,3 0 22 0,-6-3-2 0,3 1-2 15,1 3-3-15,-1-3 0 0,4 1-10 16,-3 1 0-16,-2-1-1 0,4 1 0 0,0 1-1 15,-2-2 9-15,2 0 0 0,-2 1-9 0,4 4 0 16,-5-1 0-16,2-1-1 0,3-4 0 0,-3 1 6 16,0 2 12-16,1-1-27 0,-1-2 2 0,1 3 1 15,-6-3-12-15,7 2 3 0,0-1 36 16,-2-1-16-16,3 1-7 0,-5 3-6 0,2-7 2 16,1 5 24-16,-3 0-17 0,3-1-4 15,2-2 2-15,-4 3 5 0,0-3 11 0,2 1-12 16,-6-2-9-16,2 1 8 0,1 2-3 15,2 2 0-15,1-1-21 0,-1 0 2 0,-3-5 34 16,1 0-21-16,4 4 14 0,-2 1-1 0,-1 0-18 16,2-1 23-16,-2 3-2 0,3-4-24 15,-7 1 0-15,0-3 17 0,4 5-9 0,0-3 8 16,0 0-10-16,-2-4 9 0,2 7-1 0,-2-1-4 16,1 0 2-16,-2-2-1 0,1-3 7 15,-2 2-6-15,-2-3 1 0,1 1-7 0,-1 1 1 16,6 3 0-16,-1-2 4 0,-6 0-8 15,3-3 12-15,-3 2 8 0,3-4-11 0,-1 3 0 16,-1-2-3-16,0 2 0 0,0-1-7 0,-2-1 2 16,2-1 1-16,0 2 0 0,2-1 18 0,-4 1 10 15,3 0-4-15,-1 0 0 0,-3 1-3 16,5-2-1-16,-3 2-26 0,1-1 15 0,0-1 2 16,-1 1-15-16,1 1 7 0,1-1 4 15,-1 0 0-15,-1-1 0 0,-1 1 0 0,2 0-2 16,-1-1 4-16,-1 1-7 0,3-1 10 0,-1 1-5 15,-1 0 0-15,-2 0 0 0,9 7 16 0,0-2-2 16,-3-2-2-16,-2-3-21 0,-1 2-1 16,0-1 15-16,1-2-17 0,0-1 8 0,-1 3 1 15,-2-3 0-15,1 3-1 0,1-1 2 16,-2 0-10-16,3 0 24 0,-2-3-1 0,1 3-11 16,0 0 12-16,-1 1 1 0,1-2-1 0,-1 1 0 15,-1-2-3-15,2 4-22 0,1-4 1 16,-3 1 3-16,0 0 16 0,3-1-9 0,-2 2-6 15,-1-1 18-15,1-1 8 0,-2 0-30 16,0 1 2-16,2-1 1 0,0 0-16 0,-1 1 4 16,-1 0 25-16,3-2 6 0,-4 0 0 0,3 2-3 15,-2-3-3-15,0 3-1 0,3-3-1 0,-3 1-13 16,-1-1 27-16,0 0-8 0,0 0 3 16,2 0 2-16,-1 3-1 0,-1-3-49 0,0 0-35 15,0-3-34-15,-3 2-39 0,3-2-56 16,-3-1-43-16,1 0 23 0,1-3 20 0,-3-9 17 15,-2 2-278-15,1-2 33 0,-2-3-33 0,5 6 48 16,2 1 32-16,-8-7 17 0,8 0 46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0T02:39:11.07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20832 2882 400 0,'0'0'83'0,"0"0"-10"0,0 0 40 16,0 0-27-16,0 12-9 0,0-12 5 0,0 0-10 16,0 0-10-16,0 0 4 0,0 0-9 15,0 0-6-15,18 22-19 0,-14-24-3 0,0 2-2 16,0-2 11-16,0 0-1 0,-2 0-25 0,2-1 8 16,0 0 37-16,-2 1-20 0,1-3 17 15,0 2 43-15,0-2-1 0,-1 1 11 0,-2-1-13 16,1 0 7-16,-1 0-14 0,0 5-11 15,0 0 2-15,0-8 6 0,0 1-3 0,-13-15 2 16,8 16-22-16,-3-1 1 0,2 1-5 16,-1 0-11-16,1 4-12 0,-4-6 8 0,1 6 5 15,1 1-8-15,2 0-9 0,-2 1-6 16,8 0-15-16,0 0 6 0,-10 0-10 0,10 0 9 16,-20 18-1-16,9-8 10 0,8 0-3 0,0-2-13 15,0 0-7-15,0 1 5 0,1-1-1 0,1 0 0 16,1-3-8-16,0-5-3 0,0 0 3 15,0 9-1-15,13 13 3 0,-11-15-15 0,6 0 4 16,-3-4 8-16,3 0-1 0,1-3 4 0,-3 0 0 16,-6 0-4-16,0 0-11 0,27-10 24 15,-19 3-13-15,-2-1 5 0,2-2-6 0,-2-3 19 16,0-2-15-16,-4 3 2 0,3-3 19 0,-5 3-7 16,0 12-1-16,0-12 8 0,0 4 5 15,0 1-4-15,-13-3-14 0,4 0-36 0,-1 9-13 16,-4 1-27-16,5 0-33 0,-19 11 10 0,5-5-136 15,2 5 21-15,-2 1-203 0,-3-2 2 16,4 2 27-16,0 1 16 0,-1-2 0 16</inkml:trace>
  <inkml:trace contextRef="#ctx0" brushRef="#br0" timeOffset="4343.615">21748 2235 331 0,'0'0'307'0,"-14"0"-34"0,14 0-23 16,0 0-40-16,0 0-11 0,0 0-24 0,0 0-4 15,-13 0-39-15,-5-25-19 0,15 25-17 0,3 0-2 16,-1 3-6-16,0 0-14 0,-2 4 2 15,3 9-8-15,-4 6-30 0,3 0 13 0,0 4 7 16,-3-1-23-16,4 4-7 0,-1-5 2 0,1-11-1 16,0 8 5-16,0 1-5 0,0 2-9 15,0 0-2-15,0-3 10 0,0-3-18 0,0-3 5 16,0-3-2-16,0 0-6 0,0-3 21 16,0-4-7-16,0-5 14 0,0 7 34 0,0-7-28 15,0 0-3-15,1 9-17 0,-2-13 33 0,-2-3-3 16,-1-8-21-16,-1-5 9 0,4-3-6 0,0-4-33 15,-2 2-2-15,1 2 24 0,0-6-14 0,1 3 12 16,0 1-7-16,1 13-4 0,0-3-24 16,0-2 21-16,0 0-22 0,0 1 4 0,13-14 7 15,-6 14-1-15,-3 6 23 0,5-2-7 16,-4 4-25-16,2-1 9 0,0 5 6 0,1 0 6 16,0 2-19-16,-3 2 15 0,-5 0-9 15,14 0-13-15,11 13 4 0,-11-4 12 0,0 2 2 16,-2 4-11-16,0 2 2 0,4-1 16 0,-2 0-17 15,0 3 20-15,-1 2-1 0,-2-1-10 16,2 1-1-16,-2-2-9 0,1 2 9 0,-3-4 6 16,4 0 0-16,-5-2 8 0,-1 1-5 15,1-4-15-15,-2 2 21 0,-1-4-45 0,-1-2-7 16,0-1-18-16,-4-5-5 0,3 4-39 0,-1-2-4 16,0-1 8-16,-2-1-28 0,1-1 12 15,-1-1-70-15,0-1-59 0,0 0-90 0,0-2-31 16,-3-2 16-16,1 2 10 0,-1-2 25 0,-5-13 21 15</inkml:trace>
  <inkml:trace contextRef="#ctx0" brushRef="#br0" timeOffset="4531.114">21751 2442 328 0,'-9'0'249'0,"2"-1"-67"16,1 1 18-16,2 1-16 0,-1 0-26 0,0-1-27 15,3-1-24-15,-1 0-1 0,5 1-4 16,-1-3-27-16,3 2 9 0,1-1-13 15,8-3-5-15,6-4-9 0,0 2-14 0,-1-1 7 16,5-1-1-16,-1 1-30 0,-3 0-19 0,2 1-52 16,-1 3 5-16,-1-3-136 0,-1 2-192 15,-2 1 23-15,-5 2 6 0,-1 1-31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0T02:38:39.914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11379 3571 362 0,'3'-3'289'0,"-2"2"-47"16,-1-2-24-16,2 2-36 0,0 1-44 15,-2 0-1-15,0 0-21 0,0 0-9 0,0 0-12 16,0 0-17-16,0 0 6 0,11 41-24 0,-9-25 6 16,0 3-28-16,-2 2 19 0,3-2-11 15,-3-2 9-15,4 3-31 0,-4-9 17 0,0-1-18 16,1-1 5-16,0 0 15 0,-1-2 1 16,0-2 2-16,0-1 13 0,0 1 5 0,0-1 21 15,0-4 21-15,0 0 25 0,0 0-13 0,0 0-4 16,-6 4-35-16,3-5-8 0,-1-5-4 15,-5-7-21-15,3-1-6 0,-5-4-11 0,4-4-13 16,-1-1 4-16,4-4-15 0,1 1 31 16,3 10-6-16,0-5-21 0,0-3-1 0,15-27 1 15,-7 26 1-15,1 2-9 0,2 3-12 16,1-2 23-16,2 3-20 0,-3 5 22 0,2 2-18 16,1 1-3-16,-1 1 25 0,0 3-20 15,-3 3 4-15,0 2-25 0,-2-1 10 0,-8 3 18 16,6 0-17-16,2 0-11 0,12 17 6 15,-11-11 11-15,0 5-3 0,-2 1 2 0,-1 1 13 16,-2 1-22-16,-1-1 9 0,-2-4 9 0,-1 1-15 16,0-10 1-16,0 12 36 0,0 2-27 0,-13 13 19 15,7-17-9-15,2-1 13 0,0-2-26 16,-1 0 20-16,1-3-7 0,1 0-13 0,0-1 25 16,0 0 0-16,-1 0-25 0,4-1-11 15,-2-2 14-15,0 3-1 0,1-2-10 0,0-1 21 16,1 2-19-16,0-4 8 0,2 1-10 0,1-2 13 15,2 1 2-15,-1-1 4 0,0 0-31 0,2 0 7 16,9 0 12-16,0-2-15 0,-8 1 23 0,3-2-15 16,-2 6-3-16,0 0 5 0,-8 0-3 15,8 0-5-15,0 0 6 0,0 0 8 16,2 0-10-16,18 15 1 0,-14-9 8 0,-5-1-3 16,0 1-11-16,-5 1 14 0,8 3 9 0,-7-1-9 15,-3-1 19-15,1 1-11 0,0-2-7 16,-3 1 24-16,0-8-25 0,0 14 12 0,0-2 1 15,-19 16 42-15,15-15-8 0,-7 1 14 16,-2 0-1-16,-1-3 6 0,0 0 18 0,-5 1-24 16,2-3 7-16,3-1-6 0,-5 2-6 0,0-3-7 15,3-3-4-15,1-1-4 0,-1-2-9 0,3 0 0 16,2 1-2-16,11-2-43 0,-8 0-27 0,-1 0-44 16,-11-11-21-16,7 4-52 0,6 1 13 15,2 1-229-15,1-2-54 0,2 2 30 0,-1-2 30 16,2 2 24-16,-2 0 23 0,0 2 23 15,-1-3 14-15,2 1 11 0</inkml:trace>
  <inkml:trace contextRef="#ctx0" brushRef="#br1">12264 2952 357 0,'0'0'92'0,"0"0"45"16,0 0-13-16,0-20-35 0,0 20 17 16,0 0-40-16,0 0 24 0,0 0-36 0,0 0 22 15,38-45-16-15,-33 42-2 0,-3-5 0 0,0 3-40 16,1 3 23-16,-1-3-4 0,0 0-19 16,6-2 6-16,-3 4 4 0,-3 1-4 0,6-1-2 15,-1-5-4-15,-4 6 0 0,2 2 15 0,2-1-31 16,0-2 5-16,-1 3-1 0,-1 0-1 15,2 0 0-15,-7 0 4 0,0 0-8 0,0 0 21 16,12 0-42-16,-12 0 21 0,23 17 24 0,-16-12-26 16,5 15 1-16,-4-7-1 0,2-6-9 0,-5 3-5 15,-3 0 34-15,1-3-21 0,-1 1-11 16,0 1 15-16,0 1 19 0,-2-7-36 0,0-3 1 16,0 0 26-16,0 0-29 0,0 12 30 15,0-12-21-15,0 12-11 0,0-12 2 0,0 9 2 16,0-9 20-16,0 12-1 0,0-12-48 0,0 11 2 15,0-11 48-15,0 0-16 0,0 13 2 0,0-13 1 16,0 10 13-16,0-10-9 0,0 0 1 16,0 12 0-16,0-12 20 0,0 9-25 0,0-9 5 15,0 0 41-15,0 0-40 0,0 0-3 0,0 12 36 16,0-12-3-16,0 0-4 0,0 12-22 16,0-12 3-16,0 0-1 0,0 0-16 0,0 0 22 15,18 16-3-15,-16-17 1 0,-1-2 2 16,4-1-7-16,-1 3-12 0,3-8 8 0,-4 7-22 15,0-2 15-15,6-1 27 0,-4 1-11 0,1 1 0 16,3-4-8-16,-2 2 24 0,1 0-4 16,9-9-2-16,-2 2 0 0,-8 8-3 0,13-9-29 15,-10 6-5-15,5-9 8 0,-5 9 10 0,0 3 5 16,-5-1-37-16,0 2 3 0,0-1 1 16,-3 0 5-16,3 0-24 0,2 1-38 0,-4 2 39 15,0-2-42-15,-1 2-76 0,-2 1-76 0,2-4-21 16,-2 4 10-16,0 0-1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0T02:37:55.584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5365 3714 627 0,'2'-1'224'15,"0"1"-19"-15,-2 0-34 0,-2 0-31 16,4 3-15-16,-2 1-10 0,0 1-22 0,4 12 0 16,-4-4-8-16,0-5-19 0,0 6-9 0,0 4 0 15,8 18 14-15,-6-16-24 0,0 0-2 0,-2-6-2 16,4 3 1-16,-3-4-10 0,0 3-23 15,-1-6 0-15,2-3 9 0,-1-2 21 0,1-2 19 16,-2-3 26-16,0 0 19 0,0 0 28 16,0 0-17-16,0 6-6 0,0-6-2 0,-5 8-15 15,2-11-24-15,0-2 25 0,1 2-11 0,-6-13-12 16,-1-2-15-16,3 0 3 0,3-5-11 0,1-2-14 16,0 0-21-16,2 12 0 0,0-5 0 15,0-1 12-15,14-23-23 0,-8 21 27 0,2 2-39 16,0 1 44-16,-1 1-41 0,5 2 2 15,-3 1 6-15,3 0-23 0,-1 4 14 0,1 2-10 16,-3 3 4-16,5-1-14 0,-3 3-14 0,-1 3-14 16,-2-1 9-16,-8 1 0 0,8 0 7 15,12 13 13-15,-13-8-15 0,-2 4 10 0,3 1-3 16,-8-3 19-16,3 3-20 0,0-3 13 16,-3 2-4-16,0-9-3 0,0 6 21 0,0-6-17 15,0 9 18-15,-13 6 4 0,10-11 4 0,1 2-18 16,-1-2 10-16,-2 1-8 0,3-2 9 15,-1 2 6-15,-1-2-6 0,2 1-7 0,1-2 26 16,-3 1-24-16,2 1 4 0,0-4-12 0,2 2 14 16,0-1-3-16,0-1 1 0,0 0-11 15,8 0 20-15,-5-1-12 0,4 1-3 0,-2-1 9 16,14-2-5-16,-8 1 1 0,0-1-15 0,-2 3 10 16,1 0 5-16,-3-2 3 0,-7 2-17 15,7 0 14-15,2 0-1 0,-3 0 8 0,15 12-16 16,-9-4 13-16,-2-3 1 0,-5 2-13 0,5 3 20 15,-4-1-10-15,-3-1 3 0,1 0 2 0,-2 0 1 16,-1-1 11-16,-1-2 15 0,0 1 20 16,0-6 38-16,0 0-16 0,-10 25 36 0,-1-8 1 15,-4-2 8-15,3-4-11 0,-2-1 3 16,-2 0 41-16,-2 0-10 0,1-2-6 0,-3-4 1 16,-1 2-1-16,5-2-9 0,0-1-12 0,3-1-9 15,2-2-19-15,11 0-5 0,-11 0-35 16,2 0-25-16,2 0-3 0,-7-9-98 0,1 0-74 15,3 4-65-15,3-6 21 0,1-2-323 0,1 4 28 16,2 0 42-16,1 3 30 0,-1 1 26 0,-1 1 26 16,0 0 49-16,-1 3 18 0,1-2 8 15</inkml:trace>
  <inkml:trace contextRef="#ctx0" brushRef="#br1">6051 4312 513 0,'0'-19'211'16,"0"19"-16"-16,0 0-58 0,0 0-11 0,0-23-12 15,0 23-7-15,0 0-10 0,-31-32-17 16,35 23 3-16,-1 4-30 0,4-4-3 0,-4 7-8 16,4-4 20-16,0 2-8 0,-1-1-30 0,3 4-3 15,-3-3 14-15,3 1-5 0,-1-2-6 16,1 3-6-16,-3 2 16 0,6-1-13 0,-3-3-33 15,-1 3 48-15,0 1-51 0,-1 0 36 16,2-4 7-16,-3 3-25 0,-6 1-9 0,0 0 27 16,0 0-6-16,0 0-9 0,24 18-5 0,-23-11 7 15,3 1 5-15,-4-1-41 0,0-1 34 16,0 5-15-16,2 0 10 0,-2-6 9 0,0-5-11 16,0 0 25-16,0 13-2 0,0-13-2 0,0 12-45 15,0-12 5-15,0 12 31 0,0-12-20 16,0 12-2-16,0-12-9 0,0 11 28 0,0-11-17 15,0 0 5-15,0 7-15 0,0-7 30 16,0 0-6-16,0 12-9 0,0-12-7 0,0 0 18 16,15 15-11-16,-10-15 19 0,-2 3-50 15,4-6 56-15,-1 3-56 0,1 3 29 0,2-3 8 16,-4 0 8-16,0 0-17 0,1 0-4 0,3 0 30 16,-9 0-14-16,0 0 2 0,0 0-24 0,13 0 14 15,7 17 14-15,-11-15 7 0,-4 3-30 16,0 1 18-16,0 1 19 0,-3 1-22 0,-2 0-18 15,3-1 2-15,-1 5 23 0,-2 0 0 16,0-8-11-16,0-4 33 0,0 0-19 0,0 16 13 16,0-5 10-16,0 0-15 0,0-11-2 15,-20 26 16-15,16-17 16 0,-1-3-11 0,-2 3-7 16,4-1-13-16,-4 1 17 0,1-6-3 0,-1 7-10 16,-2-8-8-16,4-1 6 0,-3 4 9 0,6 2-16 15,-4-6-5-15,-1 5-11 0,0-5-16 16,4 3-18-16,-2-3-56 0,0 2 10 0,1-1-81 15,3 1-70-15,-3-2-133 0,4-1 27 0,0 0 1 16,0 0 47-16,0 0-10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0T02:37:42.991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1717 4236 237 0,'0'-13'111'16,"0"13"-19"-16,0 0 39 0,0-14 10 0,12-3-54 15,-14 13 23-15,2 1 19 0,0 0-17 0,-1 1-6 16,1 0-8-16,0-1-24 0,0 2 19 0,0-2 15 16,0 0-17-16,-2 2-4 0,2 0 17 15,0 1-13-15,0 0-20 0,0 0-7 16,0 0-2-16,0 0 16 0,0 0-30 0,0 0 7 16,0 0-19-16,0 0 8 0,0 0 9 0,0 0-19 15,0 0-5-15,0 0-10 0,0 0 2 0,-7-11 6 16,7 14-7-16,0-1-5 0,0 4 11 15,-2-2-12-15,2 1-10 0,0 3 2 0,-4 11-5 16,3 0 15-16,1 1-19 0,0 2 12 16,0-11-6-16,0 6-8 0,0 5 12 0,0 2 7 15,0 0-18-15,0 3 8 0,0-1 6 16,0 3-2-16,0-3-3 0,0 2 0 0,13 30 1 16,-10-35 0-16,-2 0 7 0,4 4-4 0,-1 0 3 15,-1-2 5-15,0 2-11 0,1 1-1 0,0 3 28 16,0-2-18-16,-1 0 20 0,1 0 4 15,0 2-16-15,-1-2 10 0,-1 0-13 0,1 3 7 16,1-1-9-16,-1-2 16 0,-1 3-17 16,2 0 13-16,-3-2-11 0,5-1 15 0,-3 3-6 15,1 0-16-15,-2 1-3 0,1-3 6 0,-3 3 8 16,4-1-6-16,-1-2-8 0,-1 0 15 16,0 0-11-16,-1 1 21 0,-1 0 10 0,2-2-4 15,-2 3-30-15,2-5 17 0,-2-12-9 0,0 7-12 16,0 1 16-16,0 3-12 0,0-1 19 0,0-1-27 15,0 2-3-15,0-1 8 0,0 1 24 16,0-2-19-16,0 2-4 0,0 0-7 0,0-3-2 16,0 2 27-16,0-3-14 0,0 1 2 15,0-3-3-15,-10 19 9 0,10-23-16 0,0-6 26 16,-1 2-15-16,1-12 11 0,0 7-4 16,0 1-24-16,0-8 0 0,0 7 16 0,0 0-5 0,0-7-28 15,0 8 25-15,0-8 9 0,0 6 5 16,0-6-4-16,0 6-10 0,0-6 10 0,0 7-2 15,0-7-5-15,0 0-4 0,0 0 5 0,0 0-36 16,0 0-22-16,-5 10-70 0,3-12-41 16,2-1 15-16,-1 0-173 0,0-2-137 0,1 1 32 15,-1-4 34-15,1 1 25 0,0-3 25 16,0-3 31-16,11-20 12 0</inkml:trace>
  <inkml:trace contextRef="#ctx0" brushRef="#br0" timeOffset="11437.171">1275 3941 439 0,'-7'0'323'0,"0"0"-48"0,1 0-19 0,3 1-27 16,0-1-17-16,-2 0-43 0,2 0-9 0,0 0-5 16,2 0 1-16,-1 0-29 0,4-1-29 0,-1 1-10 15,3-3-2-15,9-2-4 0,2-1-13 16,3-1-1-16,5-4 1 0,-6 6-34 0,7-4 11 16,0 1-36-16,-1 1-35 0,1-2-24 0,1 1-43 15,-2 4 11-15,1-3-198 0,3 0 25 16,-3 0 19-16,1 6-149 0,-5-6 25 0,-7 4 23 15,-3 1 59-15,-1 1-5 0</inkml:trace>
  <inkml:trace contextRef="#ctx0" brushRef="#br0" timeOffset="11218.425">1275 3860 259 0,'0'0'319'0,"0"0"-31"16,0 0-11-16,0-14-59 0,0 14 2 0,0 0-47 16,0 0 5-16,0 0-29 0,0 0-17 15,0 0-7-15,0 0-33 0,0 0-18 0,0 0 4 16,0 0 0-16,0 0-19 0,13 12-9 16,-11 8 2-16,-2-9 3 0,0 5-1 0,0 4-30 15,0 0 6-15,0-1 6 0,0 1-19 0,0-3 15 16,0-1-15-16,0-3-1 0,0-4 9 15,0 1 5-15,0-2 30 0,0-8 3 16,0 7-15-16,0-7 37 0,0 0-46 0,-6 7 21 16,5-11-40-16,-2 1-1 0,2-4 4 0,-3-11-7 15,4-3 3-15,-5-2-19 0,5 0 17 16,-1-1-4-16,1 1 18 0,0 11-4 0,0-4-22 16,0-1-1-16,0-3 15 0,0 3-12 0,15-14 12 15,-11 15-23-15,0 5 26 0,-1 3-5 16,2 2-28-16,4-6 5 0,-2 5 6 0,0 2-12 15,1 0 19-15,-1 5-9 0,-1-3-22 0,0 3 37 16,-6 0-33-16,0 0-2 0,26 11 13 0,-13-4 14 16,-1 3 0-16,1 3-27 0,-2-1-2 15,0 1 17-15,-1 2-3 0,-1-1-3 0,4 2 9 16,-2-3 17-16,-1 2-10 0,-3-1-17 0,3 1 14 16,-1-4-3-16,-4-1 22 0,0 0-31 15,-1-6 4-15,-1 3 3 0,0-3-2 0,0 2-13 16,-1-3 6-16,1 2-26 0,-2-4-19 0,1 2-9 15,0 1-1-15,0-4-18 0,-1 0-77 0,1 1 15 16,-1-1-78-16,-2-2-42 0,-1-1-123 16,1 2 26-16,-3-2-29 0,1 0 24 0,-1 0 65 15,-6-5 28-15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0T02:37:48.67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1754 4282 287 0,'0'0'122'15,"0"0"16"-15,0 0-19 0,0-14-15 16,0 14-5-16,0 0-14 0,0 0-7 0,0 0-10 15,0 0-9-15,0 0 11 0,0 0-8 0,0 0-6 16,-17-25 5-16,17 25-15 0,0-1-4 16,0 1 27-16,0-1-21 0,0 2-20 0,0-2 22 15,0 1-48-15,0 1 31 0,2 0 12 16,0-1-6-16,-1 2 9 0,0-1-15 0,1 1 10 16,0 0-17-16,1 1 18 0,-1 0-44 0,2-2 38 15,-3 4-14-15,3-3-7 0,3 1-9 16,-4 0 30-16,1 1-4 0,7 6-20 0,1-1-1 15,0 1 20-15,2-2 8 0,-3 1-28 0,0 2-5 16,1-3 33-16,-1 2-16 0,5 0 6 16,-3 2-3-16,1 0 12 0,1-1-6 0,0 0-20 15,1 1 13-15,1 0-5 0,-1-1-2 16,1 0-13-16,0 1 12 0,-1 0-8 0,1 0 3 16,-1-2 0-16,2 0 2 0,-2 4-11 0,3-2 12 15,-1-2-5-15,-2 4-2 0,4-1 4 16,-3-1-8-16,1-2-1 0,2 1 3 0,-3 2-1 15,3-2 0-15,-1 0 9 0,-1-2-7 0,-3 3-8 16,3 0 15-16,-2-5-4 0,0 3-6 0,-2 0 11 16,1 0-12-16,1 2 19 0,1-2-12 15,-2 1-4-15,0-1-12 0,0 0 8 0,-1 0 6 16,3 1 4-16,-3-2-7 0,-1-1-3 16,6 3-3-16,-6-2 9 0,1 3-13 0,-1-5 18 15,-2 1-3-15,4 3-5 0,-3-3 14 0,1 1-25 16,0 1 10-16,0-2-2 0,-1-1 6 0,0 0-6 15,3 1-9-15,-1 3 11 0,3-2 6 16,-2 2-23-16,1-1 19 0,0-1 1 0,2 2 10 16,3 2 5-16,-3-1-2 0,3 0 5 0,-2-1-3 15,2 2-12-15,0 1 3 0,1-1 2 16,-2-1 13-16,0 1-30 0,0-1 9 0,-2 1 3 16,1-1-3-16,1 1-3 0,-2-3 3 15,-1 1 5-15,-1-3-12 0,0 4 7 0,-2-2 3 16,3-3-12-16,-7 3 22 0,8-2-29 15,-4 0 9-15,-2 0 19 0,1 0-5 0,4 1-18 16,-5-2 7-16,3 1-13 0,-5-3 12 0,2 2-14 16,-2 1 20-16,1-2-11 0,2 3 2 0,-5-3-3 15,7-1-4-15,-2 3 14 0,-2-1 0 16,-3-1 6-16,5 1-23 0,-3-2 9 0,-2 0 7 16,7 0 3-16,-6 0-16 0,-1 2-1 0,-2-6 14 15,3 3-3-15,-1 0-15 0,-3-1 30 16,1 0-20-16,8 4-12 0,-3-4 7 0,-4 2 15 15,2-1-11-15,-4 3 27 0,2-5-18 0,-1 1-1 16,8 4-13-16,-5-2 6 0,0-2 8 16,5 7-5-16,-5-6-8 0,6 4 1 0,-6-4-7 15,-1 0 26-15,0 2-10 0,-1-3-12 0,-1-1-7 16,8 5 3-16,-4 0 5 0,-1-5 5 16,0 1 2-16,-3 1-5 0,9 4-5 15,-8-2 8-15,2-1-5 0,1 1 23 0,-4-5-17 16,1 3 1-16,-1-1 22 0,-1-1-26 0,11 5 10 15,-7 0-17-15,-1-4 16 0,-1 2-10 0,-1-3 25 16,-1 2-18-16,1-1 7 0,2 0-22 16,-4-1 13-16,9 6-7 0,-3-4 7 0,-1-1 16 15,-4 2-1-15,3 0-21 0,5 2 2 16,-4-1-2-16,-2 0 0 0,6 2 10 0,-5-2-12 16,0-3 5-16,-3 3-5 0,3-1 6 0,-1 0 6 15,-2-1-6-15,7 7 17 0,-1-1-15 16,-1-3-4-16,-1 0 24 0,0-3-2 0,0 0-21 15,0 5 7-15,3-4-9 0,-3-3 21 0,2 3-31 16,-1 0 17-16,0-1 0 0,-2 0-11 16,2-2 3-16,-3 0 6 0,-2 1 0 0,0-1-8 15,0 0 30-15,1 1-25 0,7 4 22 16,-4-3-32-16,1 0 7 0,-4-2 5 0,1 0 8 16,-2 1 3-16,2-2 5 0,-1 1-20 15,-2 0 21-15,1 1-28 0,0-2 7 0,0 2-1 16,11 2 3-16,-6 0-10 0,-1-1 25 0,-2-1-4 15,1 1-5-15,-3-1-15 0,2-1 4 0,-3 1-5 16,2-1 9-16,8 3 6 0,-5-1 11 0,1-1-21 16,-2 0 15-16,1-1-21 0,-4 2 6 15,2 0 5-15,-3-2 5 0,1 0 19 16,1 1-19-16,0-3-12 0,0 3 7 0,-1-1 19 16,1 1-3-16,0-2-21 0,-1 1 15 0,0 1-22 15,3-2 23-15,-3 2-25 0,0 0 28 16,0 0-25-16,11 2 33 0,-1 2-2 0,-6-4-20 15,1 1-2-15,-1-1 24 0,-2 1-25 16,0-4 0-16,-1 5 21 0,-2-4-24 0,1 3 0 16,9 0 16-16,-5 0-12 0,0 0-6 0,-2-1 15 15,0 0-5-15,1 1 7 0,-1-1 8 16,-3-2-24-16,11 5 10 0,-5-4 1 0,3 3-3 16,-6-3 9-16,5 6 8 0,-3-5-12 15,0 1 11-15,-2-2-31 0,1 1 14 0,-1-1-2 16,0 1 18-16,0-2-28 0,-1 2 5 0,8 2 5 15,-4-2 7-15,-1 1 8 0,0-3-5 16,-3 2-13-16,0-2-7 0,1 2-1 0,-1-1 19 16,-3 0-7-16,4-2 22 0,-1 4-20 15,-2-2-2-15,1 0 26 0,0 0-14 0,1 1-20 16,9 3 14-16,-6 0 1 0,-4-4 13 16,4 1-23-16,-4 0-1 0,-1 1 18 15,2-2-19-15,-3 1 5 0,3-1 11 0,-2 1-12 0,-1-2 16 16,3 2-19-16,-2 2 3 0,2-2 25 15,-2-2-7-15,1 2-27 0,10 5 17 0,-6-6-15 16,-1 5 2-16,-2-5 9 0,1 1-5 16,-5 1-3-16,5-3 3 0,-5 3-3 0,3-2 18 15,-1-1-12-15,-1-1-3 0,0 3-1 16,0-3 6-16,-2 2 10 0,3-2 11 0,-1 2-19 16,-3-1-3-16,2-1-3 0,0 3-12 0,0-3 12 15,-2 1-34-15,2-1-53 0,-2 0-24 16,0 0 12-16,0 0-303 0,-13 3 2 0,4-3 17 15,-12-4 25-15,10 4 24 0,-27-12 33 0,15-1 9 16</inkml:trace>
  <inkml:trace contextRef="#ctx0" brushRef="#br0" timeOffset="2546.806">1833 6411 440 0,'0'0'124'0,"0"-15"7"0,0 15-20 0,0 0-28 15,0 0 31-15,0 0-24 0,0 0-24 0,0 0-30 16,0 0 50-16,0-14-22 0,0 14-2 16,5-19-6-16,-1 15-21 0,0 0 36 0,0 2-30 15,8-8 7-15,-2 0-6 0,-2-1-4 16,0 1 5-16,-2 5-33 0,-2-2-10 0,2 3 54 16,-3-1-17-16,2 1-11 0,5-6 6 0,-1-1-28 15,0-1 22-15,1 1-1 0,1 0-25 0,-2 0 15 16,3 2-24-16,-4-4 34 0,2 2-7 15,-2 3 12-15,1-1-44 0,0-3 33 0,-3 3-7 16,6-3-7-16,-1-1 28 0,1 4-18 16,-3-3-26-16,2-2 12 0,1 3 15 0,2-1-1 15,0-2-20-15,0 2 33 0,-1 1 0 0,1-2-14 16,0 0-10-16,-5 4 8 0,4-4 11 16,-2 2-30-16,2 1-13 0,0-2 12 0,1 3 12 15,-4-2-4-15,4 0-17 0,-5 1 46 0,0 0-29 16,4 0 5-16,2-1 9 0,-1 0-8 15,-1-1 8-15,-2 3-24 0,2-4 22 0,3 2-9 16,-3-2 10-16,2 1-25 0,0 0 22 0,0-4-14 16,-1 1 20-16,2 0-8 0,0-1 3 15,1 1-35-15,-3 0 32 0,-3 2-2 0,5 0 2 16,-6 1-13-16,4 0 20 0,-1-1-15 0,1 2-6 16,-3 0 7-16,1 0 4 0,0 0-10 15,1-3 28-15,0 2-22 0,1 1 11 0,0 0-21 16,0-1 11-16,-1 3-17 0,4-4 28 0,-2 1-19 15,3 0 26-15,-4 3-21 0,3-4-4 0,-1 3 7 16,0-2-12-16,0 1 22 0,0 0-5 16,-2 2-7-16,1-2 2 0,1 0 7 15,0 1-7-15,-3-1 2 0,2-1-4 0,2 1 19 16,-2 0-15-16,-2-3-4 0,2 1-13 0,-2 1 34 16,1 1-32-16,-1-2 3 0,1 3-5 15,-1-3 26-15,0 1-11 0,-1-1-5 0,1 3 1 16,2-3 14-16,-3 1-21 0,3-2 12 0,-4 4 3 15,0-4-8-15,3 2 6 0,-1-3-8 16,2 1 13-16,-2 3 5 0,1 0-12 0,-1-1-7 16,2 1-3-16,-3 0-6 0,2-1 19 0,0-2-8 15,-4 2 9-15,3 0-6 0,1 0 18 0,1 2-1 16,-2-4-15-16,0 3-16 0,2 0 9 16,-2-2 26-16,2 2-15 0,-1-3-10 0,0 6-17 15,0-3 32-15,0-3-2 0,1 2-19 0,0 1 15 16,-1 0-1-16,1 2-1 0,2-3 8 15,-2-1-8-15,0 5-30 0,-2-1 33 0,3-4-21 16,-1 5 25-16,-1 2-27 0,1 0 13 0,-3-6 18 16,1 5 4-16,0-1-6 0,1 0-8 15,-2 1-10-15,1-2 12 0,4-1 3 0,-6 2 2 16,3-1-8-16,-1-1-22 0,-1 1 15 16,0 2 8-16,0-4-2 0,-2 4-10 0,0-1-4 15,2-2 14-15,2 1 2 0,-3 1-11 0,-3 1 22 16,6 0-13-16,-2-1 4 0,0 1-20 15,1-1 20-15,0-1-8 0,1-1 3 0,-4 3 2 16,4 1-7-16,-1-5 2 0,2 3 0 0,0 0 18 16,0 1-21-16,-1-1-4 0,2-2 12 15,-3 2-7-15,0-2 12 0,0 0-27 0,-6 2 15 16,9 0 2-16,-5 1 6 0,-2-3-16 0,3 6 8 16,-4-2-18-16,-1 0 30 0,6 0 1 15,-3 1-1-15,-2-3 10 0,2 1-18 0,3 0 4 16,-3 0-29-16,3-1 32 0,-2 0-3 0,-3 1-6 15,6 0-12-15,-4 0 27 0,4 0-36 0,-1 0 27 16,-4 3-20-16,1-2 13 0,-1 4 7 16,3-5-4-16,-2 2 18 0,-1 0-35 0,-3 1 25 15,10-2-31-15,-6 2 14 0,-1 0 13 16,0 1-6-16,-2-1-6 0,-1 1 29 0,0-1-23 16,-1 3 4-16,1-4-20 0,10 0 23 0,-9 0-17 15,2 0 5-15,0 1 21 0,3-6-10 0,-2 5-12 16,-3 2 24-16,0-1 4 0,-2 1-15 0,2-1-19 15,-2 1 17-15,1 0 12 0,-1 1 1 16,6-7-21-16,-3 5-8 0,1 0 25 16,4-4-8-16,0 4-27 0,-7-1 12 0,2 0 16 15,-3 2 4-15,1-1 3 0,-2 2-2 0,2 0-17 16,-3-2 25-16,9-4-36 0,-5 3 9 16,3-1 12-16,-5 2 1 0,1 1-10 0,1-2 15 0,3-5-3 15,0 3-8-15,5 0-4 0,-5 0 5 16,-2 0 3-16,1 2-13 0,-3 2 13 0,0-3 6 15,-3 5-29-15,3-4 6 0,-3 2 26 16,2-1-27-16,1 2 34 0,5-5 0 0,-4 2-24 16,-1-1 12-16,-2 5 7 0,-1-2-15 0,3-1 12 15,-5 2 7-15,2 0 6 0,-1 0-1 16,2-1-18-16,-1 1 21 0,-2 1-17 0,2-2 16 16,-1 0 1-16,2 3-4 0,-2-3-21 0,-1 2 13 15,2-2 9-15,0 2-4 0,-3 0-8 16,3 0 3-16,-3-2 8 0,3 2-12 0,0-1 12 15,-2 1 12-15,2 1-37 0,-3-3 22 16,2 1-10-16,0 0 15 0,1 1 1 0,-2 1-9 16,1-3 9-16,0 0-3 0,-2 3-18 15,4 0 13-15,-1-3 1 0,-3 3-1 0,2 0 9 16,-2-1 0-16,0 1 15 0,4-3-7 0,-4 3-23 16,1-1 8-16,1-1-6 0,-2 2 20 15,0 0-28-15,0 0 35 0,0 0-23 0,0 0-5 16,0 0-8-16,0 0 11 0,0 0 8 0,0 0 8 15,0 0-10-15,0 0-26 0,0 0-11 16,0 0-17-16,0 0-70 0,0 0 8 0,0 0-234 16,0-8 26-16,0 8 22 0,-7-14-112 15,-2 2 37-15,1-1 25 0,-6 3 23 0,2-1 51 16</inkml:trace>
  <inkml:trace contextRef="#ctx0" brushRef="#br0" timeOffset="47298.895">7714 3946 348 0,'0'0'82'0,"0"0"-8"15,0 0-31-15,0 0 38 0,0 0-34 0,0 0-7 16,0 0-5-16,0 0 25 0,0 0-35 16,0 0-3-16,0 0 61 0,0 0-27 0,0 0 6 15,0 0-6-15,0 0-6 0,0 13 3 16,-14 3 14-16,17-14-30 0,-2 2-24 0,3-1 30 16,-3 0 0-16,4 0-1 0,-1 0-43 15,-1 0 43-15,2 2-23 0,-1 0 38 0,0-2-37 16,7 8 19-16,-2 1-15 0,1-2-13 0,-1-2 13 15,1 1-29-15,-2-2 37 0,1 4-23 0,4-4 4 16,-5-3 30-16,3 8-14 0,2-5-5 16,-7 0-23-16,3-1 19 0,2 1-1 0,-1 0 23 15,3 1-43-15,-1 0 34 0,-2 0-11 16,3 0 5-16,-1-3-19 0,-2 2 8 0,3 0-3 16,-4 0 19-16,8 0-1 0,-9-1 1 0,4 0-11 15,-2 0 8-15,-2 1-27 0,3-2-15 16,2 4 14-16,1-5 8 0,-3 2-20 0,2 1 18 15,0-2 4-15,-2-1 15 0,2 3-23 16,1 0 32-16,-3-3-39 0,1 3 20 0,5-3 15 16,-4 3-5-16,-1-4-5 0,-3 2 2 0,5 3-32 15,-1-7 3-15,1 6-7 0,0-1 20 16,-5-1 1-16,5 5-1 0,1-2 8 0,-2-2 1 16,-1 3-14-16,5 1 13 0,-4-2-2 0,4 1-3 15,-4-1-4-15,1 1-8 0,4-1 11 16,-4-3 1-16,0 2 0 0,-1 2-8 15,4-1 2-15,-5 1 9 0,2-1-23 0,0 0 25 16,2 0-19-16,-2 2 18 0,1-2-18 0,-2 3 12 16,2 1-23-16,-1-4 26 0,2 3 6 15,-1-1-13-15,2 2-1 0,-4-2-15 0,6 1 29 16,-5 2-31-16,4-3 22 0,0 0 2 16,2 2 4-16,-1 0-7 0,2 1 6 0,-3 0-20 15,3-1 5-15,-1-1 13 0,-1 0-4 0,4 1-7 16,-3 1 5-16,2 1 1 0,3-2-10 0,-4 1 15 15,1-4-1-15,-1 4-1 0,1-2-12 16,-3 1 19-16,2 2-17 0,-2-1 3 0,1 1 9 16,3 0-2-16,-3-3-5 0,-1 1 3 0,1 2-16 15,2-3 19-15,-3-2-16 0,3 2 18 16,-3 2 5-16,0-3-3 0,-2 2 8 0,2-3-16 16,-1 1 8-16,1 0-1 0,-1 0 3 15,0-1-1-15,-2 1 7 0,0-2-15 0,3 3 7 16,-4-1 1-16,2-2-24 0,-3 0 17 15,2 0 4-15,2-3-4 0,-4 2-4 0,1 1-1 16,-3 1-4-16,2-4 11 0,2 2-7 0,-6 3 6 16,0-8 4-16,4 6-3 0,-4-4-5 0,2 3-3 15,2-1-2-15,-4-1 1 0,-1-1 2 0,-1 1 7 16,0-2-12-16,-2 1 9 0,8 5-3 16,-1-4-13-16,-4 1 2 0,0-4 1 0,-4 4 6 15,2 0 5-15,6 1-3 0,-5-2-9 16,-3 0 13-16,1-1 2 0,1 2-5 0,-2-4 5 15,0 3-7-15,0-2-13 0,0 1 11 0,7 4 5 16,-2-3-8-16,-4-1 6 0,1 0-4 16,2 2 2-16,-3-3-14 0,-3 1 19 0,2-1-5 15,-1-1 16-15,-1 2-14 0,3-1 10 16,-1 0-18-16,0-2-9 0,-3 2 19 0,3 0-5 16,-1-1 3-16,-1 1 0 0,3-1 10 0,-2 1-5 15,0 1-8-15,1-1 1 0,-1-1 5 16,1 0-14-16,-1 1 18 0,0-3-12 0,1 4-9 15,-2-3 3-15,1 2 8 0,-1 1 3 0,1-4 5 16,1 3-9-16,-5-1 5 0,5 0-1 0,0 1 3 16,-2-2 7-16,3 0-6 0,-4 2-7 15,1-1 6-15,1-1-2 0,-2 1-4 0,3 0-13 16,-4 1 21-16,4-2-2 0,-1 2-6 16,-1-3 7-16,0 3-5 0,1-2-19 0,-3 2 7 15,3-2 12-15,0 2 7 0,0-1-12 16,-1 1 8-16,1-2-4 0,-1 2 0 0,2-1 6 15,-2 0-8-15,3 1 11 0,-2-1 1 0,-2 1-25 16,1-1 15-16,2 2-4 0,-1-3 14 16,-3 4-5-16,6-3 2 0,-5 1-12 0,2 1 2 15,1-3 6-15,0 4-15 0,-1-3 12 0,1 1 14 16,-1 0-8-16,0 1-14 0,8 4 0 0,-5-4 11 16,-2 1-6-16,1 0-4 0,-2-1 0 15,2-1 14-15,0 1-3 0,-2-2-8 0,-1 1-3 16,1 0 8-16,-1-1 4 0,2 4-13 15,-1-5 7-15,9 10 11 0,-5-5 0 0,-1-2-4 16,-4 2-22-16,5-1 17 0,-3-3 9 0,1 3-7 16,5 2 8-16,-2-4-13 0,-1 2-12 0,-2-1 16 15,-1 1-12-15,2-1 16 0,-2-1-7 16,-1 0 6-16,-1-1-9 0,0 1 9 0,1 0-3 16,1-1-9-16,0 2 9 0,0-1 3 0,-3-1-1 15,4-1-13-15,-2 1 26 0,0-1-16 16,1 3-1-16,0-1 11 0,-2 1-9 0,0-2 2 15,2 1-6-15,-1 1 13 0,1-1-4 0,-1-1-16 16,1 1 5-16,1-3-2 0,-3 4 8 16,2-1-17-16,-2-1 7 0,2 3 17 0,0-2-7 15,-1-2 1-15,0 2-12 0,-2 1 18 0,5-3-10 16,-4 4-2-16,1-2-7 0,0 1 17 16,0-1-11-16,1-1 2 0,0 2 8 0,-2 0-18 15,1-3 19-15,1 2 3 0,-3 1-13 16,2-2 12-16,4 0-9 0,-5 2-5 0,3-1-4 15,-3-1 15-15,1 1-9 0,2 1 7 0,0-1-13 16,-2-1 9-16,1 3 9 0,-1-2-9 0,1 0-1 16,-1-2-4-16,9 7 7 0,-6 1 4 0,1-4-2 15,-2-1-4-15,2 2 7 0,-2-4-15 16,-2 2 7-16,2-1-5 0,0 1 11 0,6 5 1 16,0 0-2-16,-1-1 0 0,-1-3-5 15,-2 0-7-15,0 1 0 0,-2-4 9 0,-1 2 2 16,0 0-8-16,1-1 2 0,-1-1 3 0,6 8 0 15,-2-6-2-15,-1 1-8 0,-3-2 18 16,1 2-9-16,-3-3 0 0,1 1 9 0,0 1-7 16,-3-4-10-16,4 3-5 0,-4-1 19 0,3 0-6 15,-4-2-1-15,4 1 6 0,0 1-13 0,-2-2 13 16,1 1-3-16,-2 1 13 0,2 0-15 16,-1-2 4-16,1 1-6 0,-2 0 11 0,0-1-1 15,2 3-12-15,-2-3 6 0,1 2 4 16,-2-1-2-16,0 0-4 0,2-1-6 0,-2 0 15 15,1 2 0-15,1-2-2 0,-2 0-2 16,0 0 0-16,0 0-6 0,0 0-8 0,0 0 14 16,0 0-17-16,0 0 19 0,0 0-13 0,0 0 13 15,0 0-18-15,0 0 14 0,0 0 2 16,0 0-1-16,6 0-15 0,-6 0 18 0,10 11-15 16,-9-11 13-16,1 0-14 0,-1 2 10 0,0 0-10 15,1-1 14-15,2 1-7 0,-3-1 9 0,1 0-12 16,2 2 7-16,-2-1-12 0,1 0 14 15,1-1 7-15,-1 2-1 0,-1 0-13 0,1-2 11 16,1 1-13-16,-4 1 12 0,5-2-12 16,-2 2 6-16,0-1-13 0,2-1 23 0,-1 1-4 15,-1 1-12-15,0-1 6 0,1 1-10 0,0-1 13 16,0 3-2-16,1-3 2 0,-1 1 0 16,9 3-6-16,-7 0-3 0,-2-1 11 0,1-1-4 15,0-1-9-15,0-1 20 0,0 3 0 16,-1-2-12-16,10 4-2 0,-6-1 4 0,2 2 8 15,3 0-7-15,-4-3 5 0,-1 0-7 0,4 3 0 16,0 0-1-16,-1-4-5 0,-3 2 13 0,4 1 5 16,-2 0-19-16,-1-5 5 0,-2 2-1 15,0-1-4-15,5 5 3 0,-1-3 2 0,0 2 7 16,-3-1-1-16,1 0-11 0,-3-1-4 16,8 0 19-16,-3 5-3 0,-1-5-12 0,-3-1 16 15,6 3-3-15,0 0-9 0,-4-2 10 0,-1-2-11 16,-2 2 4-16,2-2-13 0,6 6 17 15,-4-4-18-15,-1-2 22 0,-1 1-21 0,6 4 6 16,-2-1 1-16,-1-2 14 0,2 4 4 16,2-4-21-16,-1 2 12 0,1-2-5 0,-1 2 4 15,0 1 7-15,-4-5-16 0,4 4-1 0,-2-2 18 16,3 2-7-16,-6-3-5 0,0 0 8 0,-2 0-8 16,0 2 16-16,7 0-17 0,-6 0 12 15,1-2-14-15,-3 0-5 0,6 4 12 16,-4-1 12-16,0-2-13 0,-1 0-4 0,-2 0 18 15,2-1-10-15,-1 1 6 0,0-3-8 0,-2 2 1 16,8 3-10-16,2 2 10 0,0 0-6 0,-2-1 14 16,-4-4 3-16,2 6-23 0,3-3 26 15,0-2-16-15,-1 0 11 0,1 3-13 0,-3-1-3 16,-3-2 0-16,1 0 3 0,-1-3-4 0,6 5 13 16,-3 0 3-16,-1-2-4 0,4 1-2 15,1 1 6-15,0 1-17 0,-1 0 4 0,-3-3-11 16,-1-2 3-16,5 4 17 0,1-1-11 0,-4-2 16 15,-3 3-14-15,-1-5-12 0,0 4 10 0,5 2 11 16,0-1 2-16,-4-3-24 0,4 4 7 16,-7-2 3-16,5-4 0 0,-7 4 22 0,6-4-17 15,-4 4 0-15,6 2-15 0,-3-4 20 16,-1 2-4-16,-1-3-9 0,-2 2 17 0,1-4-18 16,1 4 6-16,7 4 14 0,-4-3-16 0,0-2-7 15,4 4 7-15,-5-1 1 0,4 0 13 16,1 1-3-16,-5-1-2 0,1-2-9 0,4 2-1 15,-4-2-1-15,0-1 6 0,-2 2-2 0,-2-4 14 16,2 3-3-16,-4-2-13 0,4-1 5 16,-2 1 14-16,-1 1-17 0,0-2-12 0,1 1 13 15,0 0 0-15,-1 0 13 0,1 0-15 0,6 5-13 16,-3-4 23-16,-3 1-12 0,2-2 1 16,-1 1 2-16,-2 0-4 0,0-1 1 0,1 1 10 15,-2-3-8-15,3 2 9 0,-4 1 6 16,2-1-19-16,-1 0 3 0,0 0-7 0,0 1 3 15,4-1-7-15,-5-1 33 0,4 3-23 16,-3-2 18-16,3 0-17 0,-2 0-1 0,7 6 14 16,-2-5 3-16,-1 3-18 0,3 0 3 0,0-2-1 15,-2 6 3-15,0-5 2 0,0-2-7 0,6 4 19 16,-7-3 5-16,7 3-16 0,-6-4-8 16,-1 2 20-16,-1 0-22 0,8-1 21 0,-6 2-17 15,-1-2 20-15,5 2-22 0,-4-2-2 0,4 3 13 16,-4-2 11-16,3 1-10 0,-2-2-14 15,0-1 7-15,4 5-3 0,0-2-4 0,0 0 6 16,3 0 25-16,-2 2-14 0,-1 2-14 16,0-6 10-16,2 2 11 0,-2 0-28 0,0 3-1 15,1-4 6-15,2 2 1 0,-3 0-1 16,4 1 22-16,1 0-4 0,-5-2-19 0,4 1 23 16,-3-1-19-16,3 0 18 0,-3 0 6 15,3 2-21-15,-1-2 9 0,1 1-16 0,1-2 7 16,-5 2 13-16,5-1-8 0,-2 1-14 0,2-5 28 15,-2 3-25-15,-1 6-3 0,1-5 15 0,-2-4 1 16,-2 4 0-16,4 0 3 0,-7-5 7 16,5 5-4-16,-3 1-9 0,4 0 15 0,-5-3-32 15,-4-2 0-15,1-2 26 0,-1 3-12 16,0 1-17-16,-3-2 14 0,2-1-5 0,0 1-7 16,0 1 6-16,4 4 11 0,-1-3-14 0,1 1 15 15,-6-3-10-15,1 3 6 0,1-3 9 16,0 1-2-16,6 6-13 0,-3-6 6 0,4 1 15 15,-4 2-2-15,0-4-21 0,4 4 5 16,-7 0-7-16,0-2 19 0,1-2-13 0,2 2-8 16,2 4 2-16,1-6 7 0,-5 1 15 15,0-1-23-15,0 0 5 0,4 4 1 16,-2-1-3-16,-3-3 1 0,2 3 21 0,-2-2-18 16,7 4 6-16,-4-2 12 0,-1-1-25 0,2-2 26 15,3 5 6-15,-4-2-6 0,2-2-34 0,-1 2 13 16,-1-2 1-16,0 2 26 0,-1-2-10 15,-2-2-18-15,1 1 10 0,-1 2-15 0,0-4-4 16,-2 3 13-16,8 3-9 0,3 0 13 16,-7 0-3-16,-2-4 1 0,2 3-4 0,-1-4-6 15,4 7 12-15,0-1-6 0,2 0-2 16,-1 0 18-16,3 1-9 0,-1-1 8 0,0-1-20 16,0 0 6-16,0 2 16 0,-1-2 5 0,0 0 5 15,-2-2-10-15,1 2-25 0,3-2 28 16,-6-1 6-16,5 3-35 0,-1 0 9 0,0 1 3 15,1-2 5-15,0-2-12 0,-3 3-4 16,1 0 10-16,-3-2-9 0,2 0 12 0,-5-2 26 16,1 1-27-16,1-1-5 0,7 2 2 15,-5-1 0-15,1 8 20 0,-2-7-28 0,3 0 27 16,-4 2-2-16,1-4-16 0,2 5-7 0,-1-2 16 16,4 2-18-16,-2-1 28 0,1 0-21 15,1-1 2-15,1 1-2 0,-2 0 25 16,5 0-9-16,-4-2-14 0,1 2-7 15,-2 0 2-15,2 0 5 0,2 1 5 0,0-3-7 16,-2-1 12-16,1 4-10 0,0-2 23 16,2-2-21-16,-4 4-2 0,5-2 30 0,-6-4-19 15,2 5-14-15,3-2 12 0,-4 0 20 0,-1-2-6 16,-4 1-26-16,0-1-8 0,5 3 38 0,-3 0-24 16,2 2 22-16,-3-7-6 0,-2 3-14 15,-3-3 13-15,4 4-24 0,-6-2 3 0,4-2 17 16,-4 0-14-16,3 1 7 0,-3 0-15 15,1-2 2-15,0 3-7 0,1-3 7 0,-3 3-14 16,3-2 15-16,-2 0 21 0,-1-1-30 16,2 3 12-16,-2-3-4 0,0 3 0 0,1-3 3 15,-1 1 15-15,1-1 15 0,-3 0-24 0,4 3 6 16,-1-1-14-16,0-2 4 0,-2 0-5 16,2 0 23-16,-2 4-30 0,-1-4 14 0,3 1-5 15,-3-1 1-15,0 0-3 0,0 0 31 16,0 0-33-16,0 0 20 0,0 0-18 0,0 0 41 15,0 0-14-15,6 0-13 0,-6 0 3 16,6 0 11-16,-6 0-26 0,0 0-2 0,18 8 18 16,-15-6 11-16,1 2-37 0,0-2 8 0,-3-1-4 15,6 1 34-15,-1 1-16 0,-1-3-12 0,0 2 29 16,1 2-6-16,-2-2-20 0,13 4-8 16,-8-1 13-16,5 0 16 0,0 2-33 0,-3-3 27 15,-3 3 3-15,1-6-31 0,5 7 2 16,0-2 18-16,-2-2-13 0,0 3 17 0,2-2-17 15,2 3 16-15,-2-3-14 0,-3 0-8 0,-2 0 13 16,7 2-10-16,-4-6 9 0,0 6-7 16,1-1 1-16,-3-5 5 0,-4 5 27 0,10 1-30 15,-4 0 13-15,-1-3-10 0,-4 1-2 16,6 2 17-16,-5-2-6 0,1-3-7 0,6 5-6 16,-5-2 1-16,0-1 0 0,-3-2 4 15,-1 0 17-15,2 2-19 0,-2-1-8 0,-2 0 33 16,3-1-29-16,-1 1 9 0,8 2 4 15,-5 0-10-15,0-4-3 0,-5 2 10 0,3 0 0 16,-4-3 17-16,2 4 5 0,-1-1-27 16,-3-3 14-16,0 0-18 0,3 2 13 0,-1-1-6 15,1 1 20-15,-1 0 7 0,-1-2-39 0,0 1 17 16,1 0 4-16,-1 2 23 0,0-2-20 0,0 0 9 16,-2 0-3-16,3-1 9 0,-2 1 4 15,0-1-16-15,-1 3 1 0,2-3 29 0,0 0-22 16,-2 0-13-16,0 0-16 0,0 2 42 15,3-2-48-15,-1 0-3 0,0-2-27 16,-2 2-41-16,-2-3-48 0,4 1 10 0,-4-3-195 16,2 1-100-16,0 0 15 0,0-3 28 15,8-8 25-15,-4 0 26 0,-4 8 21 0,0-3-14 16,-17-17 53-16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0T02:39:06.882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18721 4757 571 0,'0'0'185'16,"0"0"-12"-16,12 0-7 0,-12 0-29 0,0 0-15 15,0 0-23-15,0 0 2 0,0 0-13 16,0 0 5-16,0 0-29 0,0 0 1 0,13 11-8 16,-13-6 3-16,0-1-24 0,0 2 7 0,4-1 6 15,-3 2-27-15,-1-7 8 0,0 0-1 16,7 14 17-16,-2-13-18 0,-4 3-15 0,5-1 18 16,7 5 3-16,0-4-15 0,-5-4-14 0,-1 2 3 15,2-2 16-15,-9 0-12 0,7 0-12 16,0 0 23-16,15-12-16 0,-12 5 6 0,2 0-20 15,-1-2 18-15,-2 3 3 0,-4-2-26 0,1 3 19 16,-3-1 17-16,2-2 0 0,-5 3 13 16,2 0 1-16,-1 1 5 0,-1-2 0 15,0 2 17-15,0 4-20 0,0 0 6 0,0-7-4 16,0 7-3-16,-13-15-5 0,3 7-8 0,2 4 1 16,2-1-12-16,-3 5 18 0,5-2-4 0,4 2-4 15,-8 0-20-15,2 0 14 0,6 0-5 16,-23 18 0-16,10-9 4 0,4 3-8 0,-2 0-4 15,4-3 4-15,4-1-18 0,-4 4 11 16,6-5-1-16,1 3-11 0,0-2 23 0,0-8-32 16,0 0 9-16,0 7-13 0,0 0 7 0,11 2-1 15,-8-4-15-15,1-3-12 0,0-1-31 0,0 1-35 16,1-2 10-16,-1-2-174 0,3 0-118 16,-1 1 49-16,5-6 23 0,-2 0 24 0,5-1-20 15,-4-1 23-15</inkml:trace>
  <inkml:trace contextRef="#ctx0" brushRef="#br0" timeOffset="12171.526">18331 4635 568 0,'0'0'258'15,"0"0"-44"-15,0 0 4 0,0 0-14 16,-21-5-28-16,16 3 8 0,3 1-3 0,-2 1-36 16,1-2 0-16,3 2-36 0,-4 0-7 0,3 0 5 15,-1-2-10-15,0 2-27 0,0 0 12 16,-1-2-35-16,3 4 22 0,-1-2-28 0,-2 0-12 16,3 0 13-16,0 2-9 0,3 1-8 15,-2 0-7-15,-1 3-3 0,4-1 0 0,5 8-5 16,-4-4 20-16,-2 1-24 0,5 4 19 0,0-2-3 15,-1-2-17-15,-1 2 21 0,3 0-27 16,-3 0 20-16,-2-5-21 0,1 1 12 16,-1-1-12-16,-2-2-2 0,1-1 30 0,1-1-16 15,-1 0-14-15,-3-2 8 0,2 2 8 0,-2 0-3 16,3-1 1-16,-3 1-4 0,2 0 30 0,-2-3 0 16,0 2 2-16,0-2-16 0,0 0 14 0,-5-1-23 15,3 0-7-15,0-5 8 0,-3 4-11 16,-1-10 18-16,-2 0 6 0,4 1-18 0,-2-3-2 15,-4 0-5-15,5-1 31 0,1 1-38 0,1-4 31 16,1 2-25-16,2 2-2 0,0 4-12 16,0-3-10-16,13-18 4 0,-3 15 4 0,-3 1 1 15,2 2-16-15,-1 2 25 0,5 3-20 0,-4 1 2 16,0 6-7-16,-2 0 9 0,-7 1 7 16,7 0-5-16,-1 0-3 0,12 12 14 0,-5-2-7 15,-3 0 3-15,1 4-7 0,-3-2 15 0,4-1 4 16,-6 0-11-16,4 1 2 0,-6-3 12 15,4 3-6-15,-3-4-5 0,-2 0-2 0,0 1 4 16,-3 0 21-16,2 0-25 0,-2-3 20 16,0-6-17-16,0 14 2 0,0 0 26 0,-14 18 6 15,7-17-24-15,-2-3-5 0,4-2 2 16,-4 5 15-16,4-6-10 0,-1-2 0 0,-4 3-5 16,3-2-3-16,-2-2-6 0,3-3-23 15,-6 4-11-15,1-3-35 0,-1-1-56 0,6 1 12 16,-2-1-139-16,2-2 21 0,-1 1-191 0,0-1 24 15,7-1 27-15,0 0 23 0,-12 0 67 16,6 0-35-16</inkml:trace>
  <inkml:trace contextRef="#ctx0" brushRef="#br0" timeOffset="984.346">18071 5442 456 0,'-5'12'143'0,"-6"-1"-22"0,4-1-3 15,0 1-22-15,3-1 2 0,0-2-8 0,-1 1-24 16,2-1-2-16,2-1-15 0,-2-2-18 16,2 2 34-16,1-2-13 0,-1 1-34 0,0-1 26 15,-1 1-20-15,2-2 11 0,0 1 7 0,0-5-13 16,0 0-16-16,0 7-17 0,0 0 27 0,0-7 7 15,13 14 1-15,-8-10-14 0,0-3 25 16,-1 0-20-16,3 1-5 0,-2 1-5 0,0-2 16 16,4-4-42-16,-9 3 38 0,0 0-12 15,6 0 23-15,2 0-16 0,3-8 26 0,-6 4-22 16,-1 1 30-16,-1-2-5 0,1 1 13 16,-3-1 16-16,-1 0-6 0,0 1-6 0,2-3 4 15,-2 7-4-15,0 0-19 0,0-7 7 0,-12-12-4 16,5 10-15-16,2 2 14 0,-3 0-19 15,2 3 5-15,0 1-12 0,-3 0 21 0,5 3-23 16,-1 0 7-16,-3 0-16 0,8 0 8 0,0 0-8 16,-9 0 10-16,-11 16-30 0,6-8 26 15,4 4-10-15,-1-1-10 0,1 1 14 0,6-4-11 16,-1 4 5-16,4-4-12 0,1 1 19 0,-2-2-7 16,1-1-2-16,1-6-14 0,0 0-2 15,0 9 17-15,0-2-14 0,0-7-6 0,0 5 6 16,13 6-1-16,-9-10 5 0,2-3 11 15,-2-1 1-15,8-4-12 0,0-3-5 0,-3-1 9 16,3-2 2-16,-3 1-17 0,-3 1-7 16,2-2-24-16,-2 3-31 0,-1 3 8 0,-1 0-144 0,-1-1-154 15,-2 4-3-15,-1 4 47 0,0 0 12 16,0 0 10-16,-15-8 9 0</inkml:trace>
  <inkml:trace contextRef="#ctx0" brushRef="#br0" timeOffset="14233.958">17940 5734 340 0,'0'0'224'0,"0"0"-49"16,0 0-29-16,0 0-23 0,0 0 30 0,0 0-28 15,0 0-5-15,0 0-4 0,0 0-22 16,0 0-3-16,-12 0-7 0,12 0 16 0,0 0-10 15,0 0-23-15,0 0 10 0,0 0-11 0,-25 0 4 16,22 2-19-16,-1 0 0 0,-2 1 3 16,3-2 8-16,-10 7-16 0,3-2-12 0,-1 0 10 15,0-1-16-15,-1 3 0 0,4-4-8 16,-1 1 5-16,0-2 0 0,4 0-3 0,1-1-2 16,-1 1 0-16,0-1-1 0,2 0-17 15,2 1 13-15,-1 0-5 0,-1-2-16 0,0-1 20 16,2 3-9-16,1-2 1 0,-3 2 3 0,1-3-5 15,1 3-17-15,-2-3 13 0,3 2-10 16,0 1 13-16,-3 1-2 0,3-1 3 0,0 2 4 16,-2 1-3-16,2 0 2 0,0-1-6 15,0 2-5-15,0 2 10 0,0 3-6 0,0 3-1 16,14 21 0-16,-11-18 3 0,-1 1 3 0,2 0-15 16,1 0 13-16,-1-2-3 0,1 0-12 15,-1-2 19-15,-3-1-4 0,3 1 2 0,-1-3-10 0,0-3 6 16,-1-2-16-16,0-1 23 0,1-1-12 15,-1-1 5-15,3 1 6 0,-2-3-13 0,0 3 6 16,0-3 10-16,3 0-7 0,-3 2 15 16,1-4-14-16,1 1 6 0,0-1-19 0,2 1 5 15,-2-1 9-15,1 0-7 0,-6 0-7 0,9 0 9 16,-4 0 8-16,3 0 2 0,2 0-14 0,17-9-3 16,-15 8 14-16,-2-1-1 0,-1-1-12 15,6-1 14-15,-5 1-4 0,1 1-16 0,-4-2 14 16,2-2 2-16,-2 6-19 0,-2-3 18 15,1 1-13-15,-1-2-5 0,-1 3-15 0,1-1-5 16,-2 0-11-16,1-1 6 0,-2 3-32 0,1-2-6 16,-1-2-14-16,2 1 9 0,-4 0-10 0,1 1-29 15,1-1 4-15,-2 0-25 0,0 3 3 16,0 0-52-16,0 0-26 0,0-8-59 0,0 8 5 16,-12-15-41-16</inkml:trace>
  <inkml:trace contextRef="#ctx0" brushRef="#br0" timeOffset="14499.577">17887 6007 613 0,'-4'0'143'0,"1"0"12"0,0 0-21 15,0 0 4-15,2 0-47 0,-2 0-10 16,1 0 17-16,1 0-40 0,-1 0 8 0,1 0 10 15,2 0-19-15,2-3 7 0,-1 3 0 0,2-2-23 16,0 0 7-16,12-5-42 0,-1 2 38 16,0-3 7-16,-1 2-49 0,4-5 14 0,3 4 11 15,-5 2-21-15,5 0 7 0,-2-1-35 0,-2 2 10 16,-7 0-20-16,10-1 2 0,-6 5-105 16,0-6-76-16,-1 6-131 0,-3 0 31 0,-1-3 7 15,0 3 8-15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0T02:39:12.241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17805 3405 262 0,'0'0'166'0,"0"0"-36"16,0 0 14-16,-15 0-28 0,15 0-32 16,-21 3-8-16,19-1 13 0,-1 2-13 0,2 3-8 15,1-3-50-15,0 1 0 0,0-1-2 16,0 0-2-16,0-4 46 0,0 0-14 16,0 0-7-16,0 8 5 0,0-8-12 0,12 10 7 15,-11-7 12-15,2-3-23 0,0 0-6 0,0 0-10 16,2 0-8-16,0-4-18 0,-1 3 54 0,-3-2-4 15,3 3-1-15,-1-4 9 0,0 2 12 16,0-1-14-16,-2-1 3 0,1 0 37 0,-1 2-16 16,-1-2 0-16,0 1 9 0,-1-1 3 15,-1 1-19-15,1-2 10 0,-2 2-13 0,3 3-1 16,-6-4-10-16,2 1 7 0,-1 2-13 0,0-1-13 16,0 2 1-16,1 0-11 0,-2 0 17 0,0 2-11 15,6-2 0-15,-11 0-3 0,-9 15-14 16,12-9 6-16,-4 5-7 0,3 1 2 15,4-2 2-15,0 4-2 0,2-3-6 0,0-4 12 16,3 2-21-16,-1-1 3 0,1-8-6 0,0 6 3 16,0 0-2-16,0-6 0 0,0 9 2 0,14 2-18 15,-11-10 12-15,4 0-7 0,-2 1 18 16,0-4-11-16,12 0 10 0,-11 2 10 0,15-8-23 16,-10 3 24-16,2-2-15 0,-7 2 20 15,1-2 0-15,-4 0 7 0,0 2 16 0,1 0-10 16,-4-1 13-16,0-1 1 0,1 2 4 0,-1 5 13 15,0-7-20-15,0 3 0 0,0-8 18 16,-14-7-7-16,8 5-31 0,0 6-3 0,2-2-10 16,-2 7-22-16,3-1-34 0,-3 4-17 0,0 0-50 15,6 0 11-15,-20 13-172 0,3-1-115 0,-1 4 24 16,-1 1 17-16,2-5 10 0,-4 0 14 16,0 0-35-16</inkml:trace>
  <inkml:trace contextRef="#ctx0" brushRef="#br0" timeOffset="5734.215">18074 2779 394 0,'0'0'229'16,"-15"-15"-33"-16,15 15-18 0,-25-15-14 0,20 14-3 15,0 1-35-15,-1 0-12 0,2 4-11 16,-10 4-7-16,3 2-5 0,1 1-11 15,1 2-15-15,2-1 1 0,-2 4-24 0,2 0-8 16,0 0 2-16,7 1 9 0,-3-3-22 16,3-7 12-16,0 3-1 0,0 5-11 0,14 14 2 15,-5-11 0-15,4-5-5 0,0-1-3 16,-1 0 0-16,8-4 1 0,0-1 6 0,-1-2-1 16,4-5 5-16,-11 0-2 0,7 0-8 15,21-11 7-15,-17 7-11 0,2-3 3 0,-3 0 6 16,-7 0-10-16,3 2 2 0,-6-2-4 15,0 3-2-15,-5-1 8 0,-2 3-2 0,1-1-6 16,-3 1-16-16,1 0-35 0,-2 1-37 0,3 0 7 16,-5-1-185-16,0 2-98 0,0 3-21 0,-5 0 40 15,3 0 21-15,-10 7-22 0</inkml:trace>
  <inkml:trace contextRef="#ctx0" brushRef="#br0" timeOffset="4640.488">19434 3549 212 0,'0'-15'295'0,"0"15"-27"0,0 0-27 15,0 0-30-15,0-13-11 0,22-3-15 16,-20 13-33-16,1-1-15 0,-3 3-12 0,0 0-33 16,0 0-6-16,1-1-7 0,1 2 4 0,-2 3-17 15,3 1-13-15,0-1-10 0,3 12-11 16,2 1 17-16,1 1-6 0,-3-1 1 15,1 3-9-15,0-1-15 0,1-1 6 0,-2 1 3 16,2-2-3-16,1-1 4 0,-2-1-10 16,-1-3 0-16,-4-5-10 0,1 0-2 0,-2 0 0 15,2-2 5-15,-2-1 15 0,-1 0 19 0,0-1 5 16,2 0 34-16,-2-2-25 0,0 0-2 0,-2 1-4 16,1-4-12-16,-5 1 17 0,3-3-9 15,-8-10-15-15,0-1 6 0,3-4-23 0,-3-1-12 16,3-4 11-16,-1 3 2 0,0-2-14 15,4 1 15-15,5 0-15 0,-2-1 2 0,2 4-8 16,0 8 29-16,0-2-36 0,0-3 1 0,19-17 12 16,-13 18-22-16,2 0 9 0,3-1 13 15,2 8-13-15,0-2-4 0,-2 6-2 0,1-1 11 16,-1 3 5-16,-2 3 7 0,-9 0-25 0,7 0 16 16,-1 0-18-16,2 0 9 0,-2 0-13 0,6 10 11 15,-8-6 5-15,0 0-12 0,2 0 5 16,-3-1 16-16,0 2-18 0,-1 1 2 15,0 0 23-15,-1-2-1 0,-1 2-23 0,0 1 9 16,0-7-8-16,0 0 24 0,0 12-19 0,-14 10 4 16,11-13-6-16,-1-3 3 0,2-1 28 0,0-1-21 15,-2-1-4-15,3-1 6 0,1 2-20 16,0-3 7-16,0 2-7 0,-3-2 8 0,3 2-11 16,0-3 5-16,0 0 17 0,0 0 3 15,0 0-23-15,0 0 2 0,13 0 23 0,-7 0-25 16,-1-3 1-16,3 2 9 0,-4-2 0 15,4 2 12-15,8-3-8 0,-2 2-1 0,-2 0 10 16,-1 1-22-16,-2 1 4 0,-9 0 14 0,8 0 0 16,-2 0-9-16,6 0 14 0,13 12-14 15,-15-10 16-15,-2 1-16 0,5 6 7 0,-4-2-5 16,-2-1-2-16,-1-2-1 0,-1 3 3 0,-3-2-2 16,0 1 8-16,0-1 17 0,1-1 11 15,-3 1-9-15,0-5 35 0,0 12 2 0,-17 11 10 16,7-11-18-16,-3 2-9 0,0 1-5 0,-2 1 37 15,0-4-26-15,1-1-5 0,-2-1-18 16,1 0 6-16,2-2-19 0,-2-1 12 0,2-2 24 16,2 0-43-16,1-2-32 0,3-3 17 0,7 0-54 15,-8 0-39-15,1 0-16 0,-1 0-51 16,8 0 15-16,-24-10-204 0,11 7-60 0,5-2 28 16,0 3 25-16,2-1 26 0,-2 1 22 0,1-3 13 15,3 5-15-15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0T02:38:44.024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15384 5049 451 0,'17'0'192'0,"-17"0"-8"0,14 0-48 15,6-10 7-15,-13 10 3 0,-2 0-8 0,-2 0 11 16,3 0 13-16,-2 0-16 0,-4 0 16 16,0 0-21-16,0 0 12 0,6 0-17 0,-6 0 20 15,0 0-42-15,5 3-4 0,-7-3-12 16,-4 2 11-16,3 0-36 0,-4 1-1 0,-8-1-22 15,-3 3-3-15,-3-2 12 0,5 2-16 16,3-3-2-16,-5 3 20 0,5-3-46 0,1-2 13 16,3 2 15-16,0 0 1 0,1 1-25 0,-1-1 1 15,5-1-23-15,4-1 35 0,0 0 8 16,-9 0-39-16,2 0 5 0,7 0 19 0,-9 0-19 16,0 9 11-16,5-6-21 0,1-3 33 0,-1 2-9 15,-2 0-31-15,4-1 4 0,-1 3-7 16,-1-1 21-16,2 0 4 0,0 1-14 0,-2 0-17 15,2 2 16-15,-3 6 8 0,0-1-8 16,4-3-16-16,-1 3 13 0,1 7 3 0,1-18 6 16,0 12-10-16,0 0 23 0,0 2-21 0,0 2 0 15,0-2-4-15,0 1 28 0,0 4-22 16,0-2-5-16,0 0 35 0,8 17-25 0,-6-17-4 16,-1 2 17-16,1-8-25 0,-1 1 7 0,0-4-1 15,2 2 19-15,-1-3 8 0,0 2-23 16,-1-3 6-16,0-1-7 0,-1 2 5 0,2-2-8 15,1-2 1-15,-1 3 17 0,-2-1-8 0,1-1 6 16,0 0-18-16,1 0 7 0,1-1 6 16,-3 1-20-16,1 0 9 0,2-1 14 0,-2 0-10 15,2 0 4-15,1 2 4 0,-3-3 2 0,2 0 9 16,2 1-15-16,-1-2-7 0,4 2 26 0,-4-2-25 16,5-1 11-16,7 5-3 0,-10-5 3 15,10 0 3-15,-3 0-4 0,5 0-19 16,19-13 21-16,-19 8 7 0,3-1-13 0,-4 3 19 15,4-5-37-15,-3 1 14 0,-3 0-22 0,1 0 3 16,-2 1 22-16,-2 0-10 0,-5 2-23 16,-1 0 6-16,1-1-28 0,-2 2-4 0,1-1-10 15,-3 1-11-15,1 2-24 0,-3-3-47 16,1 1 13-16,0 2-35 0,-1-3-16 0,0 1-64 16,-1 3-86-16,0 0 25 0,0 0 22 15,0-7-15-15,-13-4-10 0,10 7 20 0,-4 1 5 16</inkml:trace>
  <inkml:trace contextRef="#ctx0" brushRef="#br0" timeOffset="234.374">15393 5334 317 0,'-6'0'322'0,"-1"2"-54"0,5-4-21 15,-2 2-38-15,1 0-7 0,1 0-37 16,-2 0-4-16,-1 0-10 0,5-2-9 0,0 1-41 15,0-1-11-15,5 0-6 0,-1-1-8 0,0 1-7 16,12-4 2-16,0-2-24 0,-1 3 9 0,5-1 1 16,0 0-28-16,-4-1-13 0,3 2-50 15,-2 0-13-15,1 0-80 0,-4-1 13 0,1-1-272 16,-3 5-6-16,-5-4 46 0,-1 0 26 16,-6 5 12-16,0 1 12 0</inkml:trace>
  <inkml:trace contextRef="#ctx0" brushRef="#br1">15693 4395 291 0,'0'0'106'0,"0"0"37"0,0 0-22 0,0-23-48 16,0 23-45-16,0 0 42 0,-26-35-32 0,26 29 4 16,2 0-3-16,0 1-39 0,4 2 41 15,-2-2-3-15,-3 4-7 0,1-3 33 0,0-3-7 16,3 2-57-16,2 3 4 0,-4-6 10 15,0 5-2-15,4 1 0 0,-5-2-2 0,-2 4 10 16,0 0 0-16,0 0-16 0,15-11 7 16,-14 11-28-16,5 0 5 0,-3 3 4 0,2-1 1 15,2 0 1-15,-6 1-6 0,4-2 3 0,-3 2 0 16,0 0 26-16,3 3-16 0,-4 0 1 16,1-1 23-16,2 1-3 0,-1-3-28 0,2 8-14 15,-3-5 20-15,1 1 2 0,-1 3-2 0,-1-5 1 16,6 2 0-16,-7 0-10 0,2 4-1 15,1-4 68-15,-3-7-32 0,0 0-8 0,0 8 5 16,0-8-10-16,0 15-1 0,0-15-12 16,0 12-31-16,0-12 3 0,0 12 52 0,0-12 7 15,0 0-1-15,0 8-6 0,0-8 15 0,0 0 9 16,0 0-10-16,0 12 20 0,10-12-33 0,5 8 9 16,-10-8-12-16,-3-5-16 0,5 2-9 15,-4-1 21-15,2 1 0 0,0-2 23 0,4 1-31 16,-6 3 4-16,2-2-25 0,3-2 22 15,-1 0-2-15,0 3-19 0,1-3 1 0,2 0-68 16,0 3 10-16,7-13 2 0,-3 12-62 16,-6-2-102-16,2-2 16 0,2 2 14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0T02:39:00.69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20647 2960 363 0,'0'0'214'0,"0"0"-63"16,0 0 27-16,0-12-22 0,0 12 9 0,0 0-53 15,0 0 20-15,0 0-18 0,0 0-25 0,0 0-5 16,0 0 1-16,13 0 1 0,-13 0-9 0,0 0-25 15,0 0 14-15,0 0-24 0,0 0 4 16,0 0-7-16,0 0 3 0,0 0 2 0,0 0-5 16,0 0-21-16,0 0 14 0,0 0-21 0,0 0 9 15,0 0 5-15,-9 9 6 0,-3 2 4 16,2 1-19-16,0 0 16 0,-5 2 10 16,2-1-2-16,-1 3-7 0,-2 1 13 0,1-3-19 15,4 5-13-15,-5-4 2 0,2 3-7 0,-1-2 22 16,-1 5-3-16,1-5-19 0,-2-3 27 15,0 5-21-15,1-1-3 0,0 2 10 0,0-1 0 16,-1 1-9-16,0-2 10 0,3 3 6 0,-5-2-10 16,3-1-1-16,-3 3-1 0,2 0 2 15,-2-1 0-15,-1 0-7 0,-1 4 21 0,0 0-12 16,-2-2-7-16,1 1 4 0,-1 2-1 0,-3 1 5 16,1-2 7-16,1 3-16 0,-1 0 37 15,1-2-30-15,-3 1 4 0,1 1-21 0,0-1 7 16,-2 0 27-16,2 1-18 0,2 2-9 0,-1-8 2 15,1 6-16-15,1-3 15 0,0 3-5 16,-2 0 15-16,3-2-21 0,-3 1 3 0,7-4 35 16,-5 3-17-16,0-2 5 0,-2 1 7 15,-1 3-17-15,5-3 9 0,-4 1-3 0,1 0-3 16,0-1 5-16,2 1-1 0,-2 0-5 0,-1-2 19 16,0 1-18-16,1 3-20 0,2 0 16 15,-2-4-3-15,2 0 35 0,-2-2-32 0,-1 1 4 16,5 1 12-16,-4-1-6 0,-2 1-18 0,8-2-2 15,-5 1 27-15,1 1-19 0,-2-3-4 16,1 0 10-16,-1 4-19 0,1-4 9 0,-3 3-7 16,3-4 8-16,1 0 10 0,1-2-15 0,-4 5-3 15,4-2-7-15,-1 1 16 0,-2 2-13 16,2-1 3-16,0 0-10 0,4 1 22 0,-3-3-16 16,1 3 9-16,1-4 18 0,-1 2-26 0,-1 2 2 15,3-4-6-15,-2 2 6 0,2-4 1 0,-1 5 0 16,0-3-6-16,0-1 17 0,3 1-23 15,1 0 18-15,-6 1 11 0,3-2-7 0,-2-2-31 16,4 2 21-16,-2-1 1 0,1-2-13 16,0 2 11-16,-4 0 18 0,2-1-24 0,1 0 0 15,1-2 12-15,0 0 8 0,3-3-9 0,1 0-4 16,2 0-7-16,1-3 22 0,1 5-20 0,1-7 13 16,2-1-14-16,0-1 1 0,1 1 0 15,1 0 17-15,1-1-8 0,0 0-7 0,-2-2 18 16,1 3-23-16,2-1-8 0,1-1 10 0,-3 0 6 15,1 1 9-15,1-2-9 0,-1 2-2 16,-1 1 0-16,-1-2-2 0,1 1-5 0,0-1-3 16,2 0 34-16,-1 1-21 0,-2 0-26 0,3 0 16 15,0-3 3-15,0 3 7 0,-1-1-1 16,-2 1-4-16,4-1 4 0,-3 0 0 0,1 1 23 16,0-1-2-16,0-2 1 0,-1 3 1 15,2-1-1-15,0 0-11 0,-2 1-17 16,3-2 2-16,-4 2-7 0,3 0 5 0,-2-3-10 15,1 1-5-15,1 2 11 0,-2 0 20 0,4-2-23 16,-3 0 17-16,-1 2 0 0,2-3-7 0,-3 3-9 16,2-2 6-16,1 2-17 0,-2 0 25 0,3-1-1 15,-2-1-4-15,0 1 10 0,0 0-8 16,1 1-7-16,0-3 3 0,-1 2 20 0,-2-1-1 16,3 2-2-16,-1 0-20 0,0-3 2 15,2 3 0-15,-3-1 13 0,2 0 1 0,-1-1-2 16,1 0 5-16,0 0-33 0,-2 1 12 0,1 1 4 15,3-2-7-15,-2 0 11 0,0-1-4 0,1 0 1 16,-1 3-4-16,1-3 12 0,-1 0-16 16,2 2 11-16,-1-1-5 0,0 0 6 0,1 0 11 15,0-1-3-15,0 0-13 0,0 0 11 0,0 0-3 16,0 0 11-16,0 0 3 0,0 0-31 16,0 0-2-16,0 0 2 0,0 0-2 0,-5 5 25 15,5-4-12-15,0-2 9 0,-2 1-24 0,2 0-2 16,0 0 11-16,0 0 30 0,0 0-40 15,0 0 28-15,0 0-29 0,0 0 9 0,0 0-4 16,0-2-8-16,0 2-8 0,0 0 20 0,2 0 12 16,-4 0 4-16,2 0-10 0,2 2 5 15,-2-4 12-15,0 4-26 0,1-2 7 0,2 1-21 16,-2 0 26-16,3-1-10 0,-1 2 9 0,0-2-6 16,2 0 16-16,1 0-5 0,-1 3 6 15,1-3-21-15,1 0 11 0,-1 0-12 0,1 1 47 16,0 0-45-16,12 2 3 0,-5-3 5 0,0 1 11 15,-5-1-20-15,9 1 8 0,-1-1 12 16,-4 0-3-16,-2 0-12 0,-3 0 30 0,3 0-10 16,3 0-24-16,-1 0 5 0,4 0 1 0,-3 0-7 15,-2 0 38-15,4 0-6 0,-1 0-16 16,3 0 7-16,-1 0-34 0,-2 0 21 0,2 0 29 16,-2 0-20-16,2 0 17 0,-6 0-22 0,3 0-15 15,-2-6 2-15,-1 6 11 0,2 0-1 16,16-13-4-16,-18 13 8 0,0 0 1 0,-11 0-12 15,12 0-17-15,3 0 43 0,0 0-11 0,3 0-17 16,3 0 12-16,0 0-5 0,1 0-11 16,-3 0 20-16,0 0 0 0,0 0 12 0,0 0-22 15,1 0 5-15,0 0 1 0,0 0 2 0,0 0-1 16,-3 0-13-16,2 0 1 0,0 0 2 0,0 0-4 16,0-8 13-16,3 8 6 0,-3 0 1 15,25-9-30-15,-24 8 16 0,2-1 6 0,0 0-2 16,-13 2-2-16,8 0-4 0,3 0-11 15,1 0 35-15,1 0-26 0,-3 0 26 0,3 0-22 16,1 0-6-16,-3 0 22 0,1 0-6 16,-1 0-8-16,2 0-1 0,-3 0-3 0,3 0 18 15,-4 0-11-15,0 0 11 0,4 0 0 0,0 0-28 16,-3 0 53-16,1 0-33 0,2 0 30 0,-3 0-16 16,3 0-28-16,-1 0 1 0,-1 0 36 0,1 0-26 15,2 0-10-15,0 0 39 0,-1 0-46 16,1 0 43-16,1 0-39 0,2 0 15 0,-4 0 6 15,1 0-13-15,2 0-5 0,-2 0-9 16,-1 0-1-16,1 0 1 0,-1 0 14 0,-1 7 7 16,2-7 3-16,-1 0-2 0,1 0 4 0,0 0-17 15,-2 0 4-15,3 0 7 0,0 0 34 0,0 0-53 16,2 0 26-16,-2 0-1 0,1 0-15 16,3 0 12-16,-4 0-6 0,30-1 12 15,-33 0-19-15,6-2 9 0,-1 0-9 0,-13 3 13 16,7 0-6-16,2 0-3 0,2 0-8 0,3 0 9 15,23-9 1-15,-23 3 13 0,-1 5 0 16,3-2 0-16,-7-1 16 0,8 1-4 0,-2 2-31 16,-14 1 13-16,8 0 20 0,3 0-1 0,0 0-39 15,31-11 7-15,-29 9-8 0,1-1 28 16,-3 0-32-16,0 0 14 0,0 2 19 0,-3-1 14 16,-11 2-25-16,6 0-9 0,2 0 29 0,3 0-37 15,-1 0 17-15,0 0-8 0,23-8 15 16,-19 3 15-16,-3 5-16 0,-2-3-20 0,1 3 18 15,2-2 0-15,-1 0-15 0,-12 2 12 16,5 0-28-16,2 0 26 0,5 0 0 0,-1 0 1 16,0 0 3-16,22-10-17 0,-25 10-8 0,2-1 2 15,0 0 25-15,-6-1 4 0,-1 2-23 16,-1-2 10-16,-3 2 20 0,0 0 3 0,0-1-15 16,-9 1-12-16,8 0 2 0,-2 0-4 0,2 0 11 15,0 0-5-15,-1 0 9 0,0 0 23 16,1 0-23-16,4 0-13 0,1 0 3 0,1 0 28 15,-4 0-27-15,1 0-5 0,0 0 9 0,-3 0 27 16,1 0-23-16,-2 0-15 0,0 0 10 0,-1 0-13 16,1 0 19-16,0 0-13 0,1-5-3 15,-2 5 40-15,6 0-54 0,12-14 18 0,-14 13 6 16,-1 0-14-16,0 0-6 0,-2-1 48 16,-1 0-35-16,3 2-1 0,-3-2 11 0,1 2-8 15,-1-1 20-15,2 1-37 0,-2 0 31 0,0-3 3 16,2 3-16-16,-4-2 4 0,6 2 27 15,-3-1-29-15,0 1 10 0,10-1-23 0,-4-1 18 16,-3 1-26-16,-4 0 20 0,-2 0 17 0,3-1-23 16,-2 2 35-16,-1 0-17 0,0-3-24 15,2 3 17-15,-5 0-8 0,5 0 5 0,-2-1 4 16,0 0 20-16,1-1-32 0,0 1 12 0,0-1-18 16,2 1 39-16,-1 1-31 0,8-4 2 15,0 2-3-15,-5 1 18 0,1-1-9 16,-3 0-13-16,-1-1-6 0,1 2 2 0,0 0 29 15,-2 1 2-15,-1-2-14 0,4 2 5 0,-3-2 4 16,1 1-17-16,-2 0-12 0,1 0 6 0,-1 1 46 16,1-2 1-16,-1 2-55 0,0-1 19 15,2 0 28-15,-2 0-32 0,1-1 1 0,-2 2-1 16,2-1-14-16,-1 1 31 0,-1 0-10 16,4-2-4-16,-3 2-16 0,-2 0 40 0,2 0-25 15,-2-1-15-15,0 1 19 0,3-1-9 0,-2 1 14 16,-2 0 9-16,4 0 13 0,-4 0-19 15,1 0-15-15,-1-3-11 0,0 3 46 0,2 0-36 16,-3 0 8-16,2 0-17 0,0 0 23 0,-1-2 8 16,0 2-21-16,-1 0 17 0,0 0-5 0,0 0 5 15,0 0-11-15,0 0 28 0,0 0-43 16,0 0 39-16,0 0-27 0,0 0 33 0,0 0-28 16,0 0 7-16,0 0-3 0,0 0 12 15,0 0 16-15,0 0-29 0,0 0-3 0,0 0 11 16,9-5-12-16,-9 5 2 0,0-2 10 0,-1 2 4 15,1-2-4-15,-1 1-20 0,1 1 17 0,-2 0-16 16,2-4 33-16,-1 3-9 0,-1 0-27 16,1 0 9-16,0-3-1 0,1 2 1 0,-1 1-1 15,0-2 36-15,-2-1-4 0,0 1-19 0,1 2 4 16,-2-3 0-16,-1 1-2 0,4 1-1 16,-2-3-1-16,-2 3 0 0,1-3-2 0,-5-7 21 15,4 7 22-15,-2-2-21 0,0 2-3 0,-2-4-11 16,-1 1-2-16,5 1 0 0,-2 2 20 0,2 0 2 15,0 1-10-15,-1 1-12 0,1-2 16 16,1 1-5-16,-5-4-23 0,-1-1 16 0,1 2 11 16,1 0-5-16,0-1 3 0,-1 0-2 15,3 1 10-15,-3-4-8 0,1 4 13 0,0 0-32 16,1 3-9-16,-3-4 27 0,1-1-4 0,-4 3-10 16,5 0 9-16,3 1 0 0,-10-2 1 15,5-4-9-15,-3 3-7 0,4 4 9 0,-2-4 1 16,-1 0-15-16,3 4-15 0,0-1 29 0,-1 2-4 15,5-2 11-15,-2 3-16 0,1-3 0 16,-6 0 1-16,4-2 6 0,-1 2-8 0,2 2-6 16,0-1 10-16,0 0-18 0,2 1 27 0,-8-2-15 15,3-3 9-15,1 3-6 0,1 1 7 16,-4-3-16-16,0-1 17 0,3 1-23 0,-5 0 0 16,4 2 24-16,-4-2-12 0,2-2 5 15,-2-4-14-15,2 8 11 0,-1-4 8 0,-3 2-12 16,4 1-3-16,-6-3 3 0,6 1 17 15,-3 1 7-15,1-2-2 0,-1 1-19 0,0 0-2 16,1 1 8-16,2-1-12 0,-4 2 15 16,3 0 0-16,1-2-4 0,-2 1 1 0,2 1-2 15,-2-1-9-15,1-1 19 0,-2 1-12 0,1 0-17 16,1 5 17-16,0-5 1 0,-1-3-2 0,-2 3-6 16,1-1 17-16,0 1-11 0,1-2 5 15,-2-1-18-15,0 2 12 0,0-1 0 0,0 2 2 16,-2 0-11-16,1-1 14 0,1-1-18 0,-3 2 2 15,2-3 12-15,-1-1-7 0,-1 4 17 16,4-1-11-16,-4 1-6 0,1-1 4 0,-1 3 9 16,1-5-11-16,-1 2 14 0,-2 0-26 0,-2 1 25 15,4-4-14-15,-3 3 10 0,0-1-5 16,-1 0 4-16,0 1-21 0,2-4 18 16,-2 6 10-16,2-2-7 0,1-4-1 0,-2 2-10 15,3 3 11-15,-3-4-2 0,2 3 1 0,0-2-2 16,-1 1 2-16,2-2 5 0,-2 2-1 0,1-3-6 15,-1 4 6-15,1-1-4 0,-1 1 4 16,0-4 5-16,0 4-15 0,-1-1 3 0,1 1-4 16,-1 0 5-16,1 0-5 0,0-1 4 15,2 1 4-15,-3 0 3 0,-1-1-7 0,1 3-16 16,2-2 19-16,-3 0-2 0,2-2-1 0,0 2 5 16,0 0-2-16,-3-5-7 0,5 4 5 15,-3 0 5-15,-4-1-16 0,1 2 11 0,3-2-2 16,-2-4 2-16,1 5-5 0,-2 1-1 15,2-7 4-15,-1 6-11 0,2 0 9 0,-1 1 10 16,-1-2-23-16,1 3 17 0,3-2-10 0,-2 1 3 16,-3 0 2-16,7 3-9 0,-2 0 16 15,8-1-4-15,-5-1 9 0,2 1-14 0,0 2 3 16,0-4 3-16,0 2-8 0,0 2 6 0,3 0-4 16,2 1-3-16,-7-1 17 0,2 0-9 15,-1-2-5-15,-1 3 4 0,2-5 6 0,-2 4-13 16,2 0-3-16,-4-1-5 0,3 0 8 0,0-2 6 15,-2 2 6-15,2 0 1 0,3 1-3 16,-6-3-3-16,3 2-7 0,-3 2-2 0,2-1 11 16,0 0-4-16,-4-1 3 0,2-3-20 0,4 3 24 15,-4-2-5-15,-1 2-2 0,1-2 4 16,-1 1 0-16,-1-1-2 0,-2 2 6 0,1-3-20 16,-3 4 10-16,3-1-10 0,1-3 13 15,-4 1-10-15,1 2-1 0,-2 1 4 0,3-3 10 16,-3 2-8-16,1 0 6 0,3 1 6 0,-1 0-6 15,1-2 0-15,1 3 6 0,2-1-18 16,0 0 12-16,2 0-16 0,2 0 12 0,1 1 7 16,-3-1-15-16,5 3 6 0,1-4-7 0,1 4 9 15,-3-3 8-15,0 0 7 0,4 1-19 16,-1 3 9-16,1-3 0 0,2 1 0 0,1 0-5 16,-2 1 8-16,-3-7 1 0,0 4-23 0,-2 2 1 15,4 0 14-15,1-3-5 0,0 3-9 16,1 1 16-16,-6-5-1 0,2 2-4 15,1 1 14-15,1-1-13 0,-5 0 0 0,-2-1-7 16,2-1-16-16,0-1 12 0,-2 0 17 0,0 2-17 16,0-4 11-16,0 3 0 0,0 0-1 0,-1-2-13 15,-2 3 4-15,4 1 19 0,3-2-14 16,-1 1 10-16,3 2-14 0,0-1 4 0,-3-3 13 16,3 6-21-16,1-2 8 0,1-2 4 15,-1 0-6-15,3 3-1 0,1 1-6 0,-2-2 23 16,5 2-6-16,-2-2-14 0,-2 2-3 0,0 0 19 15,1-1-27-15,0 0 28 0,1-1-11 0,-11-2-1 16,6 0 9-16,0 2 0 0,0-1-4 16,1 1 4-16,-4-4 2 0,0 3 5 0,-2 0-11 15,3 1-10-15,4-2 25 0,1 5-14 16,-2-3-4-16,3-1-3 0,-3 1 5 0,2 2 15 16,2-2-9-16,2 1-8 0,-4-1-4 0,1-1 16 15,-1 2-24-15,1-1 23 0,0-1-6 16,-7-1 5-16,2 0-16 0,0-5 6 0,2 9 18 15,0-1-23-15,2-2 25 0,1 1-5 0,1 2-17 16,0-2 13-16,3 3-17 0,-3-1 8 16,1-1-7-16,1 1 20 0,0-2-8 0,-1 2-3 15,0 0-1-15,1-2-7 0,-1 3 4 0,2 0 12 16,-2-3-13-16,2 3 12 0,-2-1 2 16,2 0-9-16,0-1 17 0,-2 1-20 15,2 1 10-15,0-2-1 0,-1 1-23 0,0 1 33 16,2-2-12-16,-2 2 2 0,0-1-16 0,1 1 7 15,1-3 9-15,0 3 0 0,-1 0-5 0,-2 0 13 16,3 0-1-16,0 0-34 0,0 0 26 0,0-1-7 16,0 1 9-16,0 0-7 0,0-2-1 15,-1 2-3-15,0 0-6 0,1 0 9 0,0 0-18 16,0 0 7-16,0 0 1 0,0 0-5 16,0 0 3-16,0 0 13 0,0 0-15 0,0 0-3 15,0-2-5-15,-2 2 30 0,2 1-14 0,2-1 5 16,-2 1-1-16,0 2-15 0,1-3-1 15,-1 5 28-15,1-3-4 0,-1 1 0 0,4 1-7 16,-4 2-8-16,3-1 12 0,-1 1-8 16,6 9 22-16,-4-3 0 0,1 0-15 0,1 2-17 15,-2-1 7-15,5 0-3 0,-3-2 23 16,-2-1-1-16,1 0-22 0,-1-4 17 0,0 2 3 16,2-3 4-16,1 7-9 0,0 1 15 15,1-2-21-15,2 1 12 0,-3-1-9 0,4 0 17 16,-4 1-16-16,3-1 4 0,-4 0-8 0,3 0 12 15,-6-3-7-15,7 4 1 0,-3-4-2 16,3 3-14-16,-5-4 16 0,6 5 7 0,1-2-11 16,0 2 4-16,-4 0 3 0,4-4 6 15,-1 2-5-15,-2 0-14 0,-1 2 10 0,-2-3 0 16,4 0 11-16,-2 1-24 0,0 1 11 16,-3-3-4-16,6 3 0 0,-2 0 21 0,-2 2-14 15,1-2-7-15,1 0-6 0,-2 0 2 16,3 4 13-16,0-3-4 0,-1-1 2 15,2 0 3-15,-1 1-1 0,-1-1-7 0,-2 2 6 16,5-3 0-16,-5 1-7 0,3-1-2 0,-5-2 3 16,6 4-5-16,-3-1 11 0,1 0 0 15,1 1 15-15,-1 0-16 0,1 1-7 0,0-4 0 16,1 5-10-16,-2-4 26 0,2 2-10 0,-1 1 13 16,-1 0-13-16,3-1 5 0,-3 2-2 15,2-3-2-15,-1-3-2 0,1 5 15 0,-2-1-15 16,2 1-21-16,-1-1 16 0,-1 1 3 15,4-1 6-15,-4-1-2 0,1 2-8 0,1-1 13 16,1-2 2-16,-3 4-8 0,0 0-8 0,1 1 21 16,-3-3-4-16,3 3-8 0,0-1-2 15,-2 1 15-15,-2-3-14 0,3 2-24 0,1 1 25 16,-2-2-8-16,2 0 16 0,2 0 6 16,-3 2-22-16,-3 1-6 0,8 1 20 0,-4-3-9 15,-1 1-5-15,3 0-6 0,-2-1 21 0,5 0-8 16,-4-1 5-16,1 1-3 0,1 0-7 15,0 4 13-15,2 1-9 0,-4-8-4 0,6 1 0 16,-4 1 9-16,1-1 2 0,0 1 0 0,3-1-21 16,-4 1 8-16,3 1 7 0,0-2-2 15,0 2 10-15,2 0 12 0,-1 3-9 0,-2-5-15 16,4 5-4-16,-6-1 2 0,6 0-6 0,0 2 24 16,-1 0-22-16,-4-1-2 0,4 2 30 15,0 0-23-15,-2-2 22 0,1 2-36 0,1-1 30 16,-4 1-11-16,6 1-9 0,-2 1 26 15,-1-1-11-15,1-2 8 0,0 2-11 0,0 0 8 16,0 1-25-16,-1 0 18 0,2 0-4 0,-3-2-14 16,3-3 24-16,-3 3-13 0,2 3 15 0,0-4-21 15,0 1 22-15,-6 1-2 0,9-1-6 16,-1 3-16-16,0-3 13 0,0 3-1 16,-2-3-5-16,1 5-15 0,0-4 5 0,-2 2 25 15,4 0 0-15,-1-2-21 0,-2 2-10 0,1-2 33 16,1 4-18-16,-2-2 7 0,1-1-3 0,-1 2 17 15,0-1-11-15,1-1 4 0,-3-1-20 16,3 4 28-16,-4-2-39 0,4-1 32 0,-3 1-2 16,1 0-11-16,3 0-7 0,-4-2 19 15,0 2-11-15,2-1-8 0,-2 0 26 0,0 1-14 16,1 0-13-16,0-3 28 0,0 1-9 16,-1 1-4-16,0 0 15 0,-1-1-2 0,0 0-15 15,3 2-3-15,-2-4 3 0,0 1-11 16,0 0 12-16,0-3 22 0,2 4-22 0,-3-4-27 15,1 2 30-15,2 1-1 0,-3-2-13 0,2 0-4 16,-1 1 9-16,1 2 13 0,-7-1-12 0,3-1-6 16,0 0-8-16,1-3 22 0,-3 0 0 0,0 0-9 15,0 1-1-15,-1-2 21 0,-2-1-13 16,3 1-26-16,-7-3 4 0,6 3 26 16,-2-2-9-16,1 2-9 0,-3-3-4 0,5 2 16 15,-3-2 9-15,0 1-11 0,-1-2 0 0,-2 0-12 16,5 3 21-16,0-1-22 0,-2 1 6 15,2-1 4-15,-2 2 17 0,1-3-12 0,-2 2 1 16,2-2 17-16,0 3-12 0,0-2-10 0,1 0 15 16,-3-2 4-16,-2-2-10 0,-1 0-7 0,5 2-6 15,1 0 22-15,-5-3-11 0,1 0 3 16,3 5-10-16,-4-4-7 0,2-2 16 0,-2 0-14 16,-1-2 9-16,0 1 11 0,3 5 0 15,1-1-13-15,-3-3 0 0,-1 1-5 0,-1 0-5 16,0-4 8-16,0 1 8 0,1 1-3 0,-2-2-19 15,3 2 19-15,-2-2-21 0,-1-2 0 0,1 5 14 16,0-4-1-16,-2 1-9 0,3-1-12 16,-3 0 31-16,2 0-10 0,-2 0 10 0,1-1-3 15,0 1-19-15,-2 0-2 0,3 0 7 16,-1 0 0-16,-1-1 0 0,0 1 15 0,1 0-12 16,-2 0-2-16,1 0 15 0,0-1-6 0,2 1-6 15,-2 0 11-15,0 0 14 0,-1 0-16 16,2-2-12-16,-2 0 2 0,2 0 18 15,-2 3-31-15,1-3 18 0,-1 0-6 0,2 0 15 16,-2 0-25-16,1 2 30 0,-1-2-17 0,0 0-3 16,0 0 11-16,0 0 3 0,0 0-13 0,0 0 14 15,9-11-20-15,-9 8 20 0,2-1-19 16,1 2-2-16,-3-3 28 0,3 1-10 0,-2-3-8 16,-1 4 13-16,2-3-22 0,1 0-17 15,-3-2 33-15,4-7-27 0,-2-2 40 0,0 4-33 16,0-6 9-16,-2 13 8 0,0-5 6 0,0 1-2 15,0 0 7-15,0-3-32 0,0 0 14 16,0-4 6-16,0 1 5 0,0 3 6 0,0-2-17 16,0 1 18-16,0 2-1 0,0-2-31 15,0 4 38-15,0 0-5 0,0-3-3 0,0-3-11 16,0 4 16-16,0-2-12 0,0-1 9 0,0-2-19 16,0 0-12-16,0 1 10 0,0 3 4 0,0-4 15 15,0 1-12-15,0 3-19 0,0-4 10 16,0 2 12-16,0 3-12 0,0-2 12 0,0-1 8 15,-6-2-3-15,6 0 9 0,0 2 8 16,0 1-20-16,0 2 0 0,0 0-18 0,0-3 22 16,0 0-1-16,0 3-11 0,0-2 10 0,0 0-9 15,0 1 9-15,0-3 1 0,0 1-8 16,0-1-7-16,0-1 13 0,0-1 0 0,0 2-11 16,0-1 1-16,0 2 16 0,0-2-6 15,0-1 23-15,0-2-33 0,0 3 14 0,2-20-6 16,-2 21 12-16,0 6-32 0,0-5 10 15,0 1 8-15,0-1 18 0,0 1-33 0,0-3 23 16,0 0-6-16,0 0 25 0,0-2-14 0,0 2-36 16,0 4 41-16,0-4-6 0,0 1-16 15,0 0 24-15,0 0-18 0,-11-15 4 0,10 14-14 16,1 0 27-16,0-2-11 0,0-3-23 0,-2 2 27 16,2 6-24-16,0-5 23 0,0 1-6 15,-1 1 4-15,1-2-19 0,0 5 24 0,0-5 2 16,0-1 5-16,0 1-22 0,-1-1 6 15,-1-4 7-15,2 2-19 0,-1 1 31 0,1 10-17 16,0-5 13-16,0-3-9 0,0-2 8 16,0 0-2-16,0 0-8 0,0-1-5 0,0 0 3 15,0 0 6-15,0 2-2 0,0-1 0 0,0 1-30 16,0-2 30-16,12-18-2 0,-11 21-2 16,-1 2 19-16,1-3-14 0,2 0 3 0,-3 5-1 15,0-5-4-15,0 0 2 0,1 0 5 16,0 0-28-16,-1-2 6 0,2 0 24 0,-2 0-12 15,1-2 3-15,1 0-12 0,0 2-3 0,-2 2 20 16,0 8-22-16,0-4 2 0,0-2 4 0,0 0 21 16,0-1-11-16,0 1 0 0,0 2-9 15,0 0 6-15,0 2 17 0,0 3-10 0,0-5-16 16,0-1 12-16,0 0-6 0,0 0 1 16,0 1 6-16,0 1 9 0,0-2-9 0,0 0 4 15,0-3-2-15,0 0 12 0,0 1-11 0,0 1-6 16,0 0 0-16,0 0-15 0,11-18 26 0,-8 17-13 15,-3 1-2-15,0-1 0 0,4-2 0 16,-3 3 19-16,2-1-17 0,-2-1-11 0,-1 1 16 16,1-1-1-16,0 0-6 0,2 0-2 0,-3-1 4 15,0 2 2-15,0-1 4 0,3-1 9 16,-1 4-17-16,-2 8 6 0,0-6-2 0,0-2-8 16,0 0 8-16,0 1-2 0,0 0-2 15,0 3 0-15,0-3 17 0,0 1-12 16,0-4-5-16,0 4-13 0,0 0 21 0,0 2 4 15,0 1-13-15,0-3-6 0,0 0 14 0,0-1-4 16,0 4-17-16,5-5 5 0,-5 1 4 16,0 0 13-16,0 2-13 0,0-2-1 0,0 3 14 15,0-2-1-15,0 5 5 0,6-6-8 0,-6-1-12 16,0 0 19-16,0 5 2 0,0 0-20 16,0-5 13-16,0 4-4 0,0 0-8 0,0-2-1 15,0-1 19-15,0 1-9 0,0 0-10 0,0 5-6 16,7 0 14-16,-7 1 11 15,0 1-16-15,0 1-14 0,0 7 11 0,0-8 20 16,0 1-12-16,0 7-6 0,0-8 0 0,0 0 17 16,0 8-9-16,0-9-14 0,0 3 7 15,0 6 17-15,0-9-18 0,0 3-1 0,0 6 10 16,0-9 0-16,0 3-1 0,0 6-9 0,0-7 21 16,0 0-17-16,0 7 2 0,0-8 2 15,0 0-5-15,0 8 4 0,0-9-3 0,0 1-8 16,0 1 3-16,0 1 13 0,0-2-3 15,0-3-6-15,0-2 19 0,0 4-13 0,0-3-21 16,0 3 13-16,0-2-5 0,0 2 13 16,0 2-2-16,0 0-7 0,0-1-9 15,0 1-3-15,0-1 22 0,0 2-2 0,0-2-5 16,0 1 11-16,0 7-14 0,0-8-7 0,0 1 12 16,0 1 9-16,0 6-5 0,0-10 0 0,0 5-15 15,0 5 14-15,0-10 8 0,0 10-13 0,0-7-2 16,0 0 11-16,0 7 2 0,0-7-5 15,0 7 5-15,0-8-4 0,0 8 2 0,0-8-3 16,0 8-7-16,0-9 0 0,0 3 9 16,0 6-2-16,0-8 10 0,0 1-18 0,0 7 1 15,0-8 6-15,0 0-12 0,0 2 1 0,0 6 13 16,0-9 0-16,0 1 4 0,0 2-20 0,0-1 25 16,0 1 3-16,0 6-12 0,0-10-13 15,0 5-7-15,0-2 28 0,0 7-10 0,0-7 7 16,0-1 5-16,0 8-9 0,0-6-8 0,0 6-4 15,0-8 0-15,0 8 13 0,0-7-7 16,0 7-2-16,0-8-10 0,0 8-4 0,0-6 16 16,0 6 1-16,0 0-10 0,0-8 5 15,0 8 0-15,0-7 7 0,0 7-14 0,0-6 11 16,0 6 2-16,0 0-18 0,0-8 21 0,0 8 5 16,0-7-11-16,0 7-15 0,0-7 17 15,0 7-8-15,-3-14 7 0,2 12-9 0,0-3 3 16,1 3 3-16,-2-3 4 0,1 4-1 0,0-3-11 15,1 0-10-15,-1 1 21 0,-1 0 0 16,2-1-8-16,-1 2 9 0,-2-2-25 0,2 0 19 16,0-1 10-16,1 3-26 0,-5-3 15 0,5 3 8 15,0-1 0-15,-3-1 3 0,2 1 2 16,0 1-7-16,0-1-3 0,-1 0 3 0,2 1-25 16,-1 0 20-16,-2-1-2 0,3 2 0 15,-1-1-10-15,0-2 7 0,1 4 0 0,0-1 16 16,-2-1-12-16,2 2-7 0,0-2-10 0,-1 2 10 15,1-3 17-15,-2 2 1 0,2 1-28 16,0-1 19-16,-2 1-4 0,2-2-4 0,0 2-12 16,0 0 4-16,0 0-5 0,0 0 0 0,0 0 2 15,0 0 4-15,0 0-27 0,0 0 11 16,0 0-19-16,0 0 16 0,-7 0-4 0,7 0 13 16,0 0-5-16,0 0 1 0,-16 9 2 0,13-9 9 15,1 3 6-15,-3-3 1 0,1 5-4 16,-1-3-1-16,-8 8-5 0,1-2 10 0,3-2 1 15,2-3 6-15,2 3 5 0,-10 0-13 16,7-1 26-16,0 2-21 0,3-3 12 0,-1 1-13 16,1 0 6-16,0-2 25 0,-7 9-47 0,3-5 30 15,1-1-2-15,4 1 8 0,0 0-54 0,0-3-2 16,0 0 15-16,-5 9 2 0,4-4-29 16,1-2 0-16,0 1 0 0,0-3 4 0,1 3-4 15,0-2-6-15,-3-2-30 0,-3 11-33 16,-9-1-23-16,5 4 14 0,-9-5-211 0,2 1-68 15,-3-2 29-15,-5-4 25 0,0-1 22 0,5-2 21 16,-4 1 28-16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0T02:39:02.82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19681 4083 464 0,'0'0'138'0,"0"0"-21"16,0-15-15-16,0 15-21 0,0 0 14 0,20-22-7 16,-20 19-41-16,-1 2 16 0,0-2-14 15,1-1-23-15,1 1 5 0,-2 3 20 0,1-4 15 16,0 1-38-16,0 1 26 0,0 2-46 15,0 0 29-15,0 0 1 0,0-7-24 0,0 7 32 16,0-7 16-16,0 7-5 0,0 0-5 0,0-8-23 16,0 8 9-16,0 0 28 0,0-6-14 15,-12-2 21-15,12 5-4 0,0 3-7 16,-1-2-15-16,1 0 16 0,-3 1-14 0,2-1-5 16,0 1-2-16,1 0 1 0,-2 1 3 0,1 0-15 15,0-1 17-15,-1-1-9 0,0 2-7 0,0 0-5 16,-2 0 7-16,4 0-5 0,-4 2 4 15,2-2-18-15,-2 1 10 0,2 1-16 0,-3 1-1 16,1 1 9-16,0-4-2 0,1 3 5 0,-3 1-15 16,3 1 6-16,0 0 2 0,2-1 4 15,-8 11-4-15,6-7-18 0,-1-2 10 0,2 2 3 16,1-4-12-16,1-4 8 0,0 0 7 0,0 0-1 16,0 8-4-16,0-8-6 0,0 0 4 15,13 12 1-15,-6-12-1 0,-2 0-11 0,2-1 8 16,-1-2-8-16,8-2 5 0,-2 3 4 0,-2-2-6 15,-5-2 10-15,1 3 8 0,-2 0-14 16,1-1 9-16,0 1-1 0,-3-1 25 0,0 1-14 16,1-1 8-16,-1-1 12 0,-1 2 14 0,0-1-11 15,1-2 0-15,-2 6 6 0,0 0-6 16,0 0 9-16,0-8 35 0,0 8-29 0,0-8-22 16,-11-3 5-16,7 9-7 0,-1-1 6 15,-1 2-9-15,3-2 0 0,-4 3 26 0,2 0-39 16,0-3 15-16,-1 3-16 0,6 0-7 0,-7 0 16 15,-1 0-20-15,8 0 3 0,-25 11-6 16,13-4 15-16,0 2-7 0,3 1-13 0,1-1 10 16,0-2-10-16,5 4 8 0,0-4 18 15,-2 8-11-15,5-6-8 0,0-9-16 0,0 9-7 16,0-1 6-16,0-1 14 0,0-7 3 16,14 17-28-16,-12-17 4 0,1 5-6 0,1-4 4 15,3 0 9-15,-1-1 1 0,0 0 15 0,2-2-11 16,-1 2-1-16,12-13 9 0,-6 6 4 0,-2-3 19 15,3 1-32-15,-5-2 32 0,-4 2-27 0,-1 2 2 16,1 0 19-16,-4 0 11 0,-1 2-12 16,0 5 13-16,0-7-4 0,0 7 23 0,0-7-4 15,0 1-5-15,-19-10 3 0,10 11-4 16,-7-3-17-16,7 4-4 0,2 1 9 0,1 3-3 16,-1-3-12-16,7 3 0 0,0 0-2 15,-9 0-40-15,3 0-11 0,6 0-37 0,-9 0-36 16,-12 18-31-16,12-13-67 0,7 3 19 15,-1 0-198-15,3-3-51 0,-1 0 28 0,1 1 34 16,0-6 22-16,0 0 24 0,6 4 19 16,2-1 2-16</inkml:trace>
  <inkml:trace contextRef="#ctx0" brushRef="#br0" timeOffset="1109.345">20796 4449 599 0,'0'0'196'0,"0"0"-37"16,0-14-28-16,0 14-2 0,0 0-28 0,0 0 15 16,0 0-18-16,0 0-6 0,0 0-53 0,0 0 26 15,0 0 3-15,-6 11-32 0,6-6 5 16,0 2 0-16,0-2-12 0,1 0-20 0,-1-5 13 16,0 6 10-16,0-6-12 0,18 25 3 15,-6-17 4-15,-2 3-2 0,-4-5-2 0,2-1-19 16,0-1 18-16,1-1-32 0,-4-3 37 0,3 0-12 15,-8 0 3-15,0 0-31 0,9 0 22 16,14-11 25-16,-13 4-3 0,1 1 2 0,-3-2 6 16,-4 1 9-16,1 2 1 0,2-7 29 0,-3 2 4 15,-4 1-18-15,0 3-5 0,0 0 24 16,0 6-8-16,0 0-27 0,0-9-1 0,-11-4 0 16,2 6 2-16,-1-3-9 0,1 5-19 15,0 2 24-15,0 1-23 0,0 1-1 0,9 1-5 16,-8 0 20-16,2 0-24 0,-6 0-14 15,-13 13 25-15,12-5 1 0,2 2-12 16,0 0-10-16,0 0 15 0,2 1-16 0,2 2-1 16,-2 0 9-16,2 0 3 0,4-2-20 0,1-1 2 15,0 0 1-15,2-3-4 0,0-7 22 16,0 8-30-16,12 13 21 0,-6-11 7 16,3 0-26-16,0-1 2 0,3-4-2 0,-1 3 10 15,0-6-6-15,-1-2 0 0,-2 0 24 16,-8 0-17-16,8 0-6 0,0 0 3 0,1 0 14 15,9-15-14-15,-7 6 16 0,-3 2-1 0,-3-1 30 16,0 1 16-16,-1-1 1 0,-2 1 14 0,-2 0-22 16,0 0 8-16,0 7 9 0,0-11 0 15,0 1-16-15,-16-16-19 0,8 15 8 0,1-1 14 16,-1 4-29-16,-1 1-5 0,4 2-25 16,-2 2-3-16,0 1-50 0,-1 2-26 0,2-1-38 15,-2 1-45-15,-14 11 17 0,11-3-221 0,2-1-25 16,0 4-4-16,0-3 28 0,1-1-16 15,-4 3 24-15,12-3 76 0,0-7 45 0</inkml:trace>
  <inkml:trace contextRef="#ctx0" brushRef="#br0" timeOffset="26312.335">21203 4271 362 0,'0'0'227'0,"0"0"-32"0,0 0-31 0,0 0-59 15,0 0 6-15,-13 0-9 0,13 0-2 16,0 0-13-16,0-14-5 0,0 14-16 0,13-24-3 16,6 15-15-16,-2 1-10 0,-2-1 6 0,3-2 3 15,1 0-3-15,-1 1-22 0,1-2 26 16,0 1-11-16,-3 0-2 0,3 0-3 0,-4-2 12 15,1 5-16-15,-2-1-1 0,-4 5-16 0,-5-1-4 16,2-1 22-16,-2 4-22 0,-1-3 10 16,-2 3-30-16,3 0 5 0,-2-1 7 15,-1 2 5-15,-1-2-33 0,2 2-17 0,0 1 5 16,-2-1-67-16,-1 1-9 0,0 0-21 0,0 0-10 16,0 0-58-16,0 0-79 0,0 0-36 0,5 5 5 15</inkml:trace>
  <inkml:trace contextRef="#ctx0" brushRef="#br0" timeOffset="26843.568">21426 4126 212 0,'-3'1'240'0,"0"1"-26"0,2-1-44 0,-1 1-9 16,-1-2-4-16,2 2-14 0,-2-2-40 15,3 0 13-15,-1 3-20 0,0-2-38 0,-3 1 11 16,4-2-25-16,-3 1 12 0,2 0 10 0,1 3-4 15,0-1-22-15,0-1-1 0,0 2 4 16,1 0-23-16,2 0 12 0,-3 1 5 0,5 1-16 16,0 9-12-16,0-3 33 0,2 2-34 15,1-3-8-15,-2 1 34 0,-2 0-30 0,2-2 5 16,-2-3 7-16,1 2-3 0,4 4 1 0,-6-3 6 16,3-3 4-16,-2 0 5 0,-1 0-13 15,0 1-10-15,1-3 7 0,-3 1-14 0,7 8 11 16,-5-4 5-16,4 2-5 0,-3-1 3 0,-2-3-9 15,2 1 12-15,-4-4-10 0,2 1-8 16,1 0 0-16,-3 1 17 0,0-2 15 0,0-1-9 16,0 1 14-16,0-5 15 0,0 0 11 0,0 9-7 15,0-1-12-15,0-8 27 0,0 8-30 16,-11 6 9-16,8-10 6 0,-2 1 7 0,-1 6 1 16,-4-2 6-16,1-3 3 0,2 0 3 0,1-3-10 15,-2-1-9-15,2 1 4 0,1-1 1 0,-2 1 14 16,2-1-19-16,-3-2 6 0,3 2-7 15,0-2-5-15,0 0 11 0,1 0 2 0,-2 0-15 16,2 3-5-16,-2-3-16 0,6 0-4 16,0 0-2-16,0 0-2 0,-6 0-33 0,6 0-29 15,0 0-37-15,-6 0-45 0,6 0-54 16,-13-13 19-16,12 10 14 0,0-1 13 0,-2-2 14 16,2 2 10-16,-2-10-323 0,-3-3 32 0,3-4 26 15,-2 5 51-15,-1-7 6 0,3 3 18 16,-1-6 13-16,4-2 12 0</inkml:trace>
  <inkml:trace contextRef="#ctx0" brushRef="#br0" timeOffset="3062.413">19667 5491 220 0,'0'0'217'0,"0"0"-33"15,0 0 12-15,0-12-16 0,0 12-16 16,0 0-42-16,-13 0-7 0,-2-22 7 0,13 19-21 16,0 3-15-16,2-1 5 0,0 2-28 0,-3-1 5 15,1 3-14-15,-1 0 9 0,3 0-10 16,0 2-11-16,-4 0-32 0,4 1 13 0,-1 2 0 15,1-1-15-15,-2 0 0 0,2 9 25 0,0-16 6 16,0 11-19-16,0-1-6 0,0-3 2 16,0 2 11-16,10 4-22 0,-8-9 8 0,1-1 0 15,-1 1-10-15,1-3-12 0,0 3 19 0,3-3-2 16,-4 0 12-16,1-1-29 0,0-1 16 0,1-2 0 16,2 1 11-16,-4-1 10 0,2-2-16 15,0 1 11-15,-3-1 0 0,7-9 4 0,-7 4 6 16,2 1 4-16,-1 1 19 0,-2 0 1 15,0 8 16-15,0 0-20 0,0-9 4 0,0 1-17 16,-18-7-3-16,11 7 13 0,1 3 5 0,0 0-29 16,1 2 11-16,-2 1-11 0,0 1 11 15,1-1-24-15,2 2 18 0,-2 0-11 0,6 0 2 16,0 0-19-16,-10 0 15 0,3 0-13 0,-11 18 14 16,4-10-19-16,3 3-9 0,0 1-4 15,2 2 11-15,3 1 22 0,-2-3-4 0,0 2 2 16,5-4-34-16,3-1 27 0,-2 1 4 0,1-6-13 15,1 4-16-15,0-8 0 0,0 0-9 16,0 5-7-16,0-5 9 0,0 8 3 0,14 1 0 16,-13-6-3-16,6-4-30 0,-1-3-7 15,11-1-28-15,-5-6-40 0,4 3 12 0,-4-4-131 16,-1 2-149-16,0-1 12 0,-4-1 70 16,-6 3-9-16,-1-1 35 0,0 10-4 0</inkml:trace>
  <inkml:trace contextRef="#ctx0" brushRef="#br0" timeOffset="19390.062">19406 5762 320 0,'4'2'224'16,"-3"-1"-50"-16,1 1-73 0,-2-2 28 0,3 1-8 16,-3 1-38-16,3-2 34 0,-3 0-27 15,0 0-8-15,1 2 29 0,0-2-9 0,-2 2-11 16,0 1 9-16,-2-1 0 0,-1 3-7 16,-7 5-11-16,1-5-11 0,-3 5-17 15,-5-6 16-15,0 4 2 0,0-1-14 0,-1 0-5 16,0-5 9-16,1 1-19 0,1 0 8 0,1 3-6 15,0-3 7-15,0 2-6 0,4-5 5 0,3 2-3 16,1 0 16-16,3-1-28 0,0 1 18 16,0-1-9-16,1 0-10 0,1 0-12 15,1 1 10-15,-3-1 9 0,5-1-37 0,0 0 19 16,0 0-9-16,0 0-2 0,0 0 9 0,0 0 0 16,0 0-26-16,0 0 0 0,0 0 6 0,-4 0 2 15,-4 13 0-15,10-10 0 0,-2-1 14 16,2 5-11-16,1-2-11 0,2 9 23 0,2 1-1 15,0-3-27-15,-1 5 1 0,3-1 28 0,-3 0-10 16,2 5 8-16,0-5-20 0,0 0-7 16,0 4-3-16,4-4 30 0,-7 1-33 0,3 0 25 15,0 0-22-15,-1-2 5 0,-3-6-6 16,1 8 35-16,-1-9-14 0,1-1-12 0,-2-2 15 16,-1-1-9-16,1-1-13 0,-1 2 7 15,1-3 9-15,-2-1 12 0,1 1 3 0,-2 2-33 16,2-3 6-16,-1 0-20 0,-1-1-8 0,2 0-31 15,-2 0-29-15,0 0-20 0,0 0 11 16,0 0-93-16,0 0-41 0,4-11-78 0,-3 7-39 16,0 0 5-16,-1-3 24 0,0 5 19 15,-1-5 12-15</inkml:trace>
  <inkml:trace contextRef="#ctx0" brushRef="#br0" timeOffset="19796.302">19260 6050 627 0,'-4'0'255'0,"3"0"-47"15,0 0-10-15,-2 0-20 0,0 0-20 16,0 0-16-16,2-1-26 0,1 1-1 0,0 0-23 15,0 0-11-15,1-3-19 0,4 2 5 0,-1-3-9 16,7-4-20-16,4-1 14 0,1 6 1 16,2-6-13-16,-2 1-12 0,0 1 3 0,2 0 4 15,-1-1-5-15,4 1-14 0,-10 2 11 16,6 1-4-16,-3-2-6 0,-4 4-12 0,-2-2 2 16,-4 2 9-16,1-1 7 0,-2 3 9 0,3-2 20 15,-3 2-19-15,0 0 0 0,2-2 20 16,-2 2-13-16,-1-1-10 0,1 1-1 0,-2 0 3 15,1 0 18-15,2 0-21 0,-2-3-25 16,1 3-5-16,-3-1-21 0,1 1-33 0,-1-1-5 16,0 1-44-16,0 0 9 0,0 0-145 15,0 0 18-15,0 0-209 0,0 0 26 0,0 0 59 16,0 0 41-16,-10-12 7 0,7 9 17 16</inkml:trace>
  <inkml:trace contextRef="#ctx0" brushRef="#br0" timeOffset="2015.565">20780 5372 517 0,'0'0'174'0,"0"0"-35"0,0 0-29 0,0 0-2 15,0 0-34-15,0 0 24 0,0 0-47 16,0 23-12-16,0-19 31 0,1 1 16 0,2 2-51 15,-2-2 45-15,-1-5-30 0,5 11-5 16,1 3 12-16,0-5-24 0,4 3 0 0,-5-7 0 16,4 3-7-16,-1-4 27 0,-2-2-25 0,1-1 2 15,0 1-12-15,-7-2 6 0,8 0-28 16,-2 0 28-16,2 0-15 0,5 0 7 0,12-16-16 16,-12 14 29-16,-4-2 1 0,-3-3 27 0,-1 5 4 15,0-4 9-15,-2 2-16 0,-2 0 21 16,1 0-9-16,-1 0 1 0,-1-1-3 0,0 5 10 15,0 0-21-15,0-6 1 0,0 6-11 16,-12-16-14-16,7 11 15 0,0 3-8 0,-1 0-15 16,-3 2 14-16,4-2-12 0,-4 2 16 15,-1 0-24-15,-4 0 6 0,-16 14-6 0,15-7 4 16,2 3 8-16,-1 1-7 0,4 0-6 0,-2 0 11 16,6-1-9-16,-2 2-14 0,3 3-7 15,-3-2-6-15,3 1 8 0,1-3 4 0,4-1 6 16,-1-1 2-16,-1-1-12 0,2-8-21 0,0 7 4 15,0-2-24-15,15 13 4 0,-7-11-25 16,2-6-39-16,-1 1 10 0,0-4-237 0,1 2-85 16,14-16 48-16,-7 6 20 0,-3 1 26 15,0-3-27-15,-1-3 2 0</inkml:trace>
  <inkml:trace contextRef="#ctx0" brushRef="#br0" timeOffset="22484.318">21101 5835 734 0,'0'0'243'0,"0"0"4"16,0 0-39-16,0 0 8 0,0-12-23 15,0 12-32-15,-15 0-17 0,15 0-11 0,0 0 5 16,0 0-9-16,0 0-26 0,0 0-22 0,0 0 21 16,0 0-43-16,0 0 6 0,0 0 1 15,-25-14-21-15,24 16-1 0,2 0-17 0,-1 3 5 16,1 2-4-16,2 11 23 0,5 0-10 15,-3 1-11-15,0 0-22 0,-2 3 8 0,3-1 15 16,-1-2-27-16,3 0 29 0,-2 1-33 16,-2-1 15-16,5-3-11 0,-3-2 26 0,-3 1-16 15,3 0-14-15,-2-5 2 0,-1-3 26 0,-2 0-17 16,4-5-16-16,-4 2 16 0,-1 0-21 16,2-1-15-16,-2-3-11 0,1 1-35 0,-1 1-12 15,0-4-31-15,-1 1-40 0,1-2 14 0,0-1-112 16,-7-9-126-16,6 1 4 0,0 2 24 15,1 10 26-15,-3-26 14 0,2 14 36 16</inkml:trace>
  <inkml:trace contextRef="#ctx0" brushRef="#br0" timeOffset="22906.18">21216 5779 774 0,'0'-4'297'16,"-1"1"-52"-16,1 1-13 0,0-1-16 0,-2 0-32 16,2 1-14-16,2 1-5 0,-4-2-43 0,2 1 7 15,0 0-13-15,0 1-19 0,0 1-18 16,-1-3-6-16,1 1 1 0,0 0-20 0,0 2 30 16,0 0-32-16,0 0-9 0,-2 0-8 0,2 2 5 15,1 0-8-15,0 2 12 0,-1-1-22 0,1 2-6 16,3 12 17-16,2 3-24 15,0-2 31-15,0 0-18 0,-1 1-18 0,-2-1 0 16,2 1 0-16,1 0 8 0,2 0 5 0,-2-2-6 16,-1 0 25-16,1 1-9 0,1 3-21 15,-2-7 32-15,3 1-33 0,-2 0 24 16,1-1-31-16,-5-6 11 0,2 2-13 0,-1-6 32 16,0 1-30-16,0-1 2 0,0 1 19 0,-2-2 12 15,1-1-33-15,-2 1 4 0,3-1 7 0,-2 1 21 16,1-2-34-16,-1 0-19 0,-1-1-5 15,0 0-26-15,0-1-24 0,-1-3-39 0,-1 3-20 16,2-1-18-16,-1-5 16 0,1 3-127 0,-3-1-112 16,1 0-12-16,-2-7 26 0,1-2 24 15,1 7 50-15,-1 0 10 0,2 3-4 0</inkml:trace>
  <inkml:trace contextRef="#ctx0" brushRef="#br0" timeOffset="23374.923">21110 6004 412 0,'-3'0'205'15,"2"0"-41"-15,1 0 0 0,-1 0 13 0,-1 0-8 16,1 3-28-16,1-3 14 0,-1 0-9 0,-1 0-25 16,2 0-13-16,-2 0-4 0,2 0-12 15,0 0-23-15,2 0 4 0,0 0-9 0,-1-3 0 16,3 3-2-16,-2-4-17 0,3 3-2 0,-1-3-8 15,10-3 3-15,-3 4-11 0,-2-1-4 16,2 1-2-16,-4 3-3 0,2-3-9 0,6-4 15 16,-5 6-11-16,0 0 0 0,0-2-14 15,-3 1 7-15,-1 1 4 0,0-1 1 0,0 0-1 16,-2 2-11-16,-2-1 9 0,2 0-5 0,-1 1-5 16,-1 0 7-16,2 0 1 0,-1-2-2 0,-2 1-8 15,3-1 3-15,-3 2-12 0,0 0-19 16,1 0-28-16,0-2-54 0,-2 2 3 0,0 0 9 15,0 0-147-15,0 0-149 0,0 2 42 16,0-2 33-16,0-2 16 0,-2 1 9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0T02:38:28.63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11229 6099 310 0,'0'0'171'0,"0"0"-39"16,0 0-18-16,0 0-14 0,0 0 24 0,0 0-4 15,0 0-21-15,0 0-22 0,0 0 16 16,0 0 22-16,0 0-54 0,0 0 28 16,0 0-27-16,0 0 3 0,0 0-8 0,0 0 14 15,0 0-19-15,0 0 6 0,0 0-34 0,0 0-4 16,0 0 12-16,0 0 4 0,0 0-14 0,0 0 8 15,0 0-1-15,0 0-11 0,0 0 5 16,0 0 0-16,0 0 0 0,0 0-9 0,0 0-9 16,0 0 2-16,21 0 9 0,-3-3-9 15,-10 3-3-15,17-6 6 0,-4 3 0 0,-1-2 3 16,2 2 0-16,1 0 9 0,-1-1-11 0,-1 0-1 16,0 1-20-16,1 1 6 0,-1-1 11 15,1-1-2-15,-3 1 1 0,7 0-12 0,-6-1 18 16,4 3-4-16,-4-3-13 0,1 1-1 15,-1 1 23-15,0 0-30 0,0-2 36 0,0 3-16 16,-1-1-3-16,1-1 9 0,2 0-13 0,-1 1 5 16,-4-3 11-16,2 0 5 0,1 3-10 0,-1-1 1 15,3 1 4-15,-6 2-10 0,3-6 5 16,1 5-1-16,1-2-5 0,-2 0 17 0,4-1-21 16,-2 1 12-16,-1-1-9 0,4 1 16 15,0 1-11-15,0-3 8 0,4 4-12 0,-4-3 8 16,5 2-4-16,-7-3-1 0,3 1 9 0,1 1-5 15,-1 1 1-15,-3-1-4 0,2-1-12 0,0 1 11 16,-3 2 9-16,-2-1-13 0,2 0-11 16,-1 2 17-16,-2-3-1 0,1 1-14 15,0-3 11-15,-1 3-4 0,1 0-10 0,4-1 17 16,-3 1 4-16,0-4 3 0,2 2-11 0,-1 1 1 16,0-1-7-16,-1-1 2 0,3 2 1 0,-4 0-1 15,3-1 6-15,-3 1-1 0,2-1 2 16,-1 1-12-16,3 2 6 0,-3 0 7 0,0-2-9 15,0 1 7-15,-3 0 5 0,3-1-4 16,1 3-7-16,-1-2-10 0,-10 2 5 0,5 0-1 16,2 0 8-16,1 0-1 0,1 0-2 0,2 0 7 15,0 0-2-15,2 0 4 0,1 0 1 0,0 0-9 16,2 0-2-16,-2 0-4 0,3 0 5 16,1 0-3-16,0 0-12 0,0 0 4 0,2 0 17 15,0 0-9-15,1 0 7 0,0 0-1 16,31-10 0-16,-45 10-15 0,5 0 1 0,3 0 11 15,3 0 14-15,2 0-13 0,-2 0 4 16,1 0-2-16,2 0-1 0,-3 0-6 0,2 0 2 16,-3 0 11-16,30-10-9 0,-29 6 10 15,1 2-2-15,-3-1-13 0,6 0 5 0,-5-1 9 16,1-1-18-16,0 0 10 0,-4 3 3 0,4-2 3 16,-3 1-4-16,3-2-10 0,-4 3 0 15,-3-1 15-15,-1-2-8 0,3 4 5 0,-4-3-4 16,-1 1-2-16,-1-1 1 0,-1-1-16 15,-3 5 21-15,-3-2-14 0,1 1 3 0,-5-2 9 16,4 1-1-16,8-3-9 0,1 1 9 0,-3 1 8 16,2-1-8-16,-3-1 3 0,3 2-12 0,0-1 9 15,-5-2-4-15,4 2 4 0,-4 1 5 0,4-3-16 16,-4 6 7-16,-4-2 10 0,1 1-19 16,-4 1 16-16,3-1 1 0,0 1 2 15,-1-2-8-15,-1 2 2 0,12-2-16 0,-1-1 12 16,0 3-5-16,-5-3 12 0,0 2-14 15,-3-2 11-15,-1 3 4 0,1 0-5 0,-2-2 8 16,0 2-19-16,-3-3 24 0,1 3-17 0,3 0 5 16,-9 0-6-16,0 0-1 0,9 0-4 15,-1 0 10-15,1 0-4 0,-2 0 23 0,-7 0-13 16,9 0 4-16,-4 0 7 0,-5 0 3 0,9 0 20 16,-1 0-23-16,-8 0 14 0,8 0 10 0,-8 0-23 15,5 0 4-15,-5 0-3 0,9 0 23 16,-9 0-16-16,0 0-11 0,7 0 1 0,-7 0-9 15,0 0 2-15,0 0 1 0,7 0 11 0,-7 0 4 16,0 0-30-16,6 0 7 0,-6 0 13 16,0 0 7-16,0 0-14 0,0 0-18 0,0 0 26 15,0 0-23-15,14 3-1 0,-14 2 10 16,0-1 20-16,0 4 1 0,0-4-25 16,0 4 10-16,0-1 12 0,0 0-33 0,0 3 4 15,0 3 22-15,0 1-24 0,0 3 11 0,0 2 1 16,0 0 17-16,0 1 5 0,0 1-27 15,0-1 12-15,-13 25 7 0,11-22-9 0,1-2 12 16,-1 3 18-16,0-4-43 0,-2 6 45 16,4-1-35-16,-1-4-10 0,-1 2 36 0,2-1 3 15,-1 1-2-15,1-11-31 0,0 3 29 0,0 6-9 16,0-4-13-16,0 7-4 0,0-4 5 16,0 2-11-16,0-2 23 0,0 3-13 0,0-2 29 15,0-1 6-15,0 0-28 0,0 0-31 16,0 0 28-16,0 0-12 0,0-1 10 0,0-2-5 15,0 2 9-15,0 1-1 0,0-1 16 0,0-1-1 16,0 3-19-16,0-3 31 0,0 0-43 16,0 0 10-16,0 1 20 0,-16 19-32 0,16-30 20 15,0 6-11-15,0 1 35 0,0 1-3 0,0-2-33 16,-9 20-6-16,7-16 10 0,0-1 16 16,-3 1-25-16,3-1-3 0,1-4 29 0,-3 4-28 15,3-3 9-15,-2-3-4 0,2 7 0 0,-1-2 25 16,0-2-27-16,2-3 8 0,0 1-3 15,-2-1-18-15,-1 5 15 0,3-3 0 0,0-1 9 16,-1-1-2-16,0 7 3 0,-1 0 1 16,2 0-17-16,0-10-3 0,0 4 7 0,0 1-2 15,0 2-9-15,0 3 26 0,0 0 10 16,0 0-33-16,0-2 6 0,13 16-4 0,-8-22 11 16,-5-1 4-16,0-1-25 0,2 0 27 0,-2-2 5 15,2 1-23-15,-2 0 21 0,0-1-21 16,1 2-15-16,-1-1 24 0,1 0 0 0,0 0 1 15,1 0 7-15,-1 0-10 0,1 8-19 0,-1-1 13 16,-1-4 21-16,1 0-16 0,-1-2 17 16,2 1 5-16,-2-1-23 0,3-1 31 0,-3 1-15 15,4 7-22-15,3 0-13 0,-5-3 32 0,-2-2-4 16,0-1 1-16,0 1-8 0,3-2 5 16,-1-2 0-16,-2 2 0 0,0-1-13 0,3 9-9 15,-1-3 11-15,1-3 7 0,-2-2-1 0,2 0 1 16,-2-2 0-16,0-2 35 0,1 3-5 15,5 6-24-15,-5-1 9 0,1-4-26 0,-1 1 3 16,0-3 1-16,1-1 2 0,-1 2 0 0,-2 1 28 16,5 7-28-16,-2-5 1 0,0-3 0 15,-2 2-11-15,2-1 12 0,-2-3 4 0,1 1-21 16,2 0 21-16,-3 1 0 0,2-2 27 0,3 7-25 16,-2-2-6-16,-1-2 0 0,-1 0 33 0,1 0-1 15,-2-3-44-15,2 2 1 0,0-2 0 16,-3 2 12-16,2-5 11 0,-2 5-10 0,2-3 6 15,2 0 15-15,-3 2-26 0,1-1-15 16,-1 1 48-16,-1-2-29 0,4 1 6 0,-2 1-3 16,-2 0-17-16,0-2 17 0,2 0 16 0,-2 1-23 15,2-2 22-15,-2 2-7 0,0-4 0 16,0 5-1-16,0-4-11 0,0 4 6 0,0-5-9 16,0 4 25-16,3-1-17 0,-3 0-11 0,0 0 22 15,1-1-2-15,-1-3-1 0,0 0 17 16,0 0-1-16,0 0-2 0,0 7-3 0,0-7-35 15,0 7-1-15,0-7 13 0,0 6 0 0,0-6 0 16,0 6 1-16,0-6 14 0,0 8 1 16,0-8-20-16,0 8 11 0,0-8 1 0,0 8-1 15,0 0-21-15,0-8 17 0,0 9-3 16,0-3 1-16,0-6 1 0,0 9-1 0,0-2 0 16,0 0 0-16,0-7 0 0,0 8 10 0,0-1-2 15,0-2-1-15,0-5 15 0,0 9-3 16,0-1 0-16,0-3-10 0,0-5 0 0,0 9-20 15,0-2-3-15,0-7 22 0,0 6-12 16,0-6 2-16,0 8 12 0,0-8 9 0,0 5 2 16,0-5-9-16,0 0 22 0,0 8 1 15,0-8-16-15,0 0-4 0,0 8-10 0,-9 0 25 16,4-5-2-16,4-3 7 0,-2 3-7 0,-1-1-19 16,0 1-1-16,-3-1 2 0,2-1-12 15,-1 0 5-15,1 0 5 0,-1 3 14 0,-1-3-13 16,0 0-20-16,-1-1 19 0,1 3-22 0,0-3 30 15,-11 3 5-15,2-3-12 0,0 7 3 16,1-7-7-16,-2 5 18 0,2-5-21 0,4 2 26 16,-7 0-42-16,0 2-1 0,0-3 27 0,-2 1 13 15,0 3-32-15,0-2 15 0,-3 0 5 16,4 1-7-16,0-1 3 0,-3-1-4 0,1 1 5 16,1 0-20-16,-2-1 20 0,4 2-29 0,-1-1 14 15,-4 0-12-15,4 1 28 0,4-4-20 16,-6 4-4-16,4-1 8 0,-3 0 9 0,5-1 4 15,-1 0-2-15,5-1 13 0,-7 2-33 0,0 1 26 16,3-4-5-16,-3 2-8 0,-4 0 16 0,4 1-13 16,0 1-1-16,-6-1-11 0,2 1 2 15,-2-1 14-15,-4 3 4 0,2-2-15 0,-2 1 23 16,0-3-16-16,-1 3-25 0,3 2 25 0,-1-2-6 16,3 0 3-16,2-2 3 0,-3-1-1 15,3 4-16-15,0 0 46 0,3 0-23 0,0-3-4 16,1-3-4-16,0 5-1 0,-4-3-2 0,3-1 18 15,1 2-15-15,0-1-1 0,0 1 13 0,-2 1-10 16,-4 0 5-16,2-1-8 0,-2 1-25 16,-3 2 37-16,0-3 0 0,1-1 6 0,-2 2-43 15,2-1 41-15,-3 0-3 0,1 1-18 0,3-1 2 16,-4 0-5-16,1-1 13 0,2-2 9 16,-3 0-23-16,4 2 7 0,-3-2 11 0,5 0-18 15,-3 1 19-15,1 0-2 0,-2-1 7 16,3 3-8-16,0-2-3 0,-4-1 10 0,4 2-2 15,-2-1-16-15,1-1 3 0,-2 6-1 0,1-4 19 16,1 2-9-16,-1-1-2 0,2 0-20 0,-6-1 24 16,2 4-5-16,3-2 6 0,-1-2-16 15,-1 0 26-15,1 1-25 0,3 0 16 0,1-2-11 16,0 0 13-16,-1 3-20 0,0-2 15 16,1-1 6-16,1-1-25 0,-2 3 9 0,2-3-3 15,1 0 7-15,-2 2-16 0,0 0 26 16,-1-1-5-16,3 1-17 0,2 1 4 0,-4-3 18 15,2 0-16-15,-2 4 4 0,3-3 4 0,-3 3 14 16,2-1-15-16,-1-2 14 0,4-1-37 16,-1 3 31-16,-2 0-39 0,5-2 21 0,-3 0 14 15,0 5 19-15,3-5-18 0,3 0-13 16,0-1 0-16,-5 2 2 0,3 0 1 0,2 1 4 16,-5 0-14-16,2-2 2 0,0 0 9 0,-3 3 4 15,1-4 1-15,-3 3-8 0,5-1 14 16,3-2-13-16,1 0-3 0,1 2-15 0,0-1 14 15,10-1 19-15,-9 0-5 0,0 0-21 16,3 0 35-16,-3 0-28 0,1 0 15 0,1 0-12 16,-1 0 6-16,0 0-1 0,1 0 3 0,0 0 4 15,-1 0-2-15,1 0-9 0,1 0 3 0,-1 0 12 16,-1 0 2-16,8 0-15 0,-10 0 10 16,3 0-4-16,2 0-8 0,5 0 24 0,-12 0-9 15,-2 12-27-15,8-12 15 0,0 1 22 16,-1-1-15-16,2 0-7 0,-2 0-3 0,2 2-13 15,-3-2-6-15,2 1 40 0,0-1-1 0,-1 1-5 16,3-1-18-16,-1 0 8 0,-1 2 0 16,1-2 10-16,0 1-37 0,-3 0 33 0,5-1 1 15,-2 0 6-15,2 0-41 0,0 1 11 0,-1-1 22 16,4 0-5-16,0 0 23 0,0 0-5 0,0 0-19 16,-7 0 2-16,7 0-16 0,0 0 13 15,0 0-4-15,0 0 12 0,-8 0-2 16,8 0 17-16,0 0-4 0,0 0 4 0,-8 0-12 15,8 0 5-15,0 0 3 0,0 0 10 0,0 0-23 16,0 0 6-16,-6 0 10 0,6 0-13 16,0 0-16-16,0 0 19 0,0 0 6 0,-12-9-1 15,12 8-3-15,0-2-4 0,-1 2 7 16,0-3-6-16,-1 1-14 0,2 1 20 0,-2-2 4 16,1 1-17-16,-1-1-8 0,-1-1-3 0,1 2-7 15,0-2 28-15,1-2 7 0,-1 2-13 0,-2-7 12 16,2-2-31-16,-1 3 21 0,2 2 0 0,0-8-9 15,-1-2 22-15,2 0-14 0,-1-3-12 16,0-2-7-16,1 10 12 0,0-4-26 0,0-8 1 16,0-1-65-16,0-2-17 0,0-1-49 15,0-1-62-15,0 1-26 0,-9-27 23 0,0 30-275 16,-3 1 29-16,-7 0 11 0,-1 3 36 0,-3 0 60 16,-5 3 2-16,3-4 49 0,0-1 43 0,-1 0 30 15</inkml:trace>
  <inkml:trace contextRef="#ctx0" brushRef="#br0" timeOffset="-3781.143">11162 6082 214 0,'-4'0'137'0,"4"-3"-23"0,-1 2-2 0,-2-1 18 16,3 0-29-16,-1 0-18 0,0 1-15 15,-1 0-1-15,1 1 13 0,1 0-32 0,-1-2 12 16,0 1 4-16,-2 1 21 0,3 0-30 0,0 0-1 16,0-2-30-16,-1 2 41 0,1 0-13 15,-3-1-9-15,3 1-5 0,0 0-23 0,0 0 46 16,0 0-33-16,-1 0-33 0,0 0 35 15,1 0 15-15,-2 0-20 0,1 0-25 0,1-1 12 16,0 1-1-16,0 0 7 0,0 1-6 0,0-1-10 16,-1 0 16-16,1 0 9 0,0 1-11 15,-1 1-22-15,2-2 17 0,-2 0-4 0,1 1-15 16,0 1-7-16,0-1 26 0,0 0-6 0,0 1-27 16,0 2 1-16,0-3 36 0,0 4-6 15,1 0-5-15,-1 0-4 0,-1-2 22 0,2 4 2 16,-1-2-22-16,0-5 21 0,0 7-4 15,0-2-11-15,0 2-19 0,0 2 21 0,0 3 5 16,0 1-5-16,0 1-6 0,0 1-14 16,0 1 30-16,0 1-10 0,0-1-9 0,10 14 16 15,-7-12 3-15,-3-3-22 0,2 2 10 0,-2-3-6 16,5 2 20-16,-5-2-6 0,3 1-8 0,-2 5 13 16,-1-8 0-16,3 5 5 0,0 0-5 15,0 0 0-15,1 1-2 0,-1 0 2 0,1-2 8 16,-1 2-13-16,-2-3 2 0,1-1 2 15,0-5 1-15,0 9-2 0,1-3 5 0,0 1-5 16,-3-5-3-16,4 5 1 0,-2-3-27 0,3 3 24 16,-5-4-12-16,3 1 4 0,-3-2 20 15,1-3-7-15,0 1-7 0,1-2 5 0,0 11-4 16,-2-5 3-16,2-2-9 0,-1-2 5 0,-1 0 9 16,0 0-11-16,0 0 8 0,1-2-10 15,-1 0 3-15,0 1 0 0,0-1 4 0,0 0-12 16,0 2 10-16,1 8 2 0,1-4-1 0,-2-13-6 15,0 12 5-15,0-2-12 0,0-2 12 16,0 1-13-16,0 0 8 0,0 4 1 0,0 0-9 16,0 0 3-16,0-2 4 0,0-1-15 0,0 1 8 15,0-2 9-15,0 0-9 0,0-1 3 16,0 4-9-16,0 2 3 0,0-2 12 0,0 1-5 16,0 2 3-16,0-1-12 0,16 17 6 0,-16-18 13 15,2 4-10-15,-1-4 0 0,1 2-9 0,0 3 13 16,-2-3-2-16,2-4-1 0,-2 0-4 15,0 8 13-15,3-1-21 0,-1-2 13 0,0-1 2 16,-1 2-22-16,3 1 20 0,-3-1-11 16,0 1 22-16,1 0 2 0,4 1-12 0,-5-6 8 15,-1-1-9-15,3-2 2 0,1 8-5 0,0-2 5 16,0 2-7-16,-1-2 7 0,5 2-4 16,-6-3 6-16,4 2-10 0,-3 0-3 0,5-1 9 15,-4 1 0-15,1-1-16 0,-1 2 20 16,1-1 3-16,-2 3 3 0,2-2-14 0,-1-1-4 15,3-1 9-15,-1 0-6 0,-2 1-12 16,-1 0 16-16,1-2 1 0,2 3-4 0,-1-1-8 16,-1-2 8-16,4-1 3 0,-4 3 1 0,1-3 17 15,0 1-14-15,-1 2 0 0,0-1 12 16,2 1 0-16,-1-1-19 0,-2-4 26 0,3 3-26 16,-2 1 23-16,0 1-31 0,-2 0 30 15,3-2-11-15,-1 2-12 0,-1-2 2 0,-1-4 0 16,3 5-3-16,-2 0-5 0,1-2 8 15,-2-3 10-15,-2-4 15 0,5 9-10 0,2-3 6 16,-6-1 7-16,4 2 4 0,-4-6-37 0,2 0 20 16,-3-8-4-16,0 7 0 0,0 1-4 15,0-8-4-15,0 7 6 0,0-1-2 16,0-6-1-16,0 5-10 0,0-5 22 0,0 8 11 16,0-8-9-16,0 0 11 0,0 6 10 0,0-6-13 15,0 0 0-15,0 0-2 0,0 6 10 0,0-6-29 16,10 11-23-16,-10-11 20 0,0 0-10 15,0 0 9-15,0 0 0 0,0 0 16 0,0 0-38 16,0 0-52-16,0 0-28 0,0 0-37 16,0 0 11-16,-3 11-190 0,1-14-124 0,2-2 39 15,-1 2 29-15,-3-16 23 0,-1-3 24 16,-2-4-43-16,2-1 9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0T02:39:38.491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20480 8522 455 0,'-17'0'244'0,"-15"25"-28"15,21-22-1-15,3 1-43 0,-9 2-10 16,6-3 3-16,2 1-23 0,-7 3-10 0,1-5-20 15,2 3-9-15,2 0 2 0,-7 0 10 16,10 1-32-16,0-2-2 0,-5 1 1 0,-2 4-9 16,3-4 3-16,-1 6-8 0,-1-4-15 15,0 1 6-15,1-2-1 0,3 3-16 0,1 1 6 16,-3-2 5-16,0 3-10 0,5 4-19 16,1-7 8-16,-2 3-4 0,2 1-19 0,1-2 2 15,1 0 2-15,0 4-4 0,1-2 31 16,3-1-28-16,-2 0 8 0,2-1-21 0,0-10-3 15,0 12 15-15,0 2 17 0,13 20 0 0,-7-19-14 16,4 2 20-16,2-3-34 0,-3-2 25 16,5 0-19-16,0 0 1 0,2 0-3 0,0-2-6 15,3-3 0-15,-5-2 12 0,6 0 13 0,1-2 5 16,-2 1-33-16,3-3 8 0,-11-1-5 16,3 0 16-16,1 0-3 0,24-11 5 0,-22 6-13 15,-2-1-6-15,-2 3 20 0,-3-2-4 0,-4 3-18 16,1-3 18-16,-1 3-14 0,-1-1-5 15,5-9 2-15,-4 3 4 0,-3 4 14 0,0-2-16 16,0 2 27-16,-2 0 4 0,0 0-14 16,-1-2 12-16,1 4 26 0,-1 3 12 0,0 0-32 15,0-9-1-15,0 1-5 0,-14-10-2 0,7 6-3 16,-4 1-1-16,1 3 21 0,-3-1-4 16,2 2 6-16,-7 0-6 0,3 1-4 0,-4 4 1 15,4-1-3-15,-1-1 3 0,2 4-5 0,5-2-29 16,-1 1 0-16,2-1 17 0,1 1 0 15,2 0-16-15,-1 1 0 0,1-2 12 0,2 2-2 16,1 0-17-16,-2 0 1 0,1 0-2 16,3 0-18-16,0 0 4 0,0 0 1 0,0 0 11 15,-2 7-2-15,4-7 10 0,0 2 0 16,4-2 1-16,-1 1 12 0,2-1 1 0,10 4-28 16,-6-4 7-16,3 0 0 0,0 0 1 15,15-10-1-15,-10 6 1 0,-6 3 5 0,0-1-23 16,-3 0 24-16,-1 2-16 0,8-3 12 15,-6 2 15-15,3-7-23 0,-3 7 7 0,-4-1 1 16,1 2 0-16,-4-2 1 0,1 2 31 16,-3-1-2-16,0 1-23 0,3-2-23 0,-4 2 7 15,0 0 19-15,1 0 1 0,-2 0-7 0,0 0-10 16,0 0 4-16,0 0 15 0,0 0 0 16,0 0-1-16,12 9-4 0,-9-5-25 0,-2 0-5 15,2 1 23-15,2 8 5 0,-1-4-17 16,-3 1 14-16,4 0-3 0,-5-1 11 0,4 9-1 15,-2 0-9-15,0-2-13 0,2 0 26 16,-3 3-3-16,1 0 3 0,0-2 13 0,-1 1-25 16,-1-5 15-16,4 0-9 0,-4-4 3 0,1 1 7 15,-1-3-19-15,1 1 12 0,1-5 5 16,-2 2-14-16,0-1 14 0,0 1-3 0,0-3 44 16,0 3-9-16,0-3 4 0,0 2-13 15,0-3 0-15,0 2 16 0,0-2-1 0,0 2 4 16,0-2-18-16,0 1-14 0,0-1-13 0,0-1 5 15,0 0-40-15,1 0 4 0,-1 0-80 0,0 0-20 16,0 0-47-16,0-3-43 0,0 2-26 16,0-2 21-16,-1 1-272 0,2 2 37 0,-1-2 33 15,5 2 30-15,-4 0 42 0,2-1 25 16,2 0 19-16,1 1-13 0,0 0 31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0T02:38:45.242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15737 8589 788 0,'0'0'237'16,"0"0"-33"-16,0 0 6 0,0 0-39 15,0 0-33-15,0 0-6 0,0 0-20 0,0 0 11 16,0 0-20-16,0 0-26 0,-35-13 18 0,24 13-21 16,-11 10-22-16,4-6 14 0,-2 0-1 15,2 3-5-15,-4-2-20 0,6-2 2 16,-4 3-11-16,4-1 7 0,2-1 4 0,-1 0-9 15,6-1 1-15,1-2-7 0,-1 2 7 0,1 0 1 16,3-2 5-16,1-1-8 0,0 1-6 16,-2-1 4-16,2 0-22 0,1 0 5 0,-3 2-1 15,4-2-9-15,0 0 25 0,0 1-29 16,-1-1 9-16,1 0 12 0,0 1-24 0,0 1 11 16,-1-2-3-16,3 0-1 0,0 0 3 0,0 0-9 15,0 0 15-15,0 0 0 0,0 0 3 0,0 0 8 16,0 0-25-16,-7 12 1 0,8-9 13 15,-1 1-3-15,0 3-21 0,0-3 27 0,4 3-16 16,-4 0-4-16,7 17 5 0,-3-9 4 16,-4-1 16-16,3 1-3 0,-1 5-16 0,2-2 22 15,-1 1 1-15,0 3-26 0,0 5-3 16,0-1 34-16,1 1 0 0,-1 2-9 0,-1-4-21 16,-1-1-5-16,0 2 21 0,1-5-15 15,0-1 9-15,-2-10-17 0,0 3 34 0,0-1-26 16,0 1 7-16,0-4-1 0,0 0-31 15,0-2-14-15,0-7-23 0,0 5-18 0,0-5-27 16,0 0-45-16,0 8 14 0,0-11-107 16,-1-2-72-16,1 0 23 0,0-2 24 0,1-14-76 15,-1 11 23-15,0-6 20 0,0 0 9 16</inkml:trace>
  <inkml:trace contextRef="#ctx0" brushRef="#br0" timeOffset="203.121">15461 8932 658 0,'0'-1'221'0,"0"0"-7"0,-1-1-29 16,2-2 0-16,-2 3-34 0,1 0-17 0,0-1-12 16,0 1-28-16,1 1 10 0,1-1 2 0,4-2-16 15,-1 3 1-15,10-7-18 0,0 5-6 0,6-1 7 16,0-2-26-16,0 1-9 0,3-4-4 16,4 1 17-16,-6 2-18 0,0 0 0 0,-2 1-15 15,5 1 14-15,-9-3-8 0,1-1-17 0,-7 5-32 16,3-2-11-16,-5 1-33 0,-2 3-58 15,-1-2 12-15,-4 1-183 0,3 0-71 0,-1-1 24 16,-3 2 24-16,0 0 18 0,0 0-11 0</inkml:trace>
  <inkml:trace contextRef="#ctx0" brushRef="#br1">16407 8858 267 0,'0'-24'18'16,"23"24"68"-16,14-42-45 0,-27 33-44 0,12 3 9 15,-8 3 30-15,-3-4-36 0,-5 5-12 0,0-3 38 16,-1 4 9-16,4-1-18 0,-8 2-2 16,4-2 6-16,2 2-11 0,-3 0 43 0,1 0-34 15,-4 0-12-15,4 0 1 0,-1 0 10 0,-4 0-20 16,0 0 20-16,0 0 17 0,0 0 27 0,0 0-47 16,11 0 12-16,-11 0-27 0,21 13 17 15,-18-6-13-15,-3-3 3 0,0-3 16 0,2 6-1 16,-2-4-20-16,3 1 23 0,-3-3 11 15,0 6-22-15,0-2 8 0,0-2-4 0,0-1-1 16,-3 5 11-16,1-4-1 0,2 0 57 0,-3-1-11 16,3 3-64-16,0-5-15 0,0 0 24 15,0 0-3-15,0 0 46 0,0 0-6 0,0 0-7 16,0 11-22-16,0-11-5 0,0 0-4 0,0 0 10 16,0 0-12-16,0 0-3 0,0 0 16 15,0 0 5-15,10 18-49 0,-9-21 27 0,6 6-2 16,0-3-1-16,0 0 6 0,-1 1-6 0,-2-1-22 15,2 4 2-15,1-3 29 0,0 6 13 16,1-6-12-16,-3 3-33 0,-3-1 4 0,6 4 29 16,-3-2 2-16,2-2-18 0,-4 2 0 15,2 2-1-15,-1-4 0 0,1 1 1 0,-2 1 14 16,-3-1-27-16,5 3 28 0,-5 2 24 0,0-4-7 16,0-5-18-16,0 0 33 0,0 10-6 15,-25 26-7-15,10-13-9 0,-5-3 29 16,-2 3-65-16,2-2 39 0,-4-2 2 0,1-3-27 15,-1 1-49-15,2-7 3 0,2-5-131 0,3-5-159 16,17 0 6-16,-15 0 20 0,0 0 9 16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0T02:39:39.476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20766 9005 252 0,'0'-3'304'0,"0"0"-85"16,0 2 3-16,0-2-24 0,0 0-23 0,-3 1-39 15,6 0-12-15,-2-3-24 0,0 3-3 16,2-1-5-16,-2-2 5 0,2 3-32 0,2-3-14 16,-1 3 5-16,2-1 6 0,2 2-6 0,-4-1-16 15,3 0-4-15,5-4-24 0,2 5 18 0,-8 1 0 16,1 0-20-16,-7 0 10 0,9 0 0 16,-9 0 2-16,7 0 5 0,1 0-24 15,-8 0 12-15,6 0-1 0,8 12 4 0,-10-12 3 16,-1 4-20-16,0-1 7 0,2 1-14 0,-2-2 16 15,-1 3 9-15,4-1 3 0,-6 1 0 0,1-1-15 16,0 1-11-16,-1 1 13 0,0-6 3 16,0 0 4-16,0 9 17 0,0-4-11 0,0-5 0 15,0 10 14-15,0-4 5 0,-12 7-16 16,11-8-3-16,-2-2 9 0,-2 1 4 0,2 1 7 16,-1-3-10-16,2 1-13 0,-1-1 0 0,0 1 0 15,1 1 5-15,0-1-4 0,-1-2-2 0,2 1 21 16,-3 0-27-16,4-2 9 0,0 3-15 15,-3-3-5-15,3 1-2 0,0-1 15 0,0 0-6 16,0 0 5-16,0 0 1 0,9 0-14 16,-6 0 20-16,1-1-25 0,0 1-1 0,-1 0 6 15,1 0-1-15,-1 0 0 0,2 0-8 16,-2 0 20-16,2 0-19 0,0 1 1 0,-2-1 3 16,-3 0 13-16,0 0 6 0,0 0-27 15,7 0 10-15,-7 0-11 0,14 8 19 0,-10-6-12 16,1 0 23-16,-4 1-27 0,3 2 20 15,-3 0-8-15,2-4-12 0,-3 5 1 0,2-2-3 16,-1 0 10-16,1 3-5 0,-2-3 21 0,1 1-3 16,-1 0-4-16,2 1 6 0,-1-2-24 15,-1 0 7-15,0 1 4 0,0-5 4 0,0 0 6 16,0 8-12-16,0-8 3 0,0 9 26 0,0-4-33 16,0-5 35-16,-13 16-25 0,10-11 15 15,1-2 7-15,-4 1 8 0,-6 4-15 0,2 0 20 16,-3-2 52-16,3-1-8 0,0-2-8 15,2-3-8-15,-1 3-16 0,-1-2-5 0,2 2-5 16,1-3 5-16,-12 3-4 0,7-2 6 0,0 0 14 16,2-1-12-16,10 0-7 0,-6 0 14 15,-2 0-8-15,8 0-4 0,-8 0-5 0,8 0-5 16,-9 0-9-16,9 0 13 0,-7 0-12 0,7 0-28 16,-7 0 26-16,7 0-21 0,0 0-2 15,-6 0 1-15,6 0 0 0,0 0-46 0,0 0 2 16,-10 0-42-16,10 0-26 0,0 0-24 15,0 0-13-15,0 0-19 0,0 0-40 0,-5-5 19 16,7 3-122-16,1 1-113 0,2-1 31 16,-3 0 28-16,2 0 33 0,1 1-9 0,0-1 24 15,12-1 15-15,-7 0 15 0</inkml:trace>
  <inkml:trace contextRef="#ctx0" brushRef="#br0" timeOffset="343.756">21331 9062 610 0,'2'0'397'16,"0"0"-88"-16,-1 0-12 0,2 0-27 0,-2 0-34 16,3 0-38-16,-4 0-15 0,2 1-32 15,-2-2-1-15,3 0-31 0,-2 2-2 0,-1-1 7 16,1 1-44-16,-1 1 22 0,2-2-33 0,-2 0-27 16,1 0 5-16,-1 3 11 0,2-2-36 0,-2 0-32 15,0-1-46-15,2-1-26 0,-4 1-29 16,4 0 11-16,-4-1-223 0,2-2 26 0,-2 1 22 15,2-3-130-15,0 1 78 0,0-1 29 16,-3 2 22-16,3-4 14 0,-1 4-33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0T02:38:48.852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13974 9814 304 0,'-15'0'256'0,"-12"-25"-60"0,16 25-10 16,0 0-19-16,1 0-38 0,-1 0-6 16,-23 17 6-16,17-10-15 0,-2 1 0 0,3 3-18 15,-1 1 2-15,2-2-30 0,1 4 25 16,0-1-17-16,0 1-8 0,-1 2-13 0,5 0 10 15,-1 0-10-15,1 1-9 0,3 0 2 0,1-1-5 16,2 2-13-16,4-5 4 0,0-1-4 16,0-3 0-16,0 6-4 0,0-3-3 0,13 19-16 15,-7-16 19-15,3-1-6 0,4-2-2 0,0 3-2 16,1-4-6-16,0-3-7 0,2 2 16 16,-1-3-25-16,0-2 10 0,3-1-9 0,1 2-3 15,-5-6 10-15,-5 0-13 0,4 0-2 16,1 0 6-16,15-15 15 0,-16 9 0 0,1-2-4 15,-2 1-6-15,-6-1 9 0,3 3-4 0,-1-1 0 16,-5 2 0-16,0 0-6 0,-2-1 14 16,-1 0-7-16,0 3 6 0,0 2-11 0,0 0 8 15,0 0-3-15,-10-17 4 0,5 14-1 16,-9-4-1-16,4 2-7 0,-3 0-1 0,1 1 22 16,2 1-15-16,1-1-9 0,2 3 13 0,1-1 4 15,3 2 0-15,-2-1-4 0,1-2-6 16,0 3-4-16,3-1 11 0,-2 1-15 0,0-2-6 15,1 1 7-15,1 0 2 0,1-2-20 16,0 3 10-16,0 0-21 0,0 0 23 0,0 0-14 16,14-5 20-16,-10 3-6 0,2-1-1 0,-2 2-4 15,3 0 14-15,-1-2-17 0,1 3 22 16,-2-1-9-16,2 1-3 0,-1-1-17 0,-6 1 35 16,0 0-16-16,8 0-1 0,-2 0-12 15,2 0 8-15,-8 0 7 0,8 0-4 0,-2 0-1 16,8 14 4-16,-9-11 7 0,-1 0 0 0,8 5-3 15,-5-2-2-15,2 1 3 0,-5 0-13 16,1-1 26-16,-2-1 4 0,4 9-5 0,2-3-12 16,-2 2 15-16,-5-4 0 0,2 3 0 0,-1-4-5 15,-2 1 3-15,2 0-5 0,0-1-3 16,-3-3 3-16,1 2-1 0,1 0 11 0,-1-1-2 16,-1-2-8-16,3 4 1 0,-2-3-13 0,0-1 16 15,-1-1-5-15,0 1 12 0,1-1 5 0,1 2-14 16,-1-3 30-16,-1 1-24 0,1 1 5 15,1-3 8-15,-2 1-20 0,0 0-16 0,1 1-2 16,0-3-19-16,-1 1-43 0,0-1-52 16,0 0 12-16,0 0-101 0,0 0-114 0,4-9-14 15,1 5-31-15,6-2 24 0,-5-3 16 0,1 2 4 16</inkml:trace>
  <inkml:trace contextRef="#ctx0" brushRef="#br0" timeOffset="578.106">14273 10144 526 0,'-2'-1'293'0,"-3"-2"-54"0,4 0-8 0,-2 1-24 15,-1-3-38-15,2 3-10 0,0-1-19 0,2-2-20 16,-1 2-23-16,1-3 1 0,1 3-17 0,1-2-11 15,0 1-14-15,-2 4-2 0,8-8-20 16,-3 4-6-16,-1 3-16 0,-3-1 8 0,4-2-7 16,0 3 3-16,-1-1-19 0,1 2 13 15,-2 0-4-15,4-1-4 0,-7 1-7 0,0 0 7 16,0 0-1-16,5 0-3 0,6 10-7 0,-10-7 8 16,3 2 2-16,-4-1-6 0,5 1-14 15,-4 1 25-15,-2-1-15 0,1 1 13 0,0-6 5 16,0 8 1-16,0 3 0 0,0 1-6 0,0-1 12 15,-10 12 4-15,7-15-5 0,-2 9 5 16,2-8-9-16,-2 6 23 0,3-5-10 0,-5-3 24 16,4 1-2-16,0-2-13 0,3-1-1 0,-4-2-4 15,4 2-10-15,-1-4 11 0,1 2-7 16,-1 0 6-16,-1-2-1 0,2-1-19 16,0 0 13-16,0 0-5 0,0 0 0 0,13 8-6 15,-5-8 9-15,-1 0 11 0,14 0-1 0,-11 0-23 16,3 0 27-16,6 0-28 0,0 0 1 0,0 0 3 15,19-12-5-15,-21 10 28 0,-4 1-16 16,1 0-16-16,3 0 3 0,-4-1 14 0,-2 1-2 16,-1 1-13-16,-3-3 3 0,-1 3-7 15,-1 0 17-15,-1-1-15 0,0 1-1 0,-4 0-11 16,0 0 12-16,0 0-1 0,0 0 18 0,6 0-2 16,-6 0 1-16,0 0-33 0,8 0-21 15,-8 0-32-15,0 0-49 0,0 0-43 0,0 0 13 16,10-5-281-16,-11 5 43 0,0 0 4 15,-4-2 15-15,3 0 22 0,-3 1 13 0,1 0 49 16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0T02:37:46.42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1809 4290 431 0,'0'0'133'0,"-15"-14"-8"0,15 14 13 0,0 0-6 15,0 0-33-15,0 0-16 0,-23-27 21 0,21 26-22 16,1-2-6-16,-1 1 2 0,0 0 6 15,2 2-19-15,-4 0-18 0,3-3 29 0,-1 0-38 16,2 3 12-16,0-1-7 0,-1 0 11 16,0 1-15-16,1-2 2 0,-1 1-23 0,1 0 28 15,0-1 1-15,0 2-11 0,-2 0-32 0,2 0-1 16,0-1 27-16,2 1-14 0,0 0-16 0,-1 0 32 16,3 1-13-16,3-1-3 0,0-1-10 0,1 1-11 15,5 0 21-15,3 0 1 0,6 0 8 16,28-10-5-16,-27 7 3 0,8-1-7 0,1 4 0 15,-2-2-18-15,2-1 10 0,0 1 6 16,1-1-10-16,2 0 6 0,-3 0 8 0,3 2-32 16,-1-2 16-16,2 0 23 0,-2-1-23 0,6 2 10 15,-1-3 4-15,4 0-5 0,2 1 2 0,2-3 3 16,1 0-2-16,1 4 3 0,1-4-8 0,0 2 2 16,2 0-4-16,-2-2 4 0,0-1 13 15,1 2-12-15,-1 0-1 0,1 1 4 0,-1-4-11 16,-3 2-9-16,4 1 16 0,-1-1-2 15,1 1 0-15,0 0-2 0,2 4-7 0,2-4 5 16,1 1 1-16,2 1-11 0,-1-2 12 0,3 1 0 16,-3-1 4-16,-3 2-18 0,2 0 14 0,2 0-25 15,-4 1 18-15,2-4 11 0,-3 5-10 16,3-1 2-16,-4-2-13 0,1 3 14 0,2-2-1 16,-2 1-4-16,-3 1 11 0,3-1-2 15,-6 0-12-15,-1 2 8 0,-2-3 2 0,-2 0-6 16,-5 4-13-16,-3-5 20 0,-1 3-2 15,-3 1-8-15,-2-3-10 0,-3 4 16 0,-2-2 3 16,-8 2-1-16,-1-3 7 0,-14 3-4 0,9 0-6 16,-2 0-9-16,-2 0-4 0,-5 0 12 15,9 0-3-15,-9 0 0 0,8 0 17 0,-8 0-22 16,5 0 8-16,-5 0 2 0,10 0 9 0,-10 0-9 16,0 0 10-16,7 0-9 0,-7 0-4 15,0 0 0-15,6 0 1 0,-6 0 7 0,0 0-22 16,0 0 12-16,6 0 15 0,-6 0-1 0,0 0-6 15,8 0-10-15,-8 0 17 0,0 0-8 16,6 0-7-16,-6 0 23 0,0 0-3 0,0 0-5 16,0 0-16-16,0 0 4 0,8 0 17 0,-8 0-2 15,0 0-10-15,0 0 15 0,0 0-1 16,0 0-14-16,0 0 9 0,0 0-5 0,0 0 2 16,0 0-6-16,0 0-3 0,0 0 17 0,0 0-14 15,0 0-10-15,7 0 7 0,-7 0-4 16,6 3-2-16,-5-3 8 0,-1 0 8 0,2 0 7 15,-4 0 11-15,1 0-17 0,1 0-7 16,0 0 8-16,-1 0 19 0,2-3-17 0,-1 6-9 16,0-3 4-16,0 0 14 0,0 0-22 0,0 2 2 15,-1-2-4-15,2 0 22 0,-2-2-27 0,1 4 10 16,0-4-5-16,1 4-1 0,-1-2 9 0,0 0-3 16,3 2 3-16,-3-2 6 0,0 2-1 15,0-1-16-15,0 1-10 0,0 3-2 0,0-2 27 16,2 2-18-16,-2 0 0 0,0 2 4 15,0-2 6-15,0 4-11 0,0 0 14 0,0 6-17 16,0 2 6-16,0 0 1 0,0 2 5 16,0 2 21-16,0-2-17 0,0 4-12 15,0-4 10-15,-9 4 11 0,9 1 6 0,0 0-17 16,0 0-7-16,0-3-8 0,0 2 5 0,0 1 26 16,0-2-20-16,0 1 2 0,0 0 4 0,0 0 7 15,0 2-5-15,0-3 10 0,0 2-1 16,0 1-31-16,0-2 2 0,0 0 12 0,0-1 15 15,0 1-19-15,0 1 6 0,0-4 19 16,0 3-23-16,0 0 16 0,0-4-11 0,0 3-12 16,0-1 34-16,0-1-27 0,0-1 11 0,0 1-11 15,0 0 16-15,0-2-17 0,0 2 24 16,0-1-21-16,0 0 33 0,-5 1-37 0,5-3 9 16,0 1-1-16,0 1 6 0,0-1-3 0,0 4 23 15,0-2-24-15,0 1 13 0,0-1 8 16,0 1-10-16,0-1-13 0,0 2 1 0,0-2 14 15,0 1-24-15,0-1 9 0,0-2-15 0,0 4 33 16,0-3 13-16,0 3 1 0,0-3-38 16,0-1 0-16,0 3-14 0,0-1 25 0,0 1-16 15,0-2 17-15,0 1-15 0,0 1 38 0,0-1-33 16,0 1-17-16,0-2 53 0,0-1-21 16,0 2-29-16,0-3 12 0,0 0 18 0,0 3-7 15,0-2-10-15,0-3-2 0,0 2 14 0,0 0-5 16,0 0 5-16,0 0-7 0,0-2-6 15,0-2 2-15,0 4 9 0,0-2 7 0,0-1-31 16,0-1 36-16,0 2-18 0,0 3-6 0,0-2 27 16,0-3-18-16,0-1-17 0,0-2 3 15,0 0 6-15,0 0-2 0,0-2 10 0,0-1-2 16,0 1-5-16,0-1 20 0,0 1-17 0,0 5 23 16,0 1-22-16,0-2-24 0,0 2 8 15,0 0 10-15,0-3 1 0,0 1 0 0,0-4 9 16,0 1-12-16,0-2-16 0,0-1 21 0,0-6 16 15,0 8-9-15,0-1-31 0,0-7 25 0,0 6 19 16,0-6-31-16,0 9 7 0,0-9 13 16,0 5-9-16,0-5 20 0,0 7-17 0,0-7-5 15,0 0-18-15,0 6 14 0,0-6 11 16,0 0 4-16,0 8 7 0,0-8-2 0,0 0-20 16,0 6 0-16,0-6 8 0,0 0 9 15,0 0-27-15,0 6 1 0,0-6 1 0,0 0 16 16,0 0 0-16,0 0 0 0,0 7-12 0,0-7 28 15,5 6-19-15,-2-5 7 0,-6-1-11 16,3 0-12-16,0 0 10 0,0 0 6 0,0 1 12 16,0-1-13-16,0 0 4 0,0 0-6 0,0 1 18 15,0 1-1-15,3-2-32 0,-3 0 13 16,0 0 26-16,-3 0-28 0,3 2 1 0,4-2 2 16,-5 0-15-16,-2 0 1 0,3 0 2 0,0 0 18 15,0 0-4-15,0 0-6 0,0 1 3 16,0-1 8-16,0-1 1 0,0 2 0 0,0-1 10 15,0 1-6-15,0-1 11 0,0 0-16 0,0 1 4 16,0-1 11-16,-2-1-37 0,2 1 23 0,-3-1 13 16,-1 1-5-16,4 0-31 0,-1 0 31 15,-2-1-13-15,-1 1 17 0,0 0-1 16,0 0-2-16,-2 0-12 0,3 0 0 0,0-2-9 16,-2 2 17-16,2-3-3 0,-2 3-14 0,5 0 15 15,0 0-22-15,-10 0 1 0,10 0 1 16,-10 0 24-16,5 0-22 0,-3 0 5 0,0 0 11 15,2 0-10-15,-2 0-17 0,-1 0 26 16,3 0-6-16,0 0 0 0,-3 0 2 0,-6 0-1 16,1 0 13-16,-2 0-1 0,3 0-1 0,0 0 16 15,2 0-1-15,0 0-25 0,1 0-16 16,3 0 11-16,-1 0-3 0,-6 0 1 0,-1 0 0 16,-19 13-2-16,15-13 3 0,4 1-2 15,2 0 10-15,2-1-1 0,-2 0 7 0,-5 2 2 16,-3 0-2-16,3 0 23 0,11-2 9 15,-5 0-21-15,-4 0-12 0,0 0-6 0,1 0 2 16,0 0-1-16,0 0 5 0,3 0-4 0,0 0 13 16,-15 12-3-16,11-12 0 0,4 1-3 15,1-1-2-15,11 0-1 0,-12 0 0 0,2 0-1 16,-3 0-1-16,-1 0-2 0,-5 0 1 0,4 0-9 16,0 0 13-16,-19 12-9 0,23-11 16 15,-7 1-18-15,5 0 2 0,-6 1-1 0,6-3 0 16,-5 5 0-16,-1-4-1 0,2 2 2 0,-2-2-3 15,3 2 18-15,-2 1-17 0,6-4 6 16,0 2 9-16,1-2 9 0,-9 5-12 0,-1-3 0 16,2 1 3-16,-3-1-1 0,2 2-2 15,-2-1 2-15,2 1-5 0,-1-3-2 0,0 2 8 16,1 0-3-16,-4-2 23 0,6 6-14 0,-2-7-19 16,2 3 12-16,-2-2-19 0,-1 3 16 0,4-1-5 15,-2-2 4-15,-1 0-8 0,-1 1 13 16,-2 3-13-16,2-5 9 0,-2 3 12 0,2-1-9 15,-2 1-6-15,3-1 10 0,0 2-11 16,0-3-4-16,0-1-6 0,-2 0 23 0,2 2-16 16,-1-2 5-16,0 1 3 0,1 0-17 0,-2-1 16 15,12 0-2-15,-7 0 3 0,-2 0-3 16,-1 0-3-16,-1 0-1 0,-1 0 2 0,1 0-3 16,-6 0-10-16,3 0 29 0,-3 0-20 0,-2 0 5 15,-1 0-6-15,-25 8-12 0,22-3 19 16,0-4 3-16,7 0-5 0,-8 2-22 0,8-3 19 15,0 3 4-15,-2-2-1 0,5 4-8 0,-1-3 11 16,-3 1 2-16,8-1 7 0,-3 2-15 16,2-4-12-16,0 2 29 0,1 0-2 0,0 0-1 15,1 0-4-15,5-1-3 0,2-1 10 0,1 1-6 16,-7 3 2-16,3-2-8 0,2 0 9 16,3-2 5-16,2 0-9 0,-3 3 0 15,2-1-7-15,1-2 9 0,1 1-15 0,0-1 3 16,-3 1 12-16,1-1-9 0,-8 7-6 0,1-6-2 15,-4 1 16-15,4-1-4 0,-2 2-20 0,-2-2 15 16,1 1-11-16,0 0 14 0,1 1 4 16,4 0-13-16,-5-2-3 0,-2 2 13 0,4 1 9 15,2-3-13-15,-5 2-9 0,1 0 16 16,0-1-9-16,1 1 0 0,-2 0-7 0,2-1-16 16,5-1 17-16,0 0-7 0,2 1 14 0,0-2-18 15,2 0 26-15,3 0-3 0,0 0 4 16,-1 1 0-16,0 0 2 0,3-1 5 0,3 0-3 15,0 0-1-15,0 0 6 0,-8 0-18 16,8 0-2-16,-8 0 0 0,8 0-3 0,-7 0 9 16,7 0-6-16,0 0 13 0,-7 0-14 0,7 0 9 15,0 0-10-15,-8 0-8 0,8 0 20 16,0 0 4-16,0 0-25 0,0 0 23 0,-7 0-18 16,7 0 1-16,0 0 12 0,0 0-9 0,0 0 9 15,-4 0-3-15,4 0-16 0,0 0 19 16,0 0-8-16,0 0-2 0,0 0 11 0,-9 0-3 15,9 0-5-15,0 0-8 0,0 0-2 0,0 0 10 16,0 0-11-16,0 0 17 0,0 0-5 16,0 0-10-16,0 0 17 0,-6 0-8 15,6 0 0-15,0 0-4 0,0 0 20 0,0 0-9 16,0 0-8-16,0 0-4 0,0 0 21 0,0 0 4 16,0 0-7-16,0 0 14 0,0 0 10 15,0 0-7-15,0 0-12 0,0 0 10 0,0 0 3 16,0 0-7-16,-13-5-13 0,11 4 11 15,0-4 9-15,1 1-25 0,0-3 14 0,-3-9-4 16,2-3 7-16,0-5-14 0,-1-1-3 16,1-7-14-16,0-2 2 0,2 3-6 0,0 12-13 15,0-9-22-15,0-7-13 0,0-2-5 0,0-1-22 16,0 1 8-16,0 0-120 0,-9-34-10 16,-1 39-22-16,-3 4-44 0,3 3 25 0,-4-2-189 15,1 5 36-15,-3 1 31 0,3 0 31 16,2-2 27-16,-1 1-85 0,3 0 24 0,3 1 18 15,6 11 22-15,0-5 14 0,0-3 36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0T02:40:38.724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673 11275 646 0,'0'0'232'0,"0"-15"-62"15,0 15 2-15,0 0-31 0,0-28-6 16,-1 25 3-16,0-3-21 0,-2 1 7 0,3 1-3 15,-1 1-6-15,1 1-5 0,-1-1-14 0,0-1-17 16,-1 3-16-16,2-2 3 0,0 3-5 16,0 0-16-16,0 0-10 0,0 0 6 0,0 0-5 15,0-2-14-15,0 7 14 0,3-2 2 16,-2 3-19-16,4 10-6 0,-2 2 2 0,3 3-2 16,0 0 1-16,0 1 10 0,2 0-17 15,-1-1 1-15,-3 1 2 0,1-2 4 0,0 3 2 16,1-3-8-16,-1-5-2 0,-2 2-3 0,0-2-4 15,0-5 13-15,0-2-6 0,-3-8-11 0,0 8 4 16,0-8-38-16,0 8 3 0,0-8-20 16,0 6 4-16,0-6-129 0,5 8-79 0,-9-7 22 15,0-3 18-15,3-2-156 0,-3 1 40 16,3-3 16-16,-2 1-1 0</inkml:trace>
  <inkml:trace contextRef="#ctx0" brushRef="#br0" timeOffset="312.497">767 11039 718 0,'0'-2'198'0,"0"0"-21"0,-3-1-23 0,3 1-21 15,3 2-39-15,-1 0-3 0,0 0 17 0,-1 2-30 16,3 1 16-16,0 0-28 0,8 10 16 15,-3-3-30-15,2 5 24 0,1 2-8 0,-2 3-4 16,2 1 9-16,1 3-5 0,-3-2-19 16,0 4-1-16,0 0 12 0,1 0-8 0,-1 5-7 15,-3-2-13-15,0 4 10 0,1 1-2 0,-3-1-2 16,-3 6-15-16,2-2 9 0,-4-17-37 16,0 9-26-16,-19 43-48 0,6-31 8 0,-4 1-325 15,-4 5 3-15,2-2 18 0,-6 3 24 0,-3-2-19 16,-2 0 4-16</inkml:trace>
  <inkml:trace contextRef="#ctx0" brushRef="#br0" timeOffset="1499.962">722 13565 348 0,'0'0'265'0,"0"0"-36"0,-13 0-15 0,13 0-52 16,0 0-8-16,0 0-18 0,0 0-15 16,0 0-24-16,-16-11-4 0,18 7-5 0,3-1-25 15,-4-1-5-15,1 4 1 0,2-3-5 16,-1 2-7-16,0-1-23 0,7-5 22 0,-1 1-3 15,-1 4-15-15,-2 1 6 0,1-1-10 0,-1 3-14 16,-1-2 9-16,3 1 12 0,-2 2-20 0,-1 0 16 16,4 0-37-16,-9 0 0 0,8 0 17 15,2 0-4-15,18 13 9 0,-16-6-11 0,-2 4 1 16,0-1 3-16,-5 0 12 0,-1-1-41 0,0 0 11 16,1 6 17-16,-2 0-1 0,-2 0-7 15,-1-6-5-15,0-9 18 0,0 13-13 0,-14 14-8 16,6-11-1-16,1 1 7 0,1-3 29 15,-1 1-17-15,-3 2 6 0,-1-3-11 16,-5 1 18-16,3-1-23 0,-1 1 20 0,1-3-3 16,3 0 6-16,-2-2 11 0,2-1-6 0,0-1-1 15,4 1-6-15,0-6 6 0,3 2-21 0,-3-1 9 16,5-1-2-16,0-1 11 0,-2 1-13 16,3-3 5-16,-2 3-26 0,2-2 1 0,-2 0 20 15,2 1 0-15,0-1-17 0,0-1 0 0,0 0 18 16,0 0 1-16,0 0-11 0,9 8 7 15,-2-6 2-15,-2-1-7 0,1-1 15 0,2 2-6 16,-1-1-9-16,14 1 0 0,0 0 1 16,0-2 5-16,0 3-15 0,-1-2 19 0,3 0-19 15,0-1 13-15,-14 0 8 0,6 0 3 0,2 0-13 16,-2 0-1-16,-2 0-10 0,0 0-4 16,-4 0 20-16,0 0 4 0,-3 0-9 0,-6 0 4 15,11 0-12-15,-11 0 17 0,9 0 9 0,-9 0-13 16,5 0-3-16,-5 0 14 0,0 0-15 15,7 0 8-15,-7 0-15 0,0 0-17 0,0 0-26 16,13-2-44-16,-14 2 9 0,-1 0-142 0,0-3-102 16,-2 2 23-16,0 0 21 0,3-1-49 15,-1-2 18-15,-2-2 8 0</inkml:trace>
  <inkml:trace contextRef="#ctx0" brushRef="#br0" timeOffset="1906.199">981 13380 540 0,'-3'-5'266'0,"3"2"-31"0,-3-1-31 0,3-1-31 15,0 4-17-15,-1-3-11 0,1 1-39 16,-3 2 9-16,3 0-15 0,3-1-6 0,-2 2-22 15,2 0-7-15,0 0-17 0,3 3-1 16,6 2-15-16,5 2 12 0,-5 2-11 0,3 3-1 16,2 2-1-16,-2 0 7 0,3 4-30 0,0-1 13 15,-4 0-8-15,4 4 5 0,-6-1 5 0,4 6-15 16,-3 1 10-16,0 0 4 0,-1 4-3 16,-2 0-2-16,3 3 1 0,-7 0-3 0,1 0-7 15,-3 3 10-15,-2 0 1 0,-1-2-17 16,-1-1 23-16,0-17-6 0,0 12-9 0,-14 29-7 15,8-24 14-15,-3 2-6 0,-2-4 6 16,0-1-4-16,-2-3 3 0,0 1-10 0,1-2 1 16,1-2-14-16,2-1 16 0,-2 0-26 0,-1-4-12 15,3-4-15-15,0-1-43 0,2-2 7 0,1-4-126 16,-1 3-101-16,0-6-79 0,5-3 13 0,0-2 26 16,2-1 14-16,0 0 29 0</inkml:trace>
  <inkml:trace contextRef="#ctx0" brushRef="#br0" timeOffset="128343.083">522 16974 373 0,'-15'0'240'0,"15"-12"-5"16,0 12-26-16,0 0-39 0,0 0-7 15,-25-28-12-15,23 25-17 0,0-1-26 0,2-1-18 16,-1 1-15-16,2 1-4 0,-1-1-3 0,0 4-7 16,0 0 4-16,0 0-23 0,20-21-3 15,-16 15 10-15,6 3-28 0,-1-1 13 0,-1 3-22 16,-2-1 6-16,3 1-1 0,-2 1 2 16,-1-1-1-16,-6 1 6 0,5 0-7 0,3 0 8 15,-2 0-33-15,1 0 11 0,14 11 13 0,-12-4-12 16,4 1 7-16,-4-1-6 0,2 1-6 15,-5 3 6-15,-1-6-3 0,-5-5-10 0,0 8 11 16,0-1 8-16,0 3-10 0,0-3 9 0,0 5-10 16,0 0 1-16,-11 15 1 0,8-16 9 15,1-1-9-15,-3-2-6 0,3-1 5 0,-2-3 5 16,1 1 2-16,3 0-3 0,-2-2 2 0,-1-1 1 16,2 1-2-16,-2-2-15 0,3 2 18 0,-1-3-4 15,0 2-16-15,-2-1 18 0,3-1-4 16,0 0 4-16,0 0-12 0,0-3 3 0,0 3-16 15,3-4 18-15,-1 3 7 0,1-1-26 0,1 0 21 16,-2 0-12-16,2 1 9 0,0 1-2 16,1-2-10-16,0 2 12 0,0 0 2 0,2 2-4 15,-3-2-3-15,-4 0-20 0,12 0 24 0,15 12-21 16,-17-7 22-16,1 5-1 0,1-1-9 16,-3 4 12-16,0-1-6 0,-1-2-3 0,-3 6 8 15,-1 1-6-15,1-3 5 0,-5 0-7 16,0-14 19-16,0 9-11 0,0 1 3 0,0 1-7 15,0-3-5-15,0 0 35 0,0-1 3 0,0 4 16 16,-18 15-3-16,9-15 6 0,0-2 9 0,-2 1 18 16,-2-3-17-16,0-2 1 0,-2 0 24 15,2 0-8-15,0-5-20 0,0 1 2 0,-3 0 5 16,2-1-1-16,0 0-11 0,14 0 10 16,-12 0-42-16,3 0 31 0,-1 0-8 0,4 0-40 15,6 0 1-15,-8 0-22 0,0 0-10 16,8 0-32-16,-7 0-33 0,7 0-54 0,-7 0 13 15,7 0-104-15,0 0-36 0,0 0-146 0,-12-9 27 16,14 6 21-16,-1 2 23 0,2-2 25 16,2 0 2-16</inkml:trace>
  <inkml:trace contextRef="#ctx0" brushRef="#br0" timeOffset="128858.691">653 16615 301 0,'-3'-7'316'0,"3"3"-62"0,-1 0-28 0,-2 1-42 15,2-1-15-15,-1 4-22 0,2-2-20 16,0 1-17-16,0-3-6 0,3 4-19 0,0 0-12 15,1 2 8-15,2 1-22 0,13 5-6 0,-2 3-19 16,1-2 19-16,5 3-13 0,-4 1-3 16,-1 2-3-16,1 1 2 0,1 1-17 0,-4 2 4 15,-1 1-15-15,2 1 9 0,-2 4 2 16,-1 1-14-16,-2 3 4 0,1 3 4 0,-3 2-2 16,2 0-3-16,-5 2-10 0,-1 3 9 0,1 2 3 15,-5 0 1-15,1 1 9 0,-3-2-20 0,1-1 6 16,-1-20 0-16,0 8 6 0,0 4 3 0,-13 34-4 15,8-33 18-15,-3-3 6 0,-2-1 5 16,5 0 2-16,-2-2 24 0,-5-1-22 0,4-3 16 16,-2 1 17-16,-1 2-3 0,1-3 15 0,-1-3-1 15,2 0-33-15,-2-4 10 0,3-6-19 16,2 6-6-16,1-5 5 0,1-3-21 0,1-2 36 16,1-1-40-16,0 1 27 0,0-2-27 0,1 0 8 15,-1 0-29-15,2-2 5 0,-1 2-9 16,-1-1-1-16,1-1-39 0,1-1-32 15,0 1-46-15,0 2-65 0,0-3 17 0,0 0-115 16,0 0-152-16,0 0 32 0,0 0 26 16,0 0 18-16,11 12 24 0,-10-12 15 0,0 0 2 15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0T02:44:20.692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21658 17034 214 0,'0'2'228'0,"0"-2"-77"16,0 0 12-16,0 0-23 0,0 0-21 15,0 0-20-15,0 0-18 0,0 0 19 16,0 0-35-16,0 0 14 0,0 0 21 0,0 0-6 16,0 0-28-16,27 9 1 0,-21-6-13 0,16-2-4 15,-10 0-14-15,2-1 14 0,4 2-39 16,-12-2 15-16,4 0-1 0,0 0 18 0,1 0-24 16,0 0 6-16,-2 0-21 0,-1 0 11 15,-1 0-10-15,0 0-21 0,1 0-28 0,-1 0 11 16,-7 0 4-16,9 0-53 0,-3 0-48 0,-6 0-37 15,8 0-123-15,-8 0-55 0,0 0 13 16,7 0 0-16</inkml:trace>
  <inkml:trace contextRef="#ctx0" brushRef="#br0" timeOffset="999.972">22049 16769 339 0,'0'0'288'0,"0"0"-40"16,0 0-39-16,0 0-37 0,0 0-17 0,0 0-20 15,0 0-21-15,0-13-19 0,0 13 8 16,0 0-13-16,20-20-15 0,-5 17-21 0,-1-3 10 16,1 1-6-16,6-1-2 0,-5 1-4 0,1 0-10 15,2 0-11-15,-4 3-6 0,-2-3 6 16,0 5 2-16,-3-2-22 0,-1 0 6 0,-1 2 4 16,-2 0-4-16,1 0-26 0,-2-2-7 15,0 2-24-15,1-1-11 0,-2 0-6 0,0 0 4 16,0-1-68-16,0 2-16 0,-2 0-13 0,1 0-13 15,-2 0-55-15,0 0-91 0,-1 0-27 16,0 0 10-16</inkml:trace>
  <inkml:trace contextRef="#ctx0" brushRef="#br0" timeOffset="1468.708">22260 16704 360 0,'-2'0'215'0,"-2"0"-34"15,0 2 6-15,3-1-16 0,-2 0-25 16,1-1-3-16,0 1-17 0,0 1-14 0,-1 1-27 15,2-2 1-15,0 0-15 0,-1-1-10 16,0 3-10-16,2-2 8 0,-4 2-9 0,4 0-16 16,0 1 10-16,0 2 13 0,0-2-27 0,0 1 1 15,3-1 13-15,-3 4-12 0,0 2 2 16,7 12 2-16,0-6 8 0,-5-5-7 16,2 3-5-16,6 0-2 0,-6-2-7 0,-1-2-1 15,1-2-4-15,-1 1-4 0,0 6 4 16,3-3 1-16,1 0-6 0,-2 3-3 0,0 0 8 15,-1 0-8-15,-1 1 0 0,0-3 14 0,1-2-2 16,-4-2 6-16,1-1-9 0,0 1 6 16,-1-1-11-16,0-8 20 0,0 7-1 0,0 0-5 15,0 0 15-15,0 0-16 0,0 0 15 0,0-1 15 16,0 1-7-16,0-2-3 0,-19 14 17 16,14-9-6-16,-4-1-10 0,-1 1-8 0,-2-3 18 15,1-2-8-15,5-2-5 0,-5 1 2 16,5-1-23-16,-2-1 25 0,3-2-3 0,-2 1-16 15,3 1 4-15,0-2-14 0,-1 0 38 0,-2 0-29 16,2 0 8-16,5 0-11 0,0 0 15 0,0 0 1 16,0 0-25-16,-7 0-11 0,7 0-9 0,0 0 0 15,-8 0-12-15,8 0-26 0,0 0-7 16,-8 0-17-16,8 0-16 0,0 0-22 0,0 0-13 16,0 0-37-16,-9-5-38 0,12 5 18 15,1 0-75-15,-2-2-80 0,3 2-79 0,-2-1 30 16,5-2 2-16,11-1 24 0,0-1 15 0,-1 2 24 15</inkml:trace>
  <inkml:trace contextRef="#ctx0" brushRef="#br0" timeOffset="1937.445">22695 16899 212 0,'-3'-1'292'15,"2"1"-49"-15,-2 0-39 0,1-3-28 0,-1 3-27 16,2-2-22-16,0 2-11 0,-1 0-12 15,1-1 3-15,2 1-30 0,-1 0 9 0,0 0-13 16,3 0-24-16,-2 0 1 0,3 1 6 16,0-1-3-16,0 2 5 0,2-2-18 0,-2 0-1 15,2 0-14-15,1 0 3 0,-1 0 0 0,-6 0-3 16,7 0-1-16,1 0 1 0,-1 0-9 16,1 0 10-16,-1 0-11 0,1 0 5 0,-2 0 7 15,-6 0-24-15,9 0 12 0,-9 0-12 16,8 0 16-16,-8 0 3 0,8 0-4 0,-8 0 3 15,6 0 2-15,-6 0-1 0,6 0 6 16,-6 0-5-16,0 0-4 0,7 0-12 0,-7 0 9 16,0 0-5-16,9 0 9 0,-9 0-16 0,0 0 0 15,0 0-31-15,7 0-17 0,-7 0-33 0,0 0-39 16,0 0 11-16,9 3-72 0,-9-3-64 16,0 0 21-16,2 0-167 0,-1 0 12 15,-1-3 8-15,1 3-2 0</inkml:trace>
  <inkml:trace contextRef="#ctx0" brushRef="#br0" timeOffset="2812.416">23039 16677 329 0,'-1'-4'287'0,"1"1"-46"16,-3 0-37-16,3 1-43 0,0-2 4 0,-1 2-41 15,-1 1-2-15,2 1-12 0,0 0-11 0,0 3-17 16,0 1-16-16,0-1-8 0,0 3 0 15,0 1-16-15,0 0 3 0,2 11 5 0,-2-9-3 16,0 3-3-16,0 3-15 0,6 19-8 16,2-16 9-16,-7-1-5 0,1-1 0 0,-2-5 3 15,2 2-7-15,-1-2-3 0,0-4 4 0,1 0-12 16,-2 0 16-16,1-2-12 0,-1-1-8 16,2 2 0-16,-2-4 13 0,0 3 23 0,2-3 11 15,-2 1 13-15,0-1-7 0,0-2 0 16,0 0-1-16,-4 0-14 0,3-4-10 0,-3 1-4 15,-4-10 3-15,1-2-22 0,-1-4-15 0,4 1-4 16,-2-2-2-16,6-3-6 0,-3 2 7 0,2-2-10 16,1 4-6-16,-2-1-18 0,2 10-13 0,0-4 21 15,12-13-2-15,-8 16-3 0,4 0-7 16,-1 2 14-16,-1 3-19 0,1 0 18 0,-1 3-25 16,3 1 12-16,-2-1 12 0,-2 3-10 15,0 0 9-15,-5 0-27 0,6 0 30 0,2 0 13 16,2 0-16-16,13 14-28 0,-15-9 33 0,0 0 18 15,-5 0-16-15,4-1 10 0,-4 0 1 16,-3 0 11-16,0 1 5 0,0-2-5 0,0-3-26 16,0 0 30-16,0 9 8 0,0 2 5 15,-15 7-8-15,10-11 11 0,3 1 21 0,-5 4-1 16,-3 0-27-16,4-5-6 0,3 0 12 0,-2-2 11 16,3 0-35-16,-3-2 14 0,5 1-20 15,-1-1 22-15,1-3 2 0,0 0 12 0,0 0-20 16,0 7 6-16,16 3-10 0,-13-8-10 15,6 1 10-15,-4-1 6 0,10 4-3 0,-2 1 14 16,-3-1-3-16,-1-3-8 0,-2 2-22 0,1-3 16 16,-2 3 25-16,1 0-39 0,2 2 9 0,-1 3 5 15,3 0 29-15,-5-3-18 0,-2 0-7 16,4 0 2-16,-6 0 11 0,1-2 1 0,-1 0 23 16,0 2-3-16,-1-2 11 0,-1 0-11 0,0-5 6 15,0 7 15-15,0 5 12 0,-18 14-11 16,8-11 6-16,-3-2-7 0,-2 1-6 0,6-3 7 15,-7-2-12-15,4 0 12 0,-4 0-20 16,3-6 3-16,4 1 5 0,-5 3 3 0,3-3-19 16,1-2-2-16,-1-1-9 0,5 1-19 0,6-2-23 15,0 0-29-15,-6 0-34 0,6 0 6 0,0 0-123 16,-10 0-97-16,3-13-80 0,7 9 25 0,1 0-14 16,2-4 20-16,3-5 36 0</inkml:trace>
  <inkml:trace contextRef="#ctx0" brushRef="#br0" timeOffset="3078.031">23408 16844 409 0,'1'2'204'0,"2"-2"-85"0,0 0-6 16,2 0 20-16,-1-2-21 0,2 2-14 0,1 0-33 16,0-1 19-16,1 1-8 0,5 0-35 15,3 0 16-15,-2 0-25 0,0 0 17 0,-2 0-3 16,-2 0-7-16,-2 0 5 0,1 0-24 0,-9 0-28 16,10 0-1-16,-5 0-94 0,-5 0-20 15,9 0-125-15,-9 0 16 0,8 0-120 16,-2 0-2-16</inkml:trace>
  <inkml:trace contextRef="#ctx0" brushRef="#br0" timeOffset="3562.391">23885 16661 212 0,'-9'-3'186'0,"1"-1"-24"16,2 3 5-16,0 0-18 0,-3 0 1 0,2 2-46 15,1-1 14-15,6 0 5 0,-11 0-31 16,-15 9 1-16,12-3-3 0,0 0 0 0,3-2-43 15,-1 2 18-15,3 1-22 0,4 2 17 0,-4-4-8 16,2 7-8-16,1-6-17 0,2 3 23 0,-2 3-16 16,1-2-6-16,-2 4 15 0,6-2-18 15,1-2 15-15,0-10-7 0,0 8-4 0,0 4-1 16,13 15 0-16,-6-14-3 0,2-1-8 16,2 0-1-16,-1 2 14 0,4-3-12 15,-2 1-12-15,-1-1-3 0,0-3 9 16,1 2 7-16,2-3-3 0,-2 1 6 0,-4-3-6 0,2-1 1 15,-2-1-22-15,-1-1 18 0,0 0-9 16,-7-2 5-16,7 0-6 0,-7 0-13 0,9 0 5 16,-2 0-5-16,1 0-20 0,0 0-43 15,-2 0 5-15,2 0-45 0,-1 0-29 0,6-12-33 16,-1 6-86-16,-2 2 22 0,-4 0 18 0,-2 0-124 16,1 0 34-16,-2 1-21 0</inkml:trace>
  <inkml:trace contextRef="#ctx0" brushRef="#br0" timeOffset="3968.637">24068 16768 209 0,'-4'0'261'0,"3"0"-63"0,1-1-28 16,-2 1-16-16,2-2-29 0,2 2-13 0,-2 0-20 16,1 0 6-16,3-2-3 0,0 1-17 15,-1 1-3-15,2 0-6 0,-1-1 0 16,2 1-29-16,-2-1 1 0,2 1 0 0,-1-2 25 15,1 2-30-15,-6 0 19 0,0 0-19 16,8 0-5-16,0 0 17 0,-8 0-14 0,8 0 6 16,0 0 2-16,-8 0 7 0,8 0-19 0,6-6-8 15,-10 6-5-15,1-2 14 0,-1 2-17 16,1-1 8-16,-3 1-5 0,2-1-19 0,-1 1 5 16,-1-3-35-16,2 1-58 0,-1 2 10 0,-1-1-77 15,0 0-33-15,1-2-141 0,0 1-6 0,0-1-5 16,-2 3 19-16,1-3 16 0</inkml:trace>
  <inkml:trace contextRef="#ctx0" brushRef="#br0" timeOffset="4343.716">24382 16524 412 0,'0'-1'208'0,"-1"0"-57"16,1-1 2-16,0 2-29 0,0 2-20 15,0-1-5-15,0 1 0 0,0 2 7 0,0 0-41 16,0 0 18-16,0 2-16 0,0 2-1 0,0-1-4 15,0 1 15-15,0 0-10 0,0 6-3 16,0 0 7-16,0 1-9 0,0-1-11 0,10 13-16 16,-9-17 20-16,1 0-11 0,-1 7-18 15,0-4 16-15,2-2-14 0,-2-3 1 0,-1-1 10 16,0 1-22-16,0-2 6 0,0-1-11 0,2-1-2 16,-1 1-12-16,-1-2-29 0,0 1-43 15,0 1-2-15,0-2 9 0,0-1-96 0,0-2-144 16,0 0-63-16,-5 3 15 0,3-3 23 15,1-1 6-15</inkml:trace>
  <inkml:trace contextRef="#ctx0" brushRef="#br0" timeOffset="4781.109">24394 16543 339 0,'0'-11'160'15,"4"3"-28"-15,1 2-19 0,1-1-13 0,-2 4 7 16,1-1 2-16,-2 2-6 0,2-1-60 0,0 0 10 16,-1 3 27-16,3 0-47 0,1 0 35 15,-8 0-8-15,0 0 9 0,9 0-17 0,5 0-3 16,14 17-5-16,-15-8-8 0,-1-2 5 15,-4 1-1-15,4-1-19 0,-6 3 26 0,2-3-19 16,1 2 12-16,0 4-30 0,-1-3 30 0,3 3 1 16,-7-4 14-16,0 2 1 0,-3-3-16 0,-1 2 22 15,0-10-14-15,0 8 6 0,0 3-6 16,-12 16 9-16,4-13-6 0,2 1-14 0,1-1 14 16,-1-2-10-16,-5 1 2 0,4-2-21 15,-1-4 12-15,1 4-13 0,1-4 3 0,-1 0 9 16,2 0-7-16,1-6-11 0,-4 5-1 15,6-3-1-15,-2 2-1 0,-1-5-21 0,1 2-19 16,-1 1-23-16,1-1-16 0,-2-1 7 16,6-1-160-16,0 0-57 0,0 0-109 0,0 0 24 15,-11-13 24-15,13 7 9 0,-2 2-3 0</inkml:trace>
  <inkml:trace contextRef="#ctx0" brushRef="#br0" timeOffset="5171.72">24686 16634 296 0,'3'-1'264'0,"1"1"-54"0,0-1-21 15,1 1-45-15,-1 1 9 0,0-1-9 0,3-1-9 16,-3 2-25-16,2-1 1 0,1 0-12 16,-7 0-6-16,0 0-21 0,11 0-10 0,-3 0 7 15,0 0-2-15,-2 0-21 0,3 0 6 0,-3 0-4 16,1 0-12-16,-2 0 9 0,5 0 10 16,-5 0-9-16,3 0-6 0,-2 0 10 0,2 0-7 15,-1 0-1-15,0 0 1 0,-1 0-6 16,0 0-15-16,-6 0 2 0,11 0 2 0,-5 0-8 15,2 0 2-15,-8 0-11 0,7 0 13 0,-7 0 3 16,9 0-18-16,-9 0-12 0,8 0-28 16,-8 0-12-16,0 0-50 0,8 0 9 0,-8 0-155 15,10-1-177-15,-10 0 26 0,-2-1 9 0,1 0 22 16,-3 1 38-16,2-1 30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0T02:44:57.332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23352 17952 325 0,'-11'0'136'0,"1"0"-24"16,-5 3 11-16,8-1-18 0,3 0-19 15,-5 4 10-15,3 1-10 0,-1-2-9 0,1 2-19 16,3 4-5-16,0 0-7 0,2-2-28 0,-1 6-2 16,2-15 32-16,0 10-15 0,0 2-26 0,0-1 0 15,10 14-3-15,-8-15 10 0,1 2 20 16,7-2 7-16,-3 2-4 0,3-3 2 0,-1 2-31 16,0-2 4-16,4 2 12 0,-2-3-16 15,-1 2-5-15,1-3-12 0,1-2 25 0,1-1-22 16,0-1 19-16,0 0 22 0,2-2-22 0,-2-1-3 15,-6 0-9-15,6 0-29 0,-3 0 15 16,0 0-1-16,0 0-55 0,0 0-48 16,-10-8-71-16,14-7 15 0,-8 5-187 0,-3-1-10 15</inkml:trace>
  <inkml:trace contextRef="#ctx0" brushRef="#br0" timeOffset="218.737">23572 18048 272 0,'-1'0'248'15,"1"1"-68"-15,3-2-18 0,0 2-57 0,2-2 2 16,3 1 7-16,-2-1-12 0,3 2-5 16,-2-2-27-16,3 1 3 0,-10 0-6 0,7 0-16 15,1 0-60-15,0 0 9 0,-1 0-1 0,1 0-88 16,0 0-41-16,-8 0-85 0,15-12 14 15,-10 5-138-15,2-1-16 0</inkml:trace>
  <inkml:trace contextRef="#ctx0" brushRef="#br0" timeOffset="781.223">23796 17916 220 0,'0'4'133'0,"1"0"-5"0,0 3-17 0,4 1-4 0,-4 1-13 16,1 0-13-16,3-1-20 0,-4 1-8 16,2 1-4-16,1 0 3 0,-3 0-5 0,1-1-6 15,-1-2 0-15,2 3-8 0,-3-3-4 0,3 0-3 16,0-4 28-16,-3 2-22 0,2 0-3 15,0-3-23-15,-2 0 12 0,0 0 9 16,0-2 6-16,0 0-4 0,0-2-30 0,-2 2 30 16,2-2-4-16,0 2 21 0,0-4 5 0,-8 1 8 15,8-2-4-15,-1-2-31 0,-1-1 8 0,0-2-2 16,2-2-14-16,-4 1 16 0,2-2-16 16,-2-1-1-16,3 0 1 0,-1 1-23 0,1 1-24 15,1 12 0-15,0-8 23 0,0-1-24 16,0 2 20-16,0 0-19 0,0 7 31 15,12-17-5-15,-10 12-29 0,0-2 25 0,1 4 3 16,-1-1 19-16,2 3 0 0,-2-3-2 0,-2 4-32 16,5-3 15-16,-1 1-5 0,0 2 10 0,-2 0-13 15,2 0 11-15,1 2-3 0,-5-2 16 16,21 8-32-16,-12-1 19 0,3 3-12 16,-4-2 15-16,0-2 15 0,-4 3-30 0,2-2-9 15,-1 1 21-15,-2 2 1 0,-3 4-2 16,2-2 13-16,-2-12 2 0,0 10-28 0,0 2 40 15,0-1 7-15,-16 10-5 0,12-10-2 16,0 2-36-16,-5-5 42 0,4 1-27 0,1 1 21 16,-1-1-4-16,1-2 1 0,-2-1-44 0,-1 0 11 15,1 4 1-15,6-10-80 0,0 0-26 0,-10 5-61 16,7-5 16-16,1-2-198 0,0-3 7 16</inkml:trace>
  <inkml:trace contextRef="#ctx0" brushRef="#br0" timeOffset="11531.023">25173 17816 242 0,'0'0'132'16,"0"0"-23"-16,0 0 59 0,0 0-3 0,0 0-25 15,0 0-9-15,0 0-4 0,0 0-6 16,0 0-15-16,0 0-6 0,0 0-3 0,0 0-21 16,0-14-19-16,0 14 11 0,0 0-11 15,0 0-13-15,0 0 3 0,0 0-2 0,0 0-23 16,0-19 1-16,6 17 2 0,0 2 8 0,-1-2 0 16,3 1-11-16,-4-1 0 0,2 2-20 15,-1-1 34-15,2 0-22 0,1 0-13 0,-2-1 13 16,-1 1-9-16,1 1 2 0,-2-1 7 15,2-1-1-15,2 1-4 0,-3 1-5 0,0-2-5 16,0 1 10-16,1-1-13 0,1 1 21 0,-4 1-38 16,0-1 15-16,-1-1-20 0,3 2-48 15,-2-1 12-15,-1 1 5 0,1 0-98 16,-3 0-81-16,0 0-132 0,2 3 23 0,-3-2 9 16,-3 0-29-16</inkml:trace>
  <inkml:trace contextRef="#ctx0" brushRef="#br0" timeOffset="1187.467">24175 17915 217 0,'5'2'139'0,"-7"2"-37"0,8-2-14 0,-2 0 16 15,1 1-14-15,1-3-11 0,0 0 12 0,-1 0-30 16,0 1 14-16,1 1-16 0,0-2 0 16,-3 0 19-16,-3 0-8 0,0 0 13 0,0 0-38 15,8 0-4-15,-8 0 0 0,7 0-11 0,0 0-3 16,-7 0 8-16,7 0-1 0,1 0-17 15,0 0 15-15,-8 0-11 0,0 0-14 16,5 0 24-16,-5 0 8 0,9 0-43 0,-3 0 26 16,-6-2-1-16,2 2-6 0,-1 0 14 15,1 0-25-15,0 0 10 0,-4 2-15 0,4 0-12 16,-2 0 15-16,0-1-32 0,3 1 5 16,-3-1-94-16,6-2-21 0,-15 2-116 0,5-1-77 15,-1 4 13-15,-3-2-31 0</inkml:trace>
  <inkml:trace contextRef="#ctx0" brushRef="#br0" timeOffset="8234.238">24533 17692 354 0,'0'-1'197'15,"-3"1"-36"-15,3-2-15 0,-4 2-34 16,4-1-40-16,0-1 18 0,0 2 11 0,0 0-27 15,0-1-13-15,0 0 19 0,3-1-21 0,1 1-17 16,-3-1-1-16,1 0 2 0,1 2-22 16,0-3 5-16,1 2-20 0,1-2 19 0,-1 0 3 15,1 2-5-15,-1 0-28 0,1-3-5 0,0 3 1 16,-1-1 37-16,2-1-15 0,2 1-18 16,-3 1 22-16,1 1-22 0,0-2 11 15,-3 0-15-15,3 1 25 0,-2 1-24 0,1-2-10 16,-1 1 34-16,0-2-7 0,0 3-23 0,-1 0 2 15,1-1-49-15,2 1-17 0,-5 0-25 16,2-1-66-16,-2 1-102 0,2 0 16 16,-3 0-105-16</inkml:trace>
  <inkml:trace contextRef="#ctx0" brushRef="#br0" timeOffset="3296.774">24697 17761 265 0,'0'0'132'0,"0"0"-22"0,0 0-12 0,0 0-15 15,-12 0 10-15,12 0 10 0,0 0-29 0,0 0 37 16,0 0-27-16,-28-24-7 0,28 27-6 0,-3-3-20 16,1 0 8-16,-2 1 0 0,2 2-11 15,-2 0-16-15,3-1-13 0,-2 3 38 16,0-2-30-16,2 1 20 0,0 1-9 0,-2 2-4 15,2-1-1-15,1 1 1 0,0 19-9 0,0-14-19 16,0 4 20-16,0 0-3 0,13 22-32 16,-7-19 7-16,3-3 11 0,-9 0 14 0,9-2-4 15,0 0-23-15,0-5-1 0,0-1-6 16,2-2-5-16,-2 0 15 0,0-4-4 16,0 0 6-16,-9-2-14 0,9 0 1 0,12-16 4 15,-16 13-5-15,5-3 11 0,-4-1 5 0,-1-1-23 16,-1-1 9-16,-4 9 3 0,0-9-9 0,0 0-17 15,0 1 27-15,0-2 5 0,0 4 19 0,0 6-27 16,0-9 18-16,0 9-26 0,0-7 28 16,0 7 19-16,0-7-14 0,0 7 12 15,-10-12-9-15,6 10-18 0,3 0 12 0,0-1-14 16,-2 2 16-16,1-1-32 0,-2 0 5 0,3-1 1 16,-1 2 12-16,1 0-6 0,1 1 2 0,0-2 0 15,-1 2-29-15,1-3-1 0,-2 6 2 16,2-6 3-16,0 3 17 0,2 0 4 15,-1-2 1-15,-1 2 0 0,1 0-5 0,1 0 2 16,-1-2-14-16,0 1 4 0,4-1 26 0,-4 0-7 16,2 1 16-16,-2-1-31 0,4 0 17 0,0 0-7 15,1 1-1-15,-2 0 3 0,3 0 3 16,-3 0-4-16,1 0 4 0,-1-1 7 0,1 1-13 16,-5 1 0-16,0 0-22 0,5 0 2 15,-5 0 59-15,9 0-8 0,-9 0 23 0,21 20-28 16,-13-11 10-16,0 1-8 0,-4 4-22 0,1-3 37 15,-4 4-12-15,5-4-15 0,-4 1-4 16,-1-1 15-16,3-1-4 0,-4-2-24 0,4 1 41 16,1-2-10-16,-2 0 4 0,-3-1-8 0,0-5 12 15,0-1-27-15,0 0-12 0,0 0-5 0,0 8 1 16,0-8-38-16,0 0-10 0,0 0-52 16,-2 8-39-16,-4-11-109 0,3-1 17 0,3-1 15 15,0 0-81-15</inkml:trace>
  <inkml:trace contextRef="#ctx0" brushRef="#br0" timeOffset="7328.012">24247 17582 226 0,'0'0'86'16,"0"0"-13"-16,0 0 7 0,0 0 18 0,0 0-10 15,0 0-37-15,0 0-7 0,0 0 45 0,0 0-9 16,0 0-9-16,0 0 4 0,0 0-33 16,0 0 30-16,0 0-29 0,0 0 17 0,0 0 16 15,0 0-32-15,0 0 11 0,0 0-27 0,0 0 9 16,0 0 1-16,0 0-21 0,0 0 22 15,0 0 12-15,-3-13-52 0,-3 14 32 0,1-1 12 16,-4 0-29-16,5 0 13 0,-1 3-4 16,-2-3-8-16,2 0 5 0,-1 2-1 0,1-1-1 15,-2 0 1-15,2-1-5 0,0 1-23 16,1-1 16-16,-2 0 2 0,2 0 6 0,2 2-12 16,-2-2 7-16,1 0-31 0,1 2 36 15,-3-2-6-15,4 0-8 0,-1 0 3 0,-1 1-6 16,1-1-20-16,0 0 24 0,-1 0-1 15,3 1-6-15,-3-1-14 0,3 1 29 0,0-1-6 16,-1 1-6-16,1 0 6 0,1 2-27 0,-1-3 28 16,3 2-4-16,-3 0-23 0,1 2 38 15,3-3-10-15,-2 4-29 0,1 1 26 0,5 5 8 16,-3-3-5-16,5 4-4 0,-4 0-8 16,1 0 12-16,-1-3-24 0,2 3 13 0,-1-2 1 15,-1 0 14-15,4-1-21 0,-4-1-8 0,2-1 4 16,-4 0 25-16,1-2 1 0,-3 1-16 15,2-2-5-15,0-1 13 0,-1-1 4 0,-1 2 10 16,2-1-13-16,0-1 6 0,-3 1 3 0,2-1-5 16,-3 1 3-16,2-2-24 0,-1 2 20 15,1-2 3-15,-2 1 4 0,2-2-2 0,-2 2-22 16,3-2 24-16,-3 0-6 0,0 3-6 0,2-3-34 16,0 0 8-16,-2 0-20 0,0 0 3 15,0 0-69-15,0 0-27 0,0 0-25 0,0 0-96 16,0 0 16-16,0 0-103 0</inkml:trace>
  <inkml:trace contextRef="#ctx0" brushRef="#br0" timeOffset="7765.5">24233 17725 246 0,'-2'-2'113'0,"0"2"-27"15,2 0-11-15,1 0 11 0,0-1-12 16,2 1-38-16,1-2 18 0,-3 2-11 0,3-2-21 16,0 0-2-16,1 1-2 0,0 1-9 15,-1-1 38-15,0 1-46 0,3-1 20 0,0-1 8 16,-2 2-24-16,2 0 31 0,0-3-30 0,-2 3 12 15,3-2-21-15,-1 2 6 0,0 0-16 16,-1 0 7-16,-6 0-24 0,0 0-4 0,8 0-21 16,-2 0 3-16,-6 0-22 0,9 0-39 0,-9 0-36 15,8 0-138-15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9T07:19:35.539"/>
    </inkml:context>
    <inkml:brush xml:id="br0">
      <inkml:brushProperty name="width" value="0.06667" units="cm"/>
      <inkml:brushProperty name="height" value="0.06667" units="cm"/>
      <inkml:brushProperty name="fitToCurve" value="1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12049 4981 334 0,'0'0'33'0,"0"0"54"0,0 0-28 16,0 0 38-16,0 0-57 0,0 0 2 0,0 0 24 16,0 0-20-16,0 0-5 0,0 0-4 0,0 0-7 15,0 0-18-15,0 0-2 0,0 0-1 16,0 0 15-16,0 0 24 0,0 0-47 0,0 0 28 16,0 0-54-16,0 0 50 0,0 0-19 0,8 7 1 15,-8 1-1-15,-2 2 13 0,1-4-19 16,1 6 16-16,-4-5-13 0,4 5 30 0,0-2-4 15,0 2-1-15,0-12-38 0,0 10-7 0,0 9 41 16,0 1-59-16,0 3 47 0,26 17-17 16,-18-16 1-16,0-1-11 0,-1-7 36 0,0-2-9 15,-1-5-30-15,-2 2 32 0,4-5-43 0,-1 1 9 16,1 1 4-16,-1-6 21 0,0 4 12 16,1-4-24-16,-3 2 8 0,4 1-8 0,-3-5 7 15,4 1-10-15,-3 1-27 0,2 0 20 16,-3-2 14-16,-6 0-24 0,0 0 14 0,0 0-7 15,15 0 13-15,-15 0-7 0,14 0 11 0,-14 0-9 16,12 0 17-16,6-16-14 0,-13 12 31 16,-3 0-21-16,0 1-8 0,1 3 16 0,0-4-1 15,-3 3-8-15,2-3 16 0,1 1-2 16,-1-2 1-16,0 4-1 0,-2-1-3 0,0 2 10 16,0-1-45-16,-4 1 24 0,-1-3-25 0,5 3 2 15,0-1 4-15,-3 1 23 0,0-5 29 16,3 5-20-16,-4-2-2 0,-1 1-2 0,2-3 22 15,-1 4-15-15,3-1 0 0,-4 1-3 16,3 0-2-16,-1-2 25 0,-2 2 24 0,0 0 9 16,-2 2-7-16,4-2-8 0,-4 0-5 0,0 0-45 15,0 1-1-15,4-1 0 0,3 0 27 0,0 0 3 16,-13 0-2-16,13 0-31 0,-24 13 25 16,16-9-16-16,-2-1 16 0,4 2-27 0,0-2 31 15,-1 2-32-15,0 2 1 0,-1-3-155 16,-7 11-133-16,3-7 18 0,5 0 14 0,-1 0-29 15</inkml:trace>
  <inkml:trace contextRef="#ctx0" brushRef="#br1">7777 3987 357 0,'0'0'116'0,"0"-12"-36"0,0 12-8 0,0 0 23 16,0 0 20-16,0 0-48 0,0 0 56 16,0 0-59-16,0 0 25 0,0 0-7 0,0 0 10 15,0 0-26-15,0 0-3 0,0 0-10 16,0 0 15-16,0 0-3 0,0 0-6 0,0 0-19 15,0 0 2-15,0 0-5 0,0 0 8 0,0 0-34 16,0 0 25-16,0-13 1 0,0 13-2 16,0 0-13-16,0 0-27 0,0 0 0 0,0 0 31 15,0 0 1-15,0 0-17 0,0 0 18 0,0 0-11 16,0 0 1-16,0 0-30 0,0 0 18 16,0 0-2-16,0 0 19 0,0 0-23 0,0 0 26 15,0 0-16-15,1-12 15 0,4 12-13 0,-1 0-5 16,0-1-12-16,3 1 12 0,-1 0 2 15,-1 0-32-15,-5 0 45 0,0 0-21 0,9 0 5 16,-3 0-23-16,2 0 2 0,0 0 26 0,-1 0-29 16,6 0 13-16,5 0 2 0,1 0 13 15,2 0 1-15,0 0-23 0,26-14 26 0,-22 10-14 16,1 1 28-16,-1 1-23 0,4 0 19 16,1-1-3-16,-3-2-3 0,-1 2-33 0,0 2 10 15,-1-2 5-15,-1 1 11 0,3 0-21 0,-1 1 12 16,4-1 6-16,-3 1-8 0,-1 0-2 0,-2-2 19 15,0 2-18-15,0 0-2 0,0-2 16 0,1 3-8 16,-1-3-2-16,-1 2-7 0,1-1-3 16,-1 0 22-16,1 0-11 0,0 0-4 0,0 0 19 15,1-1-38-15,1 3 7 0,-1-3 17 16,-1 3-3-16,2-1-5 0,1 0 7 0,3-2 7 16,-2 3-6-16,1-1-13 0,1-2-2 0,-1 0-14 15,7 2 31-15,-4-3-26 0,-3 0 21 16,4 2-1-16,1-2 4 0,0 1 3 0,-1 1-12 15,2-1 8-15,-3 3-3 0,0-3 1 0,4 1 8 16,-3-1-19-16,-1 0 14 0,1 2-26 0,-1-2 10 16,5 3 19-16,-3-1 4 0,0-2-8 15,-1 2-12-15,-1-2 16 0,-1 1-14 0,3 0 15 16,-1 1-8-16,2-1-3 0,-3 0-7 16,-3-1 17-16,-1 1 10 0,-2 2-20 0,-2-4 19 15,3 3-7-15,-3-1-7 0,1 1-14 0,2 1 9 16,-5-1-4-16,5-1 14 0,-5 1-15 0,0 1 18 15,1-3-7-15,3 3 0 0,1-2-25 0,0 2 15 16,1-3 17-16,1 0-7 0,-4 1-5 16,4-2 7-16,2 4-6 0,-3-1 2 0,4-2 2 15,-4 2 1-15,0-2-23 0,3 3 23 16,-3-1-8-16,-2 1 20 0,0 0-7 0,-4 0-9 16,0 0 0-16,0-3-4 0,-2 3-5 0,2 0 12 15,1-2-34-15,-5 1 31 0,-1 0 9 0,3 1-17 16,0-1 12-16,0-1 5 0,0 1-17 15,-2-2 12-15,-3 1-3 0,-1 1-13 0,-2-1 25 16,-3 2-13-16,2-1 7 0,-2 1-8 16,-1 0 10-16,0 0-17 0,-1 0 8 0,-7 0-9 15,0 0 6-15,9 0 5 0,-2 0-1 0,-7 0-6 16,7 0 2-16,-7 0 4 0,10 0-3 16,-10 0-8-16,7 0-16 0,-7 0 27 0,9 0 18 15,-9 0-27-15,0 0 17 0,6 0-10 16,-6 0-16-16,0 0 11 0,9 0-17 0,-9 0 32 15,0 0-22-15,0 0 9 0,5 0 20 0,-5 0-13 16,0 0 13-16,0 0-26 0,0 0-1 16,0 0-11-16,0 0 28 0,8 0-5 0,-8 0 3 15,0 0-4-15,0 0 11 0,0 0-1 0,0 0-22 16,0 0 27-16,0 0 4 0,9-5-21 16,-7 5 14-16,-2 0 12 0,0 0-15 0,0 0 3 15,3 0-1-15,-3 0-29 0,0 0 26 16,0 0-14-16,0 0 24 0,0 0 5 0,0 0-34 15,0 0 8-15,2 0 12 0,-2 0-15 16,0 0 17-16,2 0-17 0,-2 0 16 16,-2 0-1-16,2 0-3 0,2 0-2 0,-2 0 0 15,0 0-22-15,0-1 34 0,1 1-15 0,-1 0 10 16,0 1-8-16,0-2 12 0,0 2-23 0,0-2-4 16,-1 2 9-16,3-1 12 0,-2 0-3 15,0-1-7-15,0 1-1 0,0 0 4 0,0 0 4 16,0 0-8-16,0 1 18 0,0-1 5 0,-1 0-9 15,2 0 4-15,-3 0 0 0,3 0-10 0,-1 0 22 16,-1 0-7-16,1 1-2 0,1-1 0 16,-2 1-13-16,1-1 16 0,0 0-6 15,-2-1-8-15,2 1 9 0,-2-1-6 0,2 2-4 16,0-1 3-16,0-1 1 0,0 1 6 0,0 0-1 16,0 0 8-16,0-1-7 0,0 2-12 0,0-1 13 15,0 0-6-15,0 0 4 0,0 0 2 0,0 1 1 16,0-2-5-16,0 1-9 0,0 0-8 15,2 0 21-15,-2 0-10 0,-2 0-1 16,2 0 9-16,2 0-17 0,-2 0-1 0,0-1-4 16,-2 1 16-16,2 0-15 0,2 0 4 15,-2 0-6-15,0 0 20 0,0 0-19 0,-2 1 0 16,4-2 13-16,0 1-14 0,-2 0 3 16,2 0 10-16,-2 0 4 0,-1 0-13 0,2 1-4 15,-1-1 0-15,0 0 18 0,0 0-10 16,0 0-7-16,0 0-1 0,0 0 15 0,0 0-5 15,0 0-15-15,0 0 5 0,0 0-5 0,0 0 0 16,0 0 7-16,-1 1 10 0,0-2 4 16,2 1-15-16,-1-1 9 0,1 1-7 15,-2 1 17-15,1-1-13 0,0 0-4 0,0 0-6 16,1 0 1-16,-2 0 10 0,1 0-10 0,0 0 2 16,-1-1 5-16,1 1-9 0,0 0 7 0,0 0 7 15,0 0-1-15,0 0-8 0,0 0 13 16,0 0-3-16,0 1 1 0,0-1 3 0,0 0-20 15,-2 0 17-15,2 0-14 0,0 0-1 0,0 0-1 16,0 0 27-16,0 0-17 0,0 0 11 16,0 0-16-16,0 0-1 0,0 0 11 0,0 0 1 15,0 0-8-15,0 0 6 0,0 0-5 0,0 0-3 16,0 0 0-16,0 0 8 0,0 0-8 16,0 0-10-16,0 0 17 0,0 0 11 0,0 0-18 15,0 0-9-15,0 0 11 0,0 0-4 16,0 0 14-16,0 0-5 0,0 0-7 0,0 0 5 15,0 0-2-15,0 0-3 0,0 0-12 0,0 0 17 16,0 0-8-16,0 0 5 0,0 0 2 16,0 0 3-16,4 25-4 0,-4-21 1 0,0 0-3 15,0 2-2-15,2 1-1 0,-2-7 11 0,0 5-6 16,0 2-15-16,0 3 14 0,0 3 8 16,0-1-16-16,0 0 6 0,0-2 4 0,0 1 13 15,0-3-14-15,0-1-3 0,0 7 0 0,0 3 13 16,0 0-17-16,0 0 10 0,0-1-7 15,7-3 15-15,-7-1-17 0,0 5-3 0,0-2 16 16,0 3-5-16,0-2-2 0,0 0 7 16,0 2-8-16,0-2 10 0,0 1-1 0,0-2 0 15,0 1-4-15,0-1-3 0,0-3-9 0,0 5 24 16,0-2-13-16,0 2-2 0,0-3 3 16,0-2-1-16,0 2 14 0,0-3-15 0,0-2-5 15,0 3-5-15,0 0 18 0,0 3-9 0,0-5 15 16,0 6-16-16,0-2 0 0,0-2-8 0,0-1 24 15,0-2-6-15,0 1-5 0,0-1-7 16,0-1-5-16,0-1-1 0,0 5 21 0,0 1-8 16,0-1-4-16,-9 0-9 0,9-1-1 15,0-1 7-15,0-2 3 0,0 0 15 0,0 1-19 16,0-2 0-16,0 0 10 0,0 5-7 0,-11 15-4 16,8-15 13-16,2-2-8 0,-1-3-9 0,-1 7 11 15,2-3 13-15,1-11-16 0,0 9 14 0,0-2-25 16,0 3 19-16,0-6-16 0,0 3 26 15,0-7-20-15,0 8-3 0,0 0 16 0,0-1-8 16,0 0 4-16,0 0 5 0,0-2-15 16,0 2 10-16,0 0 2 0,0 1-16 0,0 3-2 15,0 1 12-15,0-1-7 0,0-2 13 0,0 0-5 16,0-1-7-16,0-1 12 0,0 1-12 16,0-3-2-16,0 1-2 0,0 1 1 0,0 0 13 15,0 5-5-15,0 1 10 0,0-3-20 16,0 0 16-16,0-2-1 0,0 0-6 0,0 0-9 15,0-1 15-15,0-1 3 0,0 2-12 0,0-2 18 16,12 16-27-16,-12-8 11 0,1-2 7 0,1-2-5 16,-2 8 7-16,6-2-13 0,-4-4 4 15,-1-1 1-15,-1-1 6 0,2 0-9 16,0-1 5-16,-2-1-1 0,2 9-9 0,1 0 10 16,-3-5-10-16,1 5-1 0,2-5 12 15,-1 5 3-15,2-5-3 0,-4 0 6 0,1-1-16 16,2 5 1-16,-1-5-1 0,-2 2 15 15,0-4-13-15,0-1 8 0,2 2 6 0,-1 7-13 16,3-1 4-16,-4-10 1 0,0 3 19 16,0 1-23-16,0 0 15 0,0-1-4 0,0 0-13 15,0-1 10-15,0 4 0 0,0 1-8 0,0-2 5 16,0 1 2-16,0-2-8 0,0-1 3 16,0-1 11-16,0-1-24 0,0 1 14 0,0 0 3 15,0-1-11-15,14 19 13 0,-13-12-7 16,-1 2 7-16,0-16 2 0,0 11-8 0,0-3-3 15,0 1 4-15,0 5-3 0,0-1 11 16,0-1-7-16,0-3-8 0,0 1 5 0,0-1 4 16,0-2 1-16,0 0 1 0,10 7 7 0,-8-7 5 15,-2-7-6-15,0 7-7 0,0-2 12 16,0 2 7-16,0 1-26 0,0 3 1 0,0 4 3 16,0-3 11-16,0 2-18 0,0-4 6 0,0-2 13 15,0 0-20-15,0-2 13 0,0 3-6 0,0-4 5 16,6 2-10-16,-6-1 20 0,0-6-9 15,0 9 7-15,0-2-14 0,0 1 28 0,0-1-17 16,0-2 18-16,0 2 0 0,0 0-13 16,9 8-15-16,-8-7 3 0,-1-8-4 0,0 7 4 15,0 0 2-15,0 0 15 0,0 0 2 0,0 0-4 16,0 1-21-16,0-1 4 0,0 0-1 16,0 0-6-16,0 0 2 0,0 1 5 0,0-1 9 15,0 0-14-15,0 5 22 0,0 3-8 0,0-1-8 16,0-4 19-16,0-2-22 0,0 0 14 15,0 0 10-15,0-1-31 0,0-2-4 0,0-5 23 16,0 8 1-16,0-1 10 0,0-7-10 16,0 7 0-16,0 0 12 0,0-7-9 0,0 7-24 15,0-1 2-15,0-6 10 0,0 7 12 0,0-7 8 16,0 9-28-16,0-9 15 0,0 5-4 0,0-5-16 16,0 7 9-16,0-7 4 0,0 0-5 15,0 8-2-15,0-8 46 0,0 0-1 0,0 5-14 16,0-5-9-16,0 0-16 0,0 0 8 15,0 7-5-15,0-7 41 0,0 0-45 0,10 6-5 16,-12-7-63-16,-2-3-14 0,-9-4-62 0,-2 3 13 16,-4-7-154-16,-4 1-142 0,-3 2 18 15,2-3 40-15,-7-4 23 0,-4 3 24 0,1-4 7 16,-5 1 13-16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9T07:18:52.974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100 117 275 0,'0'0'245'16,"0"0"-11"-16,0 0-12 0,-24 0-39 16,24 0-17-16,-31 8-17 0,24-12 8 0,2 4-18 15,1 0-16-15,-1-1 2 0,4 1-11 0,-4-4-20 16,5 4-8-16,-4-5-8 0,-1 3-2 0,4 1-4 15,-1-2-22-15,-1-1 13 0,1 0-7 16,2 0-8-16,0 2-1 0,-2-4-22 0,4 2 9 16,-2-3-11-16,0 1-5 0,2-1 14 15,1 0-6-15,-3 7-15 0,0 0 1 0,0 0 10 16,12-22-23-16,-6 17 8 0,-1 0-1 0,-1-2-6 16,3 6 10-16,1-1-15 0,-3 1 7 15,2-4 8-15,-1 1 2 0,-2 4-1 0,2-1-12 16,3 2 18-16,-9-1-15 0,0 0-8 0,10 0 7 15,-10 0-13-15,12 0 16 0,-12 0-6 16,13 0 0-16,4 22 14 0,-10-15-11 16,-1-2-3-16,-4 1-3 0,3 6 5 0,-3-4-15 15,-2 3 7-15,3-2-1 0,-3 2-1 0,0-1 18 16,2-2-6-16,0 2 1 0,-1-3 5 16,-1 0-15-16,0-1 7 0,0 2-9 0,0-2 5 15,4-1-6-15,-4 1-3 0,1-2-3 16,1 1 2-16,3-2 2 0,-2 0 13 0,-3 0-17 15,7 0 8-15,0-3-1 0,0 1 3 0,-1 1-13 16,1-2 16-16,0 0-23 0,1 1 15 16,-1-1 5-16,1 4-1 0,-1-4-6 0,3 1 11 15,-3 4-6-15,1-3-7 0,-1-1 7 16,1 2 18-16,1 0-14 0,-3 0 14 0,1-1-5 16,0 2-27-16,0 0 23 0,-1 4 14 0,-2-1-7 15,11 12-16-15,-8-6 8 0,4 7-4 0,-4 5 7 16,-2-10-6-16,0 4 2 0,-5-4-7 15,0-2 2-15,0-13 3 0,0 13 8 0,0-1 1 16,0-2-8-16,0 2 9 0,-17 23 1 16,11-20 12-16,-3 2 8 0,2-7-6 0,1 1-12 15,-1-1 9-15,2-5-12 0,3 2 18 0,-4 0-6 16,4-2-8-16,-3-2-7 0,-4 2 8 0,3-2-7 16,2-1-20-16,-2 0-33 0,1-2-57 0,5 0-8 15,0 0 11-15,0 0-170 0,0 0 23 16,0 0 20-16,-17-15-116 0,17 10 23 0,0 0 19 15,1 2-11-15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0T02:38:38.539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7299 3943 383 0,'0'0'216'15,"0"0"-18"-15,-28 19-27 0,23 1-13 0,3 3-22 16,2 0-28-16,-2-1 0 0,-1-4-43 16,3 5 16-16,0-7-3 0,-1 2 2 0,1-11-23 15,0 1-24-15,0 1 14 0,0-3 21 16,0-1 1-16,0-5 6 0,0 7 19 0,0-7-6 16,0 0-9-16,0 0-23 0,-10 11 5 0,10-15-14 15,-3 0 8-15,-6-10-14 0,0-2-11 0,3-6 3 16,2 0-8-16,2 0 8 0,-6-3-1 15,4 0-2-15,0 1-15 0,3 0 4 0,-3 3-5 16,4 0 8-16,0 2-15 0,0 4-8 0,0 7 16 16,0-6-7-16,0 2-2 0,14-14-6 15,-9 18 3-15,-2 0 10 0,-1 1-14 0,2 1-4 16,1 2 2-16,-3 0 4 0,1 1 3 16,1 3-17-16,-1 0 19 0,3 0-3 0,-6 0-10 15,9 0-13-15,9 17 27 0,-8-9-15 0,2 4 10 16,-1-3 10-16,0 4-25 0,1 3 8 0,-3-3 0 15,3 5 12-15,-2 0-16 0,0-1 3 16,0 1 15-16,3 0-9 0,-2 1 5 0,-4-2 2 16,6 0-24-16,-4-1 21 0,-4 0-1 15,5-3-9-15,-3 0 7 0,-4-5 0 0,1-1 5 16,0-1-11-16,-1-2-2 0,-1 0-10 0,1-1 1 16,-2 1-13-16,-1-4-25 0,0 0-33 15,0 0 6-15,0 0-86 0,-8 2-70 0,6-3-140 16,-3 0 21-16,1-3 41 0,-8-6 26 0,0-1-19 15</inkml:trace>
  <inkml:trace contextRef="#ctx0" brushRef="#br0" timeOffset="187.501">7213 4039 681 0,'-4'0'226'16,"2"0"-23"-16,-1 3-60 0,2-6-4 15,0 3-1-15,1 0-23 0,1-2-2 0,0 1-14 16,4 0-11-16,2-2-14 0,8-1-7 0,2 1-20 16,3-4-31-16,1 2-38 0,2 2 2 0,-4-2-191 15,1 1-140-15,0 2 24 0,1-2-44 16,-8 2 7-16</inkml:trace>
  <inkml:trace contextRef="#ctx0" brushRef="#br0" timeOffset="-23452.762">7660 4035 261 0,'0'0'181'0,"0"0"-42"16,0 0-22-16,0 0-36 0,0-12 33 0,0 12-21 16,0 0-23-16,0 0-15 0,0 0 31 15,0 0 0-15,0 0-35 0,0 0 23 0,0 0 18 16,0 0-16-16,13 0-11 0,-13 0 10 0,0 0-48 16,0 0 21-16,0 0-10 0,0 0 3 15,0 0-9-15,0 0-9 0,0 0 23 0,0 0-18 16,0 0 1-16,0 0-11 0,0 0 5 0,0 0-10 15,0 0-4-15,0 0 6 0,0 0-2 16,0 0 7-16,0 0-14 0,0 0 8 0,15 0 1 16,-15 5-2-16,0 3-5 0,0 1 0 0,0 5-16 15,0 2 16-15,0 1 9 0,0 2 7 0,0 0-11 16,0 2 3-16,0 2-2 0,0-1 0 16,0-1 3-16,0 3-4 0,0-1-16 0,0 2 21 15,0-1-16-15,8 26-9 0,-8-25 23 16,3-1-29-16,-1 0 25 0,2 1 12 0,1 3-10 15,-5-3 15-15,5-1-13 0,-1 3 9 0,-3-2-21 16,1 2 21-16,0-2-2 0,1 1 8 0,-1 2 5 16,0-3-2-16,2 3-17 0,-2-2 7 15,-2 1 7-15,0-1-7 0,1 3 7 0,2-2-11 16,-3-17 5-16,0 9-3 0,0 2 11 0,0 2-4 16,0 1-12-16,0-1 3 0,0 0 11 15,0 0 2-15,0-1-20 0,0-2 7 0,0 2 4 16,0-2-1-16,0 1 7 0,0-1-22 0,0 1 14 15,0-3-13-15,0 2 17 0,-10 21 3 16,6-20 5-16,-1-2-25 0,2-2 19 0,-1-3-3 16,-1 4-17-16,3-3-5 0,-2-2 5 15,1-3 3-15,2-1-7 0,-2-1 2 0,2-3 0 16,1 2-1-16,-2-2 4 0,0 0 14 0,1 0-12 16,1-1-5-16,0 1-10 0,-1 2 2 15,-1-3 10-15,2 2-9 0,-1-2 4 0,1-4 25 16,0 0-19-16,0 8-3 0,0-1-6 15,0-2-7-15,0 2-1 0,0-7 23 0,0 10-26 16,0-3 22-16,0-2-4 0,0 2-6 0,0-1-2 16,0 1 17-16,0-7-8 0,0 9-17 0,0-2 30 15,0-1-28-15,0 1-5 0,-9 5 18 16,9-1-12-16,0 2 24 0,0-3-6 0,-9 10-17 16,9-11 2-16,-2-2-5 0,0 0-1 15,1-3 0-15,1 3 27 0,-1-2-15 0,1 2-13 16,-2-1 17-16,1 1-15 0,1-7 29 0,0 5-34 15,0 2-1-15,0-1 10 0,0 1 24 16,0 0-13-16,0 4-14 0,0 0-4 0,0 0 15 16,0-1 1-16,0-2 5 0,0 0-15 15,0-2 10-15,0-6 10 0,0 9-27 0,0-3 4 16,0-6 21-16,0 6-19 0,0-6 0 0,0 8 8 16,0-8 2-16,0 6-9 0,0-6 9 15,0 6-6-15,0-6 3 0,0 6-10 0,0-6 14 16,0 7 5-16,0-7-11 0,0 0 25 0,0 7-26 15,0-7 5-15,0 5 13 0,0-5-16 16,0 0-7-16,0 7 10 0,0-7 16 0,0 0-24 16,0 0 5-16,0 5 20 0,0-5 2 15,0 0 2-15,0 0-12 0,0 0-15 0,0 7 22 16,-5 0 0-16,4-7-12 0,2 3 2 16,-1-3-14-16,-1 0 19 0,-2 0-24 0,3 0 7 15,3 1-3-15,-3 0 17 0,0-1-7 0,0 2-3 16,0-2-5-16,-3 0-31 0,3-4-51 0,-1 1-51 15,1 1 13-15,-1-4-158 0,-2-10-146 0,3 1 31 16,0 15 26-16,0-18 20 0,0-4 12 16,0-5 67-16,0-2-25 0</inkml:trace>
  <inkml:trace contextRef="#ctx0" brushRef="#br1">7675 3423 262 0,'0'0'50'0,"0"0"-6"0,0 0 9 16,-20 0-19-16,20 0-34 0,0 0 84 0,0 0-65 15,0 0-33-15,0 0 23 0,0 0 45 16,0 0-32-16,0 0 3 0,0 0-21 0,0 0 22 16,0 0-22-16,0 0-1 0,0 0 5 0,0 0-20 15,0 0 21-15,0 0-6 0,0 0 14 16,0 0-18-16,0 0 8 0,0 0-15 0,0 0 13 16,0 0-9-16,0 0 17 0,0 0-21 15,0 0 16-15,0 0-14 0,0 0 26 0,0 0-18 0,0 0-26 16,0 0 12-16,0 0-15 0,0 0 13 15,0 0 10-15,0 0 15 0,0 0-19 0,0 0 7 16,0 0-29-16,0 0 69 0,0 0-14 16,0 0-32-16,0 0-4 0,0 0 31 0,0 0-30 15,0 0 0-15,0 0 7 0,0 0 21 0,0 0-33 16,0 0 0-16,0 0 36 0,0 0-11 0,0 0-31 16,0 0 8-16,0 0 23 0,0 0-28 15,0 0-54-15,0 0 57 0,0 0-74 0,0 0-19 16,0 0-25-16</inkml:trace>
  <inkml:trace contextRef="#ctx0" brushRef="#br1">7520 3264 320 0,'0'0'180'16,"0"0"12"-16,0 0-39 0,0 0 7 0,0 0-43 16,0 0-5-16,0 0 8 0,0 0-18 0,0 0-2 15,0 0-16-15,0 0 4 0,0 0-21 0,0 0-28 16,0 0 30-16,0 0-15 0,24 0-6 15,-24 0-19-15,0 0 26 0,0 0-46 0,44-14 27 16,-36 11 2-16,7-15-29 0,-3 12 21 16,0-2-14-16,-2 4 15 0,0 3-19 0,0-2-5 15,0 1 7-15,0 2-1 0,-10 0-12 0,0 0 12 16,10 0-8-16,-10 0 17 0,12 0-8 0,-12 0-26 16,19 18 9-16,-13-13 7 0,1 1-23 15,-5 2-3-15,-1-5 11 0,-1 6 6 0,4-1 4 16,-4-1 6-16,2 2-33 0,-4-5 52 0,2-4-55 15,0 0 42-15,0 0 5 0,0 13 0 16,0-13-14-16,0 9 17 0,0-9-31 0,0 0 16 16,0 0-19-16,0 10 3 0,0-10 17 0,0 0-10 15,0 0-5-15,0 11 25 0,0-11-56 0,0 0 0 16,3 12 35-16,1-12-3 0,-3 0-21 16,3-1 6-16,1 1 25 0,0-4 22 0,1 4-21 15,-2 0-5-15,3-1-8 0,-2 2 7 16,0-2-6-16,5 1-13 0,-7 1 4 0,2 3-7 15,2-3 42-15,-2 1-10 0,-5-2-19 0,13 9 11 16,-9-5-20-16,1 3-9 0,1-1 25 0,-2 1 3 16,1 1-51-16,-2-1 61 0,-1 5-8 15,0-8-8-15,1 5 0 0,-3-2 21 0,0 3 20 16,0-10-49-16,0 0 17 0,0 10 7 16,0 2 6-16,0-2 4 0,-19 8 19 0,13-11-17 15,2 3-10-15,3-4-12 0,-6 1 5 0,0-2-17 16,2 1-1-16,3-1 2 0,1-2-65 15,-4 2-103-15,-2-4-108 0,5-1-47 0,-3 0 34 16,4-5 11-16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0T02:39:09.96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22314 5186 295 0,'-4'-2'234'15,"4"-1"-33"-15,-3 1 7 0,2 2-61 0,-3-2-12 16,4 2 5-16,0 0-11 0,0 0-26 0,-11 0-1 16,7 2-26-16,0 1 16 0,-2-1-16 0,3 2-15 15,-2 0-9-15,3 0 0 0,-5 7 11 16,1-2-27-16,-2 4 10 0,4 0-24 0,-1-1-14 16,5-3 22-16,0-1-19 0,0 0-12 15,0-8 6-15,0 7 14 0,0-2 2 0,0-5-26 16,0 9 1-16,0-4 18 0,12 7-1 15,-7-9 1-15,-1 0 3 0,1-2-15 0,-1 0-6 16,3-1 13-16,-1 2-4 0,1-4 23 16,-7 2-19-16,0 0-4 0,20-12 13 0,-11 4-10 15,-7 0-5-15,3 2 5 0,-3-2-2 0,-2 0 14 16,0 8 4-16,0-8 11 0,0 2-12 16,0-6 1-16,-15-12 14 0,9 13 2 0,-2 4 1 15,-4-1-6-15,2-2-5 0,1 5-1 0,0 3-16 16,-1 1 17-16,1-1-10 0,5 0-3 15,-2 2-6-15,6 0 0 0,0 0 1 0,-10 0-1 16,-6 14-6-16,4-4 12 0,0 2-8 16,4-2 3-16,2 4-9 0,-1-2 0 0,5 2 4 15,0-3 7-15,-1-3-7 0,1 1-9 0,2 0 1 16,0-9 5-16,0 5 2 0,0 2-15 16,0-7 14-16,0 8-11 0,11 4 6 15,-6-7-12-15,-2-4 16 0,0 0-16 0,1 1 24 16,0-2-19-16,3 0 9 0,-4-2-15 0,4 0-1 15,-2-1-43-15,5-9-4 0,-2 0-30 0,2-2-36 16,0 0 11-16,-3-1-181 0,-2-3-83 16,2 3 47-16,-3 3-23 0,-1 3 55 0,-3-3 38 15</inkml:trace>
  <inkml:trace contextRef="#ctx0" brushRef="#br0" timeOffset="17593.836">22603 5438 315 0,'0'0'287'0,"0"0"-67"0,0 0 5 0,0 12-4 16,0-12-30-16,0 0-4 0,0 0-22 15,0 0-9-15,0 0-21 0,0 0-7 0,-26 23-12 16,26-21-5-16,0-1-5 0,3-1-15 16,-2-1-5-16,2-1 11 0,2 1-27 0,2-1-9 15,10-6 0-15,2-1 14 0,0-1-31 16,-1 2-3-16,0-3 4 0,-1 4-15 0,2-4-4 15,1 3 4-15,-4-2-1 0,-5 2 7 0,3 0-13 16,2 0 21-16,-6 2-31 0,-4 1-3 16,2 1-6-16,0 1 32 0,-5-2-26 0,2 2 9 15,1 2-25-15,-4-2 3 0,3 1 0 0,-3 1 7 16,-1-1 27-16,0 2-16 0,2-5-20 0,-3 5-10 16,0-1-43-16,4 0-19 0,-3-1-21 15,-1 0-24-15,0 2-5 0,0 0 12 0,-1 0-111 16,-1 0-58-16,-3 2-105 0,1 0 22 15,2 0 18-15,-3-1 62 0,1 3-14 0,0-2 4 16</inkml:trace>
  <inkml:trace contextRef="#ctx0" brushRef="#br0" timeOffset="17953.204">22800 5366 296 0,'-4'5'304'15,"3"-5"-11"-15,-1 0-40 0,0 1-23 0,2 0-15 16,-2-1-5-16,1 2-18 0,0-2-18 15,0 0-32-15,-1 0 7 0,2 3-44 0,0-3 13 16,-1 0-33-16,0 1-21 0,3 0 4 0,-2 2-10 16,2 1-5-16,-1-1 11 0,1 0-6 15,-2 3-28-15,3 1 1 0,1 8 11 0,0-4 11 16,1 7-33-16,0-1-9 0,1 0 0 16,1 2 18-16,3-1-15 0,-5 3 4 0,1-4 6 15,1-2-7-15,-3 3-7 0,3-2 12 16,0 2-18-16,0-3 21 0,-1-7-27 15,2 6 3-15,-3-5-7 0,-1 0 11 0,2-3 14 16,-5-1 2-16,1-2-22 0,2 1 5 0,-2-2 2 16,-1 1-9-16,0 0-1 0,0-1 9 15,-1 1-9-15,2-2 6 0,-2 1-6 0,3-1 3 16,-1 2-28-16,-2-1-22 0,0-2-20 16,0 0-20-16,0 1-81 0,-2 1 14 0,-1-2-84 15,3-3-116-15,-2 3 27 0,2-1 22 0,-3 0-1 16,1-1-10-16,0 0 13 0,0 0 10 15</inkml:trace>
  <inkml:trace contextRef="#ctx0" brushRef="#br0" timeOffset="18265.704">22832 5803 261 0,'-4'2'265'0,"0"1"-32"16,3 0-39-16,0-1-9 0,1 1-24 0,-3-1-15 16,3 1-19-16,-3-1 8 0,3-1 3 0,3-1-12 15,0 1-13-15,-2-1-11 0,1 0-6 0,5-1-7 16,-2-2-12-16,11-2 11 0,1 0-21 16,-2-3 8-16,3 0-20 0,-2 3-13 0,4-1 18 15,-1 1-19-15,-2-2-8 0,-2 0 5 16,1 3-18-16,1 0 17 0,-2 1-8 0,-5 2-20 15,0-2 7-15,2-2-9 0,-1-2-10 0,-2 7-15 16,-4-2-17-16,-1 1-39 0,0-1-24 16,-4 2 7-16,0 0-230 0,0 0-77 0,2-9 59 15,-4 7-7-15,-2 0 12 0,-3-1 13 0,-4-3 2 16</inkml:trace>
  <inkml:trace contextRef="#ctx0" brushRef="#br0" timeOffset="-968.719">20703 7034 532 0,'0'0'122'0,"0"0"25"0,0 0-36 0,0-13 25 16,0 13-14-16,0 0-20 0,0 0-1 0,-24-21 5 16,23 20-8-16,-2-2-32 0,2 3 9 15,-3-1-2-15,0 1-16 0,2 1-6 0,-2-1-10 16,0 3 12-16,1 0-18 0,0 1-13 0,0 1 9 15,0-1 5-15,0 1-8 0,3 0-22 0,0 1 1 16,0-1 21-16,0-1-6 0,0-4-23 16,15 14-8-16,-3-5 29 0,0-2-6 0,-1-3-26 15,-1-3 29-15,10-1-11 0,-2 0 9 0,-18 0-30 16,12 0 13-16,21-9 2 0,-17 2-6 16,-1 0-24-16,-2-3 46 0,-2 2-18 0,-1-2-28 15,-1 1 35-15,-5 1-8 0,2-6 17 16,-2 0-3-16,0 2 7 0,-4 3 7 0,0-1 28 15,0 10 7-15,0-9 2 0,-9-11-13 0,1 11 24 16,2 2-15-16,-2 3-4 0,-7-3-8 16,1 5 6-16,2-1-7 0,1 1-20 0,2 2 0 15,0 0 0-15,9 0 11 0,-7 0-21 16,0 0-2-16,-11 14 0 0,5-4 16 16,4 0-18-16,3 4 6 0,2-4 3 0,1-1 2 15,2-2-19-15,1 1 7 0,0-1-7 0,0-7-4 16,0 0 1-16,0 8-7 0,0-8-3 0,13 14-1 15,-4-2 12-15,-5-9-1 0,3 1-6 16,1-1 0-16,-3-1 7 0,0-2 5 0,3 0-23 16,-8 0-25-16,0 0-9 0,8 0-45 15,12-11 8-15,-10 5-206 0,1-4-86 0,-5 1 29 16,4-3 1-16,-4-1 22 0,4-1-27 0,2-4 1 16</inkml:trace>
  <inkml:trace contextRef="#ctx0" brushRef="#br0" timeOffset="14484.557">21158 7276 247 0,'0'13'292'0,"0"-13"-67"0,0 0 8 15,-31 26-62-15,16-19-23 0,2 0 3 16,-3 4-14-16,3-1-7 0,-3-2-7 0,1 3 3 16,0 1-25-16,2-1-2 0,-2 0-11 15,1 3-6-15,0 2 1 0,1 0-9 16,-1-4-1-16,4 5-7 0,-3 4-22 0,3-4 10 15,1 2-1-15,1 0-23 0,4 1 1 0,-1-2-14 16,3 0 25-16,2-10-6 0,0 6-11 16,0 1 3-16,12 15 4 0,-5-14-17 0,3-1 4 15,1-1-1-15,0 0 12 0,5-3-10 16,2-2 1-16,0 0-12 0,1-3-2 0,1-2-4 16,1-1 4-16,0 0 2 0,-9-3 3 0,4 0-4 15,5 0-16-15,19-15 6 0,-18 7-5 0,-2 2 1 16,-3-5 6-16,0 2-1 0,-3-5 12 15,-3 4-22-15,-3 1 3 0,-7-4 9 0,3 4 3 16,-1-1-4-16,-3 1 8 0,0 1 13 0,0-2-2 16,-16-12-23-16,5 11 18 0,1 0-8 15,0 0 15-15,-3 3 5 0,1-1-9 0,-1 1 26 16,4 1-36-16,2 4 18 0,0-1-11 0,1 0-6 16,2 1 3-16,-1 0-6 0,1 2 2 15,4-1 22-15,-5 1-3 0,2 0-27 0,1-3 19 16,2 4-15-16,-2 0 11 0,2 0-4 15,0 0-20-15,0 0 27 0,2 0-29 0,0 0-5 16,1 0 11-16,2 0-6 0,-1 1 11 0,2-1-10 16,-1 0 10-16,3-1-5 0,-2 1 21 15,2 0-18-15,0 0-4 0,7 0-3 0,17-8-3 16,-13 4 12-16,2 0-10 0,-6 0 7 16,3 1 17-16,-3 1-13 0,-2 1 8 0,-3 0 5 15,-2 1 4-15,0 0-4 0,-8 0-27 0,0 0 1 16,11 0 5-16,-5 0 8 0,14 12 30 15,-11-4-33-15,0 3 31 0,-2 0-12 0,2 0 40 16,-5 3-22-16,2 2-16 0,0 0 11 16,-3 2 7-16,3-2-19 0,-4 2 14 0,3-2 40 15,0 2-57-15,-4 0 39 0,2-3-32 0,1 0 12 16,1-6-5-16,-4 1 13 0,1-4 1 16,-1 2-54-16,2-3 23 0,-1-1 23 0,-2-1-49 15,2 2 5-15,1-2 6 0,-3 0-8 16,0-2-49-16,3-1-51 0,-3 0-72 0,0-5 15 15,0 1-218-15,0-2 28 0,-3-11 29 0,0 0 25 16,3 4 23-16,-11-20-54 0,2 8-19 0,5-2 18 16,-1 2 11-16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0T02:37:58.349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5252 6537 738 0,'3'-1'258'0,"-3"0"-36"0,0 0-22 15,0-1-19-15,1-1-25 0,-1 3-5 16,0-1-37-16,1 1-5 0,-1 0-15 0,0-3-8 15,0 2 1-15,0 1-26 0,0-2 5 0,0 2-14 16,0 0 14-16,2 0-23 0,-2 2 0 16,0-2-6-16,0-3-2 0,0 3 7 0,-2 0-12 15,2 0-5-15,0-1-14 0,0 2 15 16,0-1-5-16,0 1-6 0,0-1 10 0,2 0-7 16,-4-1-7-16,2 1 0 0,2 0-1 0,-2 0-5 15,0-1 13-15,0 1-18 0,0 0 9 16,-2 0-10-16,2 0-1 0,0 0 17 0,-1 0-18 0,1 0-2 15,0 0 14-15,0 0-10 0,0 0 1 16,0 0-4-16,0 0 6 0,0 0 2 0,0 0 12 16,-1-3 8-16,1 3-16 0,0 0 18 15,0 0 1-15,0 0 1 0,0 0-24 0,0-2-12 16,0 4 14-16,0-4 8 0,0 2-12 0,0 0 23 16,1 0-15-16,0 0-2 0,-1-1-10 15,2 0 3-15,0-3 5 0,3 1-2 0,0 0-8 16,1 3 10-16,-2-3-5 0,2 1-1 0,0-1 15 15,12-1-12-15,-1-1 0 0,1 3-3 16,-3-2-6-16,3 2 15 0,-1-2-14 0,2 1-6 16,-6 3 6-16,0 0 4 0,-2 0-10 15,-2 0 14-15,-9 0 13 0,10 0-31 0,-4 0 8 16,6 0 11-16,11 12-11 0,-10-7 14 0,-3 1 1 16,3 2-12-16,-6-4-1 0,2 3-4 0,-4 0 21 15,3 2-2-15,0 1 4 0,-5-4-15 16,1 0-5-16,0-2 5 0,-3 2 19 15,1 2-11-15,0-2-17 0,-2-1 13 0,1 0-7 16,-1 2 26-16,0 0-28 0,0-7 9 0,0 5-5 16,0 2 0-16,0 6-3 0,-8 11 11 15,2-15 17-15,0 4-14 0,-2-2 15 0,3-1 24 16,-2-5 6-16,3 3-25 0,-9-1 26 0,5 1-5 16,1-2 29-16,-2-3-19 0,-3 6-16 15,-1-4-1-15,-1 1 4 0,0 0-5 0,-1 0-5 16,1 2-1-16,3-5 9 0,-5 3-12 0,5-2-5 15,1 1 32-15,2-3-28 0,1-1 5 16,0 1 22-16,-1 1-7 0,5-3-57 0,0 3 1 16,-1-2 0-16,1 1 1 0,1 0 1 15,-3-2 16-15,2 1 1 0,2-1 12 0,-2 1-1 16,0-1-18-16,3 0 20 0,0 0-2 0,0 0-3 16,0 0-2-16,0 0-2 0,0 0-19 15,0 0 0-15,-6 0 0 0,6 0 3 0,0 0 21 16,0 0-23-16,0 0 2 0,0 0-1 0,0 0-1 15,0 0-65-15,0 0-45 0,0 0 5 16,-6 0-32-16,6 0-32 0,-8 1 14 0,7-2-178 16,1 0-131-16,1-2 5 0,-1 1 51 0,0-1 58 15,0 2-5-15,-1-2 25 0,0 0 36 16,-1 1 9-16</inkml:trace>
  <inkml:trace contextRef="#ctx0" brushRef="#br0" timeOffset="-874.971">5268 6488 680 0,'0'0'277'0,"-13"0"-34"0,13 0-36 0,0 0-15 15,0 0-33-15,0 0-10 0,-17 0-22 0,17 0-10 16,-18 17-13-16,17-17 5 0,1 1-32 0,-2 2-7 15,2 0-11-15,-2-1 5 0,2 4-22 16,0-1 13-16,0 2-15 0,0 2 16 0,0 4-27 16,0 2 4-16,12 20-5 0,-8-13-10 15,-4-3 16-15,5 1-17 0,0 0 3 16,-1-2 3-16,0 3-15 0,2-3 4 0,-2-3 6 16,-2-1 7-16,2-1-3 0,-1-4-23 15,-3 0 2-15,1-2 20 0,-1-7-18 0,0 0 4 16,0 8 1-16,0-8-3 0,0 6-2 0,0-6-3 15,0 8 10-15,0-8 3 0,0 5-31 16,0-5-23-16,0 0-6 0,0 0-46 0,-8 10-5 16,6-12 10-16,-2 0-145 0,-6-11-62 0,6 1-100 15,1-2 39-15,1 0 36 0,2 3-2 16,-5-4 43-16</inkml:trace>
  <inkml:trace contextRef="#ctx0" brushRef="#br0" timeOffset="24580.643">11181 5947 433 0,'0'-11'151'0,"0"11"-20"0,0 0-17 16,0 0-14-16,0 0-11 0,0 0-12 15,0 0-36-15,0 0-6 0,0 0-3 0,0 0-1 16,0 0 31-16,-2 5-7 0,-1 1-6 16,3-1-4-16,-3 1-6 0,2-1-35 0,1 3-2 15,0-4-1-15,-2 3 7 0,1 0 14 16,1-7-21-16,0 6 2 0,0 1-2 0,0-7 15 16,0 7 0-16,0 0-8 0,0-7 0 0,0 6-1 15,12 6 19-15,-10-10-17 0,0 0 3 16,1-2 2-16,-2 0 19 0,3 0-18 0,-4 0 31 15,5-2-5-15,-4 1-6 0,4-3 11 0,-5 2-22 16,0-1 26-16,3 1-10 0,-3-1 30 16,1-1-7-16,-1 2-10 0,0-1 6 0,0 0-21 15,0 1 7-15,0-1-1 0,0 1-4 0,0 0-14 16,-1-1 11-16,1 1-6 0,-1 2-14 0,-1-3-20 16,2 1-7-16,-2 1-24 0,2 1 6 15,0 0-43-15,-4-1 8 0,2 2-43 0,-1 0-21 16,3 1-20-16,-1-1-84 0,-2 2-128 15,2-2 29-15,-2 2 46 0,3-1-47 0</inkml:trace>
  <inkml:trace contextRef="#ctx0" brushRef="#br0" timeOffset="25221.253">11146 6084 242 0,'-3'2'147'0,"-1"-2"-23"0,2 1-63 0,-1 1-7 16,-1 0 49-16,2 1-13 0,-3-1-59 0,3 1 8 15,2-1 3-15,-2 1 6 0,-1-1-6 16,2 3-4-16,1-3-43 0,-2 2 27 0,1-1 2 16,1 1-24-16,0 0 12 0,0-1 2 0,0-3-20 15,0 0 15-15,0 0 17 0,0 8-5 0,0-8-1 16,0 6-7-16,0-6-3 0,11 12-1 15,-6-12 5-15,-1 3-6 0,-2-3-6 0,3 0-6 16,-1-1 1-16,1-1 26 0,-2 2 0 0,1-3-46 16,-2 2 3-16,2-3 2 0,-3 1 2 15,2 2 74-15,-2-5 10 0,-1 4 16 0,1-4-58 16,-1 3 40-16,-1-1 17 0,1 0-44 16,-1 0 21-16,-2-1-44 0,3 5 12 0,0 0 9 15,-6-14 9-15,3 13-11 0,-2-4-1 0,0 3-17 16,4 0 13-16,-6 1-10 0,5 1-20 15,-3 1-2-15,0-1 22 0,-1 4 9 0,-5 4-9 16,1 1-44-16,1 2 39 0,4-2-11 0,0-2-10 16,2 0 25-16,1 0-15 0,2-2-20 15,0 2-16-15,0-2-9 0,0-5 37 0,0 0 3 16,0 6-22-16,0-6 1 0,11 16 3 16,-6-10 11-16,-1-4 4 0,0 2-35 0,0-2 43 15,1-1-26-15,-1-1-16 0,2 0 31 0,0-3-1 16,-2 1-60-16,-4 2 2 0,18-12-21 0,-8 2 27 15,-1 1-21-15,-2 1-49 0,-3 3-125 16,-2-2-53-16,0 1 2 0</inkml:trace>
  <inkml:trace contextRef="#ctx0" brushRef="#br0" timeOffset="43721.026">11163 5482 668 0,'0'0'226'0,"0"0"-18"16,0 0-16-16,0 0-22 0,0 0-13 0,0 0-21 15,0 0-14-15,0 0-8 0,0 0-18 16,0 0-16-16,0 0-6 0,0 0-13 0,0 0 1 16,0 0-1-16,0 0-10 0,0 0-5 15,-12 0-3-15,14 19-4 0,-2-11-3 0,0 4-14 16,0 2 1-16,7 15 9 0,-5-12-8 0,-2-2-10 16,0-4 5-16,3-1 6 0,-2-2-7 0,0-1 4 15,1-2-7-15,-2-5 0 0,0 0 8 16,0 8 0-16,0-8 23 0,0 6 6 0,0-6 32 15,0 7 26-15,0-7-20 0,0 0-9 0,3 8-25 16,-3-11-1-16,-3-1 4 0,0-1-24 16,-1-8 17-16,-2-2 0 0,1-3-23 0,-3-1 28 15,4 1-34-15,-1-2-9 0,3-1 11 0,0 4 1 16,-2-4-9-16,3-1-10 0,1 7-4 16,-2-2 25-16,2 8-47 0,0-4 2 15,11-15 12-15,-3 12 5 0,-2 4 10 0,3 1-20 0,0-1 3 16,1 4 1-16,-3 4 2 0,6-1 0 15,-1 1-6-15,-3 1 3 0,3 3-18 0,-12 0 9 16,14 0-7-16,0 0 40 0,19 16-6 0,-16-11-17 16,-2 5-15-16,0-3 12 0,2 2 14 15,-4-1-2-15,-2 3-25 0,-1 0 3 0,-2 0 5 16,0 1 3-16,-4-1-8 0,1 3-1 0,0-5 12 16,-3 4 12-16,1 3-15 0,-2-4-2 15,-1-12 28-15,0 8 0 0,0 3-26 0,0 2 15 16,-15 9 14-16,7-8-16 0,1 1-9 15,1-1 34-15,-4-2-11 0,1 4-30 0,0-5 16 16,-2 1 10-16,-1 1 23 0,3-1-4 0,-2-7 15 16,-1 3-7-16,3-4 14 0,-4 5-2 0,3-4-6 15,-5 0-5-15,6 0-10 0,3-3 8 16,-1 1-3-16,2-1-4 0,0-2-3 0,2 0 12 16,0 2-4-16,0-1-40 0,2-1 2 15,-2 0-48-15,1 0 1 0,2 0-42 0,0 0-41 16,0 0-27-16,0 0-50 0,0 0 18 0,-7-10-263 15,7 3 49-15,0 4 27 0,3-2 25 16,-2-1 12-16,6-8 19 0,-2 1 20 0,4-3 8 16</inkml:trace>
  <inkml:trace contextRef="#ctx0" brushRef="#br0" timeOffset="23002.561">7655 5685 306 0,'0'0'130'0,"0"0"-22"0,0 0-12 16,0-13-45-16,0 13-6 0,0 0-4 0,0 0 13 16,0 0-9-16,0 0-9 0,0 0-1 15,0 0 50-15,0 0-3 0,0 0-21 16,21 7 10-16,-20 0-8 0,-1-1-21 0,0 4 10 15,0 3 11-15,0 1-11 0,0 6-9 0,8 18-15 16,-7-19 17-16,0 0 0 0,1 2-7 0,-1-1-39 16,0 2 6-16,2-3 37 0,-1 3 0 15,1-2-8-15,0-1-1 0,0 1 6 16,1-1-17-16,0-2 0 0,-3 0 6 0,4-2 0 16,-5-1-7-16,2-2-18 0,0-2 15 0,1 6 19 15,-1-4-10-15,0-2-9 0,-2 0-18 16,2-1 30-16,0-1-34 0,-1-1 26 0,-1 0-2 15,1 0-21-15,-1-4 20 0,1 2-22 0,1 1 28 16,-2-2-7-16,1 2 2 0,-1-5-12 0,0 3 8 16,0 1-6-16,0-2 5 0,0 2-19 15,0-4 14-15,0 2 6 0,5 1-12 0,-5-3 12 16,0 2-4-16,1-3 2 0,-1 3 9 16,0-2-21-16,3 2 14 0,-1-2-19 0,0 0 31 15,0 2-35-15,1-1 31 0,1-2-5 0,0 1 2 16,0 1-20-16,2-2 7 0,-1 0 6 15,2 2-2-15,11 1-1 0,-3-2-17 0,-2-1 14 16,9 1-10-16,-1-1 2 0,-12 0 16 16,6 0-9-16,3 0-2 0,2 0 8 0,-1 0-3 15,1 0 5-15,20-10-7 0,-19 10-6 0,-1-2 18 16,1 1-19-16,-1-1 14 0,-6 0-13 0,4 2-8 16,4-3 13-16,-7-1-10 0,3 4 1 15,0-3-6-15,-1 3 7 0,-1-2 18 0,5-3-28 16,-7 5 6-16,5-2-3 0,-2-1 17 15,3 1-10-15,0 0 7 0,-1-3 7 0,4 3-2 16,-2-1-18-16,-1 3 2 0,0-4 11 0,1 3-11 16,-3-2 6-16,3-1 16 0,0 1-16 0,-6 3-3 15,-8 0 2-15,6 0 8 0,2 0-5 16,-1 0 3-16,1 0-6 0,0 0-6 0,-1 0-6 16,-1 0 15-16,3 0 1 0,-2 0 2 0,0 0-12 15,-1 0 9-15,-1 0-3 0,4 0 10 16,-1 0-25-16,-1 0 28 0,0 0-14 0,-2 0 13 15,5 0-5-15,0 0-8 0,-1 0 11 0,0 0-8 16,-2 0-4-16,-2 0-1 0,0 0 1 16,4 0 2-16,1 0-11 0,2 0 9 0,0 0 2 15,0 0 11-15,-1 0-24 0,-2 0 13 0,-3 0 2 16,1 0 9-16,-4 0-12 0,5 0-10 0,4 0 1 16,-4 0 15-16,2 0-6 0,2 0 2 15,-4 0 14-15,21 8-15 0,-27-8-2 0,4 0 1 16,1 0 8-16,0 0-7 0,-4 0 0 15,3 0 0-15,-3 0 7 0,8 0-9 0,-3 0-8 16,2 0 22-16,-2 0-18 0,-2 0 3 0,0 0 11 16,-1 0-20-16,-3 0 11 0,0 0-16 15,1 0 19-15,-3 0-8 0,24 10 10 0,-17-9 3 16,-2-1 6-16,-1 0-8 0,-2 0-15 16,1 0 23-16,-10 0-11 0,9 0-5 0,-1 0 7 15,-2 0-5-15,9 0-17 0,-1 0 6 0,0 0 14 16,-1 0 4-16,2 0-3 0,2 0-14 0,0 0 13 15,-3 0 2-15,0 0 5 0,1 0-13 16,1 0 2-16,12-8 16 0,-17 7-19 16,-11 1 7-16,8 0-1 0,3 0 8 0,-2 0-6 15,4 0-3-15,0 0 4 0,0 0 0 0,2 0-5 16,-5 0 0-16,2 0-2 0,-2 0 15 0,3 0-16 16,3 0-11-16,0 0 1 0,-1 0 17 15,2 0-10-15,-2 0 6 0,-2 0 14 0,0 0-21 16,-3 0 5-16,-1 0 8 0,0 0-5 0,0 0 0 15,4 0 7-15,0 0-8 0,0 0 6 16,-1 0-3-16,-2 0 10 0,-1 0-17 0,8 0 6 16,-3 0 1-16,0 0-13 0,18-12 17 15,-18 12 3-15,1 0-2 0,3-3-10 0,-4 1 12 16,-1 0-18-16,6 1-3 0,2-3 11 16,-4 1 1-16,-1 3 2 0,-5-2-1 0,1 0 4 15,-1 1-4-15,6-1-1 0,-3 0 0 0,-3 0-19 16,0-1 14-16,-1 3 6 0,-2 0-7 15,-8 0 11-15,7 0-3 0,7 0 0 0,-2 0-1 16,3 0-5-16,-3 0 1 0,8-12 0 0,-11 12 8 16,-1-3-1-16,7-1-11 0,-4 3-3 15,1-1 21-15,-3-1-3 0,-1 2-6 0,-2 0-15 16,2-1 22-16,-1 2-2 0,10-3-5 0,-3 1-4 16,-2-1 2-16,6-1-2 0,-2 1-9 15,1-1 13-15,-2 0-5 0,-1 3 17 0,-2 0-14 16,-2-3 0-16,0 2 0 0,8 2-4 15,-1-1 7-15,-6-1 5 0,3-1-6 0,2-1 1 16,-5 3-19-16,2-1 18 0,4 0-6 0,-4-1 8 16,-2 2-24-16,0-1 13 0,5-2 8 15,-4 3 1-15,0 0-10 0,-3 1 11 0,1-2-4 16,-2 2 10-16,-2-1-8 0,3 1-4 16,-3 0 6-16,-1-2 13 0,2 1-15 0,-2 1 0 15,4-1-7-15,-3 1 12 0,1 0-9 0,-1-1 0 16,2-1 9-16,10-1-6 0,-7 1-5 15,-2 0 8-15,-1 2 8 0,-2 0-14 0,-2-3 16 16,0 3-18-16,1-1 4 0,-3 1 2 0,2 0 2 16,-1-1-4-16,-2 1-2 0,3-2-4 15,-1 2 3-15,-1 0 0 0,1 0 8 0,-2 0-13 16,0-1 12-16,3 1-6 0,-3 0 13 16,0-2-14-16,2 2-8 0,-3 0 27 0,1-1-13 15,-1 1 1-15,0 0-8 0,0 0 9 0,0 0-2 16,0 0 7-16,0 0-6 0,0 0 3 15,0 0-19-15,0 0 15 0,0 0 11 0,0 0-11 16,0 0-13-16,0 0 5 0,0 0 3 0,0 0 4 16,6 0 1-16,-6 0 4 0,0 0-6 15,7 0-9-15,-7 0 9 0,0 0-6 0,9 0 6 16,-9 0 12-16,7 0-13 0,-7 0 1 16,0 0-10-16,7 0 9 0,-7 0 3 0,7 0 2 15,-7 0-16-15,0 0 14 0,6 0 2 0,-6 0-15 16,0 0 6-16,9 0 8 0,-9 0-12 15,0 0 15-15,0 0 1 0,6 0-6 0,-6 0-5 16,0 0 7-16,0 0-12 0,0 0 14 0,7 0 9 16,-7 0-13-16,0 0-16 0,0 0 22 15,0 0 8-15,0 0-12 0,0 0-5 0,5 0 9 16,-5 0-2-16,0 0 5 0,0 0 8 0,0 0-5 16,0 0-17-16,0 0 22 0,0 0 4 15,0 0-11-15,9 7-5 0,-9-7 5 0,0 0 5 16,0 0 1-16,0 0-4 0,0 0 19 15,0 0-11-15,0 0-5 0,0 0 27 0,0 0-29 16,0 0 14-16,0 0 12 0,0 0-11 0,0 0-12 16,6 0 19-16,1 6 0 0,-7-6 9 0,0 0-14 15,1-2-18-15,-1 2-5 0,-1 2 29 16,1-2-8-16,0 0-16 0,0 0 5 16,0 0-17-16,0 0 30 0,1 0-19 0,-1 0 3 15,0 1-1-15,-1-1 6 0,2 0-19 0,-1-1 0 16,0 1 15-16,-1 0-17 0,2 0 1 15,-1-2-13-15,0 4-15 0,0-2-1 0,0-2-15 16,-1 2-35-16,2 0-33 0,-2 0-18 16,1-3 11-16,0 2-291 0,0-3 30 0,0 0 26 15,-2-2-20-15,2-2 26 0,-1-10 15 16,1 9 70-16</inkml:trace>
  <inkml:trace contextRef="#ctx0" brushRef="#br1">7957 6663 343 0,'0'0'125'0,"0"0"-49"15,0 0-4-15,0 0-9 0,0 0-10 16,0 0-4-16,0 0-4 0,0 0-6 0,0 0 31 16,0 0-8-16,-34-40-6 0,37 35-5 15,-1 2-7-15,1-4-10 0,1 4-2 0,-1-4-5 16,2 5-3-16,0-1-1 0,2-4 8 0,-2 2-5 16,3 0-1-16,-1 5-1 0,-2-3 6 15,2-2-4-15,0 6 0 0,-1-2-4 0,-6 1-21 16,0 0 1-16,10 0 0 0,-10 0 0 0,12 0-1 15,-12 0 0-15,14 0-20 0,-3 17-21 0,-1-13 24 16,-8 1-26-16,2 2 4 0,2-2 51 16,-2 0 0-16,-1 2-30 0,-1-1 3 0,1 2 1 15,0 3-1-15,1-1 20 0,-3-2-3 16,1-2 31-16,-2 2-4 0,3 2-4 0,-3 1-2 16,2 16-33-16,0-10-7 0,-2 1-2 0,1-7 1 15,-1-11 2-15,0 0 1 0,0 13 2 16,0-13 2-16,0 8 32 0,0-8-3 0,0 0-2 15,0 11-6-15,0-11-1 0,0 0-13 0,0 11-7 16,0-11-1-16,0 0 56 0,0 0-6 16,0 8-4-16,0 2-65 0,6-11 2 0,-1-3 5 15,0 3 1-15,0-3 2 0,0 3 3 16,3-5 50-16,2 5-1 0,-3-2-52 0,5 1-7 16,-2 0 30-16,-5-2-2 0,20-2 1 0,-10 6-65 15,-3-6-56-15,-2 0-77 0,3 1 14 16,-2 0 13-16,7-6-136 0</inkml:trace>
  <inkml:trace contextRef="#ctx0" brushRef="#br0" timeOffset="42596.06">7281 6541 419 0,'0'0'256'0,"0"0"-40"0,0-13-19 16,0 13-29-16,0 0-23 0,0 0-16 0,0 0-5 16,-9-16-27-16,4 16 13 0,-10 8-11 15,0-1-21-15,3-5 0 0,-1 6-7 0,-1 1-5 16,1 2-12-16,2-3 1 0,-3 5-21 0,6 1 3 15,-2-2-8-15,0 3-3 0,2-2-8 16,2 4 4-16,4 1-2 0,-2-3-1 0,4 2 5 16,0-5-10-16,0-4-2 0,0 1 7 15,18 19-6-15,-8-15-9 0,3-3 12 0,1-1 0 16,4-2-11-16,1-2 10 0,4-1-8 16,0-4 3-16,2 1 8 0,-13-1-12 0,10 0 2 15,27-14 2-15,-24 7-14 0,2 0 4 0,-4 0-18 16,3 1-6-16,-2-1-25 0,0 3 5 15,-4 1-118-15,0-2-89 0,-2 0-139 0,0 3 67 16,-6 1-1-16,-3-1 34 0,-3 1-31 16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0T02:38:00.459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3656 7246 575 0,'0'0'235'0,"0"0"-33"16,0 0-14-16,0-13-10 0,0 13-30 16,0 0 3-16,-9-17-20 0,4 17-6 0,-1-3-16 15,-1 4 7-15,1 1-14 0,-1-2 0 0,-4 0-12 16,-16 13-19-16,12-6-18 0,1 0 5 0,-2 0 0 15,6 3-7-15,-3-2-6 0,4-3-19 16,0 5 8-16,2 3-14 0,-2 1-2 0,-2-1 8 16,0 1-8-16,5 1 2 0,-1 2-5 0,2-5 6 15,1 3 0-15,-2 1-8 0,6-2-2 16,-1-3 2-16,1 9-12 0,0-6 1 0,0-6 5 16,0 5-6-16,0 3 2 0,14 18-1 15,-8-16 7-15,2-2-7 0,-2-1 13 0,6 0-15 16,-1-3 9-16,2-2-16 0,4 2 8 0,-4-2 2 15,3 0 0-15,0-6 2 0,0-1 4 0,2 1 2 16,1-3 1-16,0 1-6 0,-10-2-10 16,4 0 4-16,2 0-10 0,-1 0 4 0,12-12-13 15,-19 8 21-15,6-1 3 0,-6 2-5 16,3-4 12-16,-4 4-12 0,-2-1 3 0,1-1-5 16,-2 2 7-16,-2-1-16 0,3-2 4 0,-3 4 11 15,-1-3 0-15,0 1 1 0,0-1 11 16,0 5 13-16,0 0-6 0,0-7-11 0,-11-5-1 15,-1 5 6-15,4-2-6 0,-4 2 15 0,2 0-24 16,-3 4 4-16,-1-4 21 0,1 6-9 16,4-1-25-16,0-2 10 0,1 3-6 0,-1-1 18 15,3 2-15-15,2-1 13 0,0 1-22 0,2-1 22 16,-1 1-21-16,-1-2-12 0,2 1 1 16,-1 0-6-16,2 1 19 0,0 0-11 15,1 0 5-15,0 0-1 0,0 0 7 0,0 0-3 16,11-3 11-16,-6 3-10 0,-1 0-7 0,3-3 9 15,-1 2-9-15,3 0 8 0,-1 1 10 16,-1 0-7-16,14-2-6 0,-2 1 14 0,-1 0-20 16,1-2 12-16,-2 2 14 0,-3 0-16 15,0-1-1-15,-2 2 14 0,-4 0-4 0,0-1-17 16,-8 1 3-16,6 0-1 0,-6 0 19 0,10 0-4 16,-10 0 0-16,8 0-11 0,-8 0 10 15,14 13-14-15,-9-9 7 0,-1-1-8 0,4 11 14 16,-6-5-4-16,2 6-2 0,1-4 4 15,0 3 4-15,-1-2-8 0,-1-4 5 0,-2 2 5 16,3 6-2-16,0-1 9 0,0 0-11 0,-2-4-6 16,3 3 9-16,-2-5 8 0,-1 1-15 15,1-2 1-15,-1-1 4 0,-1 0-10 0,1-3 10 16,-1 0 11-16,-1 0-4 0,3-1-16 0,-2 2 17 16,0-3-10-16,1 1-3 0,-2 0 18 15,1 0-5-15,0-1-2 0,-1 0-6 0,2-1 16 16,0 0-18-16,-2 3-4 0,0-3-1 15,1-1-15-15,-1 0-38 0,0 0-32 0,0 0 7 16,0 0-182-16,0 0-142 0,9-16 16 0,-6 13 61 16,7-8-6-16,-3 3 17 0,-2 1 12 15</inkml:trace>
  <inkml:trace contextRef="#ctx0" brushRef="#br0" timeOffset="578.107">4195 7686 586 0,'-1'0'284'0,"1"-1"-26"0,-1-1-15 15,-2 1-22-15,1 0-42 0,2-2-6 0,-3 2 1 16,2-2 3-16,1 3-35 0,-3 0-19 0,3-2 8 16,0 1-27-16,0 0 12 0,-1 0-12 15,0-1-15-15,1 2 13 0,-1 0-49 0,-1 0 13 16,2-1 29-16,0 1-19 0,0 0-34 15,0 0 10-15,0 0-7 0,0 1 8 0,-1-1-47 16,1 2 11-16,0-1 25 0,0 3-34 0,-1-1 5 16,1 1 8-16,0 1 3 0,0 4-6 15,-2-1 1-15,2 3-20 0,0 7 18 0,0-1-21 16,0 2 16-16,0 2-16 0,0-2 2 16,0 0 11-16,0 2-12 0,0-4 14 0,0 1-14 15,0-2-7-15,9 0 23 0,0 9-2 0,-5-8-14 16,-3-5-12-16,2-3 9 0,-2-1 37 0,-1-2-34 15,3 1 17-15,-3-3-5 0,1-1-18 16,-1 1 37-16,0 0 2 0,0-3 11 0,0 4-3 16,0-4-11-16,1 3-3 0,-1-2 12 15,2 0-27-15,-2 1 12 0,0-3-22 0,0 0 29 16,0 1-30-16,0 1 19 0,0-1-47 0,0-1-28 16,0 1-54-16,0-1-62 0,2-1 17 15,-4 1-232-15,2-1-59 0,0-1 31 16,0 1 28-16,2-3 28 0,-4 1 33 0,2-2 20 15,0 0 13-15,-2 0-47 0</inkml:trace>
  <inkml:trace contextRef="#ctx0" brushRef="#br1">267 7686 494 0,'0'0'208'0,"0"0"-18"0,0-23-18 15,0 23-36-15,0 0-7 0,0 0-24 0,0 0-10 16,0-20-14-16,34-7 5 0,-34 19 3 16,1 3-33-16,1-3 8 0,0 3 8 0,3-5-38 15,-3 6 6-15,3-4-40 0,1 4 25 0,1-4 9 16,-4 5-11-16,6-2-1 0,-3 0 11 0,1 2-27 15,2 0 11-15,2-1 7 0,-2 2-14 16,1 0-17-16,0 2 10 0,-2-1-11 0,2 1 17 16,-10 0 18-16,0 0-18 0,14 0 4 0,-4 0 8 15,2 0-15-15,-12 0-9 0,10 0-11 16,10 20 6-16,-13-15 17 0,-4-3 6 0,2 6 5 16,-3-3-2-16,-1 3-11 0,5-4-2 0,-5 6-10 15,-1-4 20-15,0 2 2 0,0-8-1 16,0 0-26-16,0 11 6 0,0-11 7 0,0 12-4 15,0-12 0-15,0 9-2 0,0-9-17 16,0 10-6-16,0-10 24 0,0 0-5 0,0 12 25 16,0-12-11-16,0 0-20 0,0 12 5 0,0-12 13 15,0 0-2-15,0 0-28 0,0 0 27 16,0 0 19-16,0 0-15 0,5 16-13 0,-3-16-24 16,1 0 37-16,-1 0-4 0,1 0-5 0,2 0-2 15,-3 0 9-15,6 0-2 0,-2 0-5 16,0 0-1-16,-4 0-11 0,6 0 4 15,-1 0 16-15,1 0 19 0,-3 0-13 0,4 2-13 16,-9-2-17-16,0 0 12 0,0 0 10 0,12 0-3 16,6 14 0-16,-11-11-15 0,-2 2 18 0,-2-2 2 15,2 4-16-15,-1-1-9 0,-4 5 22 16,3-5-4-16,-3 4 35 0,-3 1-15 0,3-11 16 16,0 0-1-16,0 14 19 0,0-5-17 0,-22 26 24 15,7-17-27-15,5 1 12 0,0-4 6 0,-1-3-8 16,5-8-23-16,1 7 11 0,-2-6-1 15,0 1-2-15,1-3-29 0,-3 1-5 0,2-2-29 16,-1 4-69-16,0-3 10 0,4 0-125 0,-4 1-189 16,1-4 53-16,4 4 38 0,-4-3 19 15,2 1 14-15,5-2 5 0</inkml:trace>
  <inkml:trace contextRef="#ctx0" brushRef="#br0" timeOffset="-3828.01">1962 7018 711 0,'0'0'215'0,"0"0"1"0,0 0-19 0,0-12-22 16,0 12-29-16,0 0 4 0,-26-19-26 16,23 18-3-16,-3 1-28 0,1 0-8 0,-1 0-3 15,0 0-21-15,6 0 1 0,0 0 5 16,-9 0-19-16,1 0-4 0,-10 16-14 0,8-10-5 15,-1 4 10-15,3-1-9 0,4-3-10 0,-3 1-3 16,5 2 7-16,-1-2 2 0,1 0 7 16,2 1-10-16,0-8-8 0,0 7 7 0,0 6-1 0,11 20 0 15,-4-18-23-15,4-1 17 0,1 3-15 16,1-5 2-16,0-2 6 0,2-1 6 16,1-3-10-16,0-1-5 0,0 0 7 0,3-1 6 15,-10-4 14-15,3 0-24 0,3 0 13 0,-1 0-5 16,3 0 0-16,16-14 16 0,-18 8-9 0,1 0-23 15,-1 1 12-15,-4 0 8 0,-3-1-1 16,-2 5-14-16,0-3 12 0,1 1-2 0,-4 0 3 16,1 0 2-16,1 1-17 0,-1 0 15 0,-2 1-2 15,1 1-31-15,-2-2-26 0,2 0-29 0,-3-1-56 16,3 2 12-16,-3 1-220 0,0 0-37 16,0 0 18-16,0 0 47 0,3 1 27 0,-4-2-22 15</inkml:trace>
  <inkml:trace contextRef="#ctx0" brushRef="#br1">5907 7360 299 0,'0'0'187'0,"0"0"-59"0,0 0-3 16,0 0 2-16,0 0-6 0,0 0-39 15,0-24-38-15,0 24 43 0,0 0 3 0,-25-32-13 16,25 27-12-16,0 3-1 0,0-2-17 15,0 3-18-15,0-2 15 0,3-1-13 16,-3 0-4-16,3 1-16 0,-3 2 19 0,4-4-19 16,-1 0 16-16,-1 2-27 0,3 2 21 0,3-5-30 15,-4 4 37-15,-1-3-13 0,5 4 1 16,-4-3-3-16,4 4-30 0,-1 0 24 0,-2 0 11 16,5 4 1-16,-7-3-43 0,-3-1 33 0,14 12-38 15,-8-7 43-15,1 1-11 0,-3 2 30 16,14 9-30-16,-13-5 8 0,2 0-44 0,-1 2 33 15,0-5 29-15,-3 1-15 0,0 0-3 0,1 0 17 16,-4-5-3-16,0 4-37 0,3-1 7 0,-1-3 10 16,-1 4-3-16,-1-2-10 0,0 1 6 15,0-3 26-15,2-1 0 0,1 3-39 0,-1-3-11 16,0 2 28-16,-2-2 1 0,0-2-15 16,0 2-4-16,5-2 34 0,-5 3-15 0,1-5 16 15,-1 0-9-15,0 4-44 0,7-3 35 0,-5-1-2 16,3 2-35-16,-3-1 46 0,6 3-5 15,-3-4 5-15,-3 1-21 0,4-1-30 16,-1 0 50-16,-1 0-9 0,3 4 9 0,-1-4 3 16,-1 1 7-16,0-1 0 0,2 1-57 0,-2 4 60 15,-2-1-38-15,4-2 29 0,-3 5-1 0,-1-2-8 16,2-2 20-16,-5 6 7 0,0-3-43 16,0-6 27-16,0 0 27 0,0 14 12 15,0 6-30-15,0-3 27 0,-24 14-39 0,19-15 16 16,-5 3 8-16,4-7 1 0,-1 1-16 0,0-7 7 15,-1 3 1-15,3-4-7 0,-2 2-1 0,0-3-16 16,4 0 2-16,-2 0 1 0,-2-1-18 16,4 1-30-16,-6-4-47 0,3 5 8 0,1-1-59 15,-4-4-88-15,6 3-148 0,-2-3 80 16,0 1 15-16,-2-1 12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9T07:19:28.317"/>
    </inkml:context>
    <inkml:brush xml:id="br0">
      <inkml:brushProperty name="width" value="0.06667" units="cm"/>
      <inkml:brushProperty name="height" value="0.06667" units="cm"/>
      <inkml:brushProperty name="fitToCurve" value="1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9844 8942 367 0,'0'0'119'0,"0"0"-19"16,0 0 17-16,0 0-39 0,0 0-7 0,0 0-27 15,0 0-5-15,0 0 17 0,0 0-5 16,29-26-6-16,-21 22-7 0,-6-3 9 15,1 4-13-15,1 0 2 0,2-2-7 0,1 0-4 16,1 5-20-16,-1-4-3 0,0 1 14 0,1 2-1 16,1-1-1-16,-3 1-15 0,1-2 0 0,-7 3 0 15,0 0-7-15,15 0 0 0,-5 0 4 16,-10 0-5-16,15 0-11 0,-3 0 25 0,5 19 8 16,-10-12-22-16,-1-3 1 0,1 4 2 15,-3 0 9-15,1 0-7 0,1 0-16 0,-6 0 4 16,0 3 0-16,2-3 25 0,0 4-20 0,3-4 17 15,-5 4-1-15,0-5 25 0,1 2 11 0,-1 2-26 16,4-2 2-16,-4-2-3 0,0 1-2 16,0-8-1-16,0 0 7 0,0 12-5 0,0-12 1 15,0 12-4-15,0-12 20 0,0 12-21 16,0-12-1-16,0 10-1 0,0-10 18 0,0 0 29 16,0 0-63-16,0 12 52 0,8-4-28 0,-5-8 4 15,3-2-6-15,0-3-6 0,1 4 10 16,1-3-3-16,-1 1 1 0,15-7 4 15,-2 1-9-15,-5-2-3 0,7-1-16 0,-7 6 23 16,-1-1-14-16,-1 2-9 0,-4-1 11 0,1 1 15 16,-4 1-4-16,4 4-9 0,0-2 5 15,-3 0-4-15,2-2-26 0,-3 3 2 0,3-1-25 16,-3 2-50-16,1 0 3 0,-3 0-34 16,1-5 4-16,0 5-157 0,-2 0 15 0,-1-3 9 15,-2 3-1-15</inkml:trace>
  <inkml:trace contextRef="#ctx0" brushRef="#br1">11305 9197 628 0,'-15'0'181'0,"-9"34"-59"16,11-26 14-16,5 5-10 0,3-4-5 0,-4 8-17 16,3-2 4-16,1-1-13 0,1 3-36 0,1 1 21 15,2 2-10-15,1-2-1 0,0-8-7 16,0 4-8-16,10 22 2 0,-3-18 7 16,3 2-10-16,-1 0-17 0,1-6 0 0,4 2 8 15,0 0 8-15,-1-3-14 0,1-1-7 16,5-3-3-16,-1-2 14 0,1-3-21 0,0-3 8 15,1 2-14-15,-10-3 8 0,4 0-1 0,4 0-3 16,16-15-10-16,-17 8 6 0,1 0 6 16,-8 4-4-16,3-5-8 0,-5 2 26 0,-4 3-6 15,2-2 23-15,-2 1 5 0,-1-1 15 16,-1 2-22-16,-1-2-1 0,-1 5 0 0,0 0 30 16,0 0-47-16,-13-15 5 0,4 8-2 0,-2 1 8 15,-2 3 8-15,-1-2-28 0,-3 0 7 16,2 1 9-16,1 1-14 0,4 0 10 0,3 1-15 15,-2 0-8-15,4 1 21 0,1 0-18 0,-1 0 5 16,1-1 6-16,0 2-30 0,1 0 7 16,0-2 0-16,1 2-4 0,2 0-6 15,0 0 1-15,0 0 28 0,0 0-17 0,14-5 18 16,1 2-35-16,2-1 20 0,-3 3-27 16,0-1 26-16,0-3-11 0,0 4-10 0,-3 1 30 15,0-3-7-15,-4 3 5 0,2-1-31 0,-4 1 21 16,3 0-8-16,-2-3 0 0,-6 3 3 0,0 0 14 15,8 0-25-15,0 0 27 0,-2 0-8 16,-6 0-17-16,9 0 6 0,-3 0 4 16,-6 0-21-16,9 0 42 0,-3 0-36 0,-6 0 22 15,14 15 1-15,-12-10 10 0,2 0-14 0,2 10 15 16,-3 2-7-16,2 0-22 0,0 0 10 0,0 0 2 16,-3 3-2-16,1 1 0 0,-1-2-4 15,0 0 27-15,1 1-15 0,-3 1 26 0,4-2-26 16,1 1 30-16,-4 1 0 0,0-3-21 15,2 1 14-15,-1-2 5 0,0-4-1 0,-1 0 8 16,2-6-1-16,-3-7-5 0,0 7-3 0,0 0-5 16,0-7 44-16,0 8 3 0,0-2 3 0,0-6-20 15,0 6 25-15,0-6-22 0,0 0-5 16,0 6 6-16,0-6 8 0,0 0-13 16,0 8-9-16,0-8-13 0,0 0 7 0,0 0-16 15,0 6-3-15,0-6-13 0,0 0-2 0,0 0-81 16,0 0-38-16,0 0-50 0,0 0-22 0,0 0-42 15,0 0 22-15,3 10-188 0,-3-12-115 16,4-1 79-16,-1-1 32 0,-1 3 28 0,1-4 5 16,-2 1 33-16,5-1 47 0,-3 2-33 15,-2-4 38-15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0T02:40:09.834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1714 10975 244 0,'0'0'132'16,"-14"0"-28"-16,14 0-2 0,0 0-12 15,0 0 19-15,0 0 22 0,0 0-36 0,0 0 31 16,0-15-14-16,0 15-38 0,-14 0 33 0,14 0-11 16,-18-13 15-16,16 10 4 0,2 3-18 15,-2 0-13-15,2-1 2 0,-1 1 14 0,0 0-18 16,1 0-11-16,0 0-6 0,0 0-5 0,0 0-12 16,-2 0 15-16,2 0-14 0,0 0 2 15,0 0 2-15,0-3-26 0,0 3 7 0,2 0-2 16,0-1 1-16,0 1-6 0,1-1 2 15,3 0-14-15,1 1 11 0,-2-1 0 0,14-2-8 16,-1 1-4-16,0 0 10 0,-9 2-10 16,8 0-14-16,-1 0 7 0,5 0 10 0,0 0-16 15,0 0 4-15,3 0-9 0,22-8-2 16,-25 6 14-16,-11 2-1 0,3 0 8 0,4 0-2 16,-2 0-22-16,0 0 18 0,-5 0-24 0,0 0 15 15,1 0-37-15,-4 0-5 0,0 0-1 16,-7 0-23-16,7 0-19 0,2 0-1 0,-9 0 19 15,7 0-34-15,2 10 7 0,-7-8-80 0,1-2 10 16,-3 0-28-16,0 0-38 0,0-3-62 0,0 3-29 16,-3-2 5-16,1 2-15 0</inkml:trace>
  <inkml:trace contextRef="#ctx0" brushRef="#br0" timeOffset="562.483">2039 10918 401 0,'-5'-1'176'0,"1"-1"-14"0,0 1 9 16,0 1 7-16,-1-3-56 0,0 3 28 0,1 0-22 15,-2 0 7-15,2-1-19 0,1 0 18 16,-1 1-18-16,1 0-19 0,1 0-14 0,-2-2-1 16,2 2-10-16,2 0-13 0,0 0-7 15,0 0-12-15,0 0 9 0,0 0-1 0,-12 12-7 16,12-5 2-16,0-3 5 0,0 3-9 0,2 0-16 16,-2 1 18-16,0 0-19 0,0 4 7 0,0 2 8 15,0 1 8-15,14 22-17 0,-11-19-15 16,1-2 9-16,-2-3-3 0,3 3 3 0,-5-5 2 15,4 0-12-15,-4-3 2 0,3 0 5 16,2 7 6-16,-3-4-18 0,0-4-15 0,-2-3 12 16,2 2-10-16,-2-3-10 0,1 3-21 15,-1-6-1-15,0 0-21 0,0 0-11 0,0 6-13 16,0-6-43-16,-9 12 26 0,3-11-7 16,2 3 9-16,-1-4 9 0,0 0 8 0,1 3 2 15,-2-3 7-15,-1 1 6 0,2-1 5 0,-3 1 9 16,2 1 3-16,-1-1 25 0,-11 2 1 0,3-2-1 15,-2 2 23-15,-1 0 4 0,6 0 8 16,1-3 25-16,1 4 15 0,0-3-16 0,2-1 17 16,-1 3-12-16,4-3 30 0,0 0-12 15,0 1 2-15,1 2-11 0,2-2 15 0,-3 1 4 16,1-2-8-16,3 0-4 0,-3 1-1 0,1-1 2 16,3 0-10-16,0 0-13 0,0 0 9 15,1 0-5-15,2 1 8 0,1-1-18 0,0 0-3 16,3 3 13-16,0-3-10 0,13 0 5 15,-11 0-27-15,4 0 22 0,7 0-15 0,1 0-9 16,1 0 13-16,29 5 1 0,-28-5-19 0,1 0 4 16,-5 4-3-16,2-2 13 0,-11-2 6 15,6 0-19-15,0 0-8 0,-2 0-17 0,-3 0 1 16,1 0-7-16,-2 0-35 0,-2 0-34 0,1 0 9 16,-2 0-52-16,-7 0-59 0,7 0-68 15,-7 0-88-15,5 0 5 0,-5 0 34 0,0 0 9 16,0 0 9-16</inkml:trace>
  <inkml:trace contextRef="#ctx0" brushRef="#br0" timeOffset="1124.965">2292 11113 392 0,'0'0'296'0,"0"0"-37"0,0 0-30 0,0 2-47 15,-3-2-14-15,3 1-34 0,-1 1 11 16,1 3-31-16,-1-2-12 0,2 3-20 0,-2 1-4 16,1-3-19-16,0 4 16 0,0-2-18 0,0-6-1 15,0 8 0-15,0-1-21 0,0-1 10 16,0 1-6-16,0 1 0 0,0 0-1 0,0-2-10 16,0 1 5-16,0-3-13 0,0-4 10 15,0 8-12-15,0 1 5 0,0-9-9 0,0 5 14 16,0-5-6-16,0 0-1 0,0 0 5 0,0 0 4 15,2 11-14-15,-3-14-4 0,1-1-15 16,-1 0 11-16,-1 3 3 0,2-5 2 0,0-1 0 16,-1 0-13-16,2 2 17 0,1-2-14 0,-2 7-6 15,0-13 6-15,10-10-6 0,-6 10 14 0,0 2-3 16,1 0-1-16,-5 4-25 0,9-5 10 16,-3 2 4-16,-2 5 12 0,2 0-14 0,3 1 13 15,-3 1-14-15,1 1-1 0,-2 0 11 16,0 2-15-16,-5 0 9 0,0 0-7 0,10 0 15 15,-3 0-2-15,16 12-4 0,-14-8 7 0,0 1-11 16,0-2-5-16,5 5 11 0,-5 0 8 0,3 2-18 16,-5 1 8-16,3 2 3 0,-1-1 6 15,-5-4 0-15,4 5-7 0,-3-4 8 0,-1-1 1 16,-1 0-7-16,4 0 12 0,-6-3-9 0,1 0 5 16,-1-1-7-16,1 0-8 0,1 2 4 15,-2-4 7-15,-1 1-11 0,2 0 8 0,0-1 6 16,-2-2-1-16,0 4-11 0,2-4-46 15,-2 0-53-15,-2-4 10 0,2 4-186 0,-4-3 22 16,3-1 21-16,-4 1 18 0,-1-7-192 0,-4-1 26 16,3-1 84-16,-5 2 24 0</inkml:trace>
  <inkml:trace contextRef="#ctx0" brushRef="#br0" timeOffset="2406.183">3885 10993 631 0,'-6'1'199'0,"1"2"-51"0,-10 5-24 15,1 0 6-15,2 4-30 0,2-2 7 16,0 2-24-16,1 1-29 0,1-2 32 15,-3 3-15-15,6 2 4 0,0 1 1 0,1 1-20 16,1 0-17-16,-1-4 11 0,4-7-24 0,0 0 15 16,0 3-6-16,0 2-8 0,0 3-1 15,17 17 17-15,-13-17-11 0,2-4-5 0,4 4-11 16,3-6 13-16,-4 4 12 0,9-5-13 0,-1 0-1 16,-1 1-29-16,3-5 26 0,-2 0-16 0,2 0 9 15,-3 0-17-15,0-3 19 0,-16-1-28 16,13 0 27-16,-2 0-7 0,5 0-17 0,-1 0 7 15,13-14 18-15,-14 9 5 0,-6 0-14 16,2-1-22-16,-5 2 26 0,-1-3 8 0,-1 2 7 16,-1 2-2-16,-2-3 14 0,0 2 10 0,0-1 2 15,0 5 2-15,0 0 1 0,0-8-5 16,0 0 2-16,-15-8 0 0,4 6-3 0,3 3-21 16,-2-1 5-16,-2 2-7 0,4 2 17 15,-4-3-18-15,0 3 20 0,2 1-31 16,2 1-12-16,1 0 17 0,0 1 8 15,3-1-16-15,-1 1-6 0,0 0-1 0,2 1-7 16,1-1 4-16,-1 0 11 0,0 1-4 0,-1 0-3 16,4 0 2-16,0 0-12 0,0 0 16 0,-4-2-1 15,4 2-31-15,0 0 8 0,1 0-2 16,-1 0 9-16,4 0-20 0,2-1 8 0,-2-2-1 16,4 3 13-16,-2-1 10 0,11-4-9 15,-2-1 7-15,2 2-22 0,-2 1 10 0,1-1 17 16,-4 1-4-16,1 3-9 0,-3-3-1 15,-1 3 4-15,-1-2-11 0,-2 1 5 16,1 0-1-16,-2 1 12 0,-1 0-25 16,0 0 7-16,2 0 21 0,-2 0-12 0,-1-1 10 15,-3 1-8-15,0 0 11 0,0 0-25 0,8 0 7 16,-8 0 12-16,7 0 0 0,5 12-15 0,-9-8 12 16,2 0 16-16,-2 1-6 0,-1 0-15 15,6 7-2-15,-2 3 7 0,-1-6 16 16,-1 0-15-16,-1-1 1 0,-1 0-4 0,2 7 13 15,0-5-16-15,-3 0 16 0,3-2-17 0,-4-1 2 16,4 2 21-16,-4-9-15 0,0 0 10 0,0 8 5 16,0-8-10-16,0 8 15 0,0-2-8 15,0-6 16-15,0 8 16 0,0-8-1 16,0 7 2-16,0-7 19 0,0 4-22 0,0-4 33 16,0 0-3-16,0 0-10 0,0 8-6 0,0-8 35 15,0 0-27-15,0 0-7 0,0 5-7 0,0-5 7 16,0 0-8-16,0 0-5 0,0 0-4 15,0 7-5-15,0-7-49 0,0 0-17 16,5 8-35-16,-5-8-51 0,0-3-19 0,-1 3-55 16,-1-1 19-16,1-2-185 0,0 2-95 0,0-2 34 15,-2 2 27-15,1-2 47 0,4 3 5 0,1-2 21 16,0 1 12-16,0 0 5 0</inkml:trace>
  <inkml:trace contextRef="#ctx0" brushRef="#br0" timeOffset="2812.415">4412 11442 220 0,'-1'-3'320'16,"-3"1"-52"-16,3 0-50 0,-3 1-4 16,3-2-29-16,-1 2-13 0,2-3-22 0,-3 4-11 15,3-1-12-15,-3-1-19 0,3 1-2 0,-1 1-20 16,1 0 1-16,-1 0-13 0,-1 1-4 0,2 1 1 16,0 0-3-16,0 2 2 0,0 0 1 0,0 3-14 15,-2-2 15-15,4 2-11 0,-4 0 17 16,2 3-11-16,0 4-28 0,0 3 28 0,0 2-43 15,0-1 27-15,0-2-16 0,0 1-13 16,0-4 25-16,0-2-35 0,0-2 30 0,0-1-31 16,0-3-11-16,0-5 25 0,0 7-16 0,0-7-3 15,0 8-13-15,0-8-20 0,0 0 9 16,0 0-37-16,0 0-40 0,-9 11-54 0,11-13 14 16,-2 1-155-16,0-1-121 0,0-2-1 0,2-1 28 15,-1 4 24-15,0-3 20 0,2 0 7 0</inkml:trace>
  <inkml:trace contextRef="#ctx0" brushRef="#br0" timeOffset="3374.899">5060 11682 272 0,'4'0'337'16,"-1"1"-34"-16,1-1-32 0,0 2 1 0,-3-1-18 16,3 1-58-16,-4-1 3 0,2-1-44 15,0 1-9-15,0 2-24 0,-1 0-2 0,-1 1-24 16,2 1-2-16,-1 1-2 0,-1 1 12 0,0 0-37 15,0 2 17-15,0 4-55 0,0 3-41 16,-15 18-65-16,4-17 8 0,-1-1-334 0,-5-3-15 16,0-1 27-16,-2 0 26 0,-4-6 31 0,0 1-4 15,-2-3 55-15</inkml:trace>
  <inkml:trace contextRef="#ctx0" brushRef="#br0" timeOffset="4452.991">6026 11101 360 0,'0'-15'306'16,"0"15"-53"-16,0 0-31 0,-17-27-26 16,17 24 0-16,1-1-21 0,-3-1-23 15,2 4-4-15,0-2-36 0,0 1-5 0,0 0-19 16,0 0 5-16,0 0-13 0,0 0-22 15,0 1 4-15,0 1-20 0,0 0 9 0,0 0-7 16,0 0 4-16,0 3-16 0,1-1 4 0,0 2-16 16,2-1 14-16,-2 4 5 0,6 9 5 15,-1-3-12-15,-1 4 9 0,-1-1-14 0,0 3 27 16,3-1-21-16,-2 0 9 0,-3 2-24 16,4 1 5-16,1-4 3 0,-1 1 14 0,0 2-35 15,-2-2 13-15,4 0-11 0,-6 0 9 0,4 3 19 16,-1-3-2-16,0-2-27 0,0 0 0 0,1 0 17 15,-2-3 2-15,3 3-20 0,-3-7 7 16,0-1-16-16,3 5 9 0,-2-6-6 0,-2-1 15 16,4 0-21-16,-3 1-2 0,2-4 3 15,0 1 6-15,0-1-14 0,-2-2-29 0,2 2-9 16,2-2-16-16,1-1-42 0,-9 0-37 16,11 0 13-16,5 0-58 0,12-20-87 0,-14 14 22 15,-3 0 21-15,0-2-121 0,-5 0 17 16,0 2 16-16,-2-2 25 0,0 2-3 0</inkml:trace>
  <inkml:trace contextRef="#ctx0" brushRef="#br0" timeOffset="5140.476">5980 11357 412 0,'0'-1'168'0,"0"1"-56"16,2-1 31-16,0-1-27 0,4 1-19 0,-2 0-46 15,12-3 22-15,2-3 1 0,3 2 2 16,-2-3-56-16,5 0 31 0,0 0-26 0,2 1-9 16,1-3-2-16,-1 1-58 0,-2-1 20 15,0 1-14-15,3-2-7 0,-2-1 34 0,1 5 19 16,-4-3-50-16,-2-2 10 0,-2 4-1 0,-5-1-4 15,2-3 35-15,-8 7 4 0,-2-4 0 0,-1 3 0 16,-4 1 3-16,3-2 0 0,-3 7 73 16,0 0-12-16,0-7-24 0,0 7 55 15,0-7-15-15,0 7-21 0,0-8 32 0,-11-4 15 16,8 10-8-16,2-2-9 0,-2 1-15 0,2 1 1 16,-3-1-15-16,2 1-1 0,2 1-24 0,-3 0-6 15,2 1 19-15,1 0-16 0,0 1-2 0,0 0-7 16,0 6 8-16,0-2-18 0,4 14-1 15,-4-11 9-15,10 22-4 0,-5-10-10 0,0 2 6 16,0-1-6-16,2 1 3 0,2-2 3 16,-3 0 3-16,-2 1-12 0,2-4 13 0,-2-1-17 15,2 0-4-15,-3-7 2 0,0 1-2 0,-3-3 15 16,2 1-6-16,-1-4 8 0,2 1 0 16,-3 0 2-16,0-3 26 0,0-2-12 0,0 0-2 15,0 0 4-15,0 0-3 0,0 0-15 0,-6 8 13 16,6-10-9-16,-3-2-1 0,3 2-8 15,0-1-10-15,0-4-3 0,0 1 5 0,0 1-21 16,0-1 4-16,3 1 20 0,-3-4-16 0,9-7 3 16,0 6 2-16,-4 2 8 0,0 3-3 15,-1-2-5-15,2 3-15 0,-2 0 18 0,1 1 1 16,-3 2-13-16,4-2 4 0,-4 3 19 16,1 0-13-16,-3 0-2 0,0 0 6 0,9 0 5 15,-9 0-13-15,19 10 6 0,-9 0 0 0,-3 2-8 16,-1-2 10-16,3 0 6 0,1 3-4 15,-5-4-1-15,2 3 6 0,-1-3-3 0,-2-2-10 16,1 1 0-16,-2-2-37 0,-1-1-56 0,1 1 8 16,-2-2-51-16,3-2-66 0,-4 0-104 15,6-1-27-15,-2-1 28 0,-4 0-9 0,0 0 14 16,0 0 3-16</inkml:trace>
  <inkml:trace contextRef="#ctx0" brushRef="#br0" timeOffset="6062.326">6776 11335 397 0,'3'0'188'0,"-3"0"-29"0,1 0-45 0,0 2 9 0,0-4 2 16,2 4-38-16,-1-4 3 0,1 2-3 16,0 0-62-16,2 0 34 0,0 0-8 0,-1-2 2 15,2 2 5-15,1-3-38 0,-2 3 6 0,-5 0-3 16,11-4-23-16,-7 1 33 0,1-2-9 15,-1 2-13-15,0-1 10 0,-3 0 3 0,-1-2 2 16,3 2-20-16,-3-1 15 0,0 2-4 16,0 3-9-16,0 0-18 0,0-8 23 0,0 8-3 15,-12-15 4-15,0 4-35 0,-1 7 28 16,2 0 11-16,0 3-31 0,11 1 5 0,-7 0 23 16,1 0-40-16,-13 14 44 0,9-5-11 0,-1 3 15 15,2-4-41-15,3-1 27 0,0 5-2 16,-1 2-7-16,3-1 1 0,2-1-9 0,2-2 15 15,0-10-1-15,0 10-9 0,0 3-17 16,0 0 40-16,17 16-11 0,-10-19-24 0,5 1 42 16,2-3-35-16,2 2 31 0,1-3 11 15,2-4-27-15,3-1-12 0,-3-2 14 0,-6 0 11 16,4 0-37-16,22-10 36 0,-16 3-18 16,0-2 12-16,-1 1-27 0,-4-1-3 0,1-4 20 15,-1 3-18-15,-6-4-22 0,0 2 28 0,1-2 12 16,-5-2 10-16,-2 0-38 0,-5 6 47 15,-1 0-17-15,3 1 7 0,-3 9-11 0,0-6 4 16,0-2-3-16,0 2 10 0,-13-5-30 0,9 7 12 16,-7-5 18-16,-1 4 0 0,-3 3-36 15,3-2-5-15,5 4 27 0,7 0-8 0,-9 0 0 16,9 0 2-16,-8 0 1 0,-4 13-1 0,10-10 3 16,1-1-82-16,-1 5 47 0,4-3-11 15,0 1 2-15,1-1-12 0,-1 1 20 0,7 8 24 16,-2-5-39-16,3 4 28 0,1 1-9 15,1-2 15-15,-2-1 9 0,0 1-11 0,3-1 27 16,-4 4-45-16,0-5 47 0,2 3-9 0,-3-4-1 16,5 1 1-16,0-1 4 0,-3 0-3 15,5-2-1-15,-4-2 1 0,0-1 0 0,-1-1 1 16,7 1 7-16,-11-3-21 0,3 0 3 16,3 0 1-16,21-11-2 0,-19 5 30 0,-4 3-10 15,4-3 4-15,-4-4-1 0,2 3-1 0,-2-4-18 16,-2-1-3-16,-3 3 1 0,0 1 49 15,-1-1 13-15,-1 1-12 0,3-7-3 0,-6 15-4 16,0-11 36-16,0 4-14 0,0-2-12 0,-17-10-21 16,10 10 5-16,-6 0 14 0,0 4 9 15,2 1-17-15,-1 1-14 0,2 3 17 0,3 0-27 16,7 0 20-16,-7 0-16 0,-11 15 21 16,8-7-36-16,1 3 45 0,4 0-53 0,5-1 36 15,-4 0-30-15,4-10 5 0,0 13 30 16,0-1 9-16,20 15-20 0,-7-16 13 0,2 1-13 15,1-3-8-15,2-1 13 0,0-5-22 0,2 2 15 16,3-2 4-16,-1-2 6 0,2-1-6 16,-15 0 9-16,9 0-1 0,20-11-5 0,-16 8-1 15,1-2-19-15,-5 1 7 0,0-2 1 16,3 3 15-16,-10-1-6 0,0-2-15 0,2 2-9 16,-7 0-41-16,1 4 3 0,-1-3-109 0,-6 3-127 15,4-3-56-15,-4 3 24 0,-4 0 18 0,0 0-35 16</inkml:trace>
  <inkml:trace contextRef="#ctx0" brushRef="#br0" timeOffset="7390.413">8699 11318 490 0,'0'-3'217'16,"-3"-2"-15"-16,0 0-34 0,-5-4-10 0,3 2-56 15,-4-5-8-15,5 3 12 0,-1 1-21 16,-6-1 4-16,4 2 14 0,-3-1-17 0,4-2-11 16,-6 2-19-16,3 0-8 0,0 7 4 0,1-5-3 15,2 4-6-15,0 1-5 0,1 1-13 0,-1-2 0 16,2 2-9-16,-3 0 10 0,7 0-12 15,0 0-10-15,-7 0 21 0,-5 11-11 0,4 1 3 16,2-4-3-16,-3 3 13 0,4 4-15 16,3-2-10-16,1 0 0 0,1-2-2 0,0-11-2 15,0 13-5-15,0 0 7 0,10 8 3 0,-3-9-21 16,0-6 13-16,0 1 0 0,5 1-1 16,-3-4 9-16,-1 1-8 0,0-4-2 0,2-1-28 15,-10 0 29-15,5 0-10 0,7 0 16 0,14-13-8 16,-16 11 4-16,-3-4-13 0,-1 0 3 15,2 2 35-15,-4 0-15 0,-2-1-8 0,1 2 18 16,-3-3 23-16,1 3-15 0,0-1 6 16,1 0 1-16,-2-3 11 0,0 7-2 0,0 0-10 15,0 0 5-15,0-8-5 0,0 8 2 0,0-7-4 16,0 7-10-16,0-8-9 0,0 8 15 16,0 0-12-16,-12-10-4 0,11 10 0 0,1 0 3 15,0 3-17-15,0-2 12 0,0 2 7 0,0 0 0 16,0 1-10-16,2 0-1 0,1 0-16 0,1 0 10 15,0 2 1-15,-1-2-7 0,10 5 8 16,-1-1-21-16,3 4 14 0,-4-4-18 0,4-3-7 16,-1-1 9-16,1-1 6 0,-2-3-8 15,0 1-5-15,-13-1 1 0,12 0 8 0,1 0 6 16,15-15-6-16,-15 9 2 0,0-1 2 0,-7 0-6 16,-1 0 14-16,-1-1-7 0,-3 4 12 15,2-4 12-15,-3 0 6 0,0 2-22 0,0 6 33 16,0 0 9-16,0-12-8 0,-12-17 5 0,6 21-9 15,3 0-6-15,-2 2-4 0,2 2-14 16,-4 2 0-16,2-2 10 0,-2 3 0 0,7 1-19 16,0 0 18-16,-7 0-2 0,7 0-3 0,-15 11-15 15,6 3 25-15,3-6-16 0,3 1-13 16,-1-1 4-16,3-1 10 0,1-7 3 0,0 6-22 16,0 5 8-16,19 12-6 0,-9-12 10 15,3 2-34-15,-3-4 17 0,7 0 0 0,-2-2 17 16,4 0-29-16,2-3 19 0,-3-3 24 15,6-1-6-15,-16 0-14 0,8 0 2 0,2 0-24 16,23-12 26-16,-24 7 23 0,2-1-5 0,-5 0 6 16,1 0-29-16,-3-5 11 0,-3 2 12 0,-1 0-38 15,1-2 16-15,-5 2 12 0,-2-1-17 16,0 3 50-16,-2 7-6 0,0-9-4 0,0 3-5 16,0-2 9-16,0 8-5 0,0-9 0 0,0 9 3 15,-11-14-24-15,5 11 15 0,0 3-3 16,1 0 1-16,-11 5 1 0,16-5-2 15,-24 9-10-15,13-1 2 0,1-3 6 0,1 7-16 16,2-4 19-16,5 1-1 0,-1-2-16 0,3-7 29 16,0 7-19-16,0-7 17 0,0 9-30 0,18 8 23 15,-4-9-29-15,-2 1 27 0,7-6-2 16,1 2 30-16,5-4-10 0,-5 2-12 16,4-3 19-16,-13 0-4 0,2 0-10 0,7 0 9 15,0 0-14-15,21-14 2 0,-18 9 4 0,-1-2 4 16,1 0 1-16,-3 3-16 0,2-2 0 15,0 2 4-15,-4 0-12 0,-2-3 3 0,-4 6-7 16,-3-2-19-16,1 0-43 0,-6 1-13 16,-2 0 8-16,1 0-161 0,-3 2-146 0,-3 0 13 15,-2 1 41-15,-1-1-10 0,1 0 33 0</inkml:trace>
  <inkml:trace contextRef="#ctx0" brushRef="#br0" timeOffset="9249.726">10409 11135 582 0,'0'-3'177'0,"0"0"17"0,0 2-26 15,1 0-27-15,-1 2-10 0,2 0-2 0,-2 2-35 16,2 0 7-16,-2 1-9 0,0 0-20 0,0 4 3 15,1-2-8-15,3 12 1 0,-4-18-7 0,0 10-1 16,0 1-31-16,0-1 1 0,0-2 3 16,0-3-1-16,0-5 0 0,0 7 5 15,0 0 15-15,4 3 14 0,-4-10-23 0,0 0 7 16,0 0 5-16,0 0-12 0,-4 5-19 0,3-6 12 16,-2-3-17-16,2 0 4 0,1-2-18 0,-4-1 10 15,3-8-9-15,-1 2 2 0,-1 0 5 16,3 13-18-16,0-9 11 0,0 1 2 0,0 0 3 15,0-1-20-15,0 9 13 0,15-16-2 16,-5 6 9-16,-3 3-25 0,8-1 13 0,-2 1-12 16,0 4 7-16,-4 1 11 0,-9 2-2 15,13 0 4-15,0 0-6 0,16 15 3 0,-19-9-4 16,5 3 5-16,-2 2-14 0,-4-3-7 0,2 1 10 16,-3-4 5-16,0 2 7 0,-3-2 1 0,0-1-18 15,-1 1 28-15,-3-2-24 0,1 2 14 16,1-3 0-16,-1-1-10 0,-2 2 6 0,2-2 10 15,-2-1-8-15,0 0 12 0,0 0-10 16,0-3-11-16,-2 1-4 0,2-2 7 0,0-1-12 16,0-1 12-16,1 1-24 0,-1-2 9 15,1 2-18-15,-1-4 35 0,0 9-15 0,0-5 4 16,0-2 0-16,9-4-1 0,-8 6 13 16,1 1-23-16,0 2 9 0,2-2 8 0,-2 1 8 15,1 0-16-15,1 3 9 0,0 0-1 0,0 0 11 16,1 1-7-16,-2 1-9 0,4 1 7 15,-7-3 11-15,9 6-9 0,-5-3 4 0,0 1-6 16,8 5 4-16,-5-2 1 0,-1-1-4 0,-1-1 1 16,1 0-1-16,2 0 4 0,-5 0-1 15,3-2-2-15,-3-1-11 0,5 1 3 0,-6-2-1 16,7 2-20-16,-4-3 25 0,1 2-2 0,0-2 0 16,3 1-4-16,-9-1-1 0,0 0 9 0,14 0-22 15,11-15-3-15,-16 8 3 0,3-3-3 16,-1 1 2-16,-4 1 13 0,0-4-15 0,1 3 18 15,-3 1 0-15,-2 3-4 0,0-2 8 16,-1 3 15-16,0 0-14 0,0 1 26 0,0 1-11 16,-2-2 13-16,3 4-12 0,-2-3 7 0,-1 2-3 15,0 0-1-15,0 2-11 0,0 0 12 0,0 2-24 16,0 0 20-16,0 1-1 0,3 1-6 16,-3 1-11-16,0 1 19 0,2 8-15 0,-2-8 8 15,8 17 4-15,-6-11-2 0,5 2-29 0,0-2 33 16,3 0-2-16,-2-3-8 0,2 1-4 15,2-7-7-15,-1 5 2 0,2-4-19 0,0-2 12 16,-3-2-6-16,2 1-29 0,-2-2 8 0,-1 0 21 16,0 0-38-16,5 0-4 0,15-20 27 15,-16 12-7-15,1-1 1 0,-5 1-2 0,0-1-3 16,-2-1 23-16,-4 3-27 0,-2 0 11 16,1 0 41-16,-2 7-2 0,0-8-17 0,-13-10 14 15,9 9 11-15,-5-2-36 0,-6 1 28 0,5 1-16 16,-1 3 38-16,-4-1 0 0,-2 3 7 15,0 1 13-15,1 3-40 0,-4-3 29 0,20 3 17 16,-9 0-41-16,-4 0 24 0,4 0-16 0,0 0-8 16,3 0 10-16,6 0-13 0,-8 0-9 15,8 0 12-15,-13 10 7 0,12-8-4 0,0 1-8 16,3-1-5-16,0 1 15 0,-1 0-2 0,3-1-22 16,1 0 19-16,0-2 2 0,4 0 4 15,-3 1-22-15,3-1-7 0,5 0 22 0,3 0-28 16,16-13 1-16,-15 10 11 0,-1-6 15 15,1 2 1-15,1-1-23 0,-8-1 17 0,-1-1-21 16,2-2 41-16,-6 4-14 0,-2 0 10 16,0 1-2-16,-4 7 5 0,0-6-8 0,0 6 4 15,0-9-1-15,0 9-28 0,-10-14 5 16,3 13 23-16,0 0-12 0,-1 1 4 16,2 0-22-16,-2 1 25 0,-1-1 0 0,-13 8-10 15,14-4-8-15,1 0-1 0,3 1 2 16,2-2-3-16,2 3-38 0,1-3 14 0,0 0 3 15,6 2 4-15,6 2 9 0,3-2-10 0,1 0 18 16,-1 3 0-16,3-1 2 0,-2-5-47 16,0 6 45-16,2-1 25 0,-6 1-13 0,1 0-7 15,-2 2-17-15,-4 0 44 0,1 3-3 0,3-1-18 16,-5-1-1-16,5 3 0 0,-3 1 26 16,-2-3-11-16,-1-1-16 0,5 1 18 0,-5-5 8 15,3 6-8-15,-2-7-8 0,-1 8-4 0,4-5 16 16,-2-1-31-16,-4-1 9 0,5-2 15 15,-2-1 6-15,0-3-18 0,-1-1 8 0,13 4-12 16,-7-4 18-16,-4 0-15 0,4 0-11 0,18-16 11 16,-17 6 10-16,-1-1-15 0,2 2 11 15,-5-3 14-15,1 0-23 0,-2-1 7 0,-4 0-1 16,-4 1 3-16,4 4 14 0,-4-3-4 0,0 4-10 16,0 7 31-16,0 0-4 0,-18-19-18 15,4 14-8-15,2 1 7 0,-2 3 5 0,3 1-16 16,2 0 19-16,-7 0-7 0,-14 13-1 15,16-5-15-15,0 1 13 0,2 3-4 0,4 1 5 16,2 1 2-16,4-1 4 0,0-3-27 0,2-10-8 16,0 13 28-16,17 16 15 0,-4-19-9 15,3 1 1-15,1 1 13 0,3-8-1 0,3 4-9 16,4-4 3-16,-2 0 8 0,3-3-7 0,-13-1-3 16,7 0-8-16,2 0 18 0,0 0-13 15,27-12 5-15,-28 10-9 0,-2-1-7 0,-3 0 14 16,-4 2-20-16,4-3 8 0,-7 0 4 0,-1 3-30 15,-4 0 1-15,-1-2-34 0,0 0-32 0,-2 2 7 16,-2-1-161-16,-1 1-143 0,-1 0 25 16,1-3 24-16,-6 4 1 0,3-2 25 0,-4 2 31 15</inkml:trace>
  <inkml:trace contextRef="#ctx0" brushRef="#br0" timeOffset="9905.96">13041 11060 275 0,'-2'-17'306'0,"-4"4"-35"0,2-4-26 15,-2 5-29-15,0 0-8 0,0 0-20 0,3 3 21 16,0 3-42-16,1-1 1 0,0 3 4 0,0 0-26 16,2 0-1-16,0 0-22 0,-3 2-2 0,3 1-12 15,-1-2-22-15,0 0-19 0,1 2 30 16,-3 0-45-16,3 1 6 0,0 0-18 15,3 2 12-15,-3 3-9 0,2-2-20 0,1 3 29 16,-3 2-37-16,1 9 5 0,2 6 9 16,-3-14 14-16,0 8 14 0,0 0-18 0,0 2-13 15,0 3-5-15,0-1-2 0,0 0-1 16,0 0 15-16,11 22-10 0,-8-23-27 0,-1 1 7 16,0 0 21-16,4-1-7 0,-4-2 7 0,2 0-13 15,3 0-4-15,-2-4 30 0,1 4-26 16,2-1-9-16,1-4 10 0,-6-3-3 0,2 0-31 15,2 0-5-15,2-2-21 0,-2-1 14 16,-2-2-34-16,0-3-17 0,-1 0-10 0,-4-2-44 16,0 0-16-16,9 0 5 0,-2 0 12 0,-7 0-126 15,17-12-77-15,-13 7-62 0,-2-2 29 0,1 4 22 16,-3-3 27-16,0 1 15 0,-3-1 17 16</inkml:trace>
  <inkml:trace contextRef="#ctx0" brushRef="#br0" timeOffset="10546.565">12779 11268 704 0,'-2'-2'174'0,"2"0"-10"0,6-2-52 0,-5-1 5 15,13-2-2-15,-2-1-11 0,8-1-19 16,6-3 0-16,2 3-9 0,-5 0-42 0,5 0 16 15,-1-1 10-15,7-4-22 0,1 4-24 0,-2-2-6 16,3 1 0-16,-4-3 2 0,-4 1 4 16,0 3 9-16,-1-2-31 0,-4 2 10 0,-3-2 0 15,1 1-35-15,-2-1 35 0,-9 3-4 16,1-1-16-16,-5 2 50 0,-1 2-44 0,-5-1 36 16,0 3 1-16,0 4 6 0,0 0-12 0,0-8 22 15,0 8-4-15,-14-13 7 0,9 9-2 16,2 1 10-16,-1 1 12 0,0-1-9 0,2-1 8 15,-4 4-27-15,4-3 4 0,0 1-14 16,-1-1 0-16,0 3 3 0,2 0-12 0,0 1 0 16,2 1 5-16,-2 3-10 0,2 1 17 0,-1 0-11 15,4 14 0-15,-4-12-14 0,5 19 17 16,3-4-7-16,-4-2-11 0,2 1 17 0,1-5-17 16,-1 8 13-16,-1-3-14 0,1-1 12 15,1-2-2-15,2 1 5 0,-3-2-6 0,2-2-7 0,-2-3-1 16,-3-9-4-16,-1 4-1 0,1-2 5 15,0-2-5-15,-2-1 4 0,1 0 15 0,-2-3-10 16,0 0-12-16,0 0 11 0,0 0-3 16,0 0 4-16,0 0 2 0,8-14-10 0,-5 9 2 15,-3 0 4-15,3 1-3 0,4-9-17 0,-1 5 22 16,-3 2-6-16,1 0 3 0,2 1-11 0,-5 4 3 16,4-5 6-16,0 4-15 0,-2-1 8 15,2 3-5-15,-1-3 15 0,1 3-12 0,-5 0 9 16,0 0-10-16,6 0 9 0,-6 0 1 15,7 0 1-15,13 18 6 0,-12-11-9 0,2 4-7 16,0 0 2-16,-3-3 15 0,2 2-10 16,0 0 8-16,1 1-7 0,-3-3-17 0,1-3-17 15,5 3-12-15,-4-4-48 0,7 0-18 0,4-2 20 16,2 0 7-16,-12-2-55 0,6 0-21 0,5 0-17 16,25-15-43-16,-21 10-24 0,1-4-58 15,-2 0 18-15,1 1 14 0</inkml:trace>
  <inkml:trace contextRef="#ctx0" brushRef="#br0" timeOffset="11327.793">13945 11191 536 0,'-4'-3'194'0,"-4"0"-7"0,-7 1-5 0,-4-1-23 15,1-1-13-15,0 3-9 0,9 1-13 16,-7 0-7-16,0 0-29 0,0 0 3 0,-16 15-4 16,15-8-17-16,4 2-13 0,3-1-21 0,5 1 22 15,-7-1-11-15,7 1-21 0,4-1 11 16,1-1-12-16,0-7 9 0,0 0-17 0,0 9 3 15,19 9-8-15,-7-8 10 0,3-5-8 0,-4-1 9 16,6 0-5-16,-5-3-35 0,-1 0 5 16,10-1-4-16,-16 0 11 0,6 0 19 15,14-10-12-15,-15 5 5 0,-1-1-10 0,-4 2 12 16,0-1-17-16,-1 1 32 0,-2-1-24 0,1 1 23 16,-2-2-13-16,-1 0 17 0,0 6 7 0,0 0 2 15,0-6 0-15,0 6-1 0,0-7-13 16,0 7-2-16,-11-14-14 0,7 10 18 0,0 1 2 15,-1 3-10-15,3 0-17 0,0 0 17 16,-2 1-5-16,2 2-14 0,0 1 11 0,2-4 1 16,0 5 0-16,-1-3 9 0,2 1-19 0,1 1 6 15,0-1-7-15,2 0-17 0,0 1 10 0,1-2-12 16,-1 1-2-16,2-1 15 0,2 1-10 16,-2-3 12-16,2 0 12 0,0 0-15 15,0 0-6-15,1 0 8 0,4 0 7 0,5 0-8 16,-5 0-7-16,1 0-7 0,10-9 4 0,-15 8 14 15,0 1-8-15,-4-2 3 0,4 2 9 0,-5 0 5 16,-4 0 1-16,0 0 14 0,9 0-20 16,13 12 7-16,-13-6-5 0,5 1 13 0,-9 0-4 15,-1-1-7-15,-1 0 12 0,0 0-18 0,-2 2 1 16,1-4 9-16,-1 1 12 0,-1-5 9 16,0 0-12-16,0 0 2 0,0 7 0 0,0-7 13 15,0 0-8-15,0 6 13 0,0-6-21 16,0 0 16-16,-8 7-12 0,8-10-3 0,0 1 17 15,0-2-27-15,0 0 4 0,1-3-13 16,2-7 11-16,6-2-13 0,0-1 1 0,0 4-3 16,1-2 17-16,0 6-8 0,2 0-5 15,-2 1 14-15,-1 1-11 0,-1 2-12 0,-2 3-6 16,1 0 20-16,0 0-20 0,-1-1 9 0,3 3 4 16,-9 0-2-16,0 0 4 0,11 0-2 15,17 13-12-15,-21-8 17 0,5 5 11 16,0 0-12-16,-2-1-4 0,-1 2 20 0,-5-2-21 15,-1 2 10-15,0-1 0 0,3 2 17 16,-2 1-16-16,-1-4-2 0,3 6 18 0,-5-4 0 16,-1-11-16-16,0 7 3 0,0 0 4 15,0-1 3-15,0-6-14 0,0 6 14 0,0-6-23 16,0 8-7-16,0-8-7 0,7 0-12 0,-7 6-26 16,0-6-88-16,12 8 13 0,-10-9-257 15,-1-2 28-15,2 0 26 0,-1 1-3 0,-4-3 15 16,0-1 33-16,2 1 33 0</inkml:trace>
  <inkml:trace contextRef="#ctx0" brushRef="#br0" timeOffset="12155.893">15874 11142 546 0,'-7'-3'294'0,"4"0"-41"15,0-1-39-15,-1 0-22 0,2-1-3 16,0 0-26-16,0 2-34 0,2-2-15 0,1-2 3 15,2 4-37-15,-2-4 1 0,7-3-16 16,0 3 0-16,1 2-27 0,-1 2-4 0,-1 2 1 16,-1 1-4-16,-6 0 0 0,7 0-28 15,1 0 1-15,12 9-5 0,-10-3 10 0,1 5-8 16,-4-4-6-16,1 6-19 0,0 0 16 16,-4-3-6-16,0-2 13 0,-3 1-1 0,0 1 6 15,-1-10-17-15,0 9 17 0,0 4-12 0,-14 19 7 16,7-17 20-16,-1 0-6 0,-1 0 1 15,-1 0 3-15,-2 0 1 0,2-2 9 0,-2 0-10 16,1-4-4-16,3 3 18 0,1-8-21 0,-1 3 27 16,5-4-24-16,0 0 8 0,0 1 1 15,1-2-1-15,2 0-9 0,0 1 7 0,0-3 8 16,0 0-5-16,0 0-12 0,11 4 15 0,-3-4-14 16,-3 0 11-16,3 0-9 0,4 0 4 15,5 0 6-15,5 0-9 0,3 0 26 0,26-10-15 16,-22 8 11-16,-16 2-13 0,8 0 1 0,5 0-24 15,-1 0 24-15,1 0-24 0,0 0 6 16,1 0-6-16,-3 0-31 0,0 0-9 0,-4 0-67 16,-3 0-14-16,-2 0 11 0,-7 0-130 15,1 0-152-15,-9 0 29 0,7-7-19 0,-9 10 55 16,-3-1-10-16,-14 5 16 0</inkml:trace>
  <inkml:trace contextRef="#ctx0" brushRef="#br0" timeOffset="13733.973">17260 11094 643 0,'-3'-1'215'0,"-1"1"-41"16,-1 0-13-16,1 4-7 0,-5 9-18 0,-1-5-32 15,1 2-1-15,3 4-49 0,-1 1 19 16,1 0-7-16,3 4-14 0,3-19-8 0,0 11-7 16,0 5 13-16,0-1 5 0,16 18-10 0,-6-22-5 15,-2-2-11-15,4 2-9 0,4-7-13 16,-5 2 14-16,0-5-6 0,-1 1-24 0,0-2 15 16,3 0 9-16,-2 0-14 0,12-16 22 15,-10 11-22-15,-3-3 6 0,-4-1-20 0,-2 1 1 16,-1-1 34-16,-3 1 5 0,0 8 1 0,0-11 8 15,0 1-7-15,-13-10 1 0,3 11-15 0,-2 0 25 16,-2-1-13-16,-1 3 10 0,-1-1-11 0,0 3-19 16,1 0 11-16,-3 2-5 0,5 0 9 15,2-1-1-15,4 3 6 0,1-2-4 0,-2 3-20 16,4-3 17-16,2 2-1 0,-2 1-9 16,3-3-4-16,1 3 8 0,0 0-10 0,0 0-15 15,24-9 26-15,-11 5-15 0,7 0-2 0,-1-1 3 16,6 0-8-16,-2 3 3 0,1-1-2 15,1-1-28-15,0 1 14 0,-1 0 3 0,8 0 3 16,0 1 1-16,-1-3 4 0,-1 1 7 16,0 0-5-16,-1 0-4 0,-2 3 3 0,2-5 1 15,-4 4 0-15,-2 2 12 0,-2-3-5 0,-3-1-1 16,-3 3-21-16,-6 1 2 0,-1 0 15 16,0-1 4-16,-3 1 20 0,-5 0-13 0,0 0 6 15,5 1-25-15,-6 0 24 0,-3-1 0 0,-2 1-16 16,1 0 12-16,-8 5 22 0,-4 1-9 15,0-1 13-15,0 1-17 0,2-2 14 0,-1 3-20 16,2 1 9-16,3-1-10 0,0 1 16 0,2 3-14 16,3-4 3-16,2 7-5 0,0-4-5 15,4 0 12-15,0-11-8 0,0 9 8 16,0-2-13-16,18 11 14 0,-9-6-11 0,0-8 9 16,4 5-5-16,-3-8-2 0,6 3-10 0,-8-4-2 15,5 0-4-15,4 0 12 0,17-15-5 0,-16 7-8 16,0-3 15-16,-3-1 6 0,-1 3-13 15,2-4 7-15,-7 1-6 0,-4-4 13 0,1-1-12 16,1-2 19-16,-4 1-7 0,-2-3-7 16,2 3 15-16,-3 6 9 0,0-4-5 0,0 0 14 15,-14-22-6-15,9 20 41 0,-4 2-47 16,3 0 14-16,-2 4 10 0,-2-2-18 0,2 4-6 16,3 4 9-16,0-2 10 0,1 4 1 0,0 1-18 15,3 1-9-15,-2-2 14 0,2 3 7 16,1 1-34-16,0 0 0 0,0 0-11 0,0 0 27 15,-9 14-28-15,9-6 10 0,0 0 31 0,0 11-28 16,0-9-10-16,0 2 3 0,0 6-6 16,9 20 7-16,-1-17-6 0,-2-1 9 0,3 0-12 15,0-2 30-15,0 1-40 0,4-1-15 0,-3-1-3 16,0-1-27-16,4-3-12 0,-1-1-12 16,1-3 13-16,2-3-15 0,3-1 3 0,2-4-36 15,-12-1-10-15,7 0 10 0,27-9 13 0,-17 2-20 16,-1-3 14-16,-2 1-25 0,1-4 34 15,-2 0 18-15,-9-2 6 0,2 0 10 0,-5 0 5 16,0 3 72-16,-3 0-5 0,-4 4 21 0,-3 2 17 16,0 6 11-16,0 0-4 0,0-7 14 15,-13-4 5-15,8 9-14 0,-3 1-3 0,-1 1 2 16,-1 0 4-16,-19 10-18 0,11-6 2 16,0 2-16-16,1 4 8 0,-1-1-9 0,2-1-5 15,4 4 11-15,3 0-19 0,0 1 7 16,6-2 1-16,-1-2 3 0,4-9-21 0,0 7 4 15,0 1 11-15,0-8-15 0,15 15 0 0,-2-10 1 16,5 4 5-16,-6-6 6 0,-2-3 6 0,2 0-14 16,4 0 1-16,0 0-14 0,20-16 17 15,-24 5 5-15,3 2 9 0,-2-2 1 0,-2-2-2 16,-3-3 1-16,-2-2 19 0,-5 1 4 16,1-3-4-16,-2 9-3 0,0-7 2 0,-12-19 1 15,3 14 6-15,-1-3 17 0,0-1-18 16,-2 5 10-16,0-2 11 0,1 4 39 0,1 1-22 15,1 0-18-15,-1 2-2 0,2 4-16 0,1 1 19 16,1 3-22-16,3 1-4 0,0 5-10 16,-1-1 24-16,4 4-38 0,0 0 13 0,-2 12-15 15,2-5 23-15,2 15-23 0,-2-10 13 0,0 5 0 16,12 29-5-16,-6-19-15 0,0 3 0 16,2-5-2-16,-2 3 8 0,1-2-8 0,3 2 9 15,-2-3 10-15,0 1-23 0,-2-1-17 0,0 4-20 16,2-2-65-16,-7-6-46 0,2 4-65 15,-3-13 19-15,0 2-292 0,0 4 80 0,-12 11 8 16,12-23 27-16,0-6-34 0,0 0 25 0,0 0 77 16,10 5 32-16</inkml:trace>
  <inkml:trace contextRef="#ctx0" brushRef="#br0" timeOffset="15718.291">19291 11171 234 0,'-8'-13'257'0,"0"-2"-18"0,3 7-39 16,-5-4-22-16,0 2-28 0,-2 0-5 0,0 1-5 15,1 5-28-15,1 2-1 0,1-1-16 16,-2 3-6-16,1 0-23 0,2 0-9 0,-5 0 4 16,-1 0-22-16,-16 13 6 0,18-6-6 0,-4 3 2 15,6 0-4-15,-3 1-14 0,6 1-3 16,2 0 7-16,2-4 3 0,0 0-23 0,3-1-1 16,0 1 15-16,0 2-5 0,0-1-17 0,18 13 19 15,-6-11-15-15,-1-2 22 0,1-1-34 16,4-6 17-16,1 3 3 0,-2-3-9 0,-2-2 6 15,-13 0-9-15,16 0 7 0,-4 0-9 16,17-14 7-16,-16 2-3 0,-1 0 5 0,-4-1-5 16,2 1 6-16,-2-4 8 0,-3 1 12 15,-1-4 8-15,-1-2-11 0,-3-1 25 0,0 11 7 16,0-6-10-16,0-4-8 0,0-4 7 16,-19-22 22-16,15 19-5 0,-3 1 2 0,-3 4 15 15,4 2-14-15,0 4-3 0,1 2-25 0,0 0 15 16,1 5 1-16,0 3-8 0,3 0-22 15,-2 3 34-15,2 0-9 0,-2 0-31 0,3 1 31 16,-1 3-14-16,1 0-13 0,0 0-15 16,0 0-7-16,0 15 42 0,1 2-25 0,-1-5 10 15,0 5-38-15,0 0 33 0,8 26-39 0,-1-18 28 16,0 0-12-16,-1 0-12 0,0 2 19 16,1-4 6-16,0 0-12 0,4 2 9 0,-2-3-12 15,4-2-16-15,-2 0-9 0,0-3 0 16,1-1-22-16,0-3-9 0,-1-4 5 0,4-1 7 15,1-2-7-15,2-3 1 0,0-2 7 0,-9-1-10 16,4 0 0-16,21-17-7 0,-16 9 11 16,1-3-17-16,-8-1 22 0,4 0-13 0,-2-3 15 15,-1 1 10-15,-4 1 21 0,-5-3-6 16,0 6-4-16,-3 10-4 0,0-10 23 0,0 2 9 16,0 1-11-16,0 7 0 0,-14-16 5 0,12 13 6 15,-5 0 21-15,5 3-17 0,-6 0 11 16,3 0-9-16,-2 3-13 0,7-3 7 0,-21 12-16 15,11-1 7-15,0 3 10 0,7-5-12 16,3-1-1-16,-1 0 0 0,1-8 4 0,0 6-12 16,10 5-22-16,5-1-1 0,1 0 0 0,0-5-6 15,8 0-6-15,0-5 4 0,-10 0-49 0,4 0 28 16,5 0 8-16,30-13-61 0,-28 4 17 16,2 0 20-16,-2-2-12 0,-3-2 3 0,1 0 44 15,-8 1 19-15,-1 1 4 0,-5-2 58 0,-4 5-11 16,-2 3 43-16,-3 5 0 0,0 0-2 15,-13-15-7-15,8 13 13 0,-4 1-4 0,-13 4-1 16,9-3-14-16,-3 0-1 0,-23 9 13 0,18-2-3 16,1 0-17-16,5 4 5 0,1-4-38 15,6-1 31-15,4 3-19 0,3-3 6 0,1-6-25 16,0 0-9-16,16 20 21 0,-2-14-17 0,-2 4 7 16,5-7-11-16,0 1 5 0,-1-4 1 15,-16 0-2-15,16 0-1 0,-2 0-4 16,-4 0 32-16,12-11-4 0,-16 7 21 0,-1 0 9 15,0 2-2-15,-2-2 20 0,-1 1 36 0,0 0 0 16,3 0-20-16,-5 1 16 0,1-1-34 16,2 1-16-16,-2 0 7 0,-1 1-9 0,4 1-17 15,-4 0 9-15,0 0 11 0,0 0-25 0,4 15 4 16,2 0-3-16,-1 4-18 0,0 2 28 0,0 0 1 16,-1 3-21-16,1 2 32 0,4 2-4 15,-6 1-25-15,3-3-15 0,-2 4 14 0,-1-1 8 16,-1 4-40-16,-1 0 17 0,-1-16-17 0,0 6 22 15,0 3 14-15,-16 30 9 0,6-29-15 16,0-5 8-16,-1 0-13 0,-3 1 0 0,-1-9-30 16,-2 5 21-16,2-7 13 0,-5-2-11 15,3-3-7-15,-1-2 8 0,-6-2 8 0,13-3-26 16,-4 0 35-16,-16-12-40 0,17 1 13 0,3-2 15 16,2-5 0-16,3-3-41 0,5-4 11 15,1 11-20-15,0-5 24 0,17-30-28 0,-3 16-12 16,0 2-9-16,6-2 4 0,2 1 1 15,-1-1 11-15,2 4-9 0,1 0 6 0,0 2-5 16,2 1 2-16,-4-1 7 0,-1 1-7 0,0 4 2 16,-2 0 11-16,-3 0 8 0,-1 2-15 0,1 2 38 15,-3 0-15-15,-3 1 19 0,-2 2-1 16,-2 1 19-16,-3 4-4 0,-1 1 6 0,-2 0-2 16,0 9 2-16,0 0 5 0,0-8-4 15,0 8-9-15,-14-15 5 0,11 13-3 0,-3 1 0 16,0-1-1-16,0 2 9 0,2 2-16 0,-4 1 4 15,-3 5-9-15,-1 1 7 0,2 1 1 0,1 0-7 16,5 3 15-16,2-5-7 0,2-8 3 16,0 8 10-16,0 4-8 0,17 12-12 15,-7-11-5-15,4-3-2 0,1-2-5 0,4-1-10 16,0 0-19-16,3-4 20 0,-12-3-21 16,7 0 3-16,2 0-6 0,26-16 3 0,-21 8 1 15,-2 0 18-15,-1-2-8 0,0 0-5 0,-3-1 7 16,2-1 13-16,-4-1 6 0,-1 1 3 15,-6-1 12-15,1 1 19 0,-5 0 15 0,-2 4 3 16,-1 1-16-16,0 0 15 0,-2 7-12 0,0 0-11 16,0-5 22-16,0 5-15 0,-12-11 1 15,6 11-21-15,1 0 19 0,-1 0 2 0,1 1-3 16,-7 7-1-16,5-1 0 0,-1 0-7 0,2-1 3 16,5 1-3-16,1-1-1 0,-2 2-5 15,2-8-2-15,0 0 7 0,0 9-2 0,15 14-9 16,-4-14 6-16,2-2-9 0,0-1-2 0,-1-5-8 15,-1 2 3-15,-2-3-14 0,1 1 11 16,-10-1 7-16,9 0-1 0,2 0-26 0,16-16 15 16,-14 10-3-16,-3-2 8 0,-1 3-5 15,0-7 5-15,-3 6-11 0,-4-3 21 0,2 4-1 16,-4-3 8-16,0 3 2 0,0 1-5 0,0 4 13 16,0 0-14-16,0 0-1 0,0 0 11 15,-11-12 0-15,6 14 14 0,-1-1-20 0,1-1 0 16,1 3-21-16,1 3 24 0,1-3-1 0,0 2-1 15,2 0-2-15,0 2 13 0,7 6 5 16,3-3-7-16,5-2 8 0,2-1 19 0,5 1-4 16,-1-2-11-16,0-3 9 0,2-2-2 15,4 1 4-15,-4-1 0 0,2-1-1 0,-13 0 8 16,6 0-8-16,0 0-10 0,2 0-5 16,0 0-4-16,0 0-8 0,12-13-5 0,-22 13-30 15,-2 0-32-15,-3 0-38 0,0 0 10 0,0 0-172 16,-5 0-133-16,0 0 27 0,-3 0 24 15,1 0 43-15,-1 0 19 0,-2-1 11 0</inkml:trace>
  <inkml:trace contextRef="#ctx0" brushRef="#br0" timeOffset="17233.873">21481 10918 845 0,'-3'-7'265'15,"3"5"-14"-15,-1-4-35 0,-2 4-47 0,3 0-14 16,0 2-18-16,3 0-22 0,-2 3 5 16,2 1-26-16,-1 1-6 0,6 9 4 0,1 4-28 15,2-1-4-15,0 0 4 0,-4-1-26 0,7 2 26 16,-2-2-24-16,2-2-12 0,-4-4-1 16,1 0-7-16,-3 1 4 0,0-5-2 0,-3-1 0 15,-1-1-22-15,1-1 14 0,-1 0-14 16,-1-3 1-16,-3 0 11 0,0 0-5 0,0 0-5 15,10-17 7-15,-5 5-3 0,0-5-3 0,-3 2 1 16,-1 1 2-16,3-1-6 0,0 4-10 16,-4 1 5-16,0 3 20 0,1-1-13 0,1 3 10 15,-1 0-9-15,-1 0 2 0,0 3-15 16,3-1 15-16,-1 0 0 0,-2 2-11 0,0 1 4 16,0 0 12-16,0 0-3 0,0 0-11 15,7 0 8-15,-7 0-16 0,8 0-5 0,0 0-9 16,6 10-6-16,4-6 2 0,2-1-6 15,-3-1 11-15,-3-2-3 0,-2 0-13 0,-2 0 16 16,5 0 0-16,13-10 0 0,-13 5 12 0,-3 1-6 16,-1 0 7-16,-4 0-7 0,-3-2 0 15,5-5 10-15,-1 4 12 0,-2-7 5 0,-3 6-17 16,-2-1 6-16,-1 9-21 0,0-9 35 0,0 2-7 16,0-1 4-16,0 3-1 0,0 5-1 15,0-8-3-15,-12-7-13 0,10 14 28 0,-2-2-18 16,1 1 7-16,-3 2-20 0,2 0 23 0,-1 4-7 15,1-2-12-15,-5 9 7 0,-1 1 2 0,2 1-6 16,3 0 18-16,-1 2 4 0,5-4-16 16,-1 0-11-16,2-3 15 0,0 1-4 15,0 3 2-15,13 11-17 0,-4-12 18 0,-1-3-8 16,1 0-12-16,-3 0 13 0,3-5-1 0,6 3-4 16,-7-4-1-16,5 0-7 0,-3-2-3 15,-10 0 9-15,12 0 11 0,13-11-5 0,-10 6-14 16,0-4 23-16,-3-1-15 0,-2 0 18 15,0 1-8-15,0-3 2 0,-3-3 1 0,-3 0-11 16,5 1 14-16,-6 2-1 0,-3 0-6 0,1 3 17 16,-1-1-8-16,0 2 12 0,0 8-3 0,0-5 5 15,0 5-11-15,0-9 6 0,0 9-10 16,0-6 3-16,-12-1-21 0,10 7 18 0,-3 1 2 16,2 0-16-16,1 2 19 0,-4 1-30 15,4 0 18-15,0 1-2 0,0 2-10 0,2-2-6 16,0 3 0-16,0 0 4 0,0 0 0 0,0 1-19 15,12 16 19-15,-7-14-8 0,-1-1 10 16,3-1-25-16,9 0 20 0,-5-2 11 16,6 0-20-16,-3-2-7 0,1-5 30 0,-3 3-4 15,-3-3 9-15,5 0-12 0,1 0-25 0,18-15 5 16,-16 7 23-16,-2 0 10 0,2 0-15 16,-6-3 14-16,2-4-2 0,-3-2 30 0,-1-2-22 15,1 0 13-15,-3 0-2 0,-3-4-12 0,-2 0 31 16,0 0-13-16,-2 9 8 0,0-4-22 0,0-4 32 15,-11-23-17-15,5 22 15 0,-2 1-7 16,1 2 8-16,-2-1 12 0,2 7-19 0,-2 0-1 16,4 4 4-16,-1 2 10 0,2 4-30 15,0-3 14-15,-1 4-15 0,4 0 5 0,1 3-11 16,0 0 17-16,0 0-21 0,-9 12 18 0,6 4-11 16,-1-1-2-16,4 5 14 0,0-10-13 15,0 6-4-15,0 4-4 0,13 27-7 0,-5-23 7 16,1 2 11-16,0-4-10 0,3 3 11 0,1-3 0 15,-3 1-9-15,5-4-10 0,3 0-4 16,-1-1 7-16,2-1 3 0,1-3-6 0,1 0-1 16,0-6-33-16,3 3 0 0,-1-2 14 15,0-3-4-15,-2 2 1 0,-2-6-16 0,1 0 26 16,-1 0-15-16,-7-2 7 0,-12 0-8 0,6 0 19 16,8-11-2-16,-8 7 11 0,-3-3-21 0,-2 2 17 15,1 1-7-15,-1-5 0 0,2-6-3 16,-3 1 25-16,0 2-11 0,0 12 6 15,0-11 5-15,0 5-9 0,0-2 6 0,0-1 5 16,0 9-2-16,0-7-6 0,0 7-7 0,0 0 10 16,0-5-2-16,0 5-12 0,4-6 6 0,-3 8 20 15,0-1-6-15,1 5-15 0,0-1 5 0,0-1 18 16,2 3-8-16,1 9-7 0,1-2 9 16,0 0-12-16,-2-5 14 0,3 6 2 15,2-5-25-15,0-2 8 0,-1 0-21 0,4 0-6 16,2-2-10-16,-3-4-20 0,-2-1-45 0,1-1 9 15,-10 0-151-15,8 0-122 0,2 0 15 16,14-17 53-16,-12 4 16 0,-4 0-16 0,-1-2 12 16</inkml:trace>
  <inkml:trace contextRef="#ctx0" brushRef="#br0" timeOffset="17390.122">22673 10677 209 0,'-6'-5'335'0,"1"4"-44"15,2-2-50-15,0 2-41 0,-2-3-34 0,3 3-43 16,2-1-12-16,-2 2-29 0,2 0-19 0,0-3-47 16,4 3-3-16,0-2-177 0,-1 0-114 15,-2-1 20-15,6 1-103 0,-6-1 6 0</inkml:trace>
  <inkml:trace contextRef="#ctx0" brushRef="#br0" timeOffset="17640.112">22259 10701 376 0,'-3'0'240'0,"-3"0"-14"0,5 0-61 16,-1 2-22-16,2-2 3 0,2 1-20 15,0-1-12-15,5-1-2 0,0 1-49 0,9-2 19 16,-5 2-3-16,19-8-13 0,-6 4-10 0,2-2-28 15,-2 2-20-15,0 2-6 0,3 0-15 16,-4-1-39-16,1 0 3 0,-11 3-55 16,2 0-26-16,1 0-90 0,-2 0-109 0,0 0 15 15,-3 0-13-15</inkml:trace>
  <inkml:trace contextRef="#ctx0" brushRef="#br0" timeOffset="18374.466">23010 10779 363 0,'-13'7'265'0,"-2"1"-63"0,0 1-29 0,4 1-1 0,2-2-38 16,-2 4-38-16,5-2-4 0,2-2-9 15,2 2-20-15,-5 5 10 0,7-6-31 16,0-9 22-16,0 11 1 0,0 3-20 0,17 9 16 16,-5-12 4-16,1 3-14 0,0-5-2 15,4-1-19-15,-2-1 18 0,3-3 3 0,-2 2-3 16,4-4-12-16,-1 1-19 0,-10-3 7 0,8 0 1 16,-2 0-8-16,20-13-3 0,-15 6-15 15,-1-2 20-15,0 1-6 0,-1-4 2 0,-1 1-17 16,-2-3 13-16,-2 0-8 0,1-3-2 15,-5 1 23-15,-1-2-13 0,-2 0 14 16,0 2-4-16,-3 2 3 0,-2 0-12 0,-1 5 7 16,0-2-2-16,-16-7 8 0,8 10-13 0,-1 5 9 15,-9-1-10-15,9 1-8 0,9 3 10 0,-10 0-5 16,4 0 0-16,-12 14 0 0,5-1-15 16,5-4 13-16,3 7-19 0,0-1 24 0,-1-1 2 15,4-2-13-15,2-2-11 0,0-4 18 0,16 13-5 16,-7-9 3-16,0 1 0 0,2-3 6 15,4-2 1-15,2 2-17 0,1-2 10 0,0-4 5 16,3-2-1-16,-12 0-7 0,7 0 7 0,0 0-20 16,19-12 23-16,-18 7 1 0,-2-5-9 15,1 0-11-15,-1-3 5 0,-1-1 16 0,-3-2 5 16,-2-1 0-16,3-3-14 0,-7 3 1 16,1-1 7-16,-2 0 11 0,-4 4-10 0,0 3-1 15,0 11-17-15,0-13 19 0,-15-9-13 0,7 14 5 16,1 2-15-16,0 2 2 0,-1 2 14 15,2 1-5-15,0 1-20 0,-1-3 12 0,7 3-14 16,0 0-8-16,0 0 10 0,-13 12-9 0,12-6 15 16,1 0-9-16,5 6 10 0,-2 0 5 15,3 3-6-15,1 0-13 0,3 0-2 0,1 1 13 16,1-2 2-16,-1 0-9 0,-1 1 16 16,2-4 4-16,-2 1 2 0,4-1 7 0,-2 2-29 15,-3 0 24-15,-3 0 1 0,0-4-1 0,-1 1-2 16,-2-4 4-16,6 5 7 0,-9-2-28 15,3-1-5-15,-2-3-16 0,-1-5 0 0,0 0-37 16,0 7 8-16,0-7-125 0,0 7-61 0,-10 3-134 16,6-6 26-16,1-3 65 0,1 0-12 15,2-1 41-15</inkml:trace>
  <inkml:trace contextRef="#ctx0" brushRef="#br0" timeOffset="18624.457">23949 10943 416 0,'4'0'346'0,"-3"0"-44"16,-1 4-41-16,0 0-37 0,0-2-19 0,0 2-25 15,0 1-2-15,0 0-21 0,0 0-28 16,0 1-23-16,0 2-7 0,0 0 23 0,0 3-21 16,0 2-30-16,0-1-16 0,0 1 1 15,-13 16-4-15,11-18 9 0,-3-1-25 0,2-1-1 16,-2 2-22-16,-5 1-40 0,-2-2-65 15,2-6-37-15,2 0 12 0,-1 1-278 0,0-2 27 16,-6 2 5-16,5-4 25 0,-4-1 20 16,6 0 22-16,-2 0-1 0</inkml:trace>
  <inkml:trace contextRef="#ctx0" brushRef="#br0" timeOffset="20265.038">2623 12056 296 0,'0'0'204'0,"0"-13"-35"16,0 13-2-16,0 0-18 0,0 0-4 0,0 0-43 15,0 0-22-15,0-13 16 0,0 13-13 16,11-17 10-16,-13 15-40 0,-2 1 22 0,1 1-10 16,-1-2-12-16,1-1 8 0,-1 1 5 0,-2 2-26 15,0 0-16-15,0 0 9 0,6 0 0 16,0 0-1-16,-8 0 10 0,0 0-4 0,8 0-2 16,-8 0-32-16,0 0 7 0,-1 9 21 15,3-6-31-15,1 0 3 0,-1 1-13 0,3-1 18 16,0 1-5-16,1 0 22 0,-1 0-8 0,2 0-12 15,-1 1-35-15,1 2 37 0,1-2-4 16,0-5 2-16,0 0 10 0,0 8-13 0,14 11 6 16,-6-12-5-16,-3-2-5 0,6 5 2 0,0-1-11 15,0-2 0-15,-3 1 6 0,6 0 5 16,-1 1-5-16,-4-3-6 0,4 0 18 0,-2 1-32 16,-1-2 17-16,-1-1 9 0,0 2 5 15,-3-1-6-15,5 5-12 0,-2-4 34 0,-4 1-18 16,5 1 0-16,-6 2-8 0,0-2-11 0,-3 0 1 15,4-2 21-15,-4 2-17 0,0-2 2 16,2-1 30-16,-3-1-12 0,0 1-6 0,0-5 5 16,0 0 8-16,0 7 3 0,0-1 0 0,0-6 15 15,0 8-5-15,0-8-1 0,-14 16 16 0,10-12-9 16,0-1 4-16,-2 0-16 0,1 1 9 16,-1-3 5-16,0 2-12 0,0-2-5 0,-2 0 11 15,2-1 7-15,-2 0-21 0,2 0-15 16,6 0 11-16,0 0 10 0,-9 0-21 0,1 0 7 15,2 0-8-15,6 0-17 0,-9 0-29 0,9 0-15 16,-9 0-32-16,9 0 8 0,-9 0-79 0,9 0-27 16,0 0-30-16,-5 0-130 0,5 0 23 15,0 0-3-15,-8-3 0 0,10 3 45 0</inkml:trace>
  <inkml:trace contextRef="#ctx0" brushRef="#br0" timeOffset="20718.146">3000 12250 239 0,'-1'4'176'0,"-1"1"-31"16,1 0-58-16,0 1-19 0,1 2 5 0,0-1-12 16,0-1-5-16,0 3 3 0,0 4-5 0,12 14-4 15,-8-12-7-15,3-2 11 0,1 1-5 16,-3-7-7-16,5 4-4 0,-5-6-4 0,3 2-9 16,-3-4-2-16,0 1-2 0,4-1-4 15,-3-1-16-15,-3-2-1 0,-3 0 38 0,0 0 4 16,0 0 20-16,0 0-21 0,7 0 19 0,4-10-10 15,-9 6 3-15,-2-1 4 0,1-3 7 16,1 1 16-16,-2 2-33 0,0-2 22 16,0-3-3-16,0 10 7 0,0-6-21 0,0-1 7 15,0-4 4-15,-13-11-15 0,10 14-12 0,1 1 3 16,-3 0-4-16,1 3-40 0,-1-1-5 16,2 5-20-16,1-3-8 0,-4 1-51 0,3 1 4 15,-1 1 9-15,0 0-118 0,4 0-58 16,0 0 18-16,0 0 19 0,0 0-105 0,-6 0-2 15,6 0 0-15</inkml:trace>
  <inkml:trace contextRef="#ctx0" brushRef="#br0" timeOffset="21015.01">3703 12521 212 0,'0'2'331'16,"0"-1"-75"-16,0 3-48 0,0-2-24 0,-1 1-23 15,0 2-29-15,-1 2-3 0,0 10-22 0,-2-6-5 16,-1 3-17-16,2 2-5 0,0-1-6 15,2 3-14-15,-3-3-15 0,-1 2-39 0,0-3-9 16,5 0-16-16,-1-3-42 0,-1-1 6 0,1-1-130 16,0-1-125-16,0-3 23 0,0 2 18 0,1-3-42 15,0-1 6-15</inkml:trace>
  <inkml:trace contextRef="#ctx0" brushRef="#br0" timeOffset="58701.976">4260 12661 672 0,'0'-13'325'0,"-14"13"-48"16,14 0-7-16,0 0-56 0,0 0-25 0,0 0-25 15,0 0-30-15,0 0 8 0,0 0-11 16,0 0-37-16,0 0-10 0,0 0-14 0,0 0 2 16,0 0-3-16,0 0-5 0,0 0-22 15,0 0 2-15,0 0-6 0,-10 1-9 0,11 5 15 16,2 0-19-16,0-1-1 0,-1 0-1 0,-1-2-6 16,-1 3-6-16,3-3-2 0,-2 1 17 15,2-1 3-15,-2 2-23 0,1-3 4 0,-2 1 17 16,0 1 2-16,1-1-12 0,1-1 23 15,-2 0-2-15,0-1-10 0,0-1 42 0,-2-1-42 16,1-1 27-16,1 0-30 0,-2-2-4 0,1-2-11 16,-2 2 27-16,1-1-8 0,0-14-37 15,-1 1-17-15,3 6 3 0,-2-2 3 0,2 6 26 16,0-4 6-16,0 1-31 0,14-9-3 16,-13 14 25-16,3 2-7 0,-1-2 0 0,-1 3-1 15,2 1 11-15,1 1-25 0,-2 1 27 0,3 0-38 16,-2 1 12-16,4 0-2 0,-8-1 5 0,21 10 4 15,-10-3 13-15,3 1-4 0,0 1-10 16,-2-1 13-16,-1 3-19 0,0-3-4 0,-1-1 8 16,-1 1 12-16,-2-1 5 0,-3-3-5 15,1 2 2-15,-2-4 4 0,0 3-8 0,2-3-5 16,-2 1-3-16,0 1-10 0,-1-1-1 16,2-1 2-16,-3-1-9 0,4 1 2 0,-2 0-5 15,1 1-12-15,-2-1 1 0,3 0-8 0,0-2 17 16,-1 0-6-16,2 0 3 0,-6 0-13 15,0 0 16-15,9 0-13 0,-2 0 6 0,7 0 3 16,12-14 17-16,-9 7-6 0,-5-1 0 0,-3 3 3 16,-2-2 7-16,-1 2-4 0,0 0-15 0,-3-2 22 15,1 5-7-15,0-5 15 0,-4 3-10 16,2 0 12-16,-2-2 4 0,0 3-11 0,0 3-4 16,0 0 19-16,0-8 5 0,0 8-3 15,0-8 3-15,-11-3 0 0,7 7-15 0,0 1 20 16,-1-1-7-16,1 1-3 0,-1 2 14 0,0 0-14 15,0 0 3-15,1 1-13 0,-2 0-3 16,6 0 15-16,0 0 1 0,0 0-7 0,-8 0 13 16,-3 10-5-16,9-7-5 0,-1 4-16 0,2-3 6 15,-1 0 16-15,1 2-24 0,2-3 5 16,1 2 10-16,1 0-9 0,-3-5-2 0,12 14 14 16,2-5 6-16,-5-3-9 0,7-1-2 0,-3-1 8 15,-2-2-8-15,0-2 9 0,2 0-15 16,6 0-3-16,-2 0-11 0,24-12 7 0,-23 5-11 15,1 2 2-15,-1-1 9 0,-1-1 3 0,-2-2 1 16,-4-1-7-16,1 0-26 0,-2 2 10 16,-3 2 1-16,-4 0 30 0,0 0-6 0,0-2 0 15,-3 2 18-15,2 3-27 0,-2 3 27 16,0 0 13-16,0-9-11 0,0 9-2 0,0-5 12 16,0 5-20-16,0 0 16 0,-11-15-8 0,9 13-14 15,0 1 3-15,0 1 2 0,2-1 2 16,-1 2 3-16,-1-1-11 0,0 3 11 0,2 0-9 15,0-1 7-15,0 4-2 0,2-2 8 0,0 1-6 16,-1 1-1-16,3-1 11 0,-2 0-15 16,5 5 7-16,-2 1-3 0,4 0-22 0,0-4 12 15,-1-2-11-15,-3 1 11 0,6-2-13 0,-4-4 7 16,11 3-33-16,-3-3 30 0,-8 0-20 16,6 0 11-16,2 0 12 0,17-11 10 0,-17 7 0 15,-2-4-23-15,0-2 15 0,-3-1 4 0,0 1-42 16,-5 0 43-16,-1 1-30 0,0 0 20 15,-4 1 43-15,0-4-20 0,0 4 11 0,0-4 1 16,0-3 24-16,-11-16-20 0,6 14 19 16,3 0 6-16,-6 3 12 0,1 2-2 0,-1-3-2 15,4 5-1-15,-2 3 21 0,3 2-12 16,0 1-16-16,-2 1 8 0,3 0-26 16,-1-1 8-16,3 3-18 0,-2 1 7 0,2 0-7 15,0 0 1-15,0 0 5 0,-5 13-8 0,5-5-5 16,0-1 3-16,-2 15-16 0,2-12 29 15,0 5-22-15,0 3 14 0,18 19-23 0,-11-16 6 16,0 0 13-16,2-3-13 0,1 1 0 0,-1-2 11 16,3 2-26-16,1-5 8 0,1 0-9 15,1-3-5-15,1-1-4 0,1-1-8 0,4-4 8 16,-4-2-17-16,-7-3-2 0,8 0-36 0,1 0 27 16,20-18-21-16,-17 9 26 0,-3-3 6 0,2-1-10 15,-8-3-7-15,2-1 15 0,-2 0-23 16,-5 0 33-16,-2 0-5 0,-1-1 2 15,-4-2 18-15,-1 0 4 0,0 11-15 0,0-6 46 16,-14-19-5-16,5 16 4 0,0 0 18 0,-2-1-8 16,0 4 14-16,1 1 15 0,0 3 4 15,0-2-5-15,1 5-8 0,2 1 9 0,2 2-9 0,-1 0 3 16,5 3-22-16,-3-1-11 0,1 1-4 16,3 2 2-16,0 0 6 0,0 0 9 15,-2 9-7-15,2-4-15 0,1 2 8 0,4 11-6 16,0-2-12-16,3 3 4 0,-1-1 15 0,2 4-14 15,3-3-4-15,1 5 7 0,-4 1-3 16,5-5-2-16,-4 3 15 0,0 1 1 0,0-2-11 16,0 2-10-16,2-5 11 0,-3 0-19 0,3-2 26 15,-3-4-15-15,-1 0-12 0,-4-2 16 16,3-4-11-16,-5-1 3 0,2 0-2 0,-1-5 4 16,-3 3 6-16,5-2-9 0,-5-2-17 15,0 0-14-15,0 0-3 0,-3-7-20 0,3 4 0 16,3-4 7-16,-3 0 0 0,0 0 3 15,5-6-20-15,-5 13 42 0,4-21-1 0,-2 13-7 16,0 1-25-16,0 3 52 0,1-1-13 0,-3 2-5 16,2-1 7-16,0 1-22 0,3 3 13 15,-4 0 9-15,3-1-2 0,0 2 20 16,1-1-6-16,0 0-6 0,-5 0 3 0,0 0 14 16,10 0-19-16,16 10 11 0,-12-2 6 0,0 0-34 15,4-2 25-15,-4-2 1 0,1 4 18 0,-1-3-18 16,-1-3 6-16,-6 2 0 0,1-1-6 0,1-1-14 15,-1 0 15-15,-2-2-17 0,1 1 21 16,-7-1-16-16,0 0 26 0,7 0-3 0,1 0-18 16,-2 0-5-16,14-12 27 0,-10 5-3 15,-5-3-8-15,-1 3 3 0,0-1 6 0,-3 3 0 16,1-2-14-16,-2 0 20 0,0 0-1 16,2 2-4-16,-2 5-1 0,0 0 9 0,0-8-11 15,0 2 7-15,0 6 1 0,-13-17 1 16,12 14-40-16,-3 0 45 0,1 3-10 0,-1 0-3 15,1 0-30-15,1 1 30 0,0 4 3 0,-2-4-5 16,3 2 3-16,-1 2-9 0,0 1 2 0,4-2-27 16,-2 3 34-16,0-2-35 0,2 0-4 15,-2 2 44-15,14 8 2 0,-4-5-11 0,-1-6-6 16,1 0 16-16,-4-3 10 0,-6-1-26 0,11 0-26 16,4 0 25-16,2 0 8 0,20-13 4 15,-18 6-26-15,0-4 8 0,-5-1 0 0,1-2 2 16,-2 1 18-16,-1 0-3 0,-2-5 8 0,-2 5-9 15,-5-1-21-15,1-1 18 0,-2 1-7 16,-1 4 15-16,-1 10 12 0,0-9-13 0,-13-11 5 16,8 9 3-16,-4 1-28 0,3 1 23 15,2 5-7-15,-3 1-6 0,2 2 5 0,4-2 14 16,-4 1-38-16,1 2 6 0,3 0 5 0,1 0-30 16,0 0 29-16,0 0 1 0,0 0-30 0,-4 14 24 15,8-10-12-15,-3 0-7 0,3 0-3 16,5 8-16-16,-3-3 30 0,1-2 3 0,-1-2-20 15,2 1 45-15,2 2-45 0,3 0 48 0,-1-1-27 16,-3 0 23-16,-2-3-26 0,6 6 45 16,-2-1-28-16,1 1 51 0,-2-1-4 0,-1 2-9 15,-3 3 11-15,3-2-19 0,-1 0 7 0,-1 3 2 16,0-3-2-16,0 4 6 0,0-4-13 16,-1 1-6-16,-2-4-14 0,1 0 7 0,1-1-22 15,-2-5-59-15,0 1 7 0,0-1-150 16,-1 1-144-16,-1-1 23 0,0-3 24 0,-2 0-8 15,0 0 67-15</inkml:trace>
  <inkml:trace contextRef="#ctx0" brushRef="#br0" timeOffset="59201.962">4759 12484 513 0,'3'-2'183'0,"-1"0"-47"0,-1-2-5 0,6 3-17 15,7-7-9-15,1-1-4 0,0 0-38 0,-1 1 34 16,2 4-27-16,0-4-21 0,-1 1-7 16,0-1-49-16,-1 1 9 0,0 0-12 0,0 0 1 15,-2 2-99-15,2-1-57 0,-2-3-131 0,-2 2-16 16,-2 4 5-16</inkml:trace>
  <inkml:trace contextRef="#ctx0" brushRef="#br0" timeOffset="59420.81">4641 12305 439 0,'-5'-2'300'0,"0"2"-41"15,0 0-21-15,1 0-36 0,0 0-12 0,-1 0-27 16,0 0-22-16,3 0-23 0,-1 0-15 16,0 0-8-16,1 0-24 0,2 0-15 0,0 2-9 15,2-2-50-15,0 0-36 0,2 2 4 16,-2-1-123-16,1 1-124 0,2-2-71 0,-4 3 17 16,1-2 18-16,1 0 11 0</inkml:trace>
  <inkml:trace contextRef="#ctx0" brushRef="#br0" timeOffset="23374.325">6643 12457 560 0,'-1'-4'227'0,"1"-1"-2"0,-1 3-23 0,-1-3-28 16,1 3 5-16,1-2-7 0,-2 2-22 16,2-1-20-16,0 2-5 0,-1-2-24 0,1 3-18 15,0-2-4-15,-1 1-4 0,0 0-3 0,1 1-30 16,0-1 4-16,0 2-3 0,-1 0 1 0,1 2-10 15,0 0-8-15,-2 1 6 0,1 4-9 16,1-1-1-16,0 15-6 0,0-13-9 0,0 8 18 16,0 1-13-16,0 3-8 0,0-1 1 15,13 23 11-15,-11-26 5 0,2 4-15 0,5-3-10 16,-2-1 13-16,0-1 5 0,3-3-2 16,-1-1 1-16,3 0 2 0,1 1-21 0,1-2 10 15,0-4-10-15,0 0 12 0,1-2-15 16,3-1-4-16,-4-3-10 0,-5-1-39 0,4 0-4 15,3 0-19-15,16-15-18 0,-10 9-12 0,-3-2 11 16,-2-4-163-16,-3 4-109 0,-2-1 18 0,-1-1 15 16,-3 3 17-16,-3-1-25 0</inkml:trace>
  <inkml:trace contextRef="#ctx0" brushRef="#br0" timeOffset="23796.182">6606 12576 331 0,'-3'0'227'16,"1"0"-23"-16,2-2-21 0,2 1-34 0,0 0-15 16,2-2-17-16,2 0-1 0,8-1-32 0,3-1-13 15,2 1-3-15,1-2-5 0,1 5 2 16,7-2 5-16,-5 3-22 0,2-3-9 0,0 3-6 15,-12 0-20-15,6 0 14 0,23 12-3 16,-18-6-4-16,-2 0 11 0,-3 2-23 0,0-1-4 16,-3 2-8-16,-1-1-18 0,-4 3-1 15,-2-4 16-15,-4 0 8 0,-1-3 11 0,-1 1-27 0,-3-1 17 16,2 1-31-16,-2-1 26 0,0-4-11 16,0 0 21-16,0 0 3 0,0 0 28 0,-10 12-17 15,5-11 12-15,0-1-14 0,1 0 20 16,-1 0-14-16,1-1 20 0,-1 0-16 0,-6-7 1 15,3 1 2-15,3 0-13 0,2-3-10 0,-2-3 21 16,3-5-12-16,0-1 13 0,2 9-23 0,0-5 2 16,0 0-4-16,12-18-10 0,-7 20-8 15,-2-1-31-15,-2 6-6 0,4 1-10 0,1 1 5 16,-2 3-104-16,1 1-13 0,-1-1-84 16,1 1-75-16,-1 2 14 0,-4 0 16 0,0 0-7 15</inkml:trace>
  <inkml:trace contextRef="#ctx0" brushRef="#br0" timeOffset="25077.393">7355 12535 339 0,'-9'-5'204'0,"0"3"-48"15,0-1-36-15,2 2 4 0,-1 1-11 16,0 0-28-16,8 0 20 0,0 0-68 0,-25 11 41 16,13-1-1-16,3-1-17 0,4 1-2 15,-1-2-25-15,3 0 21 0,2 1-23 0,0-2 4 16,1-7-6-16,0 9-1 0,0-9-3 16,0 7-8-16,0-1-20 0,14 5 10 0,-12-8 16 15,5 1 7-15,-2-3-30 0,1 1 9 0,-2-2 24 16,4 0-24-16,-1-2-15 0,-7 2 26 15,17-10-5-15,-11 3-12 0,3-4-37 0,-2 2 33 16,-5 2 2-16,2 0 33 0,-1 0-25 0,2 1 33 16,-3 1-12-16,-1 1 5 0,1-2 13 15,-2 3-17-15,1 1 6 0,0 1-7 0,1-4-3 16,-2 5-12-16,1-1 6 0,-1 0-5 16,4 1-2-16,-4 0 9 0,0 0-22 0,0 0 28 15,0 0-37-15,6 0 13 0,-6 0-23 0,19 12 22 16,-15-11-10-16,1 2 18 0,2 0-48 0,8 1 28 15,-6 0-28-15,0-2 16 0,0 0-1 16,-3-2 3-16,-1 0-28 0,1 0 47 0,-1 0-27 16,1 3 12-16,-6-3-2 0,0 0 8 15,0 0-12-15,6 0 20 0,-6 0-7 0,13-14 17 16,-11 13-9-16,0-2 4 0,-1-1-2 0,1 0 13 16,1 1-18-16,-1 0 22 0,-1 1 0 0,0-3-27 15,0 4 24-15,1-1-16 0,-2 0-22 0,2 2 8 16,0 0 24-16,-2 0-3 0,0 0 4 15,0 0-12-15,6 0-2 0,-6 0 17 16,17 12-30-16,-14-9 31 0,9 8-17 0,-1-1 25 16,-4 0-15-16,3 0-20 0,3-2 7 0,0 0 15 15,-7 0-16-15,7 2-23 0,-4 1 34 16,-3-4-7-16,1 1 10 0,4 3-30 0,-1 0-7 16,-3-4 37-16,3 2-10 0,-4 4-13 15,-1-6 17-15,-1-1 26 0,0 0-30 0,0-4-4 16,-3 1 15-16,4 0 2 0,-3-1 8 0,0 0-8 15,-1-1 5-15,-1-1-1 0,0 0-8 0,0 0 2 16,0 0 16-16,4-13-21 0,-1 6 3 16,-3 0-28-16,4-10 9 0,1 0 3 15,-4-5 9-15,3 4-23 0,-4-1 22 0,5-2-30 16,-3 1 10-16,0 8 18 0,0-4 6 0,0 1 2 16,-1 6-5-16,0 1 18 0,1 1-13 0,-1 2-1 15,-1 1-14-15,1-2-7 0,-1 4 19 16,1 0 5-16,-1-2-20 0,0 3 2 0,0-1 21 15,0 1-32-15,3 0 15 0,-3 1-15 0,0 0 1 16,0 0-7-16,0 0 45 0,7 0-36 16,-7 0 23-16,8 0 0 0,5 12-6 0,1-4-22 15,-5-2 5-15,4 3 25 0,1-1-26 0,-5-5 5 16,0 3 35-16,-2-4-59 0,1-1 42 16,-3 1-13-16,3 0-23 0,-4-1 31 0,3-1-1 15,-2 0 15-15,2 0 2 0,-7 0-28 16,0 0 2-16,9 0-28 0,18-10 14 0,-17 3 26 15,-4 2 18-15,-1 0-29 0,-1-2 20 16,1 1-17-16,-5 0 8 0,3 1 2 0,-2 0-19 16,-1-2 25-16,0 2-17 0,0 5 0 0,0 0-10 15,0-10 29-15,0 5 13 0,-14-12-29 16,6 10 10-16,-2 5 5 0,3-3 4 0,0 4-46 16,1 0 50-16,6 1-12 0,0 0-10 0,-9 0-4 15,-12 9-14-15,11 1 23 0,1 2-16 16,3 0 6-16,-1 2-4 0,6-3-20 15,-4 5 29-15,5-16-5 0,0 10 12 0,0 1 5 16,15 12-41-16,-6-11 41 0,1-1-4 0,2-3-4 16,1 0-28-16,0-1 30 0,2-1-18 15,5-3 13-15,-1-1-21 0,1-1 35 16,-8-1 4-16,2 0-5 0,6 0-36 0,19-12 32 16,-18 5-20-16,-3-2 21 0,1 1-1 0,-4-3-2 15,1-3 2-15,-4 4-23 0,-1-4-12 0,-4 2 27 16,1-2 20-16,0-1 6 0,-5 4-32 15,3-5 15-15,-6 0 18 0,0 16-1 0,0-10-1 16,0 0 4-16,0 3 8 0,-16-15 6 16,11 12-7-16,-3 1 3 0,5 4-28 0,-4-1 5 15,3 2-14-15,-1 3 0 0,0 1 8 0,3 0-37 16,2 0-25-16,0 0 5 0,0 0-4 0,-14 11-23 16,10-6-19-16,4 0-2 0,-3 2-7 15,3-1 19-15,0 2 19 0,0 2-28 0,0-1 18 16,0 5 24-16,19 13-27 0</inkml:trace>
  <inkml:trace contextRef="#ctx0" brushRef="#br0" timeOffset="61139.405">10740 12133 512 0,'0'2'181'0,"0"1"-19"0,0-2-56 16,0 1 28-16,0 0-11 0,0 3-15 15,0-2-47-15,0 3 20 0,0-2 5 0,1 2 2 16,0 2-4-16,1-1-15 0,-2-7-19 0,0 12 17 16,8 18-5-16,-7-10-10 0,-1-2-17 15,2-2 10-15,0-3 14 0,-2-1-10 0,2-2 10 16,-2-1-15-16,0-2 1 0,2-2 12 0,-2-5-7 16,0 0-2-16,0 7 4 0,0-7-3 15,0 7-2-15,0-7-4 0,0 10-6 0,0-10-4 16,0 0 6-16,-11 13 2 0,9-13-10 0,-2-3-15 15,2 1-21-15,0-4 0 0,2 0 8 0,0 0-5 16,1-10 0-16,-1 6 0 0,0-2-5 16,11-17-5-16,-10 17 8 0,5-3-14 0,-3 5 15 15,2 1-4-15,-2 2 5 0,2 2 0 16,-4-2 0-16,5 5-12 0,-3-2 18 0,2 0-4 16,-1 2 10-16,1 1-13 0,1-1-2 15,2-1-12-15,-4 3 17 0,-4 0 2 0,0 0-12 16,9 0 5-16,-3 0 7 0,15 16-11 15,-10-5 3-15,1 0 8 0,-2 0 1 0,-2 0 1 16,0 1 7-16,1-1-10 0,2 1 2 0,-1 0-7 16,-4-2 1-16,3 1 4 0,4 2 2 0,-3-5-4 15,2 0 10-15,2 1-14 0,-3-5 5 16,3 2 7-16,-3-2-22 0,0-2-1 0,-11-2-9 16,10 0 3-16,3 0 5 0,19-12-1 0,-20 7-15 15,2-4 5-15,0 1-7 0,-2-1 7 16,-4-3 17-16,1 0-23 0,-2-2 24 0,3 3-14 15,-4-4 17-15,-2 1-5 0,0 5 10 0,1-2-4 16,-3 2 21-16,-2 3 23 0,0 6 1 16,0 0 11-16,0-8 10 0,0 8-12 0,0-7-11 15,0 7 3-15,0 0-2 0,0 0-12 16,-11-8 1-16,11 12 11 0,-4-1-6 0,2 2 2 16,-6 6-22-16,4 1 2 0,-5-1 3 0,6 2 1 15,2-1-9-15,1-4-3 0,-1 3 13 16,1-4-14-16,0 2 0 0,0-1-5 0,0 3 14 15,11 14-15-15,-7-14-3 0,1-5 9 0,-1 2 10 16,0-2-14-16,0-3-5 0,0 0-3 16,2-1 1-16,-2-2-5 0,1-1-15 0,-5 1 0 15,0 0 12-15,0 0-1 0,19-18 2 16,-11 11-12-16,-4-2 18 0,-2 1 6 0,1 0-23 16,-3-1 30-16,0 9-14 0,0-8 12 0,0-4-26 15,0 0 7-15,-14-17 11 0,6 19-12 16,2-4 0-16,-1 7 23 0,1-1-2 0,1 3 0 15,-1 2 6-15,2-3-7 0,-1 3-2 0,1 0 6 16,2 1-7-16,-2 0 8 0,2 1-2 16,-1 1-19-16,0-1 8 0,3 1 8 0,0 0 2 15,-2 2-8-15,4-2 0 0,1 2-6 0,1-2 7 16,1 0-21-16,1 0 11 0,0 0-8 16,3 0 8-16,1 0-19 0,4 0 2 0,5 0-12 15,17-11-2-15,-12 1 3 0,-1 3 11 16,-3-1-3-16,1 0 5 0,-4 1-12 0,-4-4 23 15,1 0-1-15,-3 2 12 0,-6-2 4 0,2 4-5 16,-3-9 10-16,-3-1 25 0,-1 10 25 16,0-3-7-16,0-4-5 0,-14-17 11 0,5 15-8 15,1 2 19-15,-1 0 1 0,0 4-16 0,3 1 13 16,-2-1 19-16,-1 3-20 0,4 0-9 16,1 3 8-16,0 0 5 0,4 1-2 0,-4 1-13 15,2 0-18-15,0 0-13 0,0 2 5 0,2 0-7 16,0 0 11-16,0 0 20 0,0 9-34 15,0-3 6-15,0 0-15 0,2 1 5 16,0 14 2-16,4 0 7 0,-3 0 7 0,1 1-3 16,2-3 1-16,-2 4-17 0,1-4 25 15,-1 3-40-15,2 2 3 0,-2-2 3 0,3 2 33 16,0-2-35-16,0-1 7 0,3 1-4 0,-4-2-4 16,3 0 9-16,-1-2-10 0,-2-2 7 15,1-1 11-15,-2-3 5 0,6 1 11 0,-2-3-42 16,0-3 7-16,2-2-16 0,1 1-25 15,-4-6 2-15,0 3-6 0,-1-3-11 0,2 0-39 16,-9 0 0-16,0 0-28 0,8 0-19 0,0 0 14 16,3-10-107-16,-6 6-58 0,-1 1-101 15,-4-1 26-15,14-5 23 0,-9 1 24 0,-1 0 25 16,-3 1-12-16</inkml:trace>
  <inkml:trace contextRef="#ctx0" brushRef="#br1">11241 11886 445 0,'0'0'168'15,"0"0"14"-15,0-23-32 0,0 23 2 0,0 0 11 16,0 0-12-16,0 0-14 0,0 0-15 0,0 0 13 16,0 0-38-16,0 0 14 0,0 0-21 15,0 0-10-15,0 0 3 0,0 0-19 0,0 0 7 16,0 0-12-16,0 0-4 0,0 0 10 16,0 0-13-16,22 0 5 0,-22 0-11 0,0 0-7 15,0 0 1-15,0 0 8 0,0 0-16 0,23 0 0 16,6-20 5-16,-24 24 2 0,-2-4-14 15,4 0-3-15,3 0 4 0,-5 0-11 0,3 1 18 16,-1 0-20-16,-7-1 3 0,0 0 15 0,15 0-10 16,-3 0-4-16,8 10-13 0,-8-7 0 15,-4-2 24-15,6 2-29 0,14 3 17 16,-9-3-4-16,-4 2-11 0,4 1-1 0,-9-2 2 16,3 1-10-16,-3-1 14 0,-1-1-6 0,2-1 2 15,-2 0 24-15,-1 2-37 0,1 1 9 16,1-3 10-16,-2-2-14 0,0 9 3 0,3-6 2 15,-5 2 7-15,3 0-8 0,2-2 12 16,-4 2-12-16,2 1 13 0,-3-3 6 0,1-2-21 16,1 3-5-16,-1 3 9 0,2-4-7 0,-3 3-4 15,-1-1 12-15,2-2-2 0,0 0 1 16,-2 3 2-16,1-4 1 0,1 3 10 0,-3-3-22 16,1 3 12-16,1-1 8 0,-2-2-7 15,1 7 9-15,1-6-10 0,-2 3 12 0,3-1-5 16,-2-3-19-16,-2 8 8 0,0-7-5 0,1 6 0 15,-4-3-6-15,5 2 2 0,-2-2 9 16,0 0 14-16,-1 2-18 0,0 1-4 0,-1-3 7 16,3 2-2-16,-2 0-3 0,-1 0-1 0,-1 0 7 15,0-2 18-15,0 3-9 0,4-5-9 16,-4 8 6-16,1-7 10 0,-1-5-23 0,0 0 1 16,0 11 26-16,0 0-9 0,0-11-10 15,0 13 21-15,0-1-16 0,0-12 10 0,0 11-2 16,-20 9-24-16,17-14 35 0,-2 0-13 0,3 2-12 15,-3-2 1-15,5 0 11 0,-7 1 12 16,6-2-23-16,-6 2 2 0,5-2-6 0,-3 0 24 16,2 1 11-16,-4-4-28 0,0 3-1 0,1 0 22 15,-1 2-32-15,0-3 13 0,-1-1 31 16,1 2-10-16,-1-1-31 0,1 0 29 16,-3-3 0-16,1 5-25 0,3-5 26 0,-3 3 4 0,-3-3-31 15,4 2 27-15,1 1-37 0,-3-2 5 16,2 0 26-16,-2 1-35 0,1-3 24 0,9 0-15 15,0 0 6-15,-10 0-14 0,10 0 32 16,-13 0-24-16,13 0 8 0,-14 0 8 0,14 0-24 16,-11 0 9-16,-3 0 20 0,14 0 6 0,-13 0-20 15,13 0-6-15,-14 0 12 0,14 0 13 0,-10 0 12 16,10 0-40-16,-13 0 15 0,13 0-26 16,-15 0 13-16,15 0-15 0,0 0 10 0,-10 0 22 15,10 0 2-15,-12 0-9 0,12 0 8 16,0 0-23-16,-24-17 35 0,18 11-15 0,6 2-10 15,-2 0 7-15,0-5-24 0,-1 3 17 16,1-2 3-16,0 1-11 0,2-2 37 0,0 2-44 16,0 7 17-16,0 0 20 0,0-13-23 0,0 2-7 15,0 2 22-15,0-2-17 0,0-1 0 16,0 3 0-16,0 9 37 0,0-26-3 0,0 6-40 16,0 0 34-16,0 4-43 0,17-13 39 15,-12 16-41-15,0-12 4 0,2 8 27 0,0 0-5 16,-2 5-15-16,2-2 0 0,-4 4-5 0,2 1 49 15,8-13-37-15,-1 7 9 0,0-2 16 0,0-1-26 16,1 1-2-16,1 4 11 0,-6 0-20 16,-1 1 20-16,1 4-21 0,-1-2 44 15,8-5-11-15,-2-5-32 0,-2 9 17 0,-5 3-6 16,6 5-16-16,-2-6 12 0,-2 3 2 0,-1 0 28 16,0 2-13-16,13-8-14 0,-5-3-3 15,-5 10 12-15,-1-2-2 0,2-1 3 0,-2 3-13 16,-2 0 2-16,1-1-3 0,-1 3 16 0,-1-6-12 15,13-3 14-15,-4 4-6 0,-7-3 3 16,4 2-11-16,-2 0 8 0,4-8-12 0,-1 8 29 16,-3-2-30-16,10-1-12 0,-9 3 29 15,-5-2-12-15,1 3 2 0,1 1 6 0,-1 2 6 16,2 1-2-16,-4 1-11 0,-4-1-11 0,6 0 31 16,-5 0-5-16,1 2-14 0,0 0 11 0,-1-2-1 15,3 3-27-15,-3-1 15 0,3-1 3 16,-3 1-3-16,-2 1 2 0,0-2 8 0,3 2 14 15,0 1 0-15,-3-2-26 0,2 2 18 0,1-1 7 16,-3 1-10-16,2 0-17 0,0 0 7 16,-2 0 14-16,0 0-14 0,0 0-5 0,0 0 12 15,0 0-35-15,0 0-20 0,0 0-20 0,0-8-43 16,0 9 11-16,-9-2-238 0,3 1-85 16,-1-2 37-16,-2-2-2 0,-14-5 67 0,-6-7 15 15,-3 5 20-15,-1-9 12 0,-1-5-9 16</inkml:trace>
  <inkml:trace contextRef="#ctx0" brushRef="#br0" timeOffset="61467.523">11297 11985 301 0,'-6'-1'309'0,"2"1"-45"0,1 0-59 0,0 0 0 16,3-1-13-16,0-1 0 0,5 1-21 16,-1 0-32-16,14-2-10 0,1-4-9 0,1 4-26 15,3-4-5-15,5 2-4 0,-2-2-19 0,-1 2 14 16,2-2-19-16,-5 2-16 0,5-3 13 16,-4 2-36-16,-3 4-17 0,1-4-35 0,-2-1-63 15,-2-1 9-15,-6 6-222 0,-1-2-65 16,-6 0 24-16,1 0 23 0,-5 1 19 0,0 3 9 15,0 0 14-15</inkml:trace>
  <inkml:trace contextRef="#ctx0" brushRef="#br0" timeOffset="26717.971">8268 12543 710 0,'9'4'21'0,"3"4"-44"0,-3-2-6 15,7-2 30-15,-7 2 12 0,1-1-4 0,-4-2 23 16,5-2-16-16,-2 0 2 0,-3-1 1 16,0 0-5-16,8 0 2 0,17-13 24 0,-15 6-6 15,0-2-1-15,-2-1-15 0,1 0 31 16,-3-1-4-16,1 1-5 0,-7-3-5 0,0 1 57 15,0 1-21-15,-3 0-12 0,-1 2 39 0,-2-2-9 16,0 11 3-16,0-10 4 0,0-2-13 0,-11-16-14 16,6 14 18-16,0 5-5 0,3 1-4 15,-7 1-34-15,5 2 4 0,0 2-15 16,0 3-4-16,-1-2-7 0,3 2-24 0,2 0 14 16,0 0-41-16,0 0 15 0,0 0 17 15,-3 10 13-15,4-4-24 0,1-2 12 0,1 3-32 16,6 7 24-16,0-1 4 0,2 2-4 0,-3-1 2 15,1-2 0-15,2 4 4 0,-4-2-17 0,2 1 27 16,-2-2 1-16,2 2-16 0,-3-1-5 0,-2-4 5 16,0 4 18-16,0-2-1 0,-4-3-46 15,0-1 32-15,0 2 7 0,0-10-8 0,0 7-20 16,0 0-6-16,0-7 33 0,-12 17-9 16,9-14 3-16,0 1-11 0,-4 0 22 0,-4 3 7 15,-3 0-13-15,6-3-2 0,3 0 1 16,-2-3 12-16,2-1-25 0,3 2 18 0,1-2-37 15,-2 0 26-15,3 0-56 0,0 0 6 0,-4-4 5 16,7 1 3-16,-2 0-18 0,2 1 4 0,-1-1 7 16,10-4-29-16,-2-2 8 0,4 0 9 15,5 0 17-15,-4-1-20 0,1 2 17 0,2-3 26 16,0 2-8-16,-4-4-10 0,2 2 6 16,-3 1 2-16,-1-3 12 0,2 2-2 0,-4-1 35 15,-4 1-2-15,3-1 22 0,-4 2 14 0,-2 2 4 16,-2 3 26-16,0-2 13 0,1 0-5 15,-2 7-7-15,0 0 13 0,0 0-15 0,0-7-3 16,0 7 5-16,0-5-26 0,0 5-2 0,0 0 1 16,0-8-18-16,0 8-24 0,0 0 19 15,0 0-5-15,0 0-10 0,-9-9 14 16,7 11-11-16,1-1 14 0,1 1-14 0,-1 3-1 16,0-1-10-16,1 0-13 0,0 1-6 0,0 1 11 15,2-1 5-15,-1 2 0 0,6 8 6 0,1-1 4 16,-1-2-11-16,1-2-2 0,3 2 4 15,2-7 5-15,-3 2 2 0,3 0-22 0,-1-4 15 16,1-2-6-16,-3 0-3 0,0-1 3 0,-10 0-2 16,12 0 2-16,3 0 9 0,12-17-26 15,-17 8 25-15,-2 1-8 0,-2-6-25 0,1 2 23 16,-4 2-15-16,5-7 31 0,-4 1 4 0,-2-2 14 16,0-1-15-16,-2 1 9 0,0 7-15 0,0-4 23 15,0-1 7-15,-12-23 6 0,8 21 13 16,-2 0-1-16,-4 3 5 0,3 0 1 15,0 2-8-15,-1 0 7 0,1 2-18 0,4 3 0 16,0 3-13-16,0 2 5 0,1 0 2 0,1-1-15 16,-2 4-13-16,3-3 16 0,0 3-15 0,0 0-4 15,0 0-5-15,0 0-4 0,0 15 3 16,0-8 5-16,3 12 11 0,-3-10-4 0,0 5-13 16,6 26 5-16,0-17 2 0,-2 3 6 15,3-3-17-15,-3 2 6 0,-1-1 11 0,4-2-12 16,2 0 2-16,2-3-1 0,-1 1-5 15,-2-3 4-15,5-1 0 0,-2-1-8 0,2-1-15 16,-1-2 5-16,4-2 4 0,-2-2-21 16,-2-4 9-16,-1-1 0 0,0-2-30 0,-2 0-15 15,-9-1 14-15,8 0 6 0,3 0-9 0,-2 0 8 16,10-12-15-16,-13 7 44 0,-2-2 3 0,-1 0-14 16,-1 0 6-16,1 1-6 0,-3 6 7 15,0-7 17-15,0 0 1 0,0-3-1 0,0-2 27 16,-14-9-8-16,11 13-11 0,-1 1 15 15,-2-5 5-15,0 3-10 0,2 0-7 0,0 4 7 16,0-1 2-16,1 4 2 0,2-3 5 0,0 3-26 16,-1 1 4-16,0-3 5 0,2 4-15 0,0 0 3 15,0 0 23-15,0 0-22 0,13-9-4 0,-11 8-19 16,4-2 11-16,1 2 19 0,-2-1-39 16,2 0 13-16,8-2-7 0,-2-1 31 15,-1-2-30-15,4-1 3 0,-3 2 41 0,-1-2-35 16,0 2 28-16,-1-3-8 0,-4 2-20 0,2 0 29 15,-7-1 0-15,6-1 3 0,-2-1 22 0,-6 1-8 16,3 0 10-16,-2 1-18 0,0 0 12 16,3-9 2-16,-4 10 18 0,0-4 10 0,0-2 5 15,0 1-10-15,-16-17-7 0,9 15 15 0,5 3-2 16,-2 2-4-16,-1 2-10 0,2 1 5 16,1 1-2-16,-2-2 5 0,1 5 2 0,2-2-10 15,-1 1-9-15,-1 1-18 0,2 1 1 16,-1-1 6-16,2 2 2 0,0 0-12 0,0 0 0 15,-7 10-3-15,5-3-4 0,2-3 13 0,-2 4-1 16,6 11-24-16,-4-9 20 0,0 5-7 16,0-1 8-16,11 22-5 0,-6-16-12 0,4-1 7 15,1-2-1-15,-2 1 14 0,6 0-26 16,-2-1 19-16,2-3 0 0,-3 2 4 0,1-4-9 16,2-1-2-16,-1-1-7 0,1-2 12 0,-1-1 3 15,0-3-12-15,0 1-4 0,-2-3 4 0,-1-2 1 16,0 0-14-16,-2 0 3 0,2 0-2 15,17-15-2-15,-13 7-12 0,-2-2-14 0,4 0 0 16,-5-4 7-16,1 4 9 0,-3 0-4 16,-6-1 8-16,3 1-8 0,-5 0 9 0,0 5 18 15,0-2-3-15,-1 7-30 0,0 0 21 0,0-7 11 16,0 7-6-16,-10-16 10 0,5 14-14 16,-1 0-11-16,0 2 17 0,2 2 2 0,-10 4 8 15,-1 1-18-15,5 2 14 0,1 4 5 0,2-1-2 16,0 2 6-16,2 0 0 0,3-4-11 15,0-2-13-15,2-8 25 0,0 9 0 16,12 11 9-16,-3-13-11 0,4 1 0 0,2-1-4 16,5-3 8-16,2-1 11 0,2-1-14 0,-11-2 23 15,9 0-6-15,1 0 1 0,27-12-14 0,-22 8 11 16,-2-2 5-16,0 1-8 0,2-3-11 16,-3 0 9-16,-2 0 4 0,-3 1-18 0,1 0 13 15,-5-3-30-15,1 2-6 0,-3-1-34 0,-1-1-32 16,-3 0 9-16,-4 1-151 0,-3 4-132 15,-3 5 24-15,0-9 25 0,0 9 18 16,-18-17-61-16,7 8-6 0</inkml:trace>
  <inkml:trace contextRef="#ctx0" brushRef="#br0" timeOffset="27233.583">8499 12158 219 0,'-4'0'229'16,"2"-1"-26"-16,1 1-35 0,-3-3-48 0,2 3 1 15,1 0-33-15,-1 0 15 0,2 0-19 0,0 1-14 16,0-1 9-16,0 2-9 0,1-1-11 15,1-1 11-15,0 2-27 0,2-2 7 0,-3 0-8 16,1 0 2-16,1 0-13 0,2 0 26 16,-2-2 0-16,-1 2 5 0,-1-3-8 0,1 2 0 15,0-3-4-15,-1 2-3 0,1-3 4 0,0 3-6 16,-2-3 19-16,0 2-9 0,0-1-13 16,0 1-7-16,-1 0 0 0,0-1-2 0,-1 0-7 15,0 1-13-15,2 3-1 0,0 0-25 0,-4-5 6 16,3 3-34-16,0 2-21 0,-2 0-23 0,3 2 6 15,0-1-107-15,1 0-29 0,-1 2-149 16,2 0 25-16,1-1 18 0,2 1 16 0,10 3 4 16</inkml:trace>
  <inkml:trace contextRef="#ctx0" brushRef="#br0" timeOffset="27592.953">10295 12107 333 0,'3'1'294'0,"-2"3"-63"0,3-4-12 15,-2 3-46-15,1-2-11 0,-3 0-12 0,2 1-16 16,0-1-15-16,-2 0-19 0,3 1-2 16,-2-2-8-16,0 0-15 0,0 0-3 0,1 0-13 15,-2 0-49-15,0-3-3 0,0-1-194 0,0 0-180 16,-3 1 8-16,-2 1 25 0,-8-11 17 15,-3 5 49-15</inkml:trace>
  <inkml:trace contextRef="#ctx0" brushRef="#br0" timeOffset="62342.493">13249 12175 317 0,'3'0'304'16,"0"0"-73"-16,-2-3-7 0,0 3-32 0,2-2 0 15,-3 1-28-15,2-1-26 0,0 2-6 16,-4 0-17-16,2-2-19 0,-2 1-7 0,-2 2-9 15,-1-1 3-15,-2 2-18 0,1-2 8 16,-12 3-26-16,8-3 2 0,-20 5-4 0,7-5 4 16,2 5-15-16,-2-3 11 0,2-2-14 0,3 1 4 15,4-1 11-15,0 0-8 0,5 0 3 0,9 0 2 16,-6 0 15-16,6 0-10 0,-10 0-21 16,3 0-2-16,7 0 11 0,-7 0-31 0,7 0 9 15,-8 0 2-15,8 0-18 0,0 0 19 16,-8 0 4-16,8 0-14 0,0 0 17 0,-7 0-18 15,7 0-6-15,0 0 9 0,0 0-9 0,0 0-7 16,-6 0 12-16,6 0-6 0,-7 12 6 0,7-9 0 16,0 3-5-16,2-1-1 0,-2 2 14 15,0 1-18-15,8 20 6 0,-2-7 17 0,-2-3 2 16,3 4-25-16,-4-2 13 0,4 0-26 16,-5 1 20-16,2-3-7 0,0 2 12 0,-1-3 4 15,2 0-5-15,0-1-14 0,-1-3 23 16,1 2-22-16,-4-6-4 0,4 0 24 0,-1-1-4 15,-1-1-16-15,3 0-1 0,-4-4-1 16,1 1 6-16,1-1 13 0,-1 2-17 0,0-3 4 16,1 1-9-16,1 0 3 0,8 3 20 0,0-1-11 15,7-5-3-15,-13 0 13 0,8 0-10 16,0 0-9-16,6 0 18 0,-3 0-22 0,24-12-5 16,-21 7-9-16,-1-2-5 0,-1 4-23 0,-2-2-3 15,-1 0-2-15,-2-1-57 0,-1 1-24 16,-5 2 21-16,-1-1 10 0,2 1-86 0,-4 1-17 15,1-4-91-15,-5 4-51 0,1-2 46 0,-2 1-27 16,0 3 44-16</inkml:trace>
  <inkml:trace contextRef="#ctx0" brushRef="#br0" timeOffset="63842.453">12962 12407 534 0,'-5'0'178'0,"2"0"-2"16,0 0-43-16,2 0-43 0,1 1 11 15,1-1-4-15,5-1-41 0,-2 1 11 0,3 0 16 16,14-2-59-16,-11 2 43 0,5 0-25 0,27-11-39 16,-17 9 11-16,5-2-25 0,0-2 30 0,-3-2-15 15,1 2 1-15,0 2-50 0,0 0-5 16,1-3 13-16,-3 1 17 0,-2-1-19 0,-5 2 29 15,1 0-10-15,-6 0 2 0,4 2 3 0,-12 0 0 16,0 2 110-16,2-2-34 0,-7 3-1 16,2-1-16-16,-2 0 16 0,0 1-7 0,-1 0-6 15,0 0-10-15,0 0-18 0,0 5 26 16,-1-2-12-16,0 1 2 0,1-3-16 0,-3 3 18 16,3 0-8-16,0 1-27 0,0 0 3 0,0-1 22 15,0 3-9-15,3-2-20 0,-3-5 39 0,0 11-42 16,11 7 24-16,-5-10-29 0,-3-1 30 15,4-1 16-15,-2-2-34 0,0-1 5 0,0 1 7 16,2-2 4-16,0-1-8 0,-1-1-19 16,1 2 6-16,-7-2-1 0,13 0 1 0,-1 0 1 15,0 0-3-15,6-12-15 0,-12 6 20 0,6-2 18 16,-6 2-22-16,0 0-20 0,0 0 21 0,-4 2 16 16,2 0 7-16,-3 1 8 0,2-2-12 15,-3 5 16-15,0-3-24 0,1 0 13 0,-1 3-21 16,0 0-1-16,0 0-13 0,0 0 24 15,0 0-3-15,-2-5-2 0,0 6 3 0,2 1-5 16,0 2 0-16,0 0 6 0,3 1-23 16,-3-2 25-16,1 3-2 0,3-1-4 0,-2 0-16 15,6 8 2-15,1-2 10 0,3-1-7 16,-2 1-4-16,1-5-11 0,0 2 14 0,-1-4-8 16,4 1 17-16,0-3 0 0,-4 0-33 0,-2-2 32 15,6 0-1-15,16-12-28 0,-15 6 22 16,0-3 6-16,-3 0 0 0,-1-1-7 0,-2-1 16 15,-1-2-9-15,-2-3-30 0,-1 0 18 16,-1 0 29-16,-4 1-21 0,0 8 9 0,0-5-23 16,0-5 14-16,-15-17 21 0,10 11 7 0,-2 5-12 15,0-2 3-15,0-1 6 0,-1 2 13 16,-1 4-3-16,3 0-8 0,-3-1-17 0,4 4 22 16,-2 4-4-16,5-1-14 0,-3 1 0 0,4 4 7 15,-2-1 11-15,-1 5-22 0,3-2 7 16,-3 1-14-16,4 1 3 0,0 0-13 0,0 0 29 15,-2 10-11-15,2-4 14 0,1 1-23 0,0 11 11 16,-1-10-7-16,0 6 0 0,13 21-7 16,-8-16 8-16,0 4-3 0,2-2 1 0,3 2-7 15,-1-1 9-15,-2 0-2 0,2 0 0 16,3-1 6-16,-2 0 4 0,-2-2-10 0,3-1 14 16,-1-1-22-16,2-2 0 0,-3 0-29 0,1-3-6 15,2 1 4-15,-3-6 4 0,0-2-9 0,-3-1-14 16,4-1 18-16,-4-2-25 0,1 1-1 0,-7-2 6 15,8 0-21-15,3 0 14 0,18-16 7 16,-16 4 5-16,-1 2 5 0,0-1-34 0,0-3 26 16,-4 1 12-16,1 0 16 0,-2 1-19 15,-4 1 4-15,2 3 43 0,-5-2 27 0,0 10-9 16,0 0-3-16,0-8 15 0,0 8-25 0,0-8 12 16,-14 0-3-16,13 5-1 0,-2 3-29 15,-3-2 37-15,2 4-10 0,1 1 14 0,-2 0-24 16,3 1 11-16,-2 1 10 0,0-1-11 0,3 2-7 15,1 0-5-15,-2 0-25 0,4 1 16 16,-2-7 21-16,0 0-8 0,9 24-20 0,-2-13 15 16,0-4 16-16,3 0-15 0,-2-5-6 0,-1 3 29 15,2-5-13-15,-9 0 1 0,8 0-14 16,-3 0 26-16,7 0-16 0,13-15-8 0,-10 8-9 16,-3-3 0-16,1 2-1 0,-6-3 4 0,1-1 16 15,1-1 22-15,-7 1-39 0,5-2 16 0,-6 2 11 16,0 2-13-16,-1 3-4 0,0 7 31 15,0-7-37-15,0 0-11 0,0 7 25 16,-11-15 21-16,6 11-34 0,1 1-1 0,0 0 3 16,-1 1 0-16,1 0 0 0,-2 1-1 15,3 1-9-15,0 0 5 0,-1 1 18 0,1 2-29 16,3-3 20-16,0 0 0 0,-2 7 2 0,0 0-11 16,2-3-1-16,0 1 6 0,2 0 8 15,0 2-7-15,-2 0 1 0,8 15-1 0,-6-12 0 16,1-2 1-16,3-1-15 0,3 5 2 0,0-3 20 15,3 3-10-15,1-4 2 0,-4-2-2 16,-2 0 18-16,7-1-14 0,-5-2-13 0,4 1-10 16,-3-2 2-16,-1-1-18 0,-9-1 1 0,10 0 0 15,-2 0 22-15,5 0-25 0,16-11 4 16,-12 7 4-16,-7-6 19 0,3 2 2 0,-3-1 2 16,-5 2-1-16,1-3 1 0,0 2-13 15,-5-1 1-15,9-5 3 0,-10 3 18 0,0 2 8 16,0 9-1-16,0-12 25 0,0 4 20 0,0 1 12 15,0 1 7-15,0 6 15 0,0-8-16 0,0 8-4 16,0-9-18-16,0 9-19 0,0-5 21 16,0 5-36-16,0 0 28 0,0 0 9 0,-8-7-54 15,10 9 25-15,-2 3-7 0,0-4-8 16,2 3-3-16,0 1 30 0,0-1-36 0,1-1 23 16,7 9-4-16,5-2-19 0,-3-3-39 15,4 2 3-15,0-3 3 0,4 0 3 0,-3-1-40 16,6-5-25-16,1 3-18 0,-12-3-54 15,4 0-63-15,24-15-70 0,-19 10 14 0</inkml:trace>
  <inkml:trace contextRef="#ctx0" brushRef="#br0" timeOffset="64436.189">14836 12189 406 0,'-1'-6'183'0,"-6"-5"-22"16,-7 6-26-16,-4-1 16 0,2 2 6 15,0 1-43-15,8 3-29 0,-4 0 21 0,-2 0-20 16,-16 13-14-16,15-5-9 0,2 1 12 0,2 1-28 15,3 1-10-15,4 0-5 0,2-2 7 16,2 1-17-16,0-3-4 0,0-7 28 0,0 8-22 16,13 8-14-16,-3-6-12 0,-3-1-31 15,2-3 1-15,0-4 43 0,0 1-29 0,-1-3-22 16,-8 0 29-16,8 0 1 0,0 0-21 16,4 0 58-16,15-13-21 0,-14 3-8 0,1 3-17 15,-2-1 26-15,1 0-13 0,4-4 6 0,-7 6-14 16,0-2 29-16,1 0-18 0,-4 5 13 0,-2-1-4 15,2 1 5-15,-2 1-4 0,0 1-33 16,-1 1 45-16,0 0-2 0,-4 0 4 0,0 0-19 16,7 0-2-16,-7 0 12 0,23 13-10 0,-14-7-22 15,-3 0 17-15,6 1 8 0,-4 0 5 16,-1-2-20-16,-1-1 5 0,-3 2 19 0,1-3 8 16,-1 1-39-16,-1-3 19 0,3 1 11 15,-2 1-10-15,-2 0-8 0,2-3-10 0,-1 3 44 16,-1-3-2-16,1 2-19 0,1-1 21 0,-2 0 0 15,1-1-7-15,0 1-14 0,0-1 26 0,-2 0 4 16,0 0-18-16,0 0-1 0,0 0-21 16,17-9 10-16,-16 4-37 0,4 2 25 0,4-6 14 15,1-1-32-15,2 0 6 0,-2 3 9 0,0 0-14 16,-2 2 2-16,-2-2 4 0,1 3-5 16,-1 0-13-16,-1 1 33 0,0 3-28 0,-1 0 0 15,1-1 19-15,-1 1-16 0,4 0-1 16,-8 0 20-16,0 0-20 0,24 9 47 0,-11-1-4 15,-3-1-8-15,3 0 17 0,-2 3-38 0,-5-3 28 16,1 6-16-16,2 2 20 0,-5-2 5 16,2 0 8-16,1 1-27 0,-1-2 24 0,0 0-22 15,-4-3 3-15,-1-2-8 0,0-1 0 16,-1-6 12-16,0 0-5 0,0 7-18 0,0-7 2 16,0 8-18-16,0-8-10 0,0 8 3 0,0-8-130 15,0 6-111-15,0-6-67 0,0 0-2 16,0 0 55-16,-11 9-2 0</inkml:trace>
  <inkml:trace contextRef="#ctx0" brushRef="#br0" timeOffset="64951.8">14312 11898 464 0,'-6'-4'268'0,"3"-1"-2"0,-2 0-46 0,2 2-16 15,1-1-19-15,-1 2-41 0,2-1-5 0,1 0-35 16,-3 2-15-16,3 0-31 0,-2-1-24 16,2 0-27-16,-3 2-60 0,6 0 2 0,-3 2-83 15,0 0-82-15,0-2 19 0,1 1 17 0,0 0-139 16,-1-1 17-16,5-1-13 0</inkml:trace>
  <inkml:trace contextRef="#ctx0" brushRef="#br0" timeOffset="65311.162">15784 12126 304 0,'4'0'380'16,"-4"2"-64"-16,1-1-33 0,-1-1-51 15,2-1-23-15,-2 2-25 0,1-1-1 0,-1 0-30 16,0 1-37-16,2-1-46 0,-2-1-67 0,0 1 1 16,0-3-290-16,2 0-86 0,-2 0 22 15,-2-2 10-15,0 0 43 0,-7-8 31 0</inkml:trace>
  <inkml:trace contextRef="#ctx0" brushRef="#br0" timeOffset="31639.709">2738 13730 244 0,'0'0'192'0,"0"0"-1"0,0 0-4 0,0 0-37 16,-14-12-40-16,14 12-35 0,0 0 16 0,0 0-42 15,0 0 56-15,0 0-56 0,0 0 11 16,0 0 4-16,6-22 2 0,15 20-36 0,-1-1-16 16,6 3 29-16,-5-2 1 0,0 0-13 0,2-1 13 15,-1 0-9-15,-1 2-13 0,1 0 14 0,2-1-24 16,-3 1 15-16,1 0-14 0,-7 1-15 15,-15 0 3-15,10 0-11 0,-1 0-15 0,1 0 2 16,-3 0-28-16,-1 0-42 0,-6 0 33 16,8 0-39-16,-8 0 10 0,5 0-17 0,-5 0-25 15,0 0-24-15,0 0-41 0,9 1-104 16</inkml:trace>
  <inkml:trace contextRef="#ctx0" brushRef="#br0" timeOffset="31920.951">3038 13670 398 0,'-16'-7'109'0,"6"5"-14"0,0 2 45 0,2 0-18 15,1-1-3-15,-1 1-23 0,1 0-14 16,3 0-14-16,-2-2 21 0,6 2-31 0,0 0-23 16,0 0 31-16,0 0-8 0,-6 0-47 0,-4 12 15 15,10-6 23-15,-3 13-5 0,3 0-11 16,0-9-30-16,0 6 39 0,0 3-15 0,13 23-22 16,-7-18 30-16,0 2 5 0,0-3-38 0,2 3 22 15,-3-5 10-15,3 4-16 16,-2-2-21-16,0-2 24 0,1 3 7 0,-3-3 2 0,-2-4-18 15,0 1-22-15,4-2 50 0,-2-4-20 16,-4-3 1-16,0-2-15 0,6-1-17 0,-6 0 34 16,0 0 9-16,0-4-21 0,0 3-33 0,0-5-8 15,0 0-8-15,0 0 3 0,0 0-92 16,-11 12 6-16,6-11-82 0,-1-2-135 0,0 1 21 16,0 0 12-16,1 0 7 0</inkml:trace>
  <inkml:trace contextRef="#ctx0" brushRef="#br0" timeOffset="32124.066">2835 14170 320 0,'-5'0'182'15,"1"0"-59"-15,-1 0 28 0,5 0-6 16,-3 0-30-16,1 1 7 0,2-1-15 0,0-1-18 16,2 1-9-16,1 0-21 0,3 0 10 0,1-2-7 15,-2 0 6-15,15 2-34 0,1-4 29 0,1 2-44 16,-2-2 31-16,4 0-24 15,2 3 28-15,-1-2-25 0,0 2-17 0,0-2-24 0,1-1 2 16,-4 1-93-16,1 0-19 0,-4-2-88 16,-1 2-102-16,0-1 17 0,1 1-59 15</inkml:trace>
  <inkml:trace contextRef="#ctx0" brushRef="#br0" timeOffset="32608.427">3271 14045 357 0,'0'0'245'0,"0"-1"-60"15,0 0-15-15,0 1-46 0,-1 1 4 0,1 0-48 16,-2 4 17-16,1-3-6 0,1 4-42 16,1-2 15-16,-1 3-6 0,0-1-39 0,0 3 31 15,0 3-3-15,0 2-1 0,9 17-19 0,-6-17 22 16,-3-14-55-16,0 11 31 0,0-2 23 15,0-1-26-15,0 1-6 0,0-4 27 0,0-5-20 16,0 8 26-16,0-8-6 0,0 7 19 0,0-7-20 16,0 7 16-16,0-7-18 0,0 0 5 15,-13 6-4-15,12-7-19 0,-2-1 11 0,2-1-14 16,0-1 10-16,-2-2 4 0,2 2-15 16,-3-1 2-16,4-1 6 0,0 0-6 0,3 1-17 15,-3 5 4-15,0 0-4 0,0-9 9 0,12-13-14 16,0 12 0-16,-2 1 2 0,-1 1 0 0,5-2 4 15,-1 3-8-15,-3 4-11 0,-2 3-1 0,1-4 20 16,-2 3-6-16,0 0 2 0,-1 1-20 16,-6 0 23-16,0 0 2 0,9 0-9 0,-9 0 18 15,17 11-17-15,-6-1-7 0,-4-3-9 16,-1 0 24-16,-2 1-1 0,2-1-3 0,2 4-4 16,-3-1-3-16,-2-2 12 0,3-1-3 0,-1-2-6 15,-5 0 0-15,4 0 4 0,1-2 7 16,-2 2-12-16,-1-1 3 0,-2-1 5 0,4-2-7 15,-3 2-17-15,1-1-78 0,-1-1 9 16,-1-1-189-16,0 0-100 0,-1-1 39 0,-2 1 28 16,2 0 1-16,-2-5 9 0</inkml:trace>
  <inkml:trace contextRef="#ctx0" brushRef="#br0" timeOffset="33592.776">4638 13722 422 0,'-7'-1'169'0,"2"1"-44"0,-2 0 17 0,0 1-17 16,1 2 3-16,-9 2-36 0,1 2 1 0,2 2-13 15,-2 1-16-15,3 3 18 0,1-1-27 16,0 3-1-16,0-1-9 0,3 3 0 0,-1 0 3 16,5-1-7-16,-1 2-17 0,1 1-6 0,3-9 8 15,0 3 4-15,0 2-4 0,13 18 20 16,-4-17-27-16,0 0 18 0,2 0-31 0,5-3 3 16,0 0 16-16,2-3-3 0,2 0-8 0,0 0-6 15,1-5 13-15,1 1-16 0,1-3 9 0,-2-1-2 16,6 1-4-16,-16-3-19 0,3 0 4 15,22-12 36-15,-17 7-7 0,-5-2-32 0,0 2 14 16,-5-3 1-16,-1 1 0 0,0 3-1 16,-5-3 12-16,-1 0-4 0,-2 2 3 0,2-1 15 15,-2 6 20-15,0-10-19 0,0 1-4 0,-17-11 5 16,8 11-16-16,-6 1 14 0,1 0-3 16,0 2 4-16,-2-1-20 0,2 1 11 0,1 2-3 15,5-1-4-15,0 3 2 0,2-2-10 0,1 4-3 16,1-1 7-16,0-1-20 0,2 0 15 15,-1 1-8-15,1-1-3 0,0 2-10 0,2 0 5 16,0 0 8-16,0 0-2 0,0 0-12 0,0 0 12 16,13-8-1-16,-8 5 3 0,1 2-18 15,0 1 1-15,1-3 15 0,-1 2 5 0,1 0-6 16,0 0 2-16,-7 1 9 0,9 0-22 0,-3 0 17 16,5 0-7-16,4 0-5 0,11 10-5 15,-14-5 17-15,1 0 0 0,0 2 6 0,-1-1 4 16,-3 1-30-16,0-3 12 0,2 4 9 0,-1 3-10 15,-1 0 4-15,-3 1-7 0,1 2 20 16,0-2 9-16,-1 3-22 0,0 0 12 0,-3 0-1 16,1-2-10-16,0 0 5 0,2 3-4 0,-4-4 3 15,2-3-16-15,-2-1 14 0,1 0 4 16,-1-1 7-16,-1-2-3 0,-1 0-2 0,3-1-21 16,-2 0 24-16,-1-1 4 0,3-1-23 0,-3 1 26 15,1 0 4-15,-1-1 0 0,0 0-49 16,1-2-18-16,-1 0 6 0,0 0-148 0,-1-4-124 15,1 2 23-15,-1 0-102 0,-2-2 17 0,1-2 101 16,0 3-62-16</inkml:trace>
  <inkml:trace contextRef="#ctx0" brushRef="#br0" timeOffset="34202.13">5120 14134 280 0,'-1'-4'240'0,"0"0"-81"16,-1 0-17-16,2 0-33 0,-2 0 23 15,4 0-40-15,-2 1 28 0,0-1-70 0,1 0 26 16,0 1-8-16,1 0 12 0,0-1-20 15,1 1-10-15,-1 2-31 0,-1 0-6 0,6 0 15 16,-6 1 8-16,4 1-8 0,-1-1 8 0,1 1-11 16,-1 2-8-16,6 7 16 0,-3-3-25 15,-2-4 13-15,1 4 1 0,2 4-25 0,-1-3 34 16,0-1-24-16,-5 3 20 0,1-3-34 0,1-1 12 16,-3 0-30-16,2 0 36 0,-3 1-34 15,0-2 51-15,2 2-32 0,-2-7 19 0,0 6 9 16,0 1-23-16,0 4 10 0,-11 14 18 0,4-14-28 15,3-1 27-15,-4 3-6 0,-2-4 13 0,5 0 0 16,-1-1-29-16,1-5 26 0,-5 6 2 16,5-2-3-16,1-2 16 0,-2-1-15 0,5-3-4 15,-3 3-15-15,1-2 18 0,1-1-18 16,1 4 6-16,-1-5 4 0,2 2-10 0,0 1-10 16,-2 0 7-16,-1-2-10 0,3 2 5 0,0-3-1 15,0 0 10-15,0 0-3 0,13 7 1 16,-9-7 1-16,3 2-3 0,2-2 6 0,11 3-10 15,-4-3 5-15,5 0-14 0,-12 0 12 16,8 0-19-16,2 0 20 0,-1 0 3 0,0 0-12 0,0 0 1 16,-3 0 14-16,-2 0-29 0,-2 0 11 15,-2 0-14-15,-2 0 24 0,-7 0-11 0,9 0 5 16,-9 0-16-16,7 0 6 0,-7 0-14 16,7 0-3-16,-7 0-24 0,0 0-24 0,7 0 6 15,-7 0-77-15,7 0-59 0,-7 0-112 0,7 0-38 16,-7 0 54-16,7 0 12 0,-7-7-58 15</inkml:trace>
  <inkml:trace contextRef="#ctx0" brushRef="#br0" timeOffset="34420.873">5662 14299 296 0,'2'1'271'16,"-4"3"-62"-16,2-1-41 0,2 1-8 0,-2-1-31 16,1 4-1-16,-1-1 1 0,0-1-24 0,-1 2-20 15,-1 1-17-15,2 0 11 0,0 5-36 16,0 2 15-16,0-2-47 0,0 1-14 0,0-2 2 16,-10 17-275-16,6-12 21 0,-4-2 21 15,0-1-79-15,-1-2 6 0</inkml:trace>
  <inkml:trace contextRef="#ctx0" brushRef="#br0" timeOffset="69529.786">6536 13746 668 0,'0'0'228'15,"0"0"-31"-15,0-13-26 0,0 13-8 0,0 0-13 16,0 0-13-16,0 0-21 0,0-25-10 16,0 21-23-16,2 4 6 0,-2-2-17 0,2 1-10 15,-2 1-13-15,0-2-1 0,1 4-8 0,-1-2-12 16,1 1 19-16,0 1-23 0,1 4 9 16,-1 0-13-16,-1-1-4 0,5 11 11 0,-1-3-5 15,1 6 3-15,-1 0 2 0,0 1-14 0,2-1-17 16,-2 3 2-16,2-3 21 0,1 3-6 15,-5-3-4-15,5 5 0 0,-4-3 0 0,4 0-1 16,-4-2-1-16,0 0-8 0,4 1 8 16,-5-3 3-16,1 0-13 0,-1 1 14 0,2 0-6 15,-4-7 0-15,1 0 9 0,5 4-21 0,-5-4 14 16,1 0 1-16,0-3-2 0,0 0-2 16,1-3 1-16,-2 2-12 0,2 0 11 0,-1-3 1 15,-1 2 0-15,2-4 9 0,1 3-13 0,-3 0-9 16,3-1 17-16,0-2-19 0,2 2 1 15,7 2-13-15,-4 0 10 0,1-4-5 16,-1 0-14-16,0 1-3 0,0-2-18 0,-1 0-30 16,-1-1 9-16,1 0-24 0,1 1 9 0,-1-1-53 15,2 0-9-15,4 0-27 0,-1 0-69 16,13-10-104-16,-13 3 30 0,-4 3 15 0,0 0-15 16</inkml:trace>
  <inkml:trace contextRef="#ctx0" brushRef="#br0" timeOffset="70545.381">6431 14040 353 0,'-4'-1'227'0,"2"0"-45"16,-2-1-35-16,1 2 5 0,1-1-54 16,-1 1 19-16,3-2-27 0,0 2 19 0,0 0-33 15,3-1-3-15,0-1-9 0,3 1-26 0,10-4 7 16,1 2-2-16,4-2 1 0,4-2-10 16,-1 2-13-16,4-2-2 0,3 0-32 0,-2 0 22 15,1 0-10-15,4 0-7 0,-2-4-1 16,0 3-12-16,-1 1 5 0,-2-1 7 0,-3 0 0 15,-2 1-36-15,2-1 4 0,-6 0 30 16,-3 1 13-16,-2-1 4 0,-2 1-7 0,-8-1 15 16,1 0-17-16,-6 2 18 0,4 0 14 0,-4-2-18 15,0 8 36-15,0 0-2 0,0-7 1 16,0 1-6-16,0 6 23 0,0-8-14 0,0 8 2 16,0-7-3-16,0 7 0 0,0-8-9 0,0 8 1 15,0-7-9-15,0 7-3 0,-11-12-15 16,9 9 5-16,1-1-14 0,1 3 13 0,0 1-11 15,0 0 5-15,0 0-10 0,0 1 9 16,3 3 12-16,-2-1-11 0,3 2-15 0,-1 10 1 16,4 1-9-16,-1 1 18 0,0 0 5 0,0 2-19 15,0 2 5-15,-2 1 8 0,4 1-1 0,-3-5-2 16,0 1-4-16,0 0 12 0,-2 0 9 16,2-5-10-16,-1 2-6 0,-3-5 9 0,-1-3-6 15,0-1-11-15,2 0 9 0,0-2-10 16,-1-1 13-16,-1 1-7 0,0-3 9 0,1 1-7 15,1-1-2-15,-2 1 19 0,0-3-12 0,0 3 4 16,0-3 2-16,0 0-1 0,-2 0-28 0,2 0 10 16,-1-1-1-16,1-1-6 0,0-1-9 15,0-2 14-15,1 3-25 0,1-3 29 0,-1 3 0 16,0-3-19-16,0 3 10 0,2-3-21 0,2 2 8 16,-1 1 13-16,0-2 0 0,1 1-12 15,0 1 22-15,0 1-9 0,3 1-1 0,-3-2-21 16,0 2 17-16,-5 0 4 0,0 0-5 0,14 0-2 15,14 12 18-15,-20-7-14 0,-2-1 3 16,2-1 12-16,7 4-20 0,-5 3-13 0,1-2 29 16,-3-1-2-16,-1 0 11 0,-2 0-6 0,7 2-29 15,-5 0 0-15,2 1 27 0,3 0-1 16,-3-2-19-16,-2-1 31 0,-3 0 14 0,3-4-17 16,-2 3-7-16,-1-2-2 0,-1 0-42 15,2-1 45-15,-1-1-22 0,-1 0 10 0,2-1-10 16,-1 1 29-16,-3 0-20 0,-1-2 15 0,0 0-12 15,0 0 34-15,10 0-23 0,-10 0-26 0,14-14-4 16,-6 2 27-16,-3 4 5 0,0-3 2 16,-1 3-23-16,-3 2 14 0,2 0 15 15,-3 1 2-15,0 0 8 0,0 5-14 0,0 0 11 16,0-7-25-16,0 7-6 0,0-7 10 0,-10-3 15 16,5 7-14-16,0 1 18 0,1 2-41 0,0-2 32 15,-1 1-41-15,1 1 26 0,-2 0 25 16,2 0-16-16,1 1-6 0,3-1-19 15,0 0 3-15,0 0 13 0,-10 11 0 0,10-8-28 16,0 2 5-16,2-2 1 0,1 2-16 0,1-1 10 16,0 0 4-16,12 8 3 0,-2-8 4 0,3 0 16 15,3 0 3-15,-3-2-38 0,3 2 16 0,-11-4-15 16,8 0 19-16,0 0-25 0,17-12-1 16,-20 7-1-16,3-2 3 0,-2 1 5 0</inkml:trace>
  <inkml:trace contextRef="#ctx0" brushRef="#br0" timeOffset="70998.499">7585 14117 1063 0,'3'-9'16'0,"-2"4"9"0,-1 0 1 15,0 0-4-15,0 1-2 0,-2 0-1 16,0 0-2-16,0 0-3 0,-1 2-22 0,3-1 0 16,-2 1 2-16,0-1 26 0,0 2-24 0,-2 1 6 15,4 0-23-15,0 1 23 0,-1 1-13 16,-1-1 0-16,2 4 0 0,0-3 36 16,0 4-34-16,2-3-1 0,-1 2 1 0,3 0 0 15,1 10 35-15,1-6-20 0,2 5-4 0,-2-7 1 16,3 0 23-16,4-1 10 0,-1 2-3 0,0-4-5 15,0-2-3-15,-1-2-40 0,-2 0 22 16,1 0-1-16,3 0-2 0,21-12-20 0,-17 5-14 16,1 0 3-16,-4-1 4 0,-1 0 18 15,2 0-7-15,-6-2 1 0,-1 2 54 0,-4 1-21 16,-2 0-7-16,2 2 27 0,-4 5 10 16,0 0-15-16,0 0-9 0,0-7-1 0,0 7-4 15,-15-10-7-15,11 8-1 0,-1 2 8 0,0 0 4 16,-4 2-2-16,7 0-55 0,-5 1-4 15,-3 5 1-15,3 0 36 0,2-2-5 0,0 1 2 16,4 0 0-16,0-2-2 0,1 2 1 0,0-7-1 16,0 0-4-16,0 5 16 0,21 13 6 0,-5-8-2 15,2-4-1-15,3 2 11 0,0-4 3 16,1-2-2-16,2 1-3 0,1-3 7 0,-4 1-3 16,-8-1-7-16,4 0-28 0,5 0 24 15,-3 0 9-15,2 0-29 0,18-10 40 0,-21 8-22 16,-6 0 6-16,-2 1-16 0,0-2 10 0,0 2-6 15,0 0 6-15,-7-1-22 0,1 2 11 16,1-2-2-16,0 1-71 0,3 1-36 0,-3-1-61 16,-1-1-128-16,2 0 17 0,1 2 13 0,-1-2-15 15</inkml:trace>
  <inkml:trace contextRef="#ctx0" brushRef="#br0" timeOffset="71982.838">9007 14018 409 0,'-9'-9'249'16,"0"-1"-27"-16,-5-2-81 0,1 2 7 0,-2 2-23 15,-1-3-15-15,0 2-1 0,-1 1-9 0,-1 0 6 16,2 1-33-16,-3 1 5 0,2 3-13 16,3 2-19-16,1 0 15 0,13 1-33 0,-10 0 9 15,-6 0-8-15,-11 11 8 0,16-2-7 0,-1 2-24 16,2 1 28-16,3 0-12 0,7 2 12 16,-2-3-26-16,2-11-4 0,0 14 13 0,0 0-25 15,17 13-7-15,-8-13-12 0,4-3 25 16,-1-1-12-16,3-2-9 0,-2-2 11 15,0-2-13-15,0-2-11 0,-4-2 37 0,-9 0-39 16,8 0 20-16,1 0-2 0,-2 0-16 0,11-17 32 16,-8 8-8-16,-4 0-29 0,4-2 54 0,-5 2-5 15,-1 1 7-15,-2-1-11 0,0 4 28 16,-2 0 15-16,0 0 4 0,1 1-2 16,0 1 7-16,0 1-13 0,-1-2-1 0,0 1-24 15,1 2 7-15,-1-1-34 0,0 1 11 0,2 0 9 16,-2 1-4-16,0 0 5 0,0 0 12 15,0 0-17-15,10 12 6 0,-7-7-26 0,9 5 13 16,0 1-7-16,-1-2 20 0,5 1 4 0,-2-2-11 16,5 0-1-16,-2 1-19 0,2-5 5 0,1-1 18 15,-1 2-6-15,0-5 9 0,-1 2-10 16,-8-2-4-16,5 0-6 0,14-9 10 16,-15 1-12-16,-2 2 18 0,2 0-7 0,-6 0 2 15,0-5 0-15,1 3-8 0,-5-2-10 0,3-1 14 16,-5 1 7-16,-2 10 3 0,0-9-18 0,0 0 25 15,0 2 0-15,0-1-13 0,0 1-8 0,-11-3 5 16,9 6 11-16,-1 1-15 0,-3 0-3 16,4 1 7-16,-2-1-4 0,0 3-5 0,2 3-13 15,-2-1 21-15,3 1 0 0,-2 3-7 16,2-2 10-16,-2 3-10 0,1 0 7 0,2 0-4 16,0-2-15-16,0 3 34 0,0 5-18 0,18 14-2 15,-10-12 1-15,7-6-18 0,-1 2 25 0,1-1-20 16,1-4 5-16,4 1 16 0,-1-1-3 15,2-4-22-15,-1-2 18 0,-10 0-7 0,8 0-2 16,2 0-6-16,23-10-28 0,-22 4 11 16,-3-2 18-16,1-2 1 0,-4 2-15 0,0-4 35 15,-6 1-12-15,1-1 0 0,-6 2-17 0,-2 0 50 16,-2 1-44-16,2 1 4 0,-2 8 26 0,0-5 12 16,0 5-13-16,-19-20 8 0,10 16-8 15,-3 0 18-15,3 3-27 0,0-1 13 0,9 2-7 16,-8 0 11-16,-13 11-15 0,9-3-7 15,2 5 0-15,4-4-4 0,4 0-12 0,2 1 25 16,0 0 6-16,0-3-11 0,11 15 7 0,-1-10-4 16,-1 2-2-16,6-4-12 0,-2 2 20 15,4-2-3-15,0-3-2 0,4-2 18 0,-2 0-14 16,2-5-7-16,-1 0 9 0,0 1-2 16,-10-1 8-16,3 0-19 0,4 0 16 0,14-11 12 15,-18 7-10-15,4 1-6 0,-6 0-14 0,-3 1 10 16,-2 0-24-16,1-1 13 0,-4 1-49 0,1 2 7 15,0 0-63-15,-3-3-147 0,-1 3 21 16,0 0-151-16,-4 0 44 0,1 0-23 0</inkml:trace>
  <inkml:trace contextRef="#ctx0" brushRef="#br0" timeOffset="73844.208">11066 13704 394 0,'-10'9'153'0,"-3"3"-2"0,5 3-6 0,1-1-48 16,-3 4-19-16,2 1 42 0,0-2-34 0,3 1 15 16,1 0-49-16,3-4 19 0,1-1-6 0,0-5-11 15,0 3-28-15,0 1 27 0,14 16-2 16,-5-15-11-16,0-3-1 0,0-5 9 16,1 4-1-16,5-6-3 0,-7 2-10 0,2-5 18 15,-10 0-22-15,8 0 11 0,7 0-10 0,-1 0-9 16,9-14-8-16,-10 4 15 0,-4 5-33 0,-3 0 23 15,0-3-9-15,-3 2 6 0,0-1-4 0,-2 2-11 16,-1-1 27-16,0 6-3 0,0 0-10 16,0-9-23-16,-14-12 38 0,5 10-25 15,2 3 3-15,-5-3 2 0,7 3-6 0,-3 4 4 16,3 0-22-16,0 0 23 0,-1 0 7 0,2 0-25 16,1 3-5-16,-2 0 19 0,4-3-27 0,-2 1 16 15,1 2-15-15,-2 0-14 0,4-1 24 16,0 2-7-16,0 0-14 0,0 0 36 0,0-8-48 15,0 8 38-15,15-14 7 0,-9 12-27 16,-1-3 25-16,2 3-3 0,9-3-20 0,-5 3 32 16,2 1-14-16,-3-1 5 0,9 0 10 0,-11 2-5 15,6 0-14-15,19 11 4 0,-12-8-21 0,-2 6 2 16,-1-1 20-16,0 3 9 0,-2 0-24 0,0 0 8 16,-4 1 17-16,2-1-14 0,0-2 16 15,-5 3-16-15,0-2 17 0,1 1 0 16,-4-5-23-16,-4 1 42 0,2-2-17 0,-3-3 7 15,2 1 3-15,-3 0-14 0,1-2 26 0,-1 1-10 16,0-2 13-16,0 0-1 0,0 0-15 0,-9 0 0 16,8-3-6-16,-2-1-1 0,1 0-24 15,-6-8-13-15,7-2-16 0,-4-1 22 0,5 7-19 16,0-1-6-16,0-5-14 0,16-16 6 16,-7 16 4-16,-4-1 15 0,3 4 4 0,2 3 1 15,-6 1 19-15,3 2 0 0,-1 1-17 0,-2 2 0 16,1 0 4-16,-1 0 22 0,-2 0 0 0,5 2-45 15,-4 0 3-15,-3 0 22 0,0 0 39 16,0 0-38-16,18 14 15 0,-9-2 24 16,0 0 6-16,-1 0-20 0,0 1 4 0,-1 1 7 15,2 0-2-15,1-1-3 0,-2-1-39 0,3 0 19 16,0-3-1-16,2 2 13 0,-1-1-7 16,-4 1 0-16,4-6-7 0,3 3 21 15,-6-2-6-15,-1-3-1 0,-1-2-8 0,4 0 9 16,-5-1-1-16,-6 0 21 0,0 0-19 0,8 0 10 15,12-10-33-15,-10 1 1 0,-2 1 4 16,-2-4 22-16,-2-5-33 0,1 2 62 0,-2-4-51 16,-1-2 39-16,-2 2-26 0,2-1 4 15,-2 9 55-15,0-5-21 0,-12-28 6 0,6 18 9 16,-3 0-12-16,3 0 2 0,-4 3 20 16,1 1 5-16,-3 3 2 0,3-3 7 0,1 6-11 15,-1 2 5-15,0 2-15 0,0-1 16 0,2 5-16 16,2 4-9-16,1-3-22 0,0 5 8 0,0 1-9 15,4 1-3-15,0 0 3 0,0 0-21 16,-9 10 15-16,6-3-1 0,3 0-8 0,0 12 6 16,0-8-8-16,0 5-1 0,0 1 9 0,0 2-4 15,13 22-1-15,-4-19-4 0,3 0 3 16,-1-2 3-16,-2 1-23 0,7-1 10 0,-2-6-7 16,0 1-4-16,0-3-21 0,2 2 11 15,-2-7-12-15,3 1-4 0,-2-6 3 0,-2 1-15 16,-3-3 20-16,-10 0-46 0,11 0 7 0,12-10 5 15,-9 3 1-15,-7-1 11 0,-2 3 11 16,1 1 18-16,-2-2 24 0,-1 1-3 0,1 4 10 16,-1-3-19-16,-2 2 28 0,0 1-7 0,2 0-11 15,-2-3-7-15,2 3 17 0,-2 1-5 16,-1 0 10-16,0 0-34 0,0 0 25 0,0 0-21 16,2 13 6-16,1-9 13 0,-2 1 0 0,2 1-6 15,-1 0 6-15,-2-1 12 0,11 10-19 0,-8-7 9 16,4 0 11-16,3 2 3 0,-2-6-18 15,-1 0-3-15,2 0 4 0,9 1 0 16,-5-5-8-16,1 0 19 0,-14 0-18 0,11 0 8 16,3 0 2-16,17-13-3 0,-17 9-15 0,1-5 18 15,-5-3 5-15,-4 4 3 0,-1-1 1 16,0-4 11-16,2-1 10 0,-7 2-4 0,1 1 4 16,1-7 10-16,-2 11-3 0,0-1 12 15,0-1-1-15,0 1-2 0,0 1 2 0,-12-10-1 16,11 13-2-16,-1 0-1 0,0 0 15 0,2 1-13 15,-2 1-5-15,1-1-15 0,-2 0-13 0,3 0-6 16,0 1 11-16,0 1 8 0,0 1-10 0,0 1-20 16,2 4 6-16,2-2-6 0,-4 2 24 15,2 1-3-15,3 10-27 0,3 2 23 0,0 1-15 16,-3 0 14-16,4 0-10 0,1 3-16 16,-2 0 24-16,1 0-13 0,0 0 7 0,1 2-30 15,-5 1 38-15,3-3-29 0,2 1 4 0,-7-1 4 16,4 1-2-16,-2-3 0 0,0 1 16 15,-3-2-15-15,0-3 12 0,-2-6-13 0,0-1 11 16,0 5-1-16,-12 18 5 0,6-18 0 0,-5-1 8 16,-2 1 11-16,0-1 8 0,-4 1 5 15,5-4-22-15,-8 0 7 0,4-2-19 0,-1 0-2 16,1-2 8-16,5-2-17 0,-3 1 28 0,3 0-19 16,3-5-6-16,0 2-25 0,0-2-47 0,8 0-24 15,-7 0-33-15,7 0 12 0,-8 0-171 16,-1 0-147-16,-10-14 23 0,12 9 29 0,-3 2 15 15,3-1 72-15,2 2 9 0,1-4-12 0</inkml:trace>
  <inkml:trace contextRef="#ctx0" brushRef="#br0" timeOffset="74703.563">13467 13635 716 0,'-4'-6'254'16,"3"3"-42"-16,-2-2-40 0,2 3-12 0,-1-3-23 15,2 0-24-15,-1 1 4 0,2 0-11 16,3 0-8-16,-1 0-26 0,1-2-5 0,1 4-3 15,9-7-10-15,-1 4-6 0,1 2-19 16,-4 3 2-16,2 0-3 0,-12 0-16 16,10 0 8-16,-3 0-5 0,0 0-3 0,13 12-16 15,-8-4 2-15,-1 4 15 0,-1-3 7 0,-2 3-15 16,-3-1 6-16,-2 3-3 0,2-5-7 16,-1 8-1-16,-4-5 7 0,0-12 4 0,0 10-7 15,0 4-5-15,-12 11-13 0,5-12 1 0,0 3 3 16,-1-4 17-16,1-1-4 0,-2 1 10 15,-4 1 1-15,4-3-7 0,5-1 9 0,-7 2-11 16,-1 0 16-16,-3-4-8 0,7-1 0 0,1 1 3 16,0-4 5-16,2 2 6 0,1-2-13 15,2-2-11-15,-1 2 6 0,2-2 4 0,-2 2-7 16,2-1-10-16,-3 0-4 0,2-1 20 0,2 0-4 16,0 0-8-16,0 2 12 0,0-3-21 0,0 2 21 15,0-2-3-15,0 0-3 0,0 0 7 16,10 3-12-16,-4-1 6 0,16-5-1 15,-13 3-11-15,4 0 9 0,22-9 9 0,-13 6-5 16,1-2-10-16,0 1 6 0,1 1 1 0,-4-2 1 16,4 3 5-16,-7-3-9 0,2 3-2 15,-4 2 2-15,-2-2 8 0,-5 1-9 0,1 1 6 16,-3-2-7-16,-1 1-16 0,0 1-4 16,-2 0-18-16,2-1 1 0,-2 0-22 0,0-1-30 15,-3 2 8-15,0 0-104 0,0 0-33 0,6 0-74 16,-6 0-69-16,8 0 25 0,-1 0-14 15,14-14 9-15</inkml:trace>
  <inkml:trace contextRef="#ctx0" brushRef="#br0" timeOffset="76047.27">14295 13508 237 0,'-5'2'252'0,"0"-1"-35"15,0 1-59-15,-2 1 8 0,3 0-30 0,-7 8-19 16,3 1-19-16,4-3 5 0,3 3 1 0,0-4-33 16,1 4-21-16,0-4 15 0,0 3-4 15,14 16-10-15,-6-10-26 0,7-5 4 0,-5 0 8 16,2-3-7-16,-1-1-11 0,6-1 3 15,-4 0-35-15,-2-6 28 0,-1 1 13 0,-2-2-17 16,-8 0-5-16,0 0-24 0,8 0 9 16,-3 0 13-16,8-13 0 0,-6 3-36 0,0-1 55 15,-1-4-17-15,-3 6-25 0,-3-2 38 0,0 11 1 16,0-9-8-16,0-3 3 0,-17-14-16 0,8 16 8 16,-5-2-13-16,4 3 19 0,-2 1-1 15,-2-2 17-15,3 5 2 0,-2-4-22 0,3 6-11 16,3-1 1-16,0-1 6 0,0 3 8 15,2-1-6-15,3 0-14 0,-1 3 26 0,2-1-7 16,-3 0-20-16,4 1-7 0,0 0 8 0,0 0-1 16,0 0 2-16,17-7 2 0,2 2 1 15,0 3-22-15,1 1 43 0,5-1 1 0,0-1-51 16,1 1 27-16,3 2 3 0,-1-2-3 16,2 0-27-16,2 0 27 0,2-1 4 0,-3 2 9 15,1 0-37-15,-2-2 16 0,1 0-3 0,-3 3 11 16,0-2 14-16,-2-1-26 0,-4 0-19 0,-3-1 1 15,1 2 34-15,-4-1 1 0,-6-2 21 16,-1 4 4-16,-3-2 7 0,-1 1-6 0,-2 1 10 16,-2-1-4-16,-1-1 4 0,0 3-14 0,0 0 2 15,0 0-7-15,-10-2 6 0,5 2-6 16,-3 1 7-16,2-1-14 0,-10 4 5 0,-4 1-3 16,6 4-4-16,0-1 0 0,2 1-13 15,2 4-2-15,-4-1 25 0,8 0 2 0,-4 0-27 16,6-2 1-16,0 6 13 0,4-16-3 0,0 13 0 15,0 0 1-15,14 9-15 0,-5-11 10 16,1-2 2-16,5-4 5 0,-1 2 6 0,4-5-14 16,-11-2 2-16,6 0-7 0,4 0-1 0,18-12 0 15,-16 4 8-15,-2-2 0 0,-1-1 13 16,-3-1 0-16,-3-2-6 0,2 1 1 0,-4-2-3 16,0-1 25-16,-8-3-7 0,4 0 9 0,-4 1-20 15,0-3 24-15,0 9 0 0,0-5-2 0,-14-22 23 16,8 20-9-16,-2-5 17 0,0 7-15 15,-2 0-7-15,1 0 8 0,0 2-11 0,-2 2 19 16,4 4-27-16,2 0 4 0,1 4-8 16,-1 2-2-16,2-2-10 0,0 2-1 0,-1 3 1 15,4 0 11-15,0 0-25 0,-5 13 14 0,1 1-7 16,0 1-11-16,4 6 14 0,0 0-3 0,0-10-4 16,0 3 15-16,11 23-21 0,-4-13 4 15,9-2 6-15,-3-1-17 0,0-1-15 16,3-3-8-16,0-1-15 0,1 0-11 0,2 3-8 15,2-7-37-15,-1-2 12 0,3-3 10 0,-1-1-41 16,0-5 12-16,3 3 10 0,-11-4-45 16,22-11-21-16,-14 4 28 0,-4-2 14 0,1-2 1 15,-4 0 28-15,0-1 8 0,-2-1 82 16,-3 1 7-16,-3 3 7 0,-3 1 15 16,-2-1-8-16,1 4 23 0,-3 5-11 0,0 0 21 15,0-5-6-15,0 5-9 0,-13-10-1 0,9 10 14 16,-3 0-37-16,0 3 9 0,-7 2 7 0,-1 2-13 15,6 0 0-15,1 0 2 0,-2 5-20 16,2-1 8-16,6-2 10 0,0 0 1 16,2-1-18-16,0-8 14 0,0 0-12 0,0 7 2 15,0-7-6-15,12 12-12 0,2-5 24 0,-1-7-32 16,-3 0 32-16,-10 0 6 0,6 0-4 16,5-10-10-16,1 2 28 0,-1 0 6 15,-5-6-1-15,-2-1 11 0,-4 2 11 0,0-6 2 16,0 7-1-16,0-3-3 0,0-4-15 0,-13-27 14 15,10 15-9-15,-7 3 4 0,5-2 7 16,-3 7 1-16,3-5 36 0,-5 4-40 0,4 1 20 16,-1 2 0-16,1 4 7 0,1 3-4 0,-3 1-20 15,4 3-2-15,1 4 5 0,1 1-11 16,0 0-20-16,0 0 19 0,1 3-4 0,1 2-23 16,0 0-8-16,-1 9 13 0,-2-3 6 0,11 15-22 15,-2 3-5-15,-2 0 13 0,2 3 5 16,-2 2 10-16,3-2-36 0,-1 2 14 0,2-3 12 15,3 0-23-15,-4 4-4 0,1-5 22 16,0 1-11-16,0 1-13 0,1-4 30 0,-1 2-11 16,2-2-34-16,-2-3 4 0,-1-2-21 0,1-2-41 15,-2-5-37-15,-2-1-16 0,0 3 13 0,-3-6-210 16,1-7 28-16,-2 3-142 0,0-3 28 16,-3 2 97-16,3-4-7 0,-3-1 30 0,2-1 11 15</inkml:trace>
  <inkml:trace contextRef="#ctx0" brushRef="#br0" timeOffset="78109.709">16779 13402 493 0,'-13'-10'217'0,"-2"2"-51"0,0 1-12 0,-1 2-18 15,2-1-6-15,-1 1-9 0,2 2-5 0,0 3-29 16,13 0-35-16,-10 0 14 0,-4 0 6 16,-14 12-18-16,14-7-5 0,2 4-25 15,2 2 11-15,0-2-12 0,3 0 4 0,2-1-7 16,1 0-9-16,2-2 4 0,2 1-4 0,0-7-1 16,0 5 17-16,0-5-4 0,18 23-4 15,-8-14-7-15,3-5 5 0,-2-1-6 0,7 0-5 16,-10-3-13-16,0 0 19 0,5 0-27 15,17-14 16-15,-13 6 5 0,-6 0 6 0,2-4-23 16,-3-2 26-16,-1 2-8 0,-3-5 1 0,-4 2 26 16,3-2-5-16,-5-7 11 0,0 15-3 15,0-8 5-15,0-3 10 0,-15-24-3 0,9 22-8 16,-3 1 14-16,2 0 7 0,-2 3-21 0,-1-1 15 16,2 4-1-16,0 1 12 0,2 2-28 15,-2 2 0-15,3 4 15 0,0 0-26 0,5 1-12 16,-4 3 8-16,3-1-17 0,-1 0 22 0,0 3-10 15,2 0-22-15,0 0 19 0,0 0-13 16,0 15-4-16,2 3 5 0,-2-9-6 0,0 6-4 16,11 26 3-16,-7-19 1 0,3 2 21 15,1 2-17-15,-2-1-5 0,3-1-2 0,4 1 8 16,-3-2-8-16,-1 1-1 0,4-4 13 0,-3 2-2 16,3-3-7-16,1-2-11 0,3 0 2 15,-7 1-6-15,5-5-7 0,-1 2-8 0,0-5-1 16,3-3 0-16,-3-3-18 0,6-4 14 15,-20 0 0-15,12 0-13 0,15-9 5 0,-13 2 3 16,-3-3 7-16,1-2-10 0,-3-1 9 0,-3 0-33 16,2 0 28-16,-4 0-21 0,1 2 30 15,-5 0 24-15,0 3-8 0,0 8 11 0,0-6 6 16,0 6-22-16,0-7-7 0,-12-2 0 0,7 6 15 16,1 3 8-16,0 2 9 0,-1-1-21 15,-1 3 4-15,-4 4 10 0,-3 2-6 0,4 1 11 16,-1 1-5-16,3-1-8 0,5 0 1 15,2-3 4-15,0-8-30 0,0 8 40 0,11 6-32 16,5-6 6-16,-2 0-8 0,5-1 28 0,3-6-29 16,-10-1-12-16,7 0 2 0,2 0 5 15,29-8-14-15,-25 6 5 0,2-10-45 0,-3 6 24 16,-3-4-20-16,1-1 8 0,-5-1 20 16,0 0 18-16,-4-2 9 0,0 2 30 0,-5-1-1 15,-2 4 12-15,-2 1 39 0,-3-1 3 0,-1 9 7 16,0 0-12-16,0-8 6 0,0 8 2 0,-11-13 2 15,8 12-14-15,-4-1-12 0,1 1 6 16,1 2-4-16,-1 1-29 0,-7 3 2 0,5-1 14 16,1 2-3-16,0 1 7 0,3-2-7 15,2 2-39-15,0-5 26 0,2 4 7 0,2-2-8 16,-2-4-8-16,0 0 1 0,0 0 6 16,0 5 1-16,11 5-5 0,-7-9-28 0,-2 0 21 15,5-2 17-15,-3 0-2 0,1 0-34 16,-1-1 23-16,1 0 22 0,0 0 14 0,0-1-32 15,0 3-10-15,-2-3 29 0,2 3 16 0,-2 0-16 16,3-1 1-16,-6 1-19 0,0 0 1 16,5 0 2-16,-5 0 20 0,24 21 5 0,-11-7-26 15,-4 1 8-15,1 4 2 0,-2 2 2 0,3 4-9 16,-4-1 17-16,2 5-24 0,-2 0 18 0,0 1-8 16,-3 1-6-16,4 0 16 0,-6 2-8 15,2-1 11-15,-4 2-15 0,0-18 10 0,0 9-13 16,0 4 24-16,-10 25-16 0,6-25 21 15,-5-8-8-15,1 4 10 0,-2-6 2 0,-2-2-21 16,-5-5 12-16,2 3 2 0,-1-6-1 0,-6-2-8 16,4 0-8-16,-2-3 18 0,3-2-8 15,8-2-2-15,-4 0-9 0,-15-12 7 0,10 2-5 16,7-5-13-16,2-2 4 0,0-2-6 0,4-5-5 16,4-3-17-16,1 13 2 0,0-8-12 15,12-26-13-15,-3 17-12 0,0 1 5 0,8-3-5 16,-2 1 13-16,6 2-5 0,0-1 3 0,0 2-26 15,1 3 14-15,2-1 28 0,1 3-15 16,-1 0 5-16,-1 0 5 0,-1 2 11 0,-2 0-10 16,-2 0 5-16,1 3 2 0,-5-1 42 0,-3-1-7 15,2 4 31-15,-6 2-4 0,-2-2-17 16,-4 8 6-16,-1 9 27 0,0-10-19 0,-13-5 10 16,3 8-31-16,-4-1 14 0,1 4 17 15,-4-1-24-15,5 5-3 0,-1 0 21 0,3 0-47 16,2 0 26-16,-15 8-16 0,14-1 10 0,0-2 4 15,7 2-3-15,-1 0-12 0,2 1 5 16,1-8 6-16,0 11 13 0,12 14-15 0,-1-11 0 16,0-1-28-16,4-1 22 0,2-4 16 15,4 5-43-15,3-8 18 0,0 2 4 0,2-4-6 16,-2-3 4-16,-10 0-3 0,4 0-30 0,5 0-7 16,22-12 31-16,-23 4-16 0,-2-1-23 0,-1-1 22 15,-1 0 29-15,-4-4 2 0,0 2-44 16,-5-2 30-16,-3-1 22 0,2 0 25 0,-4 0-8 15,0 3-8-15,-4 5-6 0,0-2 14 16,0-2-12-16,-17-12 12 0,11 13-21 0,-2 0 8 16,-1 3 8-16,1 3 5 0,0 3 3 15,1 1-23-15,7 0 22 0,0 0-21 0,-5 0 5 16,5 0-14-16,-13 14-10 0,10-9 37 0,1 1-20 16,2 1 5-16,2 2 15 0,-2 0-49 15,0 3 36-15,16 18 1 0,-7-13-13 0,0-2-21 16,0-6 30-16,1 4 7 0,4-2 4 0,-2-3-56 15,1-3 38-15,3 0-3 0,-6-2-26 16,4-2 46-16,-14-1-21 0,8 0 4 0,5 0 18 16,1 0-16-16,10-17-6 0,-12 8 10 0,-5 2-29 15,2-3 19-15,-2-1 2 0,-5 3 16 16,2-2 9-16,-2 5-16 0,1-2 4 0,0 2 11 16,-2-1-25-16,-1 4-17 0,0-2 24 0,0 4 1 15,0 0 17-15,0 0-46 0,-7-5 29 0,5 7-6 16,-1 1-15-16,1 2 26 0,-1-1-21 15,-2 9 18-15,3-2 5 0,-2-1-6 16,4-2-22-16,0-8-9 0,0 7 42 0,0-2-10 16,16 14 8-16,-8-9 1 0,5-1-10 0,-3-6-6 15,-1 2-8-15,5 2 4 0,2-2 21 0,-4-1 0 16,5 0-21-16,-2-3 10 0,-3-1 14 16,8 3-3-16,-7-3-2 0,-2 0 5 15,4 0-2-15,4 0-30 0,-1 0 20 0,2 0 7 16,0 0-26-16,0 0-29 0,-1 0 15 0,-2 0 3 15,-1-7-95-15,19-5-61 0,-20 7-177 16,-5 2 26-16,-1 1-30 0,-2-1 6 0</inkml:trace>
  <inkml:trace contextRef="#ctx0" brushRef="#br0" timeOffset="78469.076">18690 13044 336 0,'1'-3'257'0,"-1"2"-28"0,0-1-49 16,2 4-16-16,0 1-5 0,1 0-27 16,3 9-8-16,4 2-21 0,1-2-25 0,0 1 11 15,2 2-23-15,-2 1 0 0,3 1-11 16,-2-3-1-16,2-1 7 0,-4-3-9 0,-2-2-9 15,-2 3 3-15,3-7-7 0,-5 1 5 16,0-3 4-16,-2-2-10 0,-2 0 3 0,0 0-3 16,0 0 5-16,3-11-8 0,-3 4-2 15,0 2-6-15,-2-15 9 0,2 10-15 0,0-6-9 16,0-5-17-16,-10-26-6 0,10 24 5 16,-1 0-14-16,1-2 20 0,0 5-44 0,0 12 10 15,0-6-25-15,0 1-25 0,0 1 8 0,0 0-123 16,0 4-90-16,0 0-72 0,0 2 32 0,0 6 25 15,11-12 5-15,-6 10 4 0</inkml:trace>
  <inkml:trace contextRef="#ctx0" brushRef="#br0" timeOffset="79469.044">18975 13055 287 0,'0'4'174'0,"0"0"-22"0,2-1-34 0,0 1-33 15,0-2 33-15,2 1-64 0,1 0 18 0,1-2 20 16,-1 1-8-16,3-1-14 0,-2-1-19 16,3 0-30-16,-2 0 15 0,-7 0 5 0,10 0-17 15,14-15-14-15,-10 8 15 0,-8 0 9 16,7-3-28-16,-7 0 5 0,-5 3 25 0,2 0-1 16,-3 7-11-16,0-7-36 0,0 1 41 0,0 6 1 15,0-9-36-15,-14-1-7 0,14 7 17 16,-5 2 22-16,1-2-36 0,0 3 43 0,-2 0-21 15,0 3-3-15,-1-1 24 0,-5 8-63 0,3-1 46 16,-1 1-4-16,1 1-9 0,5 1 2 16,-1-3 6-16,5 0-2 0,-1 1-8 0,1-10-30 15,0 8 46-15,0 5-12 0,14 13-25 0,-5-13 37 16,1-3-18-16,3 0 4 0,0-3-19 16,4 0 55-16,-4 0-21 0,0-5-9 0,-1 1 18 15,-1-3-46-15,-3 0 25 0,2 0-6 16,3 0-15-16,15-16 1 0,-12 8-11 0,-3-1 23 15,0-1 11-15,-1 0-8 0,-2-4-28 0,-1 2 20 16,-3-1-9-16,1-3 19 0,-3 0 10 0,-1 3-3 16,-3 0 0-16,0 13-6 0,0-10 1 15,0 1-24-15,0 2 4 0,0 0 29 16,-11-4-1-16,6 7-39 0,0 2 51 0,-2 0-42 16,2 2 39-16,0 2-55 0,-9 5 49 0,6-1-28 15,1 1 22-15,-2 4-21 0,6-2 21 16,-2-1-19-16,5 2 18 0,0-1-34 0,0-9 22 15,0 8 8-15,0 1 5 0,15 17-1 16,-7-13 3-16,-1 1-6 0,6-4-23 0,-5 2 40 16,6-4-8-16,-1 1-11 0,-1-6 15 15,4 0-15-15,-1-1 0 0,-9-2-1 0,8 0-41 16,0 0 17-16,22-15 17 0,-13 8-22 0,1-3 59 16,-1-1-54-16,-3-2 37 0,2-2-40 15,-3-2 41-15,-1-2-4 0,-3 0-33 0,0-1 31 16,-4-1 23-16,0-2-1 0,-4-1-3 0,-2-2 8 15,0 0-10-15,-2 1 5 0,-3 11 1 16,0-6 13-16,-12-21-1 0,2 16 8 0,1 2 1 16,-5 3 12-16,5 1 3 0,-5 1-15 0,4 2-3 15,-2 3 7-15,1 4-10 0,1-1-6 16,3 3-9-16,1 3-1 0,-1 1 2 0,7 3-22 16,0 0 19-16,-15 17-16 0,8-1-10 15,5 0 9-15,2 6 6 0,0 0-3 0,0-8-12 16,0 3 2-16,14 28 1 0,-6-15 7 15,3-5-9-15,2 1-1 0,4 0 9 0,-2-1-22 16,2 1 22-16,2-4-12 0,2 3-3 0,-1-4 3 16,5-4 4-16,0 0 0 0,-1-3-1 15,1-1-18-15,2-2-7 0,3-3-5 0,-5-1-26 16,2-5 25-16,-17-2-12 0,6 0-7 0,3 0-1 16,17-17-15-16,-22 7 38 0,-3-2-11 15,-4-2 4-15,3-6 3 0,-9 1 9 16,-1 7 5-16,3-6 8 0,-3 2 7 0,0 16 4 15,0-11-2-15,0 3 2 0,0 0-7 0,0 1 17 16,0 7 4-16,0-6 4 0,0 6-20 16,0 0-7-16,0-7 9 0,0 7-16 0,0 0 17 15,-3-5-12-15,3 9 4 0,3-1-2 16,-1 2 5-16,5 9-8 0,-1 0 0 0,3-1 14 16,-3-2-15-16,2 1 8 0,0 2 10 0,3-3-8 15,-2 1-15-15,-2-7-37 0,2 4-21 0,1-5 7 16,-1 1 7-16,-2-2-106 0,-7-3-102 15,9 0-104-15,-2 0 32 0,12-12 40 0,-10 7-4 16,1-4 9-16</inkml:trace>
  <inkml:trace contextRef="#ctx0" brushRef="#br0" timeOffset="79625.291">20053 12837 424 0,'-4'0'183'15,"0"-3"-5"-15,1 2-28 0,0 1-37 0,-1 0-55 16,3-3 0-16,1 3-7 0,-2-2-98 0,2 0-79 16,0-3-174-16,2 3 6 0</inkml:trace>
  <inkml:trace contextRef="#ctx0" brushRef="#br0" timeOffset="79906.541">19495 12896 433 0,'16'-2'246'0,"0"-3"-51"16,6 2 19-16,0-3-24 0,-2 2-43 0,3-1-24 15,-2-2 4-15,1 4-13 0,0-1-8 0,-1-1-23 16,1 3 5-16,-3-5-19 0,0 2-8 15,3 1 4-15,-6 0-9 0,3 0-22 0,-1 1 13 16,3-1-10-16,-6-1-17 0,2 2-29 0,-2-3-39 16,-1 5-13-16,3-5 5 0,-5 2-110 15,-4-1-146-15,-8 5-63 0,7 0 49 0,-7 0 20 16,7 0-7-16</inkml:trace>
  <inkml:trace contextRef="#ctx0" brushRef="#br0" timeOffset="80719.015">20393 12917 331 0,'-3'0'227'0,"3"0"-26"0,-1 1-7 16,-2 2-50-16,-1-1-19 0,2 0-10 16,-6 12-20-16,-1-4-7 0,0-2-6 0,-1 6-19 15,4-1-23-15,-1 0 21 0,1 1-12 0,1-1 9 16,1 0-21-16,4-2-3 0,-1-1 9 16,-1-1-11-16,2-9-6 0,0 6 5 0,0 2-9 15,0 3 14-15,16 6 11 0,-11-8-17 0,1-5 0 16,2 2 8-16,-4-4 1 0,2 1-4 15,1-3-3-15,0 1 2 0,1-1-11 16,0 0 2-16,2 0-11 0,5 0 5 0,16-16-22 16,-16 9 23-16,2-3 0 0,-7 1-5 0,8-2-9 15,-8-5 0-15,3 4 10 0,-4-4-16 16,0 0 9-16,-4-1-18 0,1 1 30 0,-3-1-20 16,-1 5 7-16,-2 12-14 0,0-9 9 0,0 0-12 15,-12-4 4-15,9 8 16 0,-1 2-35 16,0 1 23-16,1-1-22 0,-4 3 24 0,3-2 0 15,-2 2 1-15,1 2 1 0,1-1 8 16,4-1-18-16,0 0 2 0,-12 9 6 0,5 5-10 16,2-6 7-16,0-1-3 0,5 2 1 0,-3-3 3 15,3-6-1-15,0 0 10 0,0 9-6 16,18 9 4-16,-13-11-4 0,7 1 6 0,1-2-8 16,2-1 1-16,0-1-8 0,3-1-2 15,0-3 19-15,-9 0 4 0,6 0-11 0,-2 0-13 16,5 0 2-16,16-13 15 0,-16 9 8 0,-1-2-12 15,1-3 5-15,-3 0-12 0,3-2-2 16,-3 0 16-16,-3-4-35 0,2 1 32 0,-4 0-8 16,-1 0 1-16,-3-1 16 0,-1 1-17 0,0-2-1 15,-3-1 2-15,-1 5-4 0,-1 12-5 16,0-8-15-16,0-1 24 0,0 3-6 0,-11-5-3 16,5 7-3-16,-1 1-9 0,2 2 29 15,1 0-18-15,1 1 9 0,-1 1 5 0,1 2 4 16,1-1-44-16,0 1 39 0,2 1-31 0,0 0 23 15,1 1 15-15,0 2-21 0,8 5 11 0,-5-3-8 16,1-4 21-16,8 9-30 0,-3-4-1 16,2-1 20-16,-1-1-4 0,0 2-1 0,-1 0 20 15,0-1-14-15,-1-3 1 0,-3 1-14 16,2 0 18-16,-2 3-8 0,2 0-13 0,0 1 23 16,-1-1-17-16,-4-1 2 0,2 0-6 0,-4-2 11 15,2-1-15-15,-3 2 16 0,0-3-20 0,0 2 9 16,0-7-42-16,0 5 8 0,-14 16-208 15,1-6-118-15,-7-3 24 0,-1-2 3 0,-3 2 10 16,-1-2-1-16</inkml:trace>
  <inkml:trace contextRef="#ctx0" brushRef="#br0" timeOffset="87843.803">21983 12654 442 0,'0'0'215'0,"0"-14"-1"0,0 14-34 15,-14 0-17-15,14 0-27 0,0 0-20 16,0 0 5-16,0 0-17 0,0 0-30 0,-26-18 13 15,26 18-17-15,0 0-5 0,0 0-10 0,2 0-14 16,-1 3 11-16,5-3-9 0,1 0-3 16,0 0 4-16,0 0-14 0,5 0 11 0,5 0-21 15,6 0 1-15,1 0-16 0,3 0 10 0,1 0 3 16,2 0-9-16,0 0-16 0,-2 0 23 16,2 0-44-16,-2 0 16 0,-1 0-14 0,1 0-13 15,-4 0 10-15,-3 0-32 0,-2 0 6 0,-4 0-41 16,-1 0-20-16,-5 0 14 0,-9 0-53 15,0 0-79-15,10-12-118 0,-13 12 43 0,-3-1-1 16</inkml:trace>
  <inkml:trace contextRef="#ctx0" brushRef="#br0" timeOffset="88687.535">22182 12614 287 0,'-1'1'235'0,"-3"-1"-89"15,3 0 21-15,-2 3-35 0,2-3-17 16,0 2-22-16,-3 0-15 0,4-2 16 0,-1 5-19 16,-1 0 7-16,2 0-20 0,-2 1-4 15,-1 0 4-15,3 16-3 0,-5-4-13 0,3 2-22 16,0 1 31-16,2-12-30 0,0 7 16 0,0 0 2 16,0 2-21-16,0-2 17 0,0 2 2 15,0 0-13-15,0-2-19 0,0 1 38 0,0-3-30 16,0 0 8-16,13 7 11 0,-12-14-13 15,1 2-27-15,-1-4 6 0,-1 0 13 0,0 0-9 16,0-1-16-16,2 1 4 0,-2-2-40 0,0 0 24 16,0-3-1-16,0 0-38 0,0 0 28 0,0 8-23 15,0-8 5-15,-12 14-41 0,8-12 31 16,-8 5 7-16,3-1 3 0,-2-3 4 0,3 0 12 16,-1-3-19-16,1 0 6 0,2 2 3 0,0-2 27 15,1 0 5-15,-2 2-3 0,0-2 5 0,2 1 36 16,5-1-3-16,0 0 20 0,-7 0 17 15,7 0-9-15,-8 0 5 0,8 0-13 16,-7 0 17-16,7 0-4 0,0 0-16 0,-8 0-17 16,8 0 25-16,0 0-22 0,-6 5 18 15,10-5-6-15,0 2-31 0,4-2 16 0,-1 0 13 16,15 0-5-16,-11 0 3 0,3 0-29 0,8 0-2 16,2 0 9-16,2 0 2 0,31-10-11 15,-26 10 13-15,-1-2 3 0,0-1-2 0,-2 0-19 16,4 3-10-16,-4-4 7 0,0 2-5 0,-1-1-13 15,-6 2-17-15,1-2 21 0,-5 0 2 16,2 0 9-16,-8-1-4 0,0 1-27 0,-3-1 28 16,-6-1-1-16,5 2 5 0,-5 0-37 15,1-3 20-15,0 1-1 0,-2-2 41 0,0-1 0 16,1 3-31-16,-2-4 14 0,0 1 23 0,0-6 23 16,0-1-36-16,-14-16 14 0,11 17 19 15,-1-1 0-15,-3 1 20 0,2 4-20 0,-1-3 10 16,2 2-7-16,-2 3 12 0,4 1-15 15,-2 2 6-15,1 0 5 0,1 3 6 0,-1 0-12 16,1-3 2-16,2 3-14 0,-2-1 12 0,-1 1-13 16,3 1-14-16,-1-1 8 0,0 0-11 0,-1 1-5 15,2-1-6-15,0 2 7 0,0 0 0 16,0 5-3-16,-1-2 5 0,1 2-9 0,1 2-3 16,-1-1-8-16,0 1 12 0,0 1 1 0,0 4 6 15,0 5-22-15,0 1 19 0,0 2-6 16,0 0-2-16,11 17-1 0,-8-16 8 0,1-1-4 15,-3-1 7-15,3-4-11 0,3 4-6 0,-3-3 6 16,3 2 9-16,2-4-7 0,-2-1-4 16,0-2-6-16,5-1 16 0,-2 2-7 0,3-5 4 15,0-2-5-15,-1 3-5 0,0-4-26 16,-5-1-39-16,3 0 7 0,-4-2 6 0,4-1-105 16,-1 1-8-16,-1-1-63 0,15-12-147 0,-6 5 31 15,-7 2 24-15,-7-1 16 0,4-2 13 16</inkml:trace>
  <inkml:trace contextRef="#ctx0" brushRef="#br0" timeOffset="88953.158">22529 12861 620 0,'-8'-2'269'0,"3"2"-44"0,2-2-15 16,-2 2-37-16,5-2-14 0,-1 2-29 16,2 0-11-16,2 0-4 0,2-1-14 0,0 1-15 15,3-1-18-15,10 0 2 0,3-1-25 16,0-1-32-16,-2 3-4 0,5-1-73 0,3 0 7 16,-1-2-89-16,-10 0-119 0,5 1 18 0,-2-2 21 15,-2 1 18-15,-2-1 15 0,4-1 13 0</inkml:trace>
  <inkml:trace contextRef="#ctx0" brushRef="#br0" timeOffset="86312.599">21570 13070 257 0,'0'0'74'0,"0"0"28"0,0 0-33 0,0 0 15 16,0 0-28-16,0 0 9 0,0 0-6 16,0 0-7-16,0 0 1 0,0 0-4 0,0 0 31 15,0 0-14-15,0 0-2 0,0 0-6 16,0 0 12-16,0 0-26 0,0 0 2 0,0 0 26 15,0 0-23-15,0 0-4 0,0 0-29 0,0 0 10 16,-15 2 23-16,13 1-26 0,1-1-28 16,0 2 47-16,0-1-13 0,1-1-22 0,-2 1-14 15,1-3 9-15,1 4 4 0,0-3 36 0,0 2 3 16,0-1 18-16,-1-1 12 0,-1 0-13 0,2-1 1 16,0 0-6-16,-1 3 11 0,1-3 6 15,0 2-7-15,0-2-6 0,0 0 0 0,0 0-11 16,-2 0 0-16,2 0 1 0,0 0-8 15,0 0 3-15,-2 0-14 0,2-2 9 0,-1 2-5 16,1 0-10-16,0-3-5 0,0 3-1 0,0 0-13 16,0 0 24-16,-1-1-10 0,1 0-13 15,0 1-5-15,0-2-10 0,-2 1-25 0,2-1-22 16,-1 1-44-16,1 1 10 0,-1-1-136 16,-2 2-157-16,-2 0-5 0,0 2 25 0,-9 4 3 15,-4 0 9-15,4 1 38 0</inkml:trace>
  <inkml:trace contextRef="#ctx0" brushRef="#br0" timeOffset="89593.751">23222 12894 762 0,'5'0'219'0,"-2"-1"-19"0,3-1-52 15,13-1-8-15,-3-2-12 0,3-2-9 16,0 5-8-16,-3-4-11 0,6 0-30 0,-3-2-2 16,-3-1 5-16,0-1-4 0,1 1-24 0,-7-3 13 15,4 2-8-15,-7-1 0 0,3-2-16 16,-5 0 1-16,-1 3-5 0,-4 1-3 16,0 2-6-16,0 7-12 0,0-5 13 0,0 5-7 15,0-10 2-15,-13-1-1 0,10 8 2 0,0 0-3 16,1 1-5-16,-2-1-6 0,-2 2 4 0,2 1-5 15,0 0-10-15,-1 2 20 0,1 0 0 16,-1 3-8-16,4-3-20 0,-2 3 2 0,-1 0 17 16,3 1 1-16,2 1 9 0,-1-1-26 0,0 2 18 15,16 11-6-15,-7-7 13 0,1-2-4 0,1 2-7 16,4-5-12-16,0 1 0 0,0-4 17 16,2 1 1-16,1-3-5 0,-3-2 8 0,-6 0-7 15,5 0-13-15,0 0 27 0,21-17-7 16,-19 9-5-16,2-3 5 0,-3 1-6 0,-4-3 4 15,3-3-9-15,-5 0 1 0,1 3-3 0,-4-4-3 16,1 1 17-16,-2 3-7 0,-4 2-3 16,2 3-1-16,-3 8-12 0,0-10 8 0,0 3-19 15,0 0 13-15,-13-3 7 0,10 5 0 0,-1 4-14 16,-1-2 12-16,0 0-14 0,3 3 10 16,-2 0 3-16,0 0 6 0,3 5-2 0,-2-3-7 15,2 1 7-15,1 1-19 0,1 0 20 0,2 2-2 16,3 4 3-16,0 3-5 0,4-2 1 15,0 1-13-15,-1 0 13 0,5 0 6 16,-3-2-18-16,3 1 10 0,-2 3-4 0,1 0 18 16,1-2-9-16,-2 0 6 0,2-2-11 0,-1 2-5 15,-4-2-6-15,-1-1 10 0,-2-2 8 0,1-3-7 16,-4 3 1-16,-2-1 7 0,4-3-3 16,-4 2-4-16,0 2 20 0,3-3-20 0,-4-4-9 15,0 0 0-15,0 8-16 0,0-8-31 0,-22 20-15 16,8-11 5-16,-1-3-104 0,-5-2-82 15,0 3-73-15,-2-4 22 0,-2-3 21 0,15 0 13 16,-7 0-84-16</inkml:trace>
  <inkml:trace contextRef="#ctx0" brushRef="#br0" timeOffset="89921.87">23365 12412 229 0,'-9'0'322'0,"1"2"-82"0,1-2-59 15,1 1-13-15,1 3-18 0,3-1-18 16,0 1-8-16,1-1-19 0,4 1 5 0,-2 0-5 16,3 0-11-16,10 3-10 0,-3 0-11 15,2-4 19-15,-2-1-8 0,-1-2 10 0,-10 0 2 16,9 0 5-16,1 0-11 0,-4 0 3 0,-6 0 12 15,16-11-23-15,-10 8 28 0,-4-2-27 16,1 3-9-16,-1-2-9 0,-2-1 4 0,0 1-40 16,-1 1-1-16,-2-1-39 0,-4 1-31 0,-8 1-55 15,-1 2 8-15,4 0-223 0,-4 0-80 16,-6 0 5-16,-1 0-3 0,-2 0 45 0,-30 12 20 16,28-8 15-16,-2-3 6 0</inkml:trace>
  <inkml:trace contextRef="#ctx0" brushRef="#br0" timeOffset="91546.82">2226 14875 385 0,'-15'0'235'0,"15"0"-10"0,0-13-58 16,0 13 9-16,0 0-17 0,0 0-45 0,0 0-24 16,0 0-8-16,0 0 1 0,0 0-33 15,0 0 17-15,0 0 10 0,0 0-8 0,0 0-20 16,0 0 8-16,0 0-17 0,-13-4-5 0,14 11-1 16,5 9-5-16,0 3-4 0,-1-3 8 15,3 1-23-15,-4 2 12 0,4-3 4 0,-3 3-21 16,2-1 18-16,1-1 0 0,-3 2-11 0,0 1 5 15,2-1-13-15,-1-2 15 0,-2 1 8 16,2 1-8-16,1 2-14 0,-2-4-5 0,0-1 18 16,-1 3 2-16,3-4-20 0,-3 0 15 15,1 0-2-15,-2 0-4 0,-1 0-13 0,6-2 16 16,-7 0 3-16,4-6-12 0,-2 1 20 0,-1-1-8 16,2 0-11-16,0-2-4 0,4 7 12 0,2-1-5 15,0-5 5-15,1 3 3 0,2-2-12 16,-1 1 6-16,6-5 2 0,-6-1-14 0,-1 0 14 15,-2 0-7-15,-9-2 1 0,10 0-23 0,2 0 12 16,2 0 4-16,16-11-22 0,-13 6 0 16,-5 0-3-16,0 1-36 0,2-5-15 0,-5 4 8 15,-1-2-41-15,5 0-13 0,-8 2-23 0,3-1 3 16,-4-1 33-16,3 3-49 0,-3-2-27 16,-2 0-123-16,0 1-10 0,0 1 4 0</inkml:trace>
  <inkml:trace contextRef="#ctx0" brushRef="#br0" timeOffset="92078.053">2350 15158 323 0,'-3'0'254'15,"-1"0"-55"-15,1-3-11 0,2 3-32 0,1 0-40 16,-2-1 15-16,4 1-16 0,-1-3-17 16,3 3-40-16,1-1 22 0,11-2-22 15,5 1 1-15,2-2 1 0,3 3-36 0,2 1 21 16,-2 0-2-16,-11 0-11 0,8 0-7 15,4 0-16-15,28 11 26 0,-24-4-19 0,-5 0-3 16,4-2 11-16,-3 5-15 0,-1 0 7 16,-4 1-14-16,5-1 16 0,-5 1 3 0,-4-3-21 15,-3 4-2-15,2-4 14 0,-6 1-27 0,-3-3 20 16,-2 0-4-16,-3-2 14 0,-2 0-5 16,0 2-3-16,-1-6 6 0,0 0 2 0,0 6-10 15,0-6 1-15,-20 20-2 0,11-16 14 16,0-2 10-16,2 1 4 0,0-3 8 0,0 0-7 15,7 0 17-15,0 0-10 0,-9 0-10 0,-12-9-3 16,14 1-3-16,-4-4 11 0,3-2-15 16,0-1 1-16,2-5-3 0,0-1-15 0,-1-1 4 15,2-4-18-15,3 0 7 0,2 4-16 0,0-1 18 16,0 13-11-16,0-3-30 0,0-1-30 16,0 0-8-16,0 5 6 0,14-3-57 0,-11 9 5 15,0 3-34-15,3-2-46 0,0 6-145 16,9 0 9-16,-6 3 58 0,10 0 9 0</inkml:trace>
  <inkml:trace contextRef="#ctx0" brushRef="#br0" timeOffset="93734.258">3363 15320 439 0,'-4'-3'196'0,"-2"1"-8"0,-6-5-11 0,-2-3-44 15,5 7-1-15,-1-1-19 0,5 0-23 16,-3 0 23-16,-6-2-34 0,4 5 2 0,1 0-38 16,5 1 2-16,-2 0 29 0,-3-1-9 15,9 1-36-15,0 0-21 0,0 0 42 0,-8 0-16 16,8 0-14-16,-20 17 3 0,13-5 3 15,5-4-33-15,-1 0 17 0,1-1-9 0,0 0 11 16,2 1-26-16,0-2 32 0,0-6-17 0,0 7-13 16,0-1-6-16,0-6-9 0,0 9 3 15,0-2 5-15,13 4 0 0,-9-5-9 0,3-4-21 16,-1 1 43-16,-2-1 0 0,2-1-1 16,-2 2 3-16,3-3-61 0,0 1 5 0,-7-1 50 15,0 0-6-15,8 0-10 0,-8 0 3 0,6 0-10 16,7-12-5-16,-11 7-5 0,5-5 4 15,-2 0 53-15,-4 0-23 0,3 3-8 0,-4 1 27 16,4-2 34-16,-3 4-28 0,3-2 18 16,-4 2-27-16,1 1 30 0,-1-1-32 0,1 3 20 15,-1-3-13-15,0 1-13 0,2 0-1 0,-2 2 18 16,2 1-11-16,-2-1 7 0,1 1 7 16,-1 0 0-16,0 0 0 0,0 0 2 0,8 0-27 15,-8 0 12-15,8 0-19 0,5 12-2 16,-8-10 20-16,10 6-12 0,-1-3-34 0,-3-2 26 15,0 1 6-15,-2-1 2 0,-1-2 1 16,-2-1 1-16,3 1-1 0,-3-1 3 0,-6 0-51 16,7 0 26-16,4 0-41 0,12-13 30 15,-10 4-11-15,-3-3 7 0,-2 5 3 0,3-3 9 16,-4 2 17-16,-1 2-13 0,-1 1 5 0,-1 0 25 16,-1 1-2-16,2 3 0 0,-3-3-12 0,1 3 3 15,-3 1 13-15,0 0 2 0,0 0 0 16,0 0 22-16,14 12-2 0,-3-4-3 0,2 5-2 15,-5-2-2-15,1 1-3 0,0-2-1 16,1 1-2-16,-1 1 0 0,2-1-3 0,1-3 0 16,-1 2-6-16,0-2-2 0,-2-1 2 0,-3-2-13 15,2 0 1-15,-1-3-10 0,-3 1 2 0,-1-2 13 16,2 2 19-16,-4-3-25 0,2 3 4 16,0-2 23-16,0-1 9 0,-2 0-4 0,-1 0-10 15,0 0 19-15,4-9-22 0,-1 5-3 16,-2-2-32-16,0-1 0 0,-1 0 49 0,0-1 5 15,0 1-24-15,0-1-21 0,3-9 20 0,-3 17 18 16,0-13 17-16,0 3-6 0,0 4-13 16,0 6 17-16,0-8 2 0,0 8-25 0,0-8-18 15,0 8 8-15,0 0 16 0,0-8-29 0,0 8-20 16,0 0 33-16,0 0-7 0,0 0 4 16,9-8 0-16,-4 11-10 0,-1-3 8 0,0 3-25 15,1-2 15-15,0 1 12 0,0 1-1 16,-1 0-41-16,10 4 37 0,-4-3-1 15,3-1-27-15,-6 0 16 0,0-2 0 0,2 2-16 16,-9-3 2-16,0 0 4 0,10 0 1 16,-5 0 31-16,-5 0-3 0,9 0-46 0,-2 0 24 15,-7 0 4-15,10 0 33 0,0-11-1 0,-6 7-1 16,-3-1-22-16,0-2-5 0,1 1 34 16,-2 1-30-16,0-1 7 0,0 6 1 0,0-9-2 15,0-3 0-15,-9-8 16 0,5 13-3 0,0 0 20 16,3 4-4-16,-2-1-4 0,2 2-27 0,-2-1-21 15,-2 3 2-15,4 0 3 0,-3 3 7 16,1-2 32-16,2 4-2 0,-1 1-2 0,-1 0-24 16,2-1 24-16,1 3-17 0,0-1-10 15,0 2 5-15,0 0 3 0,0 5-2 0,0 4 0 16,11 13 1-16,-5-15 3 0,1-1-6 16,1-2-7-16,-3-3 5 0,0-3 31 0,6 4-1 15,-3-8-2-15,-1 1-35 0,2-3 2 0,-2-1 1 16,-7 0-7-16,12 0 2 0,13-12 3 15,-12 4 38-15,-3 0-11 0,-1-2-6 0,-4-1 24 16,-1 3-16-16,0-7-8 0,2 1-5 0,-2-1 10 16,-2 1-3-16,1 5-10 0,-3 9 22 15,0-10 12-15,0 1-14 0,0 2 1 16,0 1-16-16,0 6 27 0,-15-14-32 0,14 11 8 16,-2 0-1-16,1 1-11 0,-2 0-3 0,1 4-19 15,-2-1 23-15,5 3 5 0,-4-1 11 16,3 2-53-16,-3 1 23 0,4 2 42 0,0 9-9 15,0-10-14-15,0 4-6 0,0-1-11 0,17 15-23 16,-13-16 47-16,1-1 11 0,5 2-36 16,-2-4 30-16,-1 1-38 0,0-4-2 0,3 0 59 15,5-1-19-15,-1 0-33 0,-14-2 12 16,12 0 37-16,4 0-26 0,8-12 2 0,-7 3-37 16,-8 2 11-16,3 1 20 0,-2-4 16 0,-5-1-7 15,0 4-27-15,-3-2 31 0,4-5 16 16,-4 0-16-16,0 4 4 0,-1 1-1 0,-1 2-15 15,0 2 20-15,0-2 7 0,0 2-1 16,0 2-19-16,0 3 27 0,0 0-35 0,0 0-1 16,0-8 7-16,0 8-34 0,0 0 11 0,0-6-25 15,10 1 33-15,-6 6 1 0,0 0 1 0,0-1-29 16,3 3 31-16,-3-3-17 0,13 7 9 16,2 3-1-16,-5-5-24 0,0 2 5 0,-1 3 44 15,1-2 1-15,-1 1-5 0,-3 1 2 16,0-1-1-16,1 4-21 0,-4-1 13 0,2-2 1 15,-4 1 0-15,-1-4 1 0,-1 0 25 16,-1-1-31-16,0 0 19 0,-2-1-5 0,0-5-10 16,0 0 32-16,0 8-15 0,0-1 1 0,-12 11 3 15,7-10 4-15,1-1-25 0,-1-3 11 0,0 1-4 16,2-1-2-16,2-1-1 0,0-1 25 16,-1-1-48-16,2 0 22 0,0-1-8 0,0-1 0 15,3-5-63-15,-2 3 7 0,3-1 4 16,-1-1-2-16,-1 0 23 0,11-6-38 0,-3-3 3 15,3 0 40-15,-3-1-26 0,2-3-31 16,4-2 18-16,-1 1 2 0,-2 0 9 0</inkml:trace>
  <inkml:trace contextRef="#ctx0" brushRef="#br0" timeOffset="95046.719">4361 14941 507 0,'-25'-1'345'0,"5"-2"-61"16,10 3-54-16,1 0-53 0,-2 0-49 0,2 0-25 15,9 0-34-15,-6 0-83 0,0 0 0 16,8 1-195-16,0 1 15 0,3-1 18 0,-2-1-109 16,6 2-46-16,-5 0 29 0</inkml:trace>
  <inkml:trace contextRef="#ctx0" brushRef="#br0" timeOffset="94796.724">4586 15166 953 0,'8'-11'103'16,"-5"4"10"-16,-2 0-26 0,-1 2 7 0,-1 1-45 16,1 1 37-16,0-1 5 0,-2 3-38 15,1-2 9-15,0 2-16 0,-1-1 1 0,0 1-20 16,2 1 11-16,0 0 7 0,0 1-38 0,0 1 9 15,0 3 1-15,2-4 2 0,0 5-8 16,-1-2 9-16,2 1 14 0,-2 1-14 16,7 9-12-16,-6-2 3 0,9 0-14 0,-3 3 13 15,1-4-16-15,-1 1 18 0,5-1 4 0,-2-3-11 16,0 3 2-16,2-4-19 0,-4-3 29 16,5 2-14-16,-5-6-10 0,6 1-11 0,-8-1 43 15,-7-1-20-15,12 0-11 0,14-12 7 0,-12 4-38 16,1-3 58-16,-3-3-37 0,-1 1 23 15,-2-4-2-15,-3 1 6 0,0 0-3 0,-1 0 10 16,2-2-1-16,-5-1 13 0,1-2 6 0,-3 11 12 16,0-5-12-16,0-3 7 0,0 0 24 0,0-1-5 15,0 3 1-15,-10-14-1 0,3 18 19 16,7 12-23-16,0-8 1 0,0 2-5 16,0 6-18-16,0-8-13 0,0 8 5 0,0-5 1 15,-9-5-1-15,9 13 1 0,-1-3-15 0,1 4-7 16,-1 1 1-16,1 1 5 0,1 2-5 0,6 12-2 15,-7-9-9-15,6 20 15 0,0-9-7 16,1 0-7-16,-1 0 4 0,4 0-1 16,-1-4 15-16,1-1-9 0,2 0-21 0,-2 0-7 15,-1-2 15-15,5-4-11 0,-4 0-3 0,-1-1-24 16,1-2 12-16,-3-1-20 0,-2-3 6 0,-1 0 0 16,-2-1 13-16,1-1-11 0,-3-2 12 15,0 0-3-15,0 0 0 0,0 0 11 0,0 0-33 16,11-16 7-16,-9 12 20 0,-1 0 3 15,0 1 5-15,-2-4 22 0,2 6-22 0,-1-5 9 16,0 1 7-16,2 2-15 0,-2 3 15 0,0 0-3 16,0 0 10-16,0 0-45 0,0-6 18 15,0 6-23-15,0 0 39 0,0 0 7 0,0 0-54 16,10-14 7-16,-7 13 2 0,2 1 3 16,0-1 7-16,-2-1-11 0,3 0 8 0,8-3 39 15,-2 2-17-15,-1-1 2 0,4-1 5 0,-3-2 1 16,2 1-8-16,-3-3 15 0,-2-1-3 0,-2 4 24 15,0-3-53-15,-2 3 52 0,0-8 3 16,-2 3 12-16,-1 0 12 0,-2 1-3 0,0 10 5 16,0-8-5-16,0-6 26 0,-12-15 7 0,8 11-20 15,-4 4 3-15,6 3-2 0,-5-2 1 16,3 3-12-16,2 1 11 0,-1 3-6 0,-1 1-1 16,1 1-7-16,1 2-9 0,1-1-9 0,1-1-11 15,0 3-12-15,-2 0 19 0,2 1-17 16,0 2-1-16,0 1 17 0,1 1-5 0,0 2-1 15,-1 2 4-15,6 7-6 0,-1 7-5 0,3-5 2 16,1 2 8-16,1 0-7 0,1 0-7 0,-2 1-4 16,2-1 5-16,1-2 5 0,-3-3 1 15,5 1-12-15,-2-3 2 0,1-2-14 16,-1 3-6-16,1-4 22 0,2-4-5 0,-2 3-3 16,-1-4-24-16,0-3 2 0,-4 1 8 0,2-2-20 15,-10 0 19-15,0 0-11 0,9 0 19 0,12-15-4 16,-15 6-8-16,-2 1 1 0,2-5 8 15,-4 2 6-15,0 3 6 0,-2 0 8 0,0 8-7 16,0-6 21-16,0 6-15 0,0-7 12 16,-12-5-22-16,8 9 16 0,-2 1 3 0,0 1-8 15,-1 0-6-15,1 2 8 0,-1-1-6 0,-9 10 4 16,7-3 18-16,4-3-19 0,-3 10-4 0,2-4-14 16,4 2 21-16,2-2 3 0,0-10-9 15,0 13-3-15,18 17 16 0,-12-16 2 0,9 0-16 16,-3-2 0-16,3-2 5 0,-1-1-2 0,5-2-4 15,-4-3-5-15,6 0 12 0,3-1 9 16,-5-3-28-16,8 0 11 0,-17 0 2 0,7 0-4 16,20-12-46-16,-17 7 6 0,-2 0-5 0,-1-2-9 15,2 2 4-15,-4-5-114 0,-3 1-85 16,-3 1-70-16,-4 2 23 0,-1 1 15 0,-3 0 6 16</inkml:trace>
  <inkml:trace contextRef="#ctx0" brushRef="#br0" timeOffset="96593.549">6772 14797 377 0,'-1'-4'233'0,"-1"1"-81"15,-1 0 1-15,3 4-13 0,3 1-8 0,-3 1 1 16,0 2-41-16,3 12-6 0,0 1-15 0,2 3 23 16,-1 2-27-16,1 1-21 0,-3 3 0 15,5 0 4-15,0 1-5 0,1-2 6 0,0 2-15 16,-3-3-8-16,5 1 17 0,-5-5-22 15,3-1-2-15,-3-8 2 0,-2 1-10 0,4 0 14 16,-4-5 7-16,1-2-9 0,-1 0 3 16,-1-1 13-16,-1-2-5 0,-1-1-4 0,0-2-7 15,0 0 6-15,0 0-8 0,0 0-2 16,13-22 1-16,-3 10-14 0,-4-3 5 0,5 3-4 16,3 2 0-16,-8-1 4 0,7 3 4 0,-3-1-9 15,-1 4-11-15,-2 3-2 0,-1 2-6 16,3-1 18-16,-5 1-16 0,-4 0 11 0,9 0-6 15,10 10-22-15,-12-4 8 0,5 1 6 16,-3 1-2-16,1 3 2 0,-3-2 2 0,3 4 24 16,-3-1-30-16,0 3 30 0,-5-5-21 0,2-1-1 15,-1-1-16-15,-3 0 42 0,0-8-17 0,0 6-4 16,0 5-17-16,-10 15 9 0,1-14 16 16,-2 2 1-16,1-3-12 0,0-2 12 0,-3 2 9 15,2-1-1-15,0-6-4 0,2 0 13 0,2-1-18 16,2 1-7-16,-2 0 13 0,3-4 7 15,-1 1-16-15,2 0 16 0,-1-1-56 0,1 2 20 16,3-2-24-16,0 0 30 0,0 0-24 16,-4-5 11-16,6 2 4 0,0-1 8 0,2 0-36 15,0 1 27-15,15-4-21 0,-6-1-7 0,3 1-16 16,1-1 34-16,1-1 3 0,-2 3-3 0,5-3-23 16,-6 2 6-16,3-3 4 0,0 5 3 15,2-4 5-15,-5 2 4 0,-4-1 16 0,3 3 14 16,-5-1-1-16,2-4 2 0,-3 3-7 0,-5 2 15 15,3 0-11-15,-3 0 55 0,-3 1 1 16,4 1 25-16,-4-2-6 0,0 5 7 0,0 0-22 16,0 0 11-16,0-7-6 0,0 7 0 0,0-6 4 15,0 6-20-15,-13-10-1 0,10 9-9 16,2-2-22-16,-2 1 20 0,0 2 1 0,1-1-14 16,0 1 1-16,2 1-9 0,0 1-8 15,2 1 13-15,-2 0 5 0,4 1-6 0,1-3-6 16,7 10-18-16,4-2-3 0,-3-8 5 0,4 3 13 15,1 0-30-15,2-1-6 0,-10-3-4 16,7 0 14-16,2 0-15 0,-1 0-15 16,19-11 11-16,-23 6 10 0,0-3 0 0,-1 0 18 15,-8 1-6-15,7-4-3 0,-5 4 9 0,1-1-12 16,-7 2 22-16,-1 1 6 0,3-1-19 0,-3 3 35 16,2-1-14-16,-2 2 11 0,0 2-4 0,0 0-8 15,0 0 5-15,0 0 2 0,0 0 2 16,0 0-10-16,-9-9-2 0,9 10 9 0,0 0-20 15,-3 3 9-15,3-1-15 0,0 3-7 16,0-3 19-16,2 4 4 0,-2-1-25 0,8 8 28 16,-2-2-6-16,1 2 6 0,5-1 19 0,-3-1-18 15,2-2-2-15,0 0-26 0,2-2 27 16,2-2 0-16,-2 1-8 0,2-5-2 0,-1 2-24 16,-5-2 33-16,1-2-8 0,-2 0 8 0,-1 0-28 15,14-11 16-15,-10 6 4 0,1-4 7 16,0-2 15-16,-4-1 2 0,-2-4-11 0,0-1 13 15,-3 3-10-15,-3 5 26 0,0-6-10 0,0-2 9 16,-14-24 12-16,9 20 7 0,1-2 9 16,-3 1-13-16,-3-3 7 0,1 5 7 0,0-1 1 15,2 1 18-15,-2 0-9 0,2 5 29 16,2 1-29-16,-1 0-6 0,-1 4-17 0,5 2 8 16,-1 4-9-16,1-1 7 0,1 3-37 0,-1-1 9 15,1 0-3-15,1 2-8 0,0 1 3 0,0 3 24 16,1 1-47-16,1 0 12 0,5 13 24 15,1 1-31-15,-2 3 7 0,1 0-10 16,3 1 15-16,0 3-9 0,-1-2-1 0,1 1-6 16,0-1-15-16,3 0 36 0,1 0-6 0,0-2-16 15,0 3 28-15,-1-6-10 0,0 1-34 0,6-1 12 16,-1-2-14-16,-1-3-7 0,-1-1-12 16,-2-5 11-16,2 2-19 0,-2 1-18 0,-2-6 1 15,-1-1-23-15,-4-2-12 0,0-1-35 16,2 0-31-16,-9 0 15 0,10 0-175 0,12-14-71 15,-11 5 27-15,-3 5 24 0,2-7 4 0,-3 3 24 16,-3 1 11-16</inkml:trace>
  <inkml:trace contextRef="#ctx0" brushRef="#br0" timeOffset="96874.79">7736 15017 677 0,'-4'-1'279'0,"0"1"-52"0,2-3-23 16,2 2-31-16,1-2-22 0,2 2-13 15,7-7-24-15,8-1-5 0,2 0-17 0,2 2 5 16,6-3-14-16,-2 1-22 0,-2 0-17 0,4 0-18 15,-1 1-39-15,-2 3-49 0,-2-2 5 16,-1 5 5-16,-1 1-165 0,-7-2-133 0,-4 3 21 16,-2-1-4-16,-8 1 11 0,0 0 10 15</inkml:trace>
  <inkml:trace contextRef="#ctx0" brushRef="#br0" timeOffset="97734.14">9596 15116 317 0,'0'-3'254'0,"-4"-1"-59"16,7 1-40-16,-6 1-31 0,6-2 5 0,-6 4-12 15,3 0 3-15,0 2-32 0,0 2-3 0,0-2-2 16,0 2-15-16,0 0 9 0,0 0-26 16,3 0-21-16,-6-2 10 0,6 1 2 15,-6 1 9-15,6-1 27 0,-3-1-3 0,0 1 12 16,-3-3 2-16,3 4-18 0,-2-3 3 0,-1-1-15 15,3 0-11-15,-1 0 1 0,-4-2-13 0,2-2-18 16,2-2 12-16,-2 1-23 0,-1-11-1 16,2-2-37-16,1 2 18 0,1 6-2 0,0-1 0 15,0-4-12-15,0 2 23 0,14-16-19 0,-8 19 17 16,3 1-1-16,0-1-18 0,-3 4 9 16,0 2 2-16,-1 0 19 0,1 2-14 0,3 2-9 15,-9 0 14-15,9 0 3 0,13 12-8 16,-8-4-3-16,-2 0 7 0,1 6-5 0,-1 0 7 15,-1-1-13-15,1 4 9 0,0 0 14 16,1 1-16-16,1-2 18 0,-2 0-10 0,2-3 17 16,0-1-30-16,-1 2 3 0,-2-3 3 15,1 0-1-15,2-4-1 0,0 3 9 0,-4-7-25 16,2-1-2-16,-3-1 2 0,-2-1-33 16,-7 0 20-16,13 0 0 0,11-10 0 0,-13 8-22 15,1-9 32-15,-2 2 4 0,-3-4-23 0,-1 3 28 16,-3 1 3-16,0 0-1 0,-2 1 10 0,-1 1 17 15,0 0 12-15,2 0 24 0,-2 7-15 16,0 0 10-16,0-8 9 0,0 1-7 0,0 7-6 16,0-7 1-16,0 7-1 0,0-7-17 15,-11-1-21-15,11 5 10 0,-3 3 13 0,2 0-19 16,0 3 6-16,-1 0 4 0,2-1-20 0,-1 4-10 16,2-2 12-16,-1 2-4 0,3-1-12 15,5 10 6-15,-3-6-14 0,7 4-19 0,-7-4 0 16,2-3 6-16,1-4-47 0,7 5-5 15,-2-4-20-15,-3-2 4 0,0-1 0 0,-10 0 26 16,8 0-14-16,-2 0 10 0,7-12-15 0,-9 8 39 16,0 0 14-16</inkml:trace>
  <inkml:trace contextRef="#ctx0" brushRef="#br0" timeOffset="98187.254">10072 15038 1148 0,'-17'-11'94'16,"-1"2"-22"-16,0-1 19 0,3 3-15 0,1-1-16 15,1 2 25-15,4 2-17 0,4 0-16 0,1 1 14 16,-1 2-17-16,5-2-14 0,-1 2-14 0,1 1-6 15,0 0 8-15,0 0-18 0,15-5-31 16,-9 2 22-16,12-2-4 0,2 2-18 0,2-4 5 16,3 2 1-16,-1-4-7 0,-1 5 2 15,4-1-50-15,-1-2 23 0,-5-2 18 0,3 1-13 16,-8-2 12-16,3 0 13 0,-10-3 2 0,3 3 2 16,-2-5 1-16,-9 4 52 0,4-5 3 15,-5 9 28-15,0-2 9 0,0-4 17 0,-10-15-10 16,1 15 19-16,0-1 16 0,0 0-11 15,4 0 2-15,-5 3 13 0,2 2-10 0,7 1 19 16,-4 4-19-16,1 0-7 0,1-2-28 16,0 5 4-16,0-3-15 0,2 2 2 0,-1 1-12 15,2 1 0-15,0 0-26 0,0 7-6 16,3-2 30-16,3 12-7 0,1 2-7 16,-4 4-22-16,4 1 9 0,-2 0-10 0,4 0 16 15,-4 1-32-15,1 1 8 0,1-1 8 0,-2 2-13 16,4-2 13-16,1-2-16 0,-1 0 12 15,1-1-18-15,-2 0 9 0,1-3-3 0,2 1 15 16,0-5-4-16,1-4 6 0,1 2-17 0,-1 1 5 16,2-3 8-16,-1-3-28 0,3 0-21 15,-4-4 5-15,-1-2-38 0,2-2-28 16,-5 0-42-16,4 0 13 0,19-18-112 0,-13 8-170 16,0-2 30-16,-8-1 25 0,4 2-7 15,-1 0 26-15,-5 0-7 0,-3 0 3 0</inkml:trace>
  <inkml:trace contextRef="#ctx0" brushRef="#br0" timeOffset="98406.002">10144 14850 336 0,'-6'-2'372'16,"4"-1"-80"-16,-1 1-50 0,6-1-31 15,-1-1-11-15,10-6-48 0,6 5-7 0,2-4-27 16,2 1-5-16,6 1-1 0,1 0-27 0,0 0-28 16,2 0-44-16,-1 1-56 0,1 2 2 15,0 1-188-15,1-1 19 0,-5 0 15 16,-4 3-157-16,-1-2 14 0,-17 3 57 0,4 0-11 16</inkml:trace>
  <inkml:trace contextRef="#ctx0" brushRef="#br0" timeOffset="99124.729">11917 14523 394 0,'-1'-2'208'0,"-1"-1"-21"0,-5 2-13 15,2-2 10-15,-4 1-40 0,-8 1-21 16,-3-1 4-16,2 2-18 0,8 0-16 16,-4 0-16-16,-1 0 13 0,2 0-10 0,0 0 3 15,3 0 3-15,2 0-15 0,-1 0 1 0,9 0-12 16,-7 0-12-16,7 0-16 0,-8 0 1 0,8 0-8 15,-7 0 6-15,7 0-11 0,0 0-9 16,-10 0 17-16,10 0 2 0,0 0-25 0,-11 13-3 16,9-9 12-16,1 2 8 0,0 0-26 15,1 0 11-15,0 1 6 0,0 12-14 0,0-12 8 16,0 5-7-16,0 3-4 0,0 2 12 16,0 3 3-16,0 0-8 0,15 21 8 0,-9-18-12 15,-2-1 12-15,4-1-17 0,-4 2 10 0,1-2-2 16,-1-1-4-16,5-2 0 0,-7 0 4 15,0 1-1-15,4-2 3 0,-2-3-12 0,-2-2 11 16,2 3 8-16,0-4-7 0,1-2-12 0,-4-2 16 16,2 0-6-16,-3-7-12 0,0 0 3 0,0 0 14 15,0 7 5-15,0-7-22 0,0 5 17 0,0-5 1 16,0 0 1-16,9 17-18 0,-3-17 12 16,-4 1 6-16,4 2 5 0,0-3-10 0,1 1 2 15,1-2 1-15,-1 1-8 0,10 0-15 16,1 0 8-16,19-11 1 0,-19 6-10 0,3-3-20 15,-3 2-25-15,5-1-22 0,-4 0 16 0,-1 1 7 16,-2 1-84-16,-2-2-64 0,-4-1-76 0,-1 0-79 16,-3 4 24-16,-1-1 18 0,-1 0 20 15</inkml:trace>
  <inkml:trace contextRef="#ctx0" brushRef="#br0" timeOffset="100609.059">11589 14841 282 0,'-4'0'221'16,"4"0"-22"-16,3-1-32 0,1-2-21 0,12-2-59 15,1-1 9-15,4 1 21 0,5 0-29 0,2-2-51 16,3 0-10-16,-3 0 29 0,0 2-13 15,4-2-18-15,-4-1-37 0,1 1 17 0,1 0 15 16,-6 0-17-16,3 0 0 0,0-1 1 0,-4 2 21 16,-4 0 3-16,-1-1 14 0,-1 1 38 15,-7 3 11-15,-2 0 6 0,-5-2 3 16,5 3-1-16,-5 1-7 0,-1-1-19 0,-1 2 0 16,2-2-6-16,0 2-12 0,-3 0 5 0,0 0-15 15,0 0-13-15,0 0-1 0,0 8 9 0,0-4-13 16,-2 1-3-16,1 2-15 0,0-2 12 0,-1 2-4 15,2-2-8-15,2 4-9 0,-2-1 7 16,0 1 4-16,0 5 1 0,13 9-17 0,-6-11-2 16,-3 0 5-16,0-4-5 0,0 0-9 15,0-5 2-15,-1 2-2 0,5-1-7 0,-2-2 0 16,-2 2-7-16,3-4-13 0,-2 0 13 0,-5 0-16 16,0 0-12-16,10 0 11 0,3 0-10 15,14-15 14-15,-16 10 2 0,-3-1 1 0,3-2-2 16,0-4 12-16,-8 4-4 0,7-1-2 0,-3 2-11 15,-5 2 42-15,0-2 6 0,-1 2 23 0,-1 0-21 16,1 2 0-16,-1 3 10 0,0 0-7 16,0 0-15-16,0 0-8 0,0 0 20 0,0 0 22 15,0 0-17-15,-7-12-5 0,7 15-14 0,-2-2 3 16,1 2-22-16,0 0 54 0,-1 1-37 16,5-1 2-16,-3 2 19 0,3-1-6 0,-2 2-7 15,9 4 21-15,0 0-10 0,0-1-7 16,3 0-26-16,3-1 9 0,-1-1 13 0,2-3-9 15,-2-1-21-15,3-1 34 0,4-2-58 0,-17 0 41 16,5 0 11-16,0 0-5 0,-3 0-4 16,15-16-12-16,-16 9 13 0,4-6-3 0,-2-1 12 15,-4 2 1-15,2-5 3 0,-4 1 5 16,0-2 25-16,-2 9-20 0,0-5-12 0,0-1 24 16,-12-20 4-16,5 13 18 0,-1 4 5 15,3-1 21-15,-3 2-13 0,0 1-4 0,2 2-12 16,0 5 9-16,3 1 2 0,-1 1-1 0,1 1-21 15,-1 1-5-15,4 1 11 0,-3 2-11 16,0 1 3-16,3-1-10 0,0 2-2 0,0 0 6 16,0 0-11-16,-2 15 3 0,2-9-1 15,2 15 0-15,-2-13-4 0,0 8-5 0,13 17 7 16,-6-11-17-16,0 1 18 0,4 0-4 16,-4-1-2-16,6 0-8 0,-3-1-1 0,5 0-11 15,-2 0-15-15,-1-4 3 0,2-1-16 0,1 0-8 16,-3-5-8-16,1 0 14 0,2-3-15 15,-2 3-9-15,-1-7 6 0,-1-2-28 0,-4 0 3 16,2-2-8-16,-2 0 18 0,-7 0-3 0,0 0 18 16,16-11 8-16,-4 2 6 0,-12 2 4 15,6-2 2-15,-3 1-1 0,-2 0 11 0,2 1 28 16,-3 0 1-16,0 0 0 0,0 7 1 16,0-6 18-16,0 6-10 0,0-9-2 0,0 4 1 15,-11-6 3-15,9 9-1 0,-3-2-2 0,2 3 16 16,-1 0-13-16,1 1-6 0,0 2 0 0,0 2 0 15,1-2 3-15,-1 1 14 0,1 3-2 16,0 0-35-16,1-1 0 0,1 1 4 0,0 0-2 16,0 2 7-16,10 11 0 0,-6-11 3 15,0 0 0-15,2-1 1 0,-1-1 0 0,7 1 1 16,1 2 1-16,-2-4 22 0,-2-5-1 0,3 1-3 16,-1-1 0-16,-11 0-2 0,9 0 0 0,6 0-30 15,16-12 5-15,-17 4 5 0,2-4-4 16,-2 2-5-16,-3-2 3 0,-1 1 1 15,1-3 1-15,-8 1 1 0,4 1 32 0,-3-5-9 16,-4 5-1-16,0 2 0 0,0 10-2 0,0-10 31 16,0 3-3-16,0 0-5 0,-11-5-3 15,8 8 1-15,0 0-3 0,-1-1-3 0,2 1-7 16,-3 2 2-16,-1 0-20 0,-1 1-9 16,2 1 6-16,0 0 19 0,5 0-2 0,0 0-1 15,0 0-15-15,-15 10 26 0,13-5-2 0,-1-1-3 16,3 2-27-16,3 1 2 0,-3 0 0 15,0 0 1-15,8 12 1 0,1-5 0 0,-2-2-35 16,3 1-7-16,1-5-7 0,-4 1 12 0,9-1-4 16,-7-2 1-16,7-1 6 0,-4-2 7 15,-1 0-1-15,1-2 31 0,-12-1-51 0,9 0 26 16,-2 0 12-16,1 0 15 0,-2 0-36 0,16-9 48 16,-12 2-30-16,-3 1-17 0,2-3 16 0,-2 2 14 15,-3-1 18-15,0 0-1 0,0 2-1 16,-1-1 23-16,-3 2-2 0,3-1 60 0,-1 2-15 15,-2-1 14-15,2-2-3 0,-2 2 3 16,0 1 0-16,0 4-26 0,0 0-5 0,0 0-1 16,0-5-16-16,0 5-3 0,0 0 9 0,0 0-12 15,0 0-16-15,3-9 15 0,-3 11-3 16,2 0-8-16,-2 3-5 0,3-3 7 0,2 3-11 16,-4 0-5-16,2 1-12 0,6 6-1 15,3-1-17-15,-1 0-15 0,3-2-11 0,2-2 5 16,0 0-25-16,2 0 9 0,-1-2-38 0,1-2 6 15,3-2-5-15,-12-1 40 0,7 0-38 0,0 0 37 16,22-13-16-16,-19 5-21 0,-2 1 23 16,1-2 22-16,-5-2 20 0</inkml:trace>
  <inkml:trace contextRef="#ctx0" brushRef="#br0" timeOffset="101343.409">13436 14729 1158 0,'3'-7'22'16,"-1"-2"75"-16,0 1-4 0,-2 3-23 0,-3-1 20 16,0 3-2-16,-1 0-7 0,-1-1-11 0,0 3 4 15,-2 0-7-15,2 1-10 0,-3-2-14 16,1 2-11-16,7 0 19 0,0 0-15 0,-26 11-13 15,18-2-3-15,0-1 10 0,3-3-2 16,1 2-28-16,1 0-21 0,2-1 9 0,1-6-6 16,0 0-23-16,0 9-4 0,0-2-18 0,0-7 22 15,0 6-9-15,0-6 36 0,13 14 2 16,-8-12-40-16,-2 0 5 0,2-2 31 16,-1-2-6-16,0 2 4 0,1-3 2 0,-1 1 19 15,8-3-7-15,1-5-9 0,-6 6 21 16,3-1 6-16,-5 0-23 0,0 2 39 0,-1 1-39 15,0-1 38-15,-2 1-27 0,2 0-4 0,-1 0-4 16,2 1 10-16,-3-1-19 0,1 2 42 16,1 0-54-16,-4 0 37 0,0 0-36 0,0 0 47 15,9 0 0-15,5 12-18 0,-4-3-8 0,-2-3 12 16,1 6 0-16,-3-3-17 0,3 2 26 16,-4-2 9-16,1-2-30 0,-3 0-15 0,-1-2 14 15,0-1-5-15,0 0 1 0,1-2 48 0,-2-1 14 16,1 3 22-16,-1-4-15 0,0 2 14 15,0-2-31-15,-1 0-2 0,0 0 9 0,0 0-10 16,0 0-9-16,12-13-5 0,-11 8 5 0,12-6-8 16,-7 0-31-16,2 3 26 0,1-2-5 15,4-1-12-15,-2 5-4 0,-2 0 16 0,0 0-7 16,-1 3-29-16,1 1 22 0,-4-1 10 16,4 3 0-16,-3-2-19 0,-6 2 3 0,8 0 4 15,-3 0 10-15,-5 0-12 0,9 0 0 16,0 0 10-16,-3 0-4 0,6 12-4 0,-8-9 0 15,-2-1 8-15,3 3 5 0,-1-3-31 0,-4 1 22 16,3-2 8-16,-2 2-12 0,0-2 26 16,0 1-7-16,1 0-5 0,-1-2-1 0,0 0-17 15,-1 0 8-15,0 0-5 0,0 0-7 0,9-12-1 16,3 3-2-16,-3-3 14 0,1 2-4 16,2-5-6-16,2 4 17 0,-2 1 14 0,2 1 1 15,-2-2-40-15,1 2 15 0,-6 4 13 16,0 0-17-16,0 2 8 0,1 0 8 0,-3 3 0 15,0-1-7-15,-5 1-10 0,0 0 6 0,8 0 10 16,-8 0 0-16,22 16-11 0,-16-4-7 16,3-2 9-16,-1 5 12 0,-5 2 12 0,3 0-10 15,-2 0-11-15,-1 3 0 0,0-2 21 16,3 2-5-16,-5-2-7 0,1 2-4 0,-1-3 5 16,2 3-3-16,-3-9 5 0,0 0-1 0,0-1-24 15,1-4-1-15,-1-6-21 0,0 0-47 16,0 6 8-16,0-6-113 0,0 0-189 0,0 0 25 15,-4 11 22-15,1-11 12 0,2-4-14 0</inkml:trace>
  <inkml:trace contextRef="#ctx0" brushRef="#br0" timeOffset="101827.778">12946 14433 367 0,'-10'0'240'0,"3"3"-41"0,-1-3-24 16,3-2-8-16,0 2-21 0,3 0-30 0,0 2-18 16,-1-1-4-16,3 1-2 0,1-1-17 0,1 0-22 15,2 1 10-15,1-2 13 0,-1 1-19 16,2-2-2-16,2 1 3 0,-2 0-8 0,11-6-2 15,-17 6-1-15,19-5 8 0,-11 1 10 16,-3 1-4-16,0 0-1 0,0-2-8 0,-4 1 1 16,0-1-15-16,-1 0 12 0,0 1-7 0,-2 0-7 15,2 4-8-15,0 0 0 0,0 0-10 0,-12-11-1 16,9 10-19-16,-3-2-9 0,1 3-37 16,1 0-13-16,-1 3-19 0,-4 7 6 15,5 0-64-15,4 2-75 0,0 0-125 0,0-5 0 16,20 18 24-16,-6-8 18 0,4-1 14 0,6-3 8 15</inkml:trace>
  <inkml:trace contextRef="#ctx0" brushRef="#br0" timeOffset="102390.257">14532 14722 241 0,'2'3'215'0,"-2"0"-42"0,3 1-19 0,-3 0-39 15,2-1 12-15,1 2-21 0,-1 0-11 0,0 0-7 16,-1-1-24-16,-1 0 11 0,2 0-15 0,2-1-38 15,-2 1 31-15,-1-1 7 0,0-1 1 16,-1 0 11-16,3 1-8 0,-1-3 3 0,-2 0 1 16,0 0 8-16,0 0 16 0,0-4-11 15,0 2-7-15,0 0 13 0,0-2-10 0,0 1 3 16,0 1-9-16,0-1-6 0,2-1 0 16,-4 2 2-16,2-1-2 0,0 0 0 15,0 1-11-15,0-1-8 0,0 0-21 0,0 2 2 16,0-2-1-16,0 1 0 0,0 1-10 0,2 1-7 15,-4-2 24-15,2 2-19 0,0 0-11 0,0 0-2 16,0 0-10-16,0 0-27 0,0 0-51 0,0 0-67 16,0 0 13-16,0-7-191 0,0 7-82 15,0 0 64-15,-6-7 2 0,2 9 26 0,-1-1 12 16,2 1 4-16</inkml:trace>
  <inkml:trace contextRef="#ctx0" brushRef="#br0" timeOffset="108843.363">15160 14616 293 0,'0'0'137'16,"0"-15"7"-16,0 15-14 0,0 0-21 15,0 0 7-15,20-26-10 0,-20 23 0 0,0-1-6 16,-3 0-32-16,2 1 24 0,-2-3-10 15,1 4-36-15,-1 0 34 0,-1-3-1 0,0 3-42 16,-1-1-5-16,-2 3 3 0,2-2 5 0,-2 1-18 16,0 1 23-16,0-2-12 0,7 2 16 15,-14 0-22-15,0 0 3 0,-17 10-2 0,19-5-23 16,0 2 17-16,-1-2-5 0,3 4-8 0,2-3 21 16,2 0-4-16,0 2-20 0,1-2-1 0,3 0-3 15,0 1 12-15,2 0-4 0,0 1-2 16,0 0-1-16,0 5-1 0,12 16-9 15,-8-14 5-15,5-2-8 0,-2 1-3 0,5-2-22 16,-4 0 28-16,4-3-5 0,-1 1-26 0,-5-5 14 16,2 0 3-16,0-1 6 0,-2-2 0 15,-1-2-3-15,2 0 4 0,-7 0 6 0,0 0-8 16,7 0 27-16,-7 0-30 0,23-16 16 0,-16 5 2 16,-1-2-8-16,-3 3 7 0,2 1 1 15,-3-1-28-15,-2 3 6 0,0-1 21 0,3 1-4 16,-3 0-19-16,0 3 25 0,1-2 5 15,0 3-14-15,-1-2 22 0,0 2-3 0,3-1-12 16,-3 0-3-16,1 1-2 0,-1 3-20 0,0-2 5 16,2 2-7-16,-1 0 26 0,-1 0 8 0,0 0-4 15,0 0 7-15,0 0-14 0,0 0-14 16,9 9 34-16,-8-5-22 0,5-1 14 0,-3 2 3 16,1-2-49-16,-2 1 38 0,0-1-4 15,0 3-8-15,3-4 8 0,7 8 1 0,-3-3 5 16,-1-3 5-16,-1 0 12 0,3-2-21 0,-3 0-31 15,-2-1 36-15,0 2-4 0,-1-3-3 0,2 1 6 16,-2 1 5-16,0-2-16 0,0 0 25 16,-4 0-27-16,0 0 16 0,6 0-4 0,-6 0-3 15,24-16-7-15,-14 12 16 0,-3-2-15 16,-1 3 10-16,-2 0 1 0,1-1-4 0,-3 3-3 16,0 0-9-16,3 1-7 0,-5 0 24 0,0 0 4 15,7 0-27-15,-7 0 31 0,7 0-4 16,6 11 8-16,-8-8-31 0,7 9 13 0,-1-2 11 15,2-1-11-15,-4 0-15 0,0 2 15 16,-2-4 12-16,3 0-37 0,-7 0 25 0,3 1 16 16,-1-5-9-16,-1 2-17 0,7 4 14 15,-5 0-25-15,0-4 15 0,0-1 5 0,4 6-2 16,-2-6 2-16,-3-3-35 0,3-1 3 16,-1 3-26-16,-2-3 14 0,-5 0 9 0,0 0-37 15,8 0 1-15,14-17 2 0,-11 7 19 0,1-1-14 16,1-3 21-16,-1-2-23 0,-2 2 42 0,-2-1-17 15,0 0 14-15,1 0 10 0,-2 0-24 16</inkml:trace>
  <inkml:trace contextRef="#ctx0" brushRef="#br0" timeOffset="109280.849">15680 14652 1153 0,'0'-9'23'16,"0"2"-4"-16,-3 0 20 0,0 3 17 15,3-2-9-15,-4 3-1 0,1 0-11 0,-3 1-8 16,2-1 29-16,-2 2-42 0,1-1 1 0,-3 1-20 16,1 4 16-16,7-3-8 0,-18 7 30 15,4 0-44-15,2 1 26 0,3 2-17 0,-1 1 8 16,3 3-2-16,1-2 1 0,2 0-13 15,3 0 32-15,-3-4-40 0,4 1 48 0,0-9-43 16,0 8 13-16,0-1-19 0,12 16-1 0,-5-13 5 16,-1-5 34-16,3 0-26 0,-2-3 46 0,2-2-14 15,-9 0-17-15,13 0 9 0,14-11-5 16,-14 2 6-16,-1-2 8 0,1-1 0 16,-4-2 19-16,-1-2 1 0,1-1 2 0,-7-1 5 15,0 1 5-15,-2 8-13 0,0-7 4 0,0-3 8 16,-13-24-10-16,7 19 18 0,1-2-11 0,-5 0-13 15,0 1-5-15,1 2 16 0,0 2-1 16,3 3-4-16,-3 0 11 0,1 3-13 0,5 7 14 16,-1-1-21-16,1 2 11 0,1 1 1 15,-2 0-17-15,2 3-13 0,1 1 3 0,1-1-11 16,0 1 11-16,-1 2-11 0,2 1 0 16,-1 3 0-16,3 1-12 0,3 9 5 0,-1 7 2 15,0-2 1-15,4 3-8 0,-1-1 4 16,0 3 3-16,1-1 0 0,-2 2-12 0,7-3 2 15,-5 2 4-15,-1 0 5 0,3 1-9 0,2-2-5 16,-4 2-8-16,1-2-18 0,1 0-42 0,-1-1-38 16,1-1-19-16,5-1 13 0,-2 1-73 15,-1-6-123-15,3-3 23 0,1-5 22 0,6 0-83 16,1-5 36-16,3-2-6 0</inkml:trace>
  <inkml:trace contextRef="#ctx0" brushRef="#br0" timeOffset="109796.458">16439 14532 806 0,'-1'-3'258'0,"-2"-2"-28"0,3 0-34 0,0 4-16 16,-1-3-22-16,2 4-29 0,-1 0-12 0,3 3-14 15,-2 1-22-15,0 1-1 0,6 12-11 0,-1 3 0 16,3 3-15-16,-1 0 0 0,1 2 3 15,-1 2-4-15,0 0-17 0,1-1-4 0,-1-1-3 16,1 2-12-16,-2-1 0 0,0-2 6 16,2-3 0-16,-4 0 4 0,0-4-14 0,-4-5-4 15,3-3 14-15,-1-1-14 0,-2-1 23 0,0-2-12 16,0-1 19-16,-1-1 2 0,2-1 4 16,-2-2-7-16,-4-2 18 0,0 1-30 0,0-5 8 15,-9-6-18-15,1-9-17 0,-4 0-10 0,2-1 5 16,3-3-5-16,-3-4-8 0,3-3 2 0,2-2 5 15,-2 0-16-15,2 0-2 0,5 1 15 16,-2 1-6-16,3 3 6 0,2-3 2 16,1 6 0-16,0 14-7 0,0-5 15 0,13-17-16 15,-4 19 7-15,-2 5 2 0,5 2 8 0,-3 4-3 16,1 4 3-16,-10 0-10 0,13 0 14 0,14 20-17 16,-13-7 18-16,-2-2-10 0,1 6 0 15,0 0 5-15,-1 0-14 0,-2 0 19 0,-2 0-1 16,-2-1-2-16,0 0-13 0,-1-2 14 15,-3-3 5-15,-2-11-10 0,0 11 21 0,0-3-12 16,0 0 1-16,-11 13 7 0,5-10-7 0,-2 1 2 16,-2-3-11-16,4-2-21 0,-3-1-11 0,4-2-12 15,-2-1-50-15,2-1 11 0,-1-1-112 16,6-1-99-16,0 0-63 0,-8 0 21 0,8 0 24 16,-11-10 17-16,11 6 10 0</inkml:trace>
  <inkml:trace contextRef="#ctx0" brushRef="#br0" timeOffset="110796.431">16854 14497 675 0,'-8'-2'191'0,"5"-1"-11"15,-11-1-41-15,0 1-23 0,3 2-16 0,2 0-1 16,9 1-10-16,-8 0 2 0,-13 12-14 15,8-5-19-15,6-1-12 0,3 0 12 0,-2-1-5 16,3 2-33-16,0-3 4 0,1 2-6 16,-1-1 0-16,3-5-4 0,0 0 12 0,0 0-27 15,0 7 1-15,0-7-8 0,13 11-12 0,-9-9 13 16,0-1-7-16,1-1 7 0,-1-1 10 0,2 1-18 16,-1-3-21-16,1 2 27 0,1-2 18 15,-7 3-11-15,8-5-15 0,-2 2 9 0,-3 1 8 16,3 1 20-16,-2-1-36 0,1 0 4 15,-1 1-23-15,-2 0 36 0,3 0-18 0,-2 1 38 16,2-2-20-16,-5 2-3 0,0 0 18 16,8 0-13-16,16 11-38 0,-15-7 31 0,6 1-7 15,-1 2 15-15,2-1-7 0,0-3 5 16,1 2 18-16,-2-1-7 0,-2-4-21 0,-1 0-11 16,-2 1 36-16,-10-1-8 0,6 0-11 0,0 0-24 15,15-12 18-15,-16 5 27 0,5-2 19 16,-5-2-5-16,-1 2 3 0,-1 0 0 15,-2-9-7-15,-1 10 11 0,0-5 1 0,0-2 2 16,0-3 22-16,-15-15 2 0,11 15-7 0,-3 2 6 16,1 0-1-16,-5 2 0 0,5 2-7 15,0-2 1-15,0 5 0 0,2 3 6 0,1 1-25 16,1-2-7-16,-1 5 8 0,-1 0-24 16,2-1 11-16,0 0-17 0,2 3-5 0,0 0 3 15,0 0 10-15,0 0 3 0,-2 16-4 16,6 0-13-16,2 0-5 0,1 3 2 0,1-5-4 15,1 1-9-15,2 1 15 0,0 1-14 0,1 0-8 16,-1-5-16-16,6 0 14 0,-3-2 1 16,1 1-12-16,2-5-6 0,1-1 0 0,-8-3 0 15,4-2-11-15,-14 0-3 0,13 0 29 0,15-11-4 16,-15 3-5-16,-3-2 6 0,-2-2 3 0,-4-3 10 16,3-2-7-16,-4 2 25 0,-2-1 8 15,-1 7 0-15,0-5-13 0,0-1 15 0,-13-19-7 16,6 19 13-16,4 0 2 0,-4 2-7 15,1 1 9-15,0 1 0 0,3 6-4 0,1-2 0 16,-2 4-6-16,4 0-10 0,-3 1-3 0,2 2 7 16,1 0-19-16,0 0 11 0,0 0-2 0,-5 15-11 15,5-6 14-15,0 9 1 0,0-7-9 16,0 3 8-16,15 21 5 0,-8-12-3 16,1-2-10-16,0-1-1 0,1-1-3 0,1 0 5 15,-1-5-7-15,-2 1 4 0,1-3-7 0,-2-3 7 16,-3-1-7-16,0-3-6 0,1-2 15 0,-3 2-6 15,1-2 4-15,0-3 7 0,-1 0-2 16,-1 0 7-16,0 0-7 0,0 0 1 0,10-14-3 16,-9 12-24-16,9-11 24 0,-1-5 1 0,0 2-13 15,1 1-1-15,-2 2 13 0,2-3-3 16,3 5-12-16,-4 1 28 0,-2 3-17 0,0 0 7 16,2 4-20-16,-4 1 16 0,0 0 6 0,3 2-10 15,-8 0-11-15,0 0 19 0,11 0 4 16,1 0 7-16,13 17-27 0,-7-8 20 0,-4-1-3 15,-1 4-11-15,0 0 10 0,-3-2 11 16,-1 1-1-16,4 2 1 0,-6-5-5 0,-4 0-32 16,7 5 41-16,-1-1-8 0,-3 0-6 0,-1-4-21 15,-2-1-42-15,-2 0-22 0,2-3 20 16,2 1 5-16,-5-2-174 0,0-3 17 0,0 0 20 16,0 0-135-16,-14 5 17 0,8-5 14 0,-10-3-66 15</inkml:trace>
  <inkml:trace contextRef="#ctx0" brushRef="#br0" timeOffset="110983.931">16921 14388 275 0,'-11'-2'254'0,"4"-1"-43"15,2 0-25-15,3 2-33 0,4-3 14 0,3 2-43 16,2 1-19-16,17-6 13 0,0 1-43 15,4 0-38-15,3-2-12 0,-5 3-53 16,6 0 5-16,-3-2-158 0,2 0-147 0,0 4 16 16,0-3-34-16</inkml:trace>
  <inkml:trace contextRef="#ctx0" brushRef="#br0" timeOffset="111796.407">18208 14391 280 0,'-2'2'261'0,"0"-1"-11"0,-1-1-53 15,2 1-17-15,0 0-21 0,-2-1-18 0,2 2-32 16,2 0-9-16,2 0-3 0,-2-1-33 16,3 0 3-16,0-1-16 0,1 0 7 0,0-1-18 15,-1 1 8-15,1-3 2 0,0 1-32 16,-1-1 3-16,0-1-9 0,-1 0 11 0,2 0 20 16,-4-3-16-16,0 3 5 0,1-3 0 0,-2 3-6 15,0-4 7-15,0 2-7 0,0 6 7 16,0 0-6-16,0-8 5 0,0 1 11 0,0 7-16 15,0-8 9-15,0 8-14 0,0-8-2 16,0 8-23-16,0 0 21 0,-12-15-12 0,12 14-1 16,-1 0-9-16,-1 0 10 0,0 3-3 0,1-1-2 15,-1 2 2-15,2-2-12 0,0 2 9 0,0 2 3 16,0 0-12-16,2-2 15 0,-1 1-12 16,0-1 6-16,3 2 10 0,2-1-5 0,-3-1 0 15,10 10 3-15,-4-4-1 0,6-3-10 0,-5-1-6 16,3-4 14-16,-3 1 1 0,-1 1-11 15,1-3-5-15,-1 0 23 0,-1 0-5 0,1 0 3 16,18-11-10-16,-13 5 6 0,-4-3-8 16,0 1 6-16,2-2 2 0,-3-1-1 0,-3-1 10 15,0 1-7-15,-2 0-1 0,-3 3-1 16,-1-2 18-16,0 0-6 0,0 2-5 0,0 8 12 16,0-11-14-16,0-2 13 0,-13-9-11 0,9 14-8 15,0 0 15-15,1 1-21 0,-3 4 17 0,6-1-15 16,-3 1-6-16,1 2-2 0,-2 0 6 15,2 1-3-15,0 0-9 0,0 0-3 0,-1 1-5 16,2 1 13-16,-1 0 12 0,1 2-4 16,1-1-12-16,0 0-8 0,1 1 16 0,1-1 0 15,-1 2-4-15,3-2 10 0,-1 2-4 0,7 4-4 16,-1 3-13-16,-3-6 14 0,7 4 6 0,-4-2-12 16,2 1 4-16,1-1 1 0,-3-2 7 15,2 4-14-15,0-4 8 0,-1 1 7 0,-4-1 7 16,1 0-11-16,-1-1 2 0,2 4-2 15,-2-1-1-15,-2-1-10 0,0 0 17 0,-2 1-1 16,2-2 2-16,-3-3-1 0,-1 2-1 16,0 0 5-16,0-5-18 0,0 0-14 0,0 13-15 15,-18 12-18-15,8-12 4 0,4-6-124 0,-10 0-55 16,1 0-171-16,-3-2 29 0,-2-5 40 16,9 0 13-16,-5 0 2 0</inkml:trace>
  <inkml:trace contextRef="#ctx0" brushRef="#br0" timeOffset="112124.52">18066 13992 574 0,'-7'-2'227'0,"-1"-1"-53"15,5 3-14-15,-2-3-19 0,2 6-43 16,2-3 10-16,0 2 7 0,1 1-13 0,1 0-17 15,0 1-28-15,2-2-7 0,4 1 5 16,3 7-6-16,4-3 14 0,-1-4-41 0,-1-1 27 16,-4 0 0-16,0-1-15 0,-2-1 27 0,3 0-1 15,-9 0 0-15,0 0-14 0,5 0 19 0,-5 0 2 16,13-13 5-16,-10 8 1 0,-1 0-23 16,-2-1 11-16,0 1-13 0,0-1-14 15,-2 0-10-15,2 6 3 0,0 0 9 0,0-8-20 16,0 8-17-16,-10-15-18 0,8 13-21 15,-2-1-28-15,4 2-28 0,-4 1 7 0,2 3-42 16,-1-2-82-16,3 2-115 0,-5-2 22 0,5 4 24 16,-2-2-43-16,2 2 15 0,0-3 10 15</inkml:trace>
  <inkml:trace contextRef="#ctx0" brushRef="#br0" timeOffset="112968.244">19683 14101 247 0,'0'-5'287'16,"3"2"-22"-16,-3-1-32 0,0-1-29 0,0 2-14 15,0-1-27-15,0 2-24 0,0 0-18 16,0-1-11-16,0 3-16 0,0 0-7 0,-3 3-9 16,2 0-8-16,0 2-5 0,1 0-13 0,-4 12 4 15,1-1-14-15,-4 2-6 0,5 0-12 16,1 0 6-16,-2-3-2 0,2 0-3 0,1-4-2 16,-1-2-18-16,1-9 14 0,0 7 2 0,0 0-9 15,0-7 15-15,0 8 4 0,0-8 8 0,0 6 15 16,0-6 18-16,0 0-1 0,0 0 15 15,-2 11-32-15,0-13 24 0,1 0-9 16,-1-3-35-16,1 0-9 0,-1-13 28 0,2 0-44 16,0-4 17-16,0 12 5 0,0-7 15 15,0-2-39-15,10-20 8 0,-10 19 6 0,2 1-23 16,8 3 17-16,-4-2-20 0,0 2 10 0,2 4-15 16,1-5 3-16,4 7-5 0,-4-2 18 0,4 1-20 15,2 0 5-15,-1 4-7 0,-3 1 7 16,0 5 16-16,-1-1-19 0,-10 2 7 0,9 0 10 15,11 11-19-15,-10-1 28 0,1 0-14 16,-1 7-14-16,-1-3 25 0,-2 2-25 0,-1 2 11 16,4-1-2-16,-4 1 1 0,1 0-4 15,0 4 3-15,2-3-5 0,-3-3 7 0,3 0-3 16,-3-2-4-16,0-4 13 0,-1-1 12 0,0-1-33 16,2 5-16-16,-1-7-3 0,-3 1-23 15,-1 0-15-15,2-5-43 0,-2 2-9 16,-1-4-9-16,-1 0 14 0,0 0-204 0,0 0 24 15,0 0 23-15,3-13-79 0,-4 9 27 0,1-1-29 16,-5-9 6-16</inkml:trace>
  <inkml:trace contextRef="#ctx0" brushRef="#br0" timeOffset="113155.744">19750 14096 452 0,'-5'0'233'0,"2"0"-20"15,-1-3-34-15,1 3-40 0,1 0-1 0,0 0-23 16,4 0 0-16,-1 0-25 0,3 0 2 16,1-2-27-16,2 2-16 0,11-3-49 0,-10 3 5 15,21-5-46-15,-6 2 5 0,-3 2-57 0,0-3-88 16,0 1-147-16,-2 0 18 0,1-1 12 16</inkml:trace>
  <inkml:trace contextRef="#ctx0" brushRef="#br0" timeOffset="113499.481">20179 14091 764 0,'4'2'233'16,"-1"1"-9"-16,-2-1-34 0,2-1-18 0,-1-1-17 15,0 2-21-15,0 2-27 0,0-4 10 0,2 0-20 16,0 3-15-16,1-3-11 0,3 3-15 16,-2-3 0-16,12 4-1 0,0-2-1 0,-3-1-9 15,-2 0 8-15,-1-1-27 0,7 1 12 16,-13-1-2-16,3 0-2 0,1 0-19 0,-1 0 9 16,-1 0-8-16,-1 0 12 0,1 0-15 15,-8 0 1-15,7 0 0 0,-7 0-12 0,9 0-8 16,-9 0 7-16,6 0-6 0,-6 0-16 0,0 0-20 15,9 0-17-15,-9 0-47 0,0 0-3 16,5 0 10-16,-5 0-91 0,0 0-64 16,0 0-112-16,7 0 17 0,-7 0 21 0,0 0 20 15,7 0 15-15</inkml:trace>
  <inkml:trace contextRef="#ctx0" brushRef="#br0" timeOffset="114390.076">20609 14018 224 0,'1'-2'320'0,"3"0"-68"0,-3-1-47 16,-1 2-29-16,0 0-14 0,0 1-29 0,1 0-18 15,-1 0-2-15,3 2-15 0,-3 1-4 16,0 1-23-16,2 1-24 0,0 0 15 0,-1 0-13 15,-1 5-18-15,4 6 8 0,-3 1 2 0,1 3-9 16,-2-8-9-16,2 0 5 0,-1 0 0 16,2-3 8-16,-2 8-16 0,0-5 2 0,1-2 2 15,-2-3-19-15,3 0 6 0,-3-1 6 0,2-3 6 16,-1 1-5-16,-1-2 24 0,0 1 15 16,1 0 10-16,-1-2 21 0,0-1-17 0,-1 0-6 15,2-2-17-15,-3 0 16 0,-2-2-13 16,3-1-17-16,-3-9 19 0,-2-2-33 0,3-2 0 15,-1 0 1-15,1 0 16 0,1-1-30 0,-2-1 16 16,-1-1-12-16,4 1 6 0,-1-1-4 16,1 2-16-16,1 7-3 0,0 0-4 0,13-20-1 15,-5 16 1-15,1 1-1 0,2 3-11 16,-2-1 20-16,4 5-2 0,-2 0-10 0,0 5-10 16,-1 1 13-16,0 0 2 0,-10 2-15 0,6 0 1 15,1 0 13-15,14 11-5 0,-8-3 6 16,0 1-1-16,-4 0-3 0,-4-1-11 0,0 0 8 15,1 1-9-15,-4 0 21 0,2-3-9 0,-4 2 12 16,0 0-12-16,0-8 0 0,0 11 11 0,0 3 2 16,-13 13-21-16,7-13 18 0,0-5-8 15,0 2 8-15,-9 0 1 0,6 0-3 0,1-4 0 16,-1-2-4-16,-1 3 10 0,0-2-16 16,3-4 21-16,1 3-4 0,0-3 0 0,2 1 5 15,0-1-1-15,1 0-13 0,2-1 7 0,-3-1 2 16,3 2-7-16,1-2 4 0,0 0-20 15,0 0 11-15,0 0 1 0,0-2-5 0,0 1 8 16,4-1-2-16,-2 2-2 0,1-4 13 0,-1 3-12 16,2 0 5-16,0 0-1 0,0-1 0 0,0 2-16 15,2-3 20-15,-1 3-3 0,0 0 6 16,2 0-1-16,0-2 2 0,1 2-22 0,1 0 22 16,4 0-14-16,-2 0 12 0,0 0 9 0,-1 0-2 15,9 12-8-15,-13-10 1 0,0 1-21 16,-2 0 18-16,7 5 0 0,-3-2-6 0,-2 2 12 15,-2-4-17-15,-2 3 11 0,1-1-16 0,-3 0 1 16,2 0 20-16,-2-6-1 0,0 0 7 16,0 6-5-16,0 1 10 0,0-7-11 0,0 8 16 15,0-2 14-15,0-6-9 0,-11 14 10 16,7-9 0-16,0-1-1 0,-6 5 12 0,1-5-3 16,-1 0 7-16,2 0-8 0,2-3-11 15,-3-1-6-15,4 3-11 0,-2-3 11 0,1 1-3 16,-1-1-7-16,0 0 28 0,2 0-13 0,0 1-15 15,5-1 0-15,0 0-14 0,-8 0-27 16,8 0 2-16,-8 0-27 0,2 0-27 0,6 0-16 16,-16-10-47-16,14 7 13 0,2 1-146 15,-3 0-118-15,3-1 20 0,4-1 25 0,-3 1 24 16,5 0 22-16,-4 1 4 0</inkml:trace>
  <inkml:trace contextRef="#ctx0" brushRef="#br0" timeOffset="115327.559">21130 14014 214 0,'0'0'134'15,"0"0"32"-15,0 0-18 0,0 0 17 16,0 0 5-16,0 0-37 0,0 0-3 0,0 0 0 15,0 0-8-15,0 0-22 0,0 0-7 0,0 0 4 16,0 0-26-16,0 0-9 0,0 0 5 16,0 0-10-16,0 0-11 0,0 0 15 0,0 0-16 15,0 0-23-15,3-4 2 0,13 0 5 16,0 2 11-16,-6 0-4 0,0 1-20 0,0 0 8 16,1 0-20-16,-5 0 23 0,1 0-16 15,0-1-12-15,-1 2 11 0,0-1-8 0,-1 1-8 16,0-2 12-16,1 2 7 0,-2 0-4 0,-1-1 20 15,-1 1 9-15,2-1 0 0,-4 1 13 0,0 0-7 16,0 0-14-16,0 0-13 0,6 0 25 16,-6 0-24-16,0 0 5 0,8 0 8 15,-8 0-19-15,0 0-8 0,0 0-35 0,0 0-12 16,6 0-15-16,-6 0-12 0,0 0 7 0,0 0-82 16,0 0-51-16,8 0-67 0,-8 0-96 0,0 0 7 15,5 0 23-15,-5 0 24 0,13-11 16 16</inkml:trace>
  <inkml:trace contextRef="#ctx0" brushRef="#br0" timeOffset="116421.269">21564 13883 465 0,'0'-4'246'0,"0"1"-29"0,0 0-34 16,-2 1-12-16,2-1-10 0,0 1-5 0,0-3-12 16,-1 3-11-16,1 1-18 0,-1-3-9 0,2 1-19 15,-2 3 0-15,1-2-7 0,0-1-28 16,1 3 4-16,-2 0-8 0,1-1 1 0,0 1-22 16,0 1 9-16,1 2-17 0,0-1 13 15,-1 1-9-15,2 3 0 0,-1 0-2 0,-1-1-1 16,0 3 5-16,0 0-8 0,5 20-2 0,-1-12-13 15,-2 1 14-15,1 0-10 0,-2 0 4 0,1-4-2 16,1 3-3-16,-3-9 10 0,0 4-7 16,0 0 10-16,0 0 1 0,0 0-2 15,0-4-20-15,0 0 17 0,0 0-2 0,0-7-4 16,0 8 2-16,0-8 6 0,0 8-12 0,0-8-1 16,0 8 2-16,0-8 19 0,0 0-12 0,0 6-1 15,0-6-28-15,9 7 4 0,-9-7-29 16,-2-2 0-16,-1-2 19 0,3 0-29 0,-4-1-18 15,-2-9 17-15,1 2 9 0,4-3-4 0,-3 1-6 16,0-3 38-16,3 0-29 0,-1-4 10 16,1 5 1-16,-2-2 14 0,2 3-24 0,1 0 23 15,0 15 7-15,0-11 9 0,0 0-4 0,0 3 7 16,0 0 10-16,0 1-19 0,0 0 24 16,0 7 3-16,0-8 6 0,0 3-22 0,0 5 25 15,0-8-15-15,0 8-4 0,0-7-5 0,0 7-1 16,0 0-6-16,0-9 4 0,0 9 2 15,0-5 9-15,10-5 10 0,-7 9 1 0,1 0-15 16,0 1 8-16,0 0 1 0,3 0-12 16,-2 0-5-16,-1 1 4 0,3 2-14 0,8 2 16 15,-1 3 9-15,-4-2-8 0,1 2 4 0,1 0-12 16,-2-1 3-16,1 1-2 0,-1 2 1 16,-2-2-2-16,1 3 8 0,-2-4-14 0,1-1-11 15,1 6 11-15,-3-4 27 0,0-1-17 16,-2-1 2-16,0 0 10 0,0-1-27 15,-4 0-2-15,2 0 6 0,2-1 24 0,-2 1 5 16,0 1-7-16,-2-1 23 0,0 1-14 0,0-1-13 16,0 0 19-16,0-5 14 0,0 7-4 0,0 0-1 15,0 0-4-15,0-7 23 0,0 8 0 16,-19 14-6-16,10-10-4 0,-1-2 0 16,2-3 14-16,-1 2 11 0,-1-2-4 0,1-3-15 15,1 2-12-15,2-3 38 0,0 2-43 0,-6 3 14 16,6-4-10-16,-2-2 7 0,3 1-20 15,-1 1 1-15,2-3-2 0,1 1-10 0,-1-1 16 16,2 0-23-16,-2-1 12 0,4 1 11 16,-4-1-32-16,0 3-2 0,2-3-34 0,-2 0-8 15,0 1-24-15,2 1-41 0,-1-2-15 0,-1 0-30 16,4 0 14-16,0 0-153 0,0 0-88 0,0 0-22 16,0 0 24-16,0 0 27 0,-5-6 51 15,6 5 9-15</inkml:trace>
  <inkml:trace contextRef="#ctx0" brushRef="#br0" timeOffset="123092.951">22066 13987 496 0,'0'0'180'0,"0"0"-29"0,-13 0-3 16,13 0 4-16,0 0-27 0,0 0-7 0,0 0-32 15,0 0-3-15,0 0 26 0,0 0-23 0,0 0-26 16,0 0 22-16,0 0-10 0,0 0-10 16,0 0 10-16,0 0-16 0,0 0 1 0,0 0-24 15,0 0 20-15,0 0-21 0,0 0 12 16,0 0-5-16,0 0 3 0,0 0-11 0,0 0-20 16,0 0 24-16,0 0-10 0,0 0-4 0,0 0 9 15,0 10-12-15,7-9-8 0,-2 0-8 16,2 0 12-16,0 0 0 0,9 3-5 0,-2 0-8 15,-3-2 8-15,-2 0-1 0,-2 1-11 0,2-3 15 16,-4 2-5-16,2-2 5 0,-1 0-9 16,-2 0 7-16,0 3 0 0,0-3-3 0,-2 0 10 15,3 2-4-15,-1-2-3 0,-1 1-4 16,0-1 8-16,-1 1 2 0,0-1-3 0,2 0 3 16,-3 1-16-16,2-1 3 0,-2 0-8 0,1 0-35 15,-2 0-30-15,0 0-20 0,0 0 8 0,0 0-115 16,0 0-61-16,0-5-101 0,0 2 12 15,0 3 25-15,0-2-3 0,0 0 30 0</inkml:trace>
  <inkml:trace contextRef="#ctx0" brushRef="#br0" timeOffset="123671.057">22331 14073 350 0,'1'1'260'0,"0"1"-35"16,2-1-23-16,-2 1-33 0,2-1 1 0,-1 0-16 15,-2-1-14-15,5 2-12 0,-4-2-27 16,1 0 7-16,0-2 2 0,-2 0-9 0,2 2-4 16,-1-3-14-16,1 1-17 0,-1-2 1 15,2 1-5-15,-3-2-18 0,3-2-2 0,-1 2-7 16,1-12-3-16,2 0 2 0,-1-2 0 0,-2-2-5 15,4-1 0-15,-4 2-12 0,3 1 14 16,-2 1-12-16,-1 0 3 0,2 0 6 0,0 2 3 16,-2 3-27-16,2-2 8 0,1-2 2 15,-1 5 1-15,-4 3-4 0,4 0-3 0,1 1 1 16,-3 4 13-16,1-2-11 0,-3 0-9 0,2 3-3 16,-1-2 1-16,1 3 15 0,-2-1-18 15,2 0 13-15,-1-1-15 0,0 2-2 16,-1-1 4-16,2 3 9 0,-1 0-14 0,-1 0 9 15,0 0 4-15,0 0-4 0,0 0-11 16,15 12 19-16,-11-8-5 0,6 9-2 0,-1-1-9 16,0 2-2-16,1-2-5 0,-1 3 6 0,5-1 6 15,-5-2-5-15,-2 3 8 0,3-5-15 16,-1 4 8-16,-1 0-2 0,-1-2 5 0,0 2 0 16,0-2 4-16,0-1 1 0,-1-1 12 15,3 0-6-15,-3 0 1 0,0-1-1 0,-4-2 4 16,0-1-16-16,1-2-4 0,0 0 8 0,-1 0 8 15,1 0-10-15,-2-1 12 0,2-1-19 16,0 2 6-16,-3-1-10 0,2-1-3 0,-2 1-22 16,2-1-9-16,-2-2-26 0,0 3-13 15,0-3-18-15,0 0 12 0,0 0-63 0,0 0-48 16,0 0-78-16,-8 0-82 0,4-3 20 0,0 3 20 16,0-4 14-16,1 1 2 0</inkml:trace>
  <inkml:trace contextRef="#ctx0" brushRef="#br0" timeOffset="123983.554">22402 13917 257 0,'-2'-1'154'0,"-2"0"-5"0,1 1-9 0,1-1-6 16,-1-1-17-16,2 2-23 0,-2 0-6 15,2 0 8-15,-2 0-6 0,3 2-36 0,0-2 19 16,0 0-8-16,2-2-30 0,0 2-1 16,1 0 12-16,1 0 1 0,1 0-18 0,1 0 31 15,0 0-10-15,3 0-20 0,-2 0 8 0,4 0-23 16,2 0 3-16,5 0-12 0,-3 0-24 15,2 0-1-15,-7 0-48 0,3 0-38 0,-2 0-21 16,-5 0-94-16,3 0-99 0,3 0 14 16,13-11-52-16</inkml:trace>
  <inkml:trace contextRef="#ctx0" brushRef="#br0" timeOffset="124592.904">22838 13909 379 0,'0'0'235'0,"-1"0"-41"0,-1 0-5 0,2 0-10 16,0 0-33-16,-1 0-18 0,1 0-11 0,-1 0-9 15,1 0-26-15,0 0 12 0,-1 0-16 0,1 0-16 16,0 3 24-16,0-3-28 0,0 0-14 16,3-3-12-16,-3 3 0 0,2 0 14 0,1 0 1 15,1 0-9-15,0 0-9 0,3-1 0 16,0 1-20-16,0 0 12 0,0-1 4 0,-7 1 7 16,7 0-28-16,2 0 10 0,4 0 4 0,-1 0 6 15,17-7-25-15,-19 7 16 0,-1-3 1 16,-2 2 7-16,0 0-18 0,2 1-4 0,-7-1 11 15,5 1-16-15,-1 0 1 0,-2 0 16 0,-1-1 2 16,3 1-2-16,-2 0-5 0,-2-1 5 16,1 1-13-16,1 0 5 0,-3-2-4 15,1 2 1-15,1 0 7 0,-2 0-2 0,1 0 13 16,0 0-7-16,-2 0-11 0,0 0 3 0,0 0-9 16,0 0 19-16,0 0-22 0,0 0-4 0,0 0-11 15,0 0-25-15,0 0-31 0,0 0-13 16,0 0 0-16,0 0 7 0,9 0-77 0,-9 0-33 15,0 0-140-15,0 0-12 0,8-5 30 16,-8 3-13-16,-2 2 27 0</inkml:trace>
  <inkml:trace contextRef="#ctx0" brushRef="#br0" timeOffset="125186.637">23424 13687 428 0,'0'-3'179'0,"-2"2"-23"0,0-2-43 15,0 0 22-15,-1 1-26 0,0-1-11 0,0 0-7 16,-2 2-34-16,2 0 40 0,-3-1-35 15,0 2-19-15,-1-2 13 0,4 2 17 16,-5 0-32-16,8 0 19 0,-8 0-13 0,2 0-2 16,-8 0-38-16,-13 10 23 0,11-3 13 0,-1-3-5 15,4 3-19-15,2-2 13 0,-3 5-28 16,5-5 17-16,0 5 6 0,-3-1-5 0,2-1 3 16,3 4-5-16,1 0 7 0,2-3-18 15,2-1-12-15,1 4 3 0,-1-7 14 16,0 6 16-16,2-11-24 0,0 11 23 15,0 0-8-15,0 0-17 0,14 10 0 0,-9-7-8 16,2-2 14-16,-4 1-7 0,4-9-8 0,1 9 17 16,0-4-5-16,4-1-11 0,2 1 7 0,-2-2 27 15,4-3-37-15,-6 0 0 0,3-2 16 16,-2 0 9-16,-11-2-7 0,10 0-1 0,0 0 15 16,0 0-15-16,-3 0-4 0,1 0 9 0,-1 0 17 15,8 0-2-15,-2 0-2 0,-2 0 12 16,-2 0 7-16,-1 0 3 0,5-9 1 0,-9 9 3 15,2 0-8-15,-6-2 10 0,4 2-25 16,1 0-12-16,-4-1 18 0,2 1-15 0,0-1 6 16,0 1-14-16,-2 0-4 0,-1 0-28 0,0 0-18 15,0 0-3-15,0 0-50 0,0 0-33 0,0 0 2 16,0 0 11-16,0 0-132 0,8-8-146 16,-7 8 25-16,-1-3 30 0,0 0 19 0,3 1-14 15</inkml:trace>
  <inkml:trace contextRef="#ctx0" brushRef="#br0" timeOffset="125795.995">23563 13797 519 0,'-2'-1'127'15,"1"1"33"-15,0 0-42 0,0 0 5 16,1 0-24-16,0 0 0 0,0 0-23 0,0 0 20 16,-3 0-21-16,2 0 13 0,1 0-20 0,-2 0-15 15,2-3 40-15,0 3-28 0,0 0-19 16,-1 3 16-16,1-3-8 0,0 0-17 0,1 0 12 16,-1 0-3-16,6 0-7 0,-5 0-17 0,3 0 19 15,0 0 5-15,0 0-6 0,1 0-13 16,1 0-21-16,2 0 1 0,-2 0 12 0,2 0 8 15,-8 0-11-15,5 0-18 0,3 0 18 16,-2 0-1-16,2 0 2 0,-1 0-18 0,0 0 24 16,0 0-2-16,-7 0 6 0,9 0-16 0,-2 0 8 15,-7 0 3-15,7 0-15 0,-7 0 24 16,8 0-13-16,-8 0 2 0,8 0 6 0,-8 0-4 16,0 0 3-16,6 0-11 0,-6 0 7 15,0 0-18-15,0 0 9 0,6 0 8 0,-6 0-13 16,0 0 1-16,0 0 1 0,9 0-3 0,-9 0-1 15,0 0 2-15,0 0 5 0,7 0-1 0,-7 0-8 16,0 0-15-16,0 0 11 0,0 0 6 16,0 0-1-16,0 0-1 0,6 0 2 0,-6 0-17 15,0 0-20-15,0 0-24 0,0 0-9 16,0 0-41-16,7 0 8 0,-7 0-91 0,0 0-46 16,0 0-102-16,0 0-37 0,0 0 78 0,0 0 15 15,0 0-56-15</inkml:trace>
  <inkml:trace contextRef="#ctx0" brushRef="#br0" timeOffset="127217.945">24058 13544 283 0,'0'0'43'0,"0"0"25"15,12 0 3-15,-12 0-27 0,0 0-13 16,0 0-18-16,0 0 19 0,0 0 12 0,0 0-12 15,0-14 6-15,0 14 7 0,0 0-15 16,0 0 2-16,0 0 33 0,0 0-54 0,0 0-2 16,0 0 0-16,0 0-2 0,0 0 56 0,0 0-15 15,0 0 27-15,0 0-14 0,0-12 7 16,0 12 25-16,0 0-28 0,0 0 14 0,0 0 1 16,0 0-37-16,0 0 15 0,0 0-7 0,0 0 8 15,8-25 9-15,-8 23-5 0,0 2-6 16,0-1-16-16,0 0 8 0,0 1 9 15,0-1-15-15,-3 1 14 0,3-2-11 0,0 1 15 16,0-1-23-16,0 2-9 0,-1 0 4 0,1-1-4 16,-2 0 10-16,2-1-3 0,0 2-10 0,2 0-2 15,-4 0 4-15,2 0-7 0,0 0-8 16,0 0 3-16,0 0-5 0,0 0 7 16,0 0-14-16,-2 0 11 0,4 0-10 0,-2 0 6 15,0 0-5-15,0 0 6 0,0 0-8 0,0 0 8 16,0 0-3-16,0 0-12 0,0 0 8 15,0 0-7-15,-2 0 12 0,2 0-10 0,2 0 7 16,-2 0-23-16,-2 3 20 0,4-2-4 16,-2 1-23-16,0-1 15 0,0 1 16 0,0 1-6 15,0 2-17-15,2-1 13 0,-1 1 4 0,-1 2 4 16,0 1 10-16,0 1-29 0,7 16 23 16,-6-8-12-16,0-3 10 0,1 3-12 0,-1 0 17 15,3-1 7-15,-4-3-15 0,0-1-10 16,0-2 14-16,1 0-5 0,-1-1-8 0,1-2 14 15,-1 1-6-15,1-2 9 0,-1 0-9 0,0 0 6 16,0 1-6-16,0-3 8 0,2 1-12 16,-2 1 11-16,0-6-8 0,0 0 11 0,0 6-2 15,0-6 9-15,0 6-9 0,0-6 3 0,0 6 1 16,0-6-13-16,0 8 9 0,0-8-2 0,0 0 3 16,0 0-16-16,0 6 0 0,0-6-18 15,0 0-18-15,-2 9-52 0,2-10-16 0,-1 1 10 16,-1-3-103-16,-1-1-108 0,1 1-63 15,-1-1 24-15,2-2 22 0,-4-8 46 0,0 1-20 16</inkml:trace>
  <inkml:trace contextRef="#ctx0" brushRef="#br0" timeOffset="127639.805">24070 13530 229 0,'0'-7'265'0,"0"3"-48"0,2-2-23 0,-2 1-11 15,2 0-14-15,-1-2-34 0,2 2-20 0,1 0-4 16,0 1-6-16,4-6-23 0,5 2-7 16,-2 6-5-16,-2-1-27 0,1-1 15 0,4-1-17 15,0 5 4-15,-14 0-2 0,9 0-2 16,0 0-5-16,0 0-24 0,13 12 18 0,-12-7-8 16,0 0 4-16,0 9-21 0,-1-4 5 0,3 2 3 15,-5-1-16-15,0 0 33 0,3 1-13 16,-2 0-6-16,-6-1 12 0,3-3-5 0,-1 7-21 15,-1-5 13-15,-1-1-13 0,0 0 16 0,-2-1-8 16,0-1 16-16,0 0 14 0,0-7-26 16,0 0 23-16,0 8-17 0,0-1 5 0,0-2 15 15,-15 14 4-15,6-7-18 0,-3 0 14 16,3-4-20-16,-4 1 1 0,-1 1 5 0,1-5-3 16,-2 5-6-16,3-3 3 0,-4-1 1 0,3 0-7 15,-4-2 15-15,7 1-12 0,1 0-1 0,-1-4-13 16,5 1 6-16,-3 3 3 0,7-4-7 15,-3 0-5-15,-1 1-8 0,5-2-41 16,-5 1-45-16,5-1-16 0,0 0 11 0,0 0-138 16,0 0-119-16,-7-1 20 0,7-1 5 0,1 1 18 15,5-1 7-15,-1-2 16 0</inkml:trace>
  <inkml:trace contextRef="#ctx0" brushRef="#br0" timeOffset="127983.541">24476 13651 244 0,'0'2'297'0,"0"-2"-64"0,2 0-21 15,-2-2-28-15,1 1-35 0,-2-1-33 0,2 4-6 16,2-2 19-16,-2 1-18 0,2 2-9 15,2-2-25-15,-1-1 14 0,-2 3-13 0,6-1-1 16,-3-2-11-16,0 2 0 0,0-2-21 0,-1 3 0 16,5-1 5-16,-6-2-5 0,4 1-11 15,10 3 12-15,-8-3-17 0,0 1 9 0,-1-2-7 16,2 1-3-16,-5 0-9 0,0-1 15 0,-5 0-11 16,0 0-9-16,6 0 9 0,-6 0-6 15,7 0-11-15,-7 0-7 0,8 0 0 16,-8 0-18-16,7 0-27 0,-7 0-23 0,0 0-43 15,7 0 10-15,-7 0-143 0,0 0-136 0,0 0 16 16,0 0 36-16,0 0 31 0,0 0 3 16</inkml:trace>
  <inkml:trace contextRef="#ctx0" brushRef="#br1">25011 14257 222 0,'0'6'112'0,"2"0"-18"0,1 2-13 15,-3-2-36-15,10 0 35 0,-8 2-34 16,2-1 4-16,6 1 16 0,-5-2-19 15,1 0-24-15,3 0 13 0,-2-4 10 0,-1 3-13 16,1-2-28-16,1-1-14 0,1 0 2 0,-9-2 4 16,0 0 47-16,12 0-43 0,-12 0 5 0,10 0 13 15,10-15-18-15,-15 7 1 0,-2-1 1 16,-1 2 18-16,-2-3-8 0,3 2-11 16,-6-2 4-16,3 2-10 0,0 8 26 0,0 0-16 15,-19-34 2-15,8 21-16 0,2 2 8 0,-4 7-7 16,3-1 24-16,0 2-32 0,10 3 26 0,0 0 20 15,-19 0-40-15,6 0 2 0,13 0-18 16,-15 0 30-16,6 0 23 0,9 0-26 0,-12 0 4 16,-1 17-5-16,8-15-10 0,3 0 21 15,1-2-24-15,2-2-4 0,-1 0 2 0,4 1 0 16,-1-4 37-16,0 2-31 0,7-2-8 0,-5-1 27 16,11-11 18-16,2-1-13 0,-3 5-15 0,-1-6-13 15,1 3 6-15,-5-4-1 0,-2 4 20 16,-1 2-27-16,-2 2 3 0,0 0 35 0,-5 0-9 15,0 12-3-15,0-11-36 0,0 11 30 16,0-14 8-16,-17-16 0 0,9 17-3 0,-1-3-1 16,1 4 19-16,0 7-3 0,-2-4-26 15,3 4 0-15,-3 1 34 0,5 1-15 0,-4 2 11 16,3-4 15-16,0 3-8 0,0-3-2 0,1 5-2 16,1 0-4-16,-1 0-22 0,0 0 0 15,2 0-3-15,3 0-4 0,0 0 15 0,0 0-2 16,-3 13-2-16,6-7-1 0,0 0 7 0,2 4-4 15,10 9 1-15,-1-5-15 0,3 0-9 0,-2-1 32 16,2-2-19-16,-2-3 15 0,10-1-10 16,-3-4 15-16,-4 0-24 0,-3-3 10 0,-15 0 12 15,14 0-29-15,6 0-5 0,25-23 26 16,-23 11-19-16,-5-1 31 0,-7-3-18 0,-3 4-4 16,0-2-28-16,-6 2 21 0,-1-1 14 15,0 1 6-15,0-6-29 0,0 1 35 0,0-7-23 0,-27-23 3 16,12 24-11-16,-2-2 5 0,6 3 7 15,-8 4 7-15,9 1-20 0,-3 4 47 0,-4-4-41 16,5 9 22-16,4-1 13 0,6 6-8 16,-3-2-8-16,0 5 4 0,0-1-41 0,0 1 21 15,5 0 12-15,0 0-33 0,0 0 1 0,-5 18 28 16,5-6-3-16,2-4 22 0,-2 4 2 0,13 16-6 16,-5-1-19-16,7-2-15 0,1 3 6 15,0-5 13-15,1 1-38 0,-2-4 25 0,4 3 0 16,-1-8 18-16,-8 1-1 0,0-4-24 15,-3-4 23-15,0-1-1 0,0 1-33 0,-1-5 28 16,-4 1 8-16,0-4-14 0,-1 0 17 0,3 0-16 16,-4 0-1-16,0 0 10 0,0-11-19 15,-4 5 36-15,1-3 3 0,3 5-14 0,-2-7-48 16,-1 3 30-16,1-1 6 0,1-2-11 0,-3 6-18 16,3-3 45-16,-1 1-42 0,2 2 43 15,0 2-48-15,0-5 8 0,0 8-4 0,0 0 29 16,0 0-3-16,0 0 22 0,18-17-51 0,-13 17 17 15,4-2 1-15,-2 2 2 0,1-2-1 16,4 0 12-16,-9-1-3 0,6 3 1 0,1-5-4 16,-2 4 2-16,0-1-45 0,1 0 6 0,1-6 34 15,-3 5 16-15,-1-2-20 0,1-1-8 0,-2 0 12 16,2-1 19-16,-2 0-9 0,0-2-11 16,0-2 7-16,-5 4 0 0,2-2 0 0,-1-2 5 15,-1 2 2-15,2 0 21 0,-2 9-14 16,0 0-17-16,0-14-11 0,0 3 9 0,0 11 18 15,0-12-10-15,0 12 12 0,0-12-4 0,0 12 0 16,-17-15-6-16,16 15-3 0,1 4-1 16,0-2 0-16,-2 1-12 0,2 2 6 0,0-2-9 15,2 1 12-15,-1 2-12 0,1 1 12 0,3-3 24 16,0-1-42-16,0-2 17 0,5 3 4 16,-5-4 17-16,5 0-1 0,-1-5-57 0,12-2-4 15,-4-5 6-15,-2-4 27 0,6 1 22 0,-10-2-2 16,1 3-1-16,-2-7-1 0,-3 2-3 15,-5 6-25-15,1-1 32 0,-1 1-8 0,-2 13-20 16,0-10 38-16,0 1-28 0,0 9-9 16,0-15 24-16,0 15-4 0,0-13-1 0,-21-5 8 15,18 14-1-15,-4 3-2 0,2-1-29 0,2 4 3 16,1-2 0-16,-3 0 4 0,-1 1 23 0,2 5-1 16,4-5-1-16,0 6-2 0,0-4 1 15,0 2 0-15,0 0-3 0,4-2-8 0,2 2 1 16,-1-1-54-16,-1-1 27 0,2 2 1 15,-1 0 25-15,0-4 0 0,6 4-1 0,-6-2-10 16,0 2 0-16,3-2-8 0,-1 1 3 0,5 0 37 16,-7 1-13-16,6-1-1 0,-2-1 0 15,18 4 1-15,-2 3 0 0,-5-2 0 0,-5-2-1 16,-5-5 0-16,2 6 3 0,-7-2-1 0,0-1-36 16,2 0-32-16,-4 4-29 0,2-2-22 0,-5-6-124 15,0 0-65-15,0 0 26 0</inkml:trace>
  <inkml:trace contextRef="#ctx0" brushRef="#br1">25114 13995 293 0,'10'-31'78'0,"12"-4"-73"16,-2 3-33-16</inkml:trace>
  <inkml:trace contextRef="#ctx0" brushRef="#br0" timeOffset="129983.484">19764 14787 449 0,'0'0'142'0,"0"0"-38"0,0 0 18 0,0-12-39 15,0 12-16-15,0 0 16 0,0 0-40 0,0 0 50 16,0 0-62-16,0 0 28 0,0 0-16 16,0 0-10-16,0 0 25 0,0 0-37 0,0 0-2 15,0 0 20-15,0 0 2 0,0 0-1 16,0 0 21-16,1-24-17 0,-2 23-1 0,-3 1-16 16,1-1 14-16,0 1 0 0,1 0-4 15,0 0 4-15,-2 0 6 0,1 0 6 0,-2 0-26 16,1 0-1-16,4 0 5 0,0 0-7 0,-7 0 0 15,7 0 0-15,-10 0-19 0,4 0 38 0,-1 0-23 16,0 0-10-16,0 0 15 0,-5 9 0 16,5-8-13-16,-3 1 2 0,6-2 12 15,-13 5-6-15,7-3 2 0,-3-2 5 0,6 2-11 16,4-1 13-16,-5 1-12 0,3 0 5 16,0-2 2-16,2 1 6 0,-1-1-31 0,0 1 18 15,1-1-7-15,0 0 12 0,0 0-4 0,1 1-12 16,2 0-4-16,-1-1 12 0,-1 1-5 0,0-1-2 15,-1 3-15-15,1-3 20 0,2 0-5 0,0 0 2 16,0 0 4-16,0 0-11 0,0 0-2 16,-11 1-1-16,13-1-12 0,-4 0 12 0,4 2-6 15,-4-4-4-15,2 5 20 0,0-3-13 0,-1 3 1 16,1-1-15-16,1 3 21 0,-1-2-3 16,0 4 1-16,2-2 6 0,-1 1-5 0,5 9-12 15,-2 0 10-15,0 0-3 0,-1 1 7 0,-2-3-10 16,3 3 7-16,-2-5 9 0,0 3-15 15,-2-7 9-15,0 3-10 0,0 1 8 0,0 0 0 16,0-1-8-16,0-1 13 0,0-2-5 0,0 0-11 16,10 6 23-16,-10-6-6 0,1-1-3 15,-1 0-13-15,3-2 14 0,-3 2-5 16,0-2 0-16,0-1-6 0,0 1 14 0,1 0-5 16,0 0 0-16,-1-1-3 0,0 0-10 0,1 0 22 15,-1-2-16-15,2 3 13 0,-2-4 7 0,2 3-15 16,-1-2 13-16,-1 2-11 0,3-3 9 15,1 3-20-15,0-2 14 0,-2 0-3 0,5 0 1 16,-4-1 0-16,3 0-15 0,-6 0 21 0,0 0 0 16,9 0-9-16,-2 0 5 0,0 0-4 15,-1 0 5-15,0 0-11 0,0 0 2 0,4 0-6 16,-4 0 7-16,2 0 9 0,0 0-7 0,-1 0-5 16,0 0-7-16,0 0 8 0,0 0-10 0,0 0-5 15,-7 0-1-15,8 0-15 0,0 0-17 16,-8 0 0-16,6 0-12 0,-6 0 4 15,8 0-48-15,-8 0-9 0,9 0-62 16,-9 0-34-16,0 0-62 0,6 0-80 0,-6 0 22 16,0 0-9-16</inkml:trace>
  <inkml:trace contextRef="#ctx0" brushRef="#br0" timeOffset="130342.849">19608 14993 403 0,'-3'-2'196'0,"-1"2"0"16,4 0-56-16,-1 0-3 0,1-3-34 15,1 2-15-15,2-2-4 0,0 3 8 0,0 0-11 16,2-1-27-16,0 0 6 0,1 1-36 0,-2 0 37 16,1-3 3-16,2 3-28 0,0-3-5 15,-1 3-17-15,0-1 21 0,2 0-9 0,0 1 7 16,-2-2-4-16,1 1-27 0,-1-1 12 16,2 1 18-16,-4 0-9 0,3 1-15 0,-2-1-20 15,0 1-2-15,1-1-39 0,-2 1 6 0,2 0-52 16,-6 0-50-16,0 0-67 0,0 0-117 15,6 0 30-15,-6 0-7 0</inkml:trace>
  <inkml:trace contextRef="#ctx0" brushRef="#br0" timeOffset="134077.118">21368 14826 215 0,'0'-2'304'0,"-2"-1"-39"15,2-2-39-15,-3 1-32 0,3 1-14 16,-1 1-19-16,-1-3-43 0,1 3-9 0,1-1 5 16,0 1-19-16,-1 0-13 0,-1 1-30 0,0 1 5 15,2-1 3-15,-1 1-15 0,2 0-7 16,-4 1 4-16,5 2-11 0,-2 2 6 0,1-3 0 16,-1 4-7-16,0-2 4 0,0 3-13 0,0 0-4 15,2 1 3-15,-2 1-8 0,0 2 4 16,0 3-5-16,0 0 13 0,10 17-4 0,-9-18-6 15,1 3-3-15,-2-3 8 0,4-3-14 16,-4-1 5-16,0-1-7 0,0-2 6 0,1-1 1 16,1 2-2-16,-2-4-4 0,1 2 9 0,0-1-6 15,-1-4-3-15,0 0-11 0,0 0 7 16,0 6-13-16,0-6 0 0,0 0-11 0,0 7-5 16,0-7-21-16,0 0-29 0,0 0 9 0,0 6 5 15,0-6-94-15,-1 6-72 0,0-7-160 16,-2-1 34-16,3 1 13 0,-1-2 57 0,2 0-1 15</inkml:trace>
  <inkml:trace contextRef="#ctx0" brushRef="#br0" timeOffset="134670.844">21384 14775 474 0,'0'-5'234'15,"-1"1"-30"-15,0 3-33 0,1-3-22 0,0 1-42 16,0 0-17-16,1-1 23 0,3 3-23 15,-1-2-26-15,1-1 6 0,-1 2 7 0,4 0-17 16,0-1-15-16,10 0 10 0,-4 0-8 16,-2 1-11-16,-2-1-7 0,1 3 1 0,9-2 0 15,-5 2 13-15,-4 0-39 0,-10 0 29 0,14 0-16 16,-5 0 6-16,4 0-13 0,15 13 15 0,-12-10-29 16,-3 4 6-16,0-2 3 0,1 5 4 15,-1-3-8-15,-2 1 10 0,-1 0-12 16,-1-1 8-16,-1 2-4 0,5 2-1 0,-7-4 5 15,0 1-1-15,4 2 9 0,-8 1-5 0,3-3 8 16,-3 2-31-16,-1-2 33 0,0 0-7 0,-1-1 3 16,1-1-3-16,-1-6 12 0,0 7-32 15,0 5 27-15,-10 16-5 0,2-17-5 0,3 2 9 16,-2-3 7-16,-2-1 0 0,0 3 13 16,-4-3-9-16,0-2 0 0,2-1 13 0,-3 1-19 15,-1 0 7-15,0-1 5 0,1 0-21 16,3-1 9-16,2-3-6 0,2 1 7 0,-2 0-13 15,3-1 13-15,2 1-15 0,-4-2 6 16,5 1-4-16,-1-1-13 0,-2-1 4 0,0 0-1 16,4 3-5-16,-2-3-19 0,0 2-6 0,0-1-3 15,-1 0-27-15,0 1-16 0,3-1-15 16,-1-1 10-16,0 3-92 0,2-3-53 0,-3 1-135 16,2-1 21-16,-1 3-20 0,3-3 0 0,-3 0 23 15</inkml:trace>
  <inkml:trace contextRef="#ctx0" brushRef="#br0" timeOffset="137998.874">21983 14881 334 0,'0'0'155'0,"0"0"-21"0,0 0-1 0,0 0-20 15,-14 12-26-15,14-12-2 0,0 0-24 0,0 0 12 16,0 0 9-16,0 0-38 0,0 0 28 15,0 0-5-15,0 0 4 0,0 0-18 16,0 0 15-16,0 0 3 0,0 0-58 0,0 0 14 16,0 14 11-16,6-2 8 0,4-11-15 0,7 1-2 15,-2-1-14-15,6 2-7 0,-6-3 20 16,-2 0 4-16,-13 0-10 0,11 0-1 0,0 0 8 16,-1 0-25-16,-1 0 3 0,-3 0 8 0,2 0 10 15,-3 0-7-15,-5 0-14 0,9 0 7 16,-3 0-2-16,-6 0-5 0,8 0 2 0,-8 0-15 15,5 0-43-15,-5 0 29 0,9 0 3 16,-9 0-102-16,0 0-28 0,6 0-131 0,-6 0-57 16,0 0 17-16,17-13 38 0</inkml:trace>
  <inkml:trace contextRef="#ctx0" brushRef="#br0" timeOffset="133624.007">20991 15065 229 0,'-3'0'217'0,"2"-2"-14"0,1 2-48 16,-1 0-11-16,-1 0-39 0,0-1 25 15,1 1-17-15,1 0-14 0,-2 0-13 0,1 0-19 16,1 0 18-16,-2-1-6 0,0 1-29 0,2 0 1 16,0-2 6-16,0 2-27 0,-2 0 8 0,4 0-8 15,2 0 16-15,-3 0-1 0,1 0-26 16,1 0 15-16,0 0 1 0,1 0-18 0,1-1 2 15,-1 1 21-15,1 0-20 0,1 0-3 16,-1 0 8-16,1 0 2 0,-6 0-16 0,6 0-13 16,2 0 14-16,-1 0-3 0,6 0-7 15,1 0 15-15,-1 0-17 0,-4 0 10 0,2 0-17 16,-3 0 1-16,0 0 15 0,-3 0-3 0,-5 0 15 16,9 0-8-16,-9 0-10 0,9 0-7 0,-9 0 15 15,5 0-5-15,-5 0 6 0,8 0-12 16,-8 0 11-16,0 0-8 0,7 0-4 0,-7 0-9 15,0 0-10-15,8 0-45 0,-8 0-22 16,0 0 7-16,0 0-95 0,0 0-138 0,5-7-45 16,-5 7 15-16,10-9 11 0,-8 9 1 0</inkml:trace>
  <inkml:trace contextRef="#ctx0" brushRef="#br0" timeOffset="130858.455">20081 15009 707 0,'-2'2'217'16,"1"-1"-30"-16,1-1-26 0,0 0-11 15,0 0-5-15,-1 0-36 0,1 0-5 0,-1 1-11 16,2-1-5-16,0 0-9 0,0 0-26 0,2 2-2 16,0-4 1-16,2 2-6 0,-1 0-12 15,3 0 2-15,1 0 0 0,-2-1-7 0,2 1-4 16,5 0-3-16,-2 0 7 0,19-7-10 15,-17 4 7-15,-2 2-5 0,-3 0-4 0,2-1 11 16,-3 1-28-16,0 0 14 0,-3 1-18 0,0-2 18 16,1 2-14-16,-1-1 14 0,0 1-7 15,-1 0 2-15,1 0-7 0,-4 0 6 16,0 0-2-16,0 0-6 0,0 0-7 0,8 0 16 16,-8 0-8-16,0 0-1 0,0 0 11 0,5 0-16 15,-5 0 6-15,0 0-40 0,0 0-5 0,0 0-15 16,6 0-12-16,-6 0-17 0,0 0 10 15,0 0-82-15,0 0-15 0,0 0-48 0,0 0-131 16,0 0 6-16,0 0 11 0,0 0 2 16</inkml:trace>
  <inkml:trace contextRef="#ctx0" brushRef="#br0" timeOffset="132702.159">20668 14807 328 0,'0'0'108'0,"0"0"3"15,0 0-13-15,0 0 36 0,0 0-29 16,0 0-21-16,0 0 15 0,0 0-14 0,0 0-8 15,0 0-18-15,0 0-21 0,0 0 26 16,0 0-14-16,0 0 16 0,0 0-12 0,-12-20 4 16,7 20-51-16,2 0 25 0,-3-1 13 15,2 2-32-15,-3-1-7 0,4 0 18 0,3 0 7 16,0 0-9-16,-9 0-16 0,0 0 27 0,9 0 15 16,-9 0-28-16,4 0-8 0,5 0 12 0,-9 0-3 15,9 0-10-15,-10 0-16 0,10 0 17 16,-7 0 7-16,7 0-4 0,-6 0-31 0,6 0 45 15,0 0-10-15,-7 0-8 0,7 0 5 16,-8 0 5-16,8 0 5 0,0 0-11 0,0 0 5 16,-7 0 1-16,7 0-4 0,0 0-4 0,0 0-1 15,-6 0 13-15,6 0 2 0,0 0-20 0,0 0 20 16,0 0-30-16,0 0 19 0,0 0-16 16,0 0 11-16,0 0 1 0,0 0-5 0,-7 0 4 15,7 0 5-15,0 0-10 0,0 6-12 0,-6 3 7 16,6-5 6-16,0 1 9 0,0 1-15 15,1 1 1-15,2-2 20 0,-3 3-11 0,0 2-3 16,0 4 20-16,6 17-6 0,-3-16-2 16,-1 3-15-16,0-1 25 0,0 0-1 0,1 0-8 15,-1-2-11-15,0-1 15 0,-1-3-6 0,4 7 1 16,-5-5 7-16,1-2-14 0,0 0-8 16,1-1 2-16,-1-5 10 0,0 3-4 0,-1-2 0 15,0 0-8-15,0-1-4 0,2 1-5 16,-1 0 18-16,-1-6-1 0,0 0-7 0,0 8 14 15,0-1-15-15,0-2 1 0,0-5 16 0,0 9-11 16,0-4-1-16,0-5 1 0,0 8-7 0,0-8 1 16,0 7 7-16,0-7-17 0,0 5 12 0,0-5 0 15,0 7-4-15,0-7-2 0,0 0-9 16,9 14 3-16,-9-11-15 0,0-2-6 0,0 0-2 16,0-1-30-16,0 0-59 0,0-1 11 15,0 0-66-15,0-2-62 0,0 0-148 0,0 0 23 16,-1 0 26-16,1-3 8 0,0 0 8 0</inkml:trace>
  <inkml:trace contextRef="#ctx0" brushRef="#br0" timeOffset="133014.643">20549 15071 389 0,'-2'-2'179'0,"1"2"9"0,2-3-14 0,1 3-53 15,-2-3-6-15,5 2-16 0,-3-2-26 16,1 2 21-16,2 0-10 0,-1 1-9 0,1-3-36 16,1 3 6-16,2-3 4 0,-4 3-10 0,3-1-4 15,1 1-8-15,9-4 3 0,-3 2-7 16,-3 1-12-16,1 0 12 0,-2 1 1 0,-1-1-26 15,0 0 25-15,-3 1-8 0,1 0-24 0,3 0-14 16,-4-2-24-16,2 2 5 0,3 0-35 16,1 0-80-16,-4 0-75 0,-1 0-105 0,2 0 25 15,-1 0 4-15</inkml:trace>
  <inkml:trace contextRef="#ctx0" brushRef="#br0" timeOffset="154686.062">22627 14657 383 0,'0'0'161'16,"0"0"-18"-16,0 0-8 0,0 0-13 0,0 0-41 16,0 0 26-16,0 0-15 0,0 0 5 0,0 0-5 15,0 0-24-15,0 0 26 0,0 0-3 16,0 0-15-16,24-14 6 0,-24 13-15 0,-2-2-25 16,2 2-3-16,-2-1 29 0,-1-1-19 15,0 2-29-15,-1-1 17 0,2 0-2 0,-2 1-9 16,1 0-1-16,0 0 0 0,-3 1-5 0,1-2 2 15,-1 0-10-15,3 2-14 0,-3 0 8 16,3 0 14-16,-4 0-8 0,7 0 0 0,0 0-7 16,-9 0 9-16,1 0-13 0,0 0 6 15,8 0 1-15,-26 15-9 0,14-6 5 0,-1-2-25 16,4-1 28-16,-3 3-13 0,1 0 7 16,2 4 17-16,-1-1-7 0,1 0-8 0,3 0 0 15,1-1 5-15,-2 2-3 0,2-1-3 0,2 0 11 16,0-2-17-16,3-1 15 0,0-1-1 15,-1 0 7-15,1 0-7 0,0-8-2 0,0 8 13 0,0 2-12 16,10 19-3-16,-5-14-6 0,1 0 2 16,1-1 4-16,0-2-14 0,1-1 22 15,1 0 2-15,3 0 1 0,4-2 1 0,-4-2-7 16,2 1-4-16,0-2-10 0,1 0 9 16,-5-3-5-16,2 0 12 0,6 0-6 0,-8-2-7 15,1 1 2-15,-2-2 5 0,0 0-6 0,-9 0-8 16,7 0 6-16,-7 0-3 0,10 0 6 0,-1 0 3 15,-3 0 1-15,1 0-7 0,5-13-13 16,-8 10 18-16,12-2 1 0,-7 1 0 0,-2 0-2 16,-2 0 3-16,-1-1-8 0,1 1 5 15,-2-1 1-15,-1 2-6 0,0 0-1 0,0-2 16 16,0 0-6-16,-2 5-2 0,0 0-3 0,0-7 10 16,0 7-6-16,0-8 2 0,0 8-2 0,-14-15-7 15,11 9 1-15,0 4-8 0,-2-4 24 16,3 4-20-16,-1-2 13 0,1 0-8 0,-2 2 6 15,0-2-4-15,3 2-10 0,-4-1 19 0,3 1-13 16,-2 0 1-16,3 0 14 0,-1 1-3 16,0-2-22-16,-1 2 11 0,2-1-16 0,0 2 10 15,0-1-1-15,1 1 0 0,-1 0 6 0,1 0 2 16,0 0-20-16,0 0-3 0,0 0-1 16,11 0 24-16,-8 0-7 0,2 0 6 0,2 0-5 15,-1 0 15-15,-1 0-7 0,-3 0-5 16,5 0 4-16,1-3-21 0,9 3 14 0,-4-1 5 15,-1 0 7-15,-5 0-3 0,1 1-2 0,-8 0-6 16,0 0 1-16,10 0 1 0,-4 0 2 16,-6 0-4-16,7 0-2 0,-7 0-17 15,8 0 21-15,-8 0 4 0,8 0-20 0,3 9 18 16,-6-5-5-16,-3-1 1 0,2 1 4 0,3-1-2 16,-6 3-7-16,7 6 21 0,-5-1-27 15,3-3 13-15,-1 5 7 0,-2-1-5 0,4 1-5 16,-5-1 9-16,-1-2 9 0,4 0 15 15,-2 4-10-15,-3-5 7 0,2-2-8 16,-2 1 1-16,0-8-8 0,0 7 7 0,0-1-2 16,0 1-5-16,0-7 16 0,0 7-7 0,0-7-17 15,0 7 3-15,0-7 1 0,0 8 4 0,0-8-13 16,0 7-28-16,0-7-20 0,0 6-71 16,0-6 12-16,4 8-176 0,-3-8-79 0,1 0 4 15,0 0 28-15,3 0 16 0,1-3 10 16</inkml:trace>
  <inkml:trace contextRef="#ctx0" brushRef="#br0" timeOffset="139436.333">22990 14806 412 0,'-1'-2'223'0,"0"1"-57"0,1 0 0 0,-4 1-24 16,2 0-31-16,1 0-5 0,1 0-41 16,-2 0 20-16,4 0 3 0,-2 0-3 0,3 0-20 15,-2 0-9-15,2 0-7 0,-1 0-23 16,5 0 15-16,-2 1-3 0,2 0-7 0,1-1 9 16,-2-1-10-16,3 1-1 0,-1 0 0 0,6 0-21 15,-4 0 32-15,4 0-20 0,-3 0 12 16,4 0-6-16,-4 0-6 0,-2 0-14 0,2 0 14 15,-5 0-9-15,-6 0 13 0,9 0-2 16,-9 0-9-16,6 0 20 0,-6 0-19 0,8 0-18 16,-8 0 28-16,0 0-18 0,0 0-10 0,7 0 1 15,-7 0-13-15,0 0-21 0,0 0-15 0,0 0-15 16,7 0 6-16,-7 0-76 0,0 0-39 0,0 0-81 16,0 0-71-16,7 0 21 0,-7 0 14 15,0 0 9-15</inkml:trace>
  <inkml:trace contextRef="#ctx0" brushRef="#br0" timeOffset="140123.814">23627 14526 262 0,'0'-3'227'0,"2"-1"-55"16,-2 2-23-16,2-1-47 0,-2 1 23 15,0-1-12-15,0 1-27 0,-3-1-10 0,3 2 5 16,-1 0-19-16,-1-1 3 0,-1-1 11 0,1 3-13 15,-1 0-20-15,-2-2 18 0,1 0-42 16,0 1 26-16,-3 1-1 0,1-2-16 0,0 2 5 16,-2 0-10-16,-9-1 2 0,1 1-18 15,-2-4 32-15,4 4-11 0,-3 0 4 0,6 0-6 16,2 0 9-16,-5 0 10 0,1 0-5 0,0 0-15 16,4 0 1-16,1 0 8 0,1 0-23 0,-1 0 16 15,8 0-4-15,-6 0-7 0,6 0-11 0,-8 0 23 16,8 0-18-16,-7 0-4 0,7 0-4 15,0 0-17-15,-6 0 27 0,6 0-4 0,0 0-10 16,0 0 18-16,-7 0-14 0,7 0-10 16,-8 8 16-16,9-4-9 0,-1-1 8 0,1 2 5 15,1-1-19-15,-1 1-5 0,2 0 17 16,7 9-14-16,-1-3 14 0,-5 4-3 0,2-2-7 16,-1 2-3-16,0-1 6 0,-1 1 8 15,4-1-24-15,-3 1 29 0,0 2-3 0,0 0-4 16,1 2 20-16,-1-4 1 0,1 1-11 0,0 2-18 15,-2-2 4-15,-1 0 11 0,3 0-4 16,-2 0 14-16,-3-5-10 0,1 0 3 0,0-1-21 16,-1-1 12-16,2-3-5 0,-2 2 20 15,0-2-27-15,0-3 3 0,1 3 13 0,-1 0-11 16,1-2 19-16,0 1-17 0,-2-1 0 0,1 0 4 16,2 0 3-16,-3 0-4 0,1 0-10 0,1-2 23 15,-1 3-10-15,-1-2-8 0,2 1-1 16,-2-1 10-16,0-3-6 0,1 3-17 0,1-1 6 15,-2 0-16-15,0-1-21 0,0 1-45 16,0-2 11-16,0 2 6 0,1-2-96 16,-1 0-118-16,0 0-73 0,-1-7 47 0,1 3-11 15,0 3-5-15</inkml:trace>
  <inkml:trace contextRef="#ctx0" brushRef="#br0" timeOffset="140545.674">23478 14729 242 0,'0'-1'179'16,"-1"0"-15"-16,0 1-2 0,0 0-20 0,1-2-31 16,0 2-2-16,0 0-14 0,0 0-13 0,0 0 12 15,2-2-15-15,1 2-12 0,-2-1 25 16,3-1-28-16,-2 2-12 0,5 0 5 0,0-2 3 16,-1 1-17-16,-1 0-29 0,4 1 11 0,0-2 3 15,9 1 1-15,-6 0-1 0,0 0-24 16,-2-1 19-16,1 1 5 0,-3 1-3 0,0 0 6 15,0 0-9-15,-3 0-1 0,4-3 11 0,-4 2-20 16,-1 1 7-16,-4 0-4 0,0 0-4 16,10 0 18-16,-10 0-18 0,7 0-25 0,-7 0-4 15,8 0 8-15,-8 0-33 0,7 0 4 16,-7 0-75-16,8 0-60 0,-8 0-196 0,0 0 38 16,7-6 27-16,-11 4-12 0</inkml:trace>
  <inkml:trace contextRef="#ctx0" brushRef="#br1">24314 14954 232 0,'0'-8'179'0,"-4"3"-32"16,1-1-24-16,0 0-16 0,-2-1-13 0,-2 4-25 15,0-2 12-15,2 0 17 0,0 2-28 0,-2 0-10 16,-1 0 2-16,-5 2-50 0,6 1 34 16,-2 0 7-16,9 0-5 0,0 0-3 0,-10 0-49 15,10 0 1-15,-33 28-1 0,23-14 40 0,-7 6-31 16,10-5-1-16,0-1 0 0,2-3 12 16,2 1-17-16,0-3-1 0,3 2 1 0,0-11 15 15,0 0-7-15,0 11 21 0,0 1-10 16,0-12-24-16,18 27-10 0,-11-19 3 0,-4-4 2 15,6 0 23-15,-3 0 0 0,3 1-2 16,-2-5-1-16,1 0-3 0,2-4-13 16,-2-1 1-16,-8 5 1 0,12-8-11 0,-5 1 47 15,11-11-36-15,-9 1 13 0,-2 4-3 0,-4-2 1 16,2 2-15-16,-3-1 4 0,-1 2-4 16,3 3 6-16,-1-3 15 0,-3 1 1 0,0 2-23 15,3 2 0-15,-3-1 0 0,0 1 22 0,2-1 16 16,-2 3-48-16,2-4 30 0,-1 3-3 15,3 2-7-15,-3-4 12 0,1 3-25 0,1-1 0 16,1 3 2-16,1-2 2 0,-2 4 0 0,4-3 1 16,1 3-24-16,-3-1 1 0,2 2 4 15,0 0 3-15,0 0 24 0,-4 0 12 0,5 0-16 16,-8 0-2-16,0 0 39 0,0 0-23 0,12 0 20 16,-12 0 5-16,10 0-31 0,-10 0 8 15,0 0-19-15,15 0 43 0,-15 0-8 0,0 0-19 16,12 0-2-16,-12 0-1 0,0 0 24 0,0 0-6 15,0 0-16-15,0 0 15 0,0 0-13 16,10 0 9-16,-10 0-29 0,12-5 34 0,-12-2 15 16,0 0-24-16,0 2-32 0,0-3 29 15,2 5 21-15,-2-4-31 0,0 1-6 0,0 0 12 16,1 1-6-16,-1 1-17 0,0 2 14 0,5-4 11 16,-3 2 14-16,0 2-13 0,1-1-37 15,0 0 29-15,1 0-1 0,1 2 13 0,-2 1-41 16,1 0 53-16,2-4-25 0,1 4-38 0,-2-4 47 15,-2 4-5-15,2 0-24 0,-5 0 29 16,0 0 16-16,0 0-8 0,0 0-18 0,11 0-18 16,-11 0-7-16,0 0 33 0,13 0-26 0,-13 0 20 15,17-17 22-15,-17 10-22 0,3 2-9 16,1-1 11-16,-3-2 18 0,-1 2-26 0,0-3-26 16,0 1 12-16,0 2 24 0,4 0-11 15,-4 6-8-15,0 0 25 0,0 0-5 0,0-12-7 16,0 12 8-16,0 0-10 0,0-11-10 15,0 11 8-15,0 0 5 0,0 0 2 0,0-9-6 16,0 9-13-16,0 0-2 0,10-12-13 16,-5 13 8-16,-2 2-1 0,0-1 54 0,1 0-36 15,1-1 22-15,2 2-11 0,-4-3 2 16,5 3-14-16,-1-3 15 0,-2 0-6 0,-2-3 18 16,4 3-36-16,-2-3 27 0,2 2-18 0,-7 1 5 15,0 0 5-15,15-8-20 0,-12 3 21 16,1 3-31-16,-1-8 36 0,2 4-5 0,-3 0 3 15,0-2 1-15,-2-1-8 0,0 1-6 16,0 3-27-16,0 5 41 0,0 0 31 0,0-13-36 16,0 13 5-16,0-12-25 0,0 12 10 0,0-12-17 15,0 12 34-15,0-12-10 0,0 12-21 0,0 0 9 16,0-10 22-16,0 10-11 0,0 0 5 16,0 0 19-16,0-10-21 0,0 10-1 0,0 0 1 15,16-14-35-15,-11 14 41 0,0 1-12 16,2 1-30-16,0 3 32 0,1 0 15 0,11 8 0 15,-1-1-21-15,-3-4 14 0,-1 4-3 16,1 5 10-16,7-1-10 0,-14-6-12 0,4 11-2 16,1-6 8-16,-1 5 11 0,-7-6-4 15,2 0-2-15,-2-2 33 0,0 0-32 0,-5 3 9 16,0-4 1-16,0-11-20 0,0 10-8 16,0 9 27-16,0 2 5 0,0-4 4 0,-18 20-5 15,11-15-30-15,-3-2-3 0,5-6 34 16,-2-2-36-16,-1-1-3 0,1-3 19 0,3-1 0 15,-1-4-98-15,2 3-15 0,0-2-21 16,-1-2-58-16,1 1 19 0,3-3 12 0,0 0-152 16,0 0-19-16</inkml:trace>
  <inkml:trace contextRef="#ctx0" brushRef="#br0" timeOffset="155107.931">24275 14861 677 0,'4'-2'265'0,"-3"1"-32"0,3 1-35 16,-3-3-34-16,3 2-21 0,-3 0-11 0,2 0-37 15,-2 0-35-15,0 1-66 0,2 0 2 0,-3-3-209 16,1 0-116-16,-1 1-7 0,0 0 16 16,-1-2 4-16</inkml:trace>
  <inkml:trace contextRef="#ctx0" brushRef="#br0" timeOffset="171029.448">2081 16741 215 0,'0'0'46'0,"0"0"21"0,0 0 11 16,0 0-1-16,0 0 1 0,0 0-10 15,0 0-8-15,0 0-6 0,0 0 51 0,0 0-29 16,0 0 12-16,0 0 14 0,0 0-16 15,0 0-10-15,0 0-10 0,0 0 20 0,0 0-25 16,0 0-7-16,-14 0 4 0,14 0-45 16,0 0 14-16,0 0 12 0,0 0-11 0,0 0 17 15,0 0-28-15,-26-25 18 0,24 24-2 0,-1 0-21 16,1-1 35-16,-2 1-22 0,2-1 24 0,-1 1-2 16,1 1 24-16,0-1-17 0,-1 0-7 15,1-1 5-15,0 2 9 0,0 0-4 0,2 0 1 16,-2-2-18-16,0 2 2 0,2 0-5 0,-1 0-3 15,-1 0-4-15,2 0-2 0,0 0-12 16,0 0 2-16,3 2-2 0,-2 0 0 0,3-2-3 16,0 1-13-16,4 0 18 0,-2-1-6 15,16 1 3-15,-13-1-17 0,21 3 10 0,-14-3-3 16,8 0 4-16,-3 0 11 0,1 2-16 0,1-2 9 16,-12 0-22-16,8 0 4 0,-1 0 10 15,1 0-5-15,1 0-8 0,0 0-4 0,-3 0-9 16,-2 0-4-16,-2 0-21 0,-2 0 22 0,-2 0-26 15,-2 0 14-15,0 0-14 0,2-10-23 16,-5 10 8-16,-4-2-64 0,0-1-2 0,1 3-1 16,-2-2-8-16,-3 0 11 0,0 1 38 0,4 0-17 15,-4 1 18-15,-1-3-9 0,2 1 13 16,-1 1 23-16,1 0-9 0,-5-2 34 0</inkml:trace>
  <inkml:trace contextRef="#ctx0" brushRef="#br0" timeOffset="171482.553">2345 16677 1102 0,'-6'-2'7'0,"0"2"4"15,1-2 0-15,-2 2 17 0,2-3-2 16,-1 1 59-16,1 1-46 0,-1 1 49 0,4-1-26 15,-3 0-3-15,1 1 5 0,1 0-49 16,3 0-13-16,0 0 30 0,0 0-22 0,0 0 31 16,-14 9-22-16,12-5 10 0,2 3-12 0,0 0-19 15,2 12 21-15,-2-11 15 0,0 6-8 16,12 20 8-16,-7-12-12 0,-1-2 8 0,0 2 0 16,2-1-7-16,2-1 1 0,-3 0-8 15,0 1-5-15,1-2 23 0,1 0-12 0,-1-3-2 16,-1 2-21-16,-1-2 27 0,0-3-33 0,-4-3-1 15,5 7 25-15,-3-6-2 0,0 0 16 16,-2-3-41-16,1-2 27 0,0-1-8 0,-1 2-2 0,0-7-19 16,0 0 7-16,0 0-11 0,0 7-22 15,0-7-20-15,0 8 7 0,-11 1 5 0,7-6-12 16,1 0-23-16,-3-2 13 0,-9 6 9 16,6-2 18-16,-9 0 2 0,4 0 5 0,-2-3-4 15,0 3 4-15,1 0 4 0,3-2 0 16,1 1 2-16,0-3 61 0,4 1 2 0,-2-1 19 15,4-1-17-15,-1 1 29 0,3-1 1 0,-1 1-16 16,0-1-5-16,-1 2-5 0,3-2-2 0,-1 0 0 16,2 0-35-16,-1 0 20 0,2 0 7 15,0 0-2-15,8 0-22 0,-4-2 10 16,1 2 6-16,2-1 19 0,11-1-47 0,-12 2 21 16,21-8 7-16,-2 4-2 0,-3 1-12 0,1-2-1 15,-2 3 20-15,2-2-12 0,-2 3 6 0,4-1-31 16,-4-1-26-16,-1 1 1 0,3 2-14 15,-11 0 3-15,2 0-81 0,5 0-48 0,-4 0-76 16,2 0 19-16,14-10 18 0,-20 9 13 16,-2-3 13-16</inkml:trace>
  <inkml:trace contextRef="#ctx0" brushRef="#br0" timeOffset="171951.296">2628 17011 649 0,'-5'-7'242'0,"1"2"-24"0,-1-1 4 0,1 3-32 15,3 0-29-15,0-1-14 0,-1 2-24 0,1 1-16 16,0-2-16-16,-1 3-13 0,0 0-3 16,2 3-14-16,0 0-5 0,0 2-16 0,0 2-2 15,5 12 5-15,-5-11-8 0,0 6 1 0,11 21-1 16,-8-16-19-16,-1-1 12 0,4 0-5 16,-3 0 0-16,-1-6 1 0,0-2-3 0,-2 0-17 15,0-3 5-15,2-2 2 0,-1 1 15 0,-1-2-13 16,0-1 7-16,0-1 4 0,0 0-9 15,0-2-4-15,0-2 16 0,-1 0-22 0,1-1 2 16,-2-4 2-16,0-10-10 0,-2 0-8 0,4-3 3 16,0 0-9-16,0 11-2 0,0-8 20 15,0 2-9-15,12-19-3 0,-5 18-9 0,-1 2 7 16,1 1 8-16,1-3-1 0,3 6 0 0,1 3-3 16,-6 0 3-16,4 3 0 0,-1 3-22 15,-9 1 21-15,7 0-3 0,-1 0 1 0,6 0-11 16,14 16 15-16,-9-8-5 0,-2 2 1 15,-3 1-9-15,3 1 16 0,-2 1-5 0,1 3-2 16,0-3 18-16,-1-1 0 0,-2 4-1 0,1 1-6 16,-2 1 3-16,-1-2 9 0,0 1-2 0,0 0-7 15,1-2 7-15,-2-1-3 0,-4-2-10 16,-1-4 11-16,1 8-10 0,0-5 1 16,1-2 7-16,-1-2 1 0,-1 0-15 0,-1-2-42 15,-2 0-37-15,4-2 9 0,-4 0-165 0,1-2-152 16,-1 1 26-16,0-2-39 0,-2-3 28 15,0 0 8-15,1-2 53 0</inkml:trace>
  <inkml:trace contextRef="#ctx0" brushRef="#br0" timeOffset="172857.516">3850 16618 274 0,'0'0'212'16,"-15"0"-15"-16,-12-15-44 0,13 22-6 0,1 2-30 16,0 4 21-16,0-1-26 0,2 2-14 15,1 2 3-15,-2 0-11 0,5 0-11 0,4 2-12 16,-2 3-5-16,1-3-2 0,4-7-22 16,0 4-6-16,0 1 7 0,18 21 10 0,-9-17-1 15,2-1-14-15,5-2 16 0,0-3-10 0,4-2 16 16,1-2-7-16,2 0-4 0,3-3-13 0,-1-2-3 15,1-2-1-15,-3-3-9 0,-10 0 1 16,3 0-10-16,3 0 6 0,20-11-1 16,-23 7-4-16,-1-3 6 0,-4-1 10 0,-2 1-17 15,-4 0 8-15,-2 0 8 0,-3 7 16 0,0 0-18 16,0-8-4-16,0 8 6 0,-18-21 5 0,6 11-7 16,1 2-6-16,-6 1 19 0,-3-1-4 15,4 2 7-15,0 3-8 0,3-1 13 0,-2-1-19 16,6 2 8-16,2 2-9 0,3 0-8 15,-1 1 6-15,3-3-19 0,-2 3 8 0,3-2-12 16,1 2-5-16,0 0 7 0,0 0 7 16,23-17-4-16,-8 10-16 0,2-3 9 0,3 5-5 15,-1-3-10-15,0 0 12 0,1 2-7 16,-4 2 16-16,-2 0 0 0,-5 0-9 0,0 4-6 16,0-2 5-16,-4 1 1 0,0 0-1 0,-5 1-5 15,0 0 7-15,0 0-8 0,8 0 10 16,-8 0 8-16,9 0-15 0,2 14 13 0,1-4-17 15,-3 4 13-15,-1-2-3 0,-1 5 7 0,1-7-12 16,1 7 4-16,-7 0 4 0,5 2-6 16,-1 0 1-16,1 1 8 0,1-3-2 15,-5-3-3-15,3 3 1 0,-2-5-4 0,3 1 14 16,-5-1-15-16,1-5 13 0,1-2-2 16,-2 2-7-16,-1-5-4 0,2 4 16 0,-2-4-11 15,-1 3-3-15,2-4-10 0,-1 2-12 0,-1-3-26 16,0 0-28-16,0 0-28 0,0 0 11 15,2 4-210-15,-2-7-89 0,4 2 26 0,0-1 25 16,-1-1 20-16,1-2 11 0,1 3 2 16</inkml:trace>
  <inkml:trace contextRef="#ctx0" brushRef="#br0" timeOffset="173435.644">4484 16961 340 0,'1'-3'231'0,"3"0"-46"0,-1 0-48 0,3-1 3 15,-3 0 12-15,0 1-41 0,10-5-22 0,-3 4 3 16,-1 1-19-16,0-1-7 0,-1 3-5 0,1 0-4 16,-3 1 7-16,1-2-20 0,-1 2-12 0,-6 0 1 15,0 0-8-15,8 0-6 0,0 0-1 16,-8 0-2-16,15 13-6 0,-10-11 21 0,-3 2-11 15,1 0-32-15,-2 1 28 0,-1 0-24 16,2 2 30-16,-2-3-14 0,-2 2 20 0,2-6-7 16,0 0 5-16,0 7-19 0,0 0 4 0,0-7-3 15,0 8-18-15,0-8 26 0,-7 14-5 16,7-10-4-16,-3-1 4 0,2 1-10 0,1-3 7 16,0-1-6-16,0 0-15 0,0 0 6 15,0 0 10-15,0 0 3 0,0 0-25 0,0 0 28 16,13 13-2-16,-10-13-1 0,1 0-5 0,2 2-16 15,-3 0 24-15,5-2-14 0,0 3 11 0,-5-1-6 16,10 4-12-16,0-1 7 0,-4-1 24 16,4 5-19-16,-6-1 9 0,-1-1-15 15,3 5 19-15,-6-4-18 0,3 0-6 0,-2-2 12 16,-1 0 11-16,-2 0 4 0,1-1-2 0,0-1 22 16,-2 1 6-16,1 2 15 0,-1-7-1 0,0 0 10 15,0 5 4-15,-13 13 7 0,5-11 24 16,-2 5-26-16,-2-5-8 0,1-2 14 0,4-2-12 15,-2-1-12-15,0 1-2 0,0-2 11 0,3-1-17 16,-1 2 6-16,0-2-14 0,1 1-6 0,6-1 6 16,0 0-4-16,-10 0 0 0,10 0-34 15,-7 0-31-15,7 0-10 0,-9 0-32 0,3 0-47 16,6 0 11-16,0 0-140 0,-8 0-87 16,8 0 27-16,-9-5-109 0,9 2 27 0,2 0 46 15,1 2 49-15,0-2 13 0</inkml:trace>
  <inkml:trace contextRef="#ctx0" brushRef="#br0" timeOffset="173701.238">5020 17251 564 0,'2'3'271'0,"1"-1"-45"0,-1 3-11 0,0-3-27 16,-2 4-7-16,0 0-37 0,1 0-9 0,-1 0-9 15,0 2-18-15,3 11 2 0,-1-2-30 16,-2-8-3-16,0 3 0 0,0 3-17 0,0-1-42 16,0-1-67-16,0 4-32 0,0-3 10 0,-17 20-285 15,13-21-24-15,3 1 25 0,0-6 20 16,-3 0 59-16,-2-2 20 0</inkml:trace>
  <inkml:trace contextRef="#ctx0" brushRef="#br0" timeOffset="174685.583">5918 17098 304 0,'0'0'216'0,"0"0"-36"16,0 0-13-16,0 0-21 0,0 0-27 16,0 0 1-16,0 0 11 0,-9 21-36 0,9-20 24 15,0 2-18-15,-1-3 6 0,0 1-9 0,1 1 9 16,0-2-14-16,0 0-24 0,0 0 9 15,-1-2-8-15,-2-2-10 0,6 0-5 0,-2-4-1 16,4-9-5-16,1-3-18 0,2-1 7 0,-6 0-7 16,5-2-2-16,-1-2 2 0,-4 0-5 0,8 5-1 15,-5 2-8-15,1 5-1 0,-3-2 1 16,1 5-15-16,1 2 1 0,-4 2 9 0,1 4-5 16,-1-4 7-16,1 2-4 0,0 2-11 15,-2-1 6-15,0 3-5 0,3-3-4 0,0 3 13 16,-3-2-8-16,0 2-6 0,0 0 8 15,0 0 0-15,0 0-12 0,23 17 8 0,-14-6 1 16,2 3 0-16,-3-1-7 0,5 3 8 0,-3 0-1 16,7 4-4-16,-7-1 12 0,3 6-10 0,-4-5-12 15,0 1 3-15,1 0 19 0,0 1-18 16,-1-2 5-16,-3-3 11 0,2 0 1 0,1-1-7 16,-3 0 10-16,1-3-4 0,-2-4-8 15,1 3 4-15,-2-2-4 0,-1-6 3 0,2 3-16 16,-5-3 20-16,1 1 2 0,2-2-3 0,-3 1 6 15,2-1-10-15,0-1 2 0,-1 1 0 16,1-3-1-16,-2 3 4 0,2-2-1 0,0 1 5 16,-2-1 3-16,0 1-7 0,0-2-14 0,0 1 16 15,0 0 4-15,0 0-12 0,0-1-16 16,0-1-11-16,0-1-9 0,0 0-48 0,-2-1 8 16,0 1-77-16,0-2-51 0,-1-2-21 0,1 1-123 15,-2 1 25-15,-3-8 21 0,-1 0-32 0,0 4 4 16</inkml:trace>
  <inkml:trace contextRef="#ctx0" brushRef="#br0" timeOffset="175451.188">5998 17138 252 0,'-4'-1'194'0,"1"-1"-72"0,2 0 9 16,1 0 1-16,2-1-20 0,0 1 3 0,12-5-59 15,-1-1 25-15,2 1-11 0,7 0 5 16,-1 1-17-16,4-2-14 0,2-1-18 0,-1 2 5 16,4 0-2-16,-3 0-3 0,-1-1-32 0,4 4-1 15,-2-3-14-15,3-1-1 0,-5 1-27 16,1-3 5-16,1 3 23 0,-3-2-32 0,-2 3 2 16,-5-1-5-16,-3-3 0 0,0 2 20 15,-7 2 12-15,-2 1 4 0,-3-2 9 0,-1 3 27 16,-2-2-3-16,0 6 0 0,0 0 18 0,0-8-4 15,-11-11 26-15,2 7-7 0,-2 1 54 0,2 0-47 16,0 4 24-16,3-1 14 16,-6 1-18-16,4 0 17 0,2 3-8 0,0 1-7 15,0-1-15-15,2 2 13 0,1 1-18 0,1-1-13 16,0 1 8-16,-1-1-13 0,2 2-3 0,0 0-8 16,1 0 6-16,0 0-12 0,0 0 13 15,-3 12-15-15,3-7 10 0,3 2-14 0,0 9-1 16,-3-10 10-16,6 18-9 0,0-7-2 15,-2 0-8-15,6 1 3 0,-1-2-10 0,5 2 7 16,-4-3 9-16,3 1-13 0,-2-2 12 0,1 0-10 16,2-2 13-16,-1-2-33 0,2 0 18 15,1-3-10-15,-1 1 2 0,1-4-17 0,4 1 24 16,-7-5-13-16,-7 0 5 0,8 0-14 16,0 0 17-16,17-11-8 0,-17 5-17 0,1-3 15 15,-7-3 7-15,3-1 4 0,-7 4 12 0,0 1-6 16,-2-1-15-16,0-2 21 0,-2 2-14 15,0 0 31-15,0-1-10 0,-11-18 7 0,5 13 10 16,-3 0 9-16,3-1-7 0,-3 2 13 16,1 3-8-16,-2 1 18 0,6 0-14 0,-1 3 1 15,1 2 7-15,-2 0-14 0,1 1 5 0,1 0-9 16,3 1 0-16,-2 1-14 0,-1 1 15 16,4-2-17-16,0 1-9 0,-2 0 5 0,-1 2-5 15,2-3-2-15,1 3 9 0,0 0-4 16,0 0-8-16,0 0-1 0,-3 15-5 0,3-10 11 15,0-1-1-15,1 4-4 0,1-1 7 0,-2 3-15 16,0 2-2-16,9 19 13 0,-4-14-6 16,1-2 2-16,3 2-1 0,0-1-4 15,-1 0 15-15,-1-3-7 0,4 0-7 0,-1-1 2 16,1 1-8-16,1-2-21 0,-3-1-6 0,4 1-54 16,-1-2-9-16,1 0 10 0,3-2-104 0,-7-4-86 15,4-2 20-15,-3-1 21 0,5 0-110 0,2 0 24 16,22-16 15-16,-20 4 0 0</inkml:trace>
  <inkml:trace contextRef="#ctx0" brushRef="#br0" timeOffset="175794.928">7498 16641 237 0,'0'-3'296'16,"0"-1"-23"-16,0 1-43 0,0 1-24 0,0-3-28 16,0 5-31-16,0-4-13 0,2 3-10 0,-2 0-28 15,0 1-10-15,0 0-13 0,3 2 6 16,-1 2-6-16,-1-1-4 0,0 3-13 16,2-1-2-16,2 10-17 0,3 2 8 0,-6 1-7 15,3 0-7-15,0 3 11 0,0 0-5 0,-1-4-2 16,-1 4 0-16,0 1-1 0,0-2-4 15,-3-1-5-15,4 0 2 0,2-1-8 0,-2 3-11 16,1-2 10-16,-1-2-4 0,0 0 0 0,1-2 5 16,-2 2-1-16,2-1-22 0,-1-7-10 15,-2-1-38-15,3-1-33 0,-2 0-2 0,0-2-29 16,2 1 9-16,-3-6-147 0,3 1 19 0,-5-1 18 16,0 0 18-16,0 0 16 0,7 0 17 15,0-11-200-15,-3 6-3 0</inkml:trace>
  <inkml:trace contextRef="#ctx0" brushRef="#br0" timeOffset="176607.405">7383 16880 314 0,'-10'-3'266'0,"4"2"-71"0,-2-1-19 0,4 2 0 15,3-1-29-15,-2 2-28 0,6-2 6 16,-2 0-15-16,7 1-18 0,11-6-14 0,-2 4-18 15,3-3-19-15,3 2-6 0,-1-2-22 0,5-3 22 16,-3 3-32-16,-2-1 23 0,-2-2-9 16,3 2 9-16,-4 0-17 0,-3 0 28 0,-1 1-32 15,-6-2 10-15,0 4 0 0,-3-1 8 16,-2 0 0-16,0 0-2 0,-3 4 15 0,2-5 5 16,-3 2 13-16,2 0-14 0,-2 0 1 0,0 1-16 15,0 0 14-15,0-1-5 0,2 1-2 16,-2 1-14-16,0-1-4 0,0 1-3 0,0 1 3 15,0 0-11-15,0 0-11 0,0 0 8 16,0 0 11-16,7 11 2 0,1 0-13 0,-4 5 9 16,2 2-9-16,-2-3 7 0,0 2 7 0,0-1-22 15,2 1 7-15,-2 2 8 0,-2-3 6 16,0 0-11-16,2-3-11 0,-2-2 18 0,-1-1 1 16,1-3-7-16,-2-4-11 0,0 2-1 0,0 0 24 15,0-5-10-15,0 0-2 0,0 0-2 0,0 7 4 16,0-7 0-16,0 0-6 0,0 0 11 0,2 8-25 15,0-11 8-15,-1 1 1 0,-1-3-10 16,1 0 13-16,2 0-14 0,-2 2-6 16,-1-2 17-16,5-1 2 0,-4 5-22 0,-1-3 17 15,3 1 20-15,-1 1-25 0,1 1-11 0,0 1 25 16,0 0 8-16,1 1-29 0,0 2 29 16,2 0-15-16,5 4-5 0,-1 4 9 0,1-2-1 15,-3-1-14-15,4 3 26 0,-4-6-22 16,4 5 12-16,-3-4-11 0,2 3 19 0,-2-3-3 15,-5-1 9-15,4 1-12 0,-1-2-9 0,0 0 13 16,-2-3 5-16,-1 2-22 0,1-1 27 0,-1-2-5 16,0 0-27-16,-4 0 31 0,0 0-15 15,7 0 8-15,-7 0-15 0,8 0 2 0,2-14-5 16,0 3-18-16,-2 0 25 0,-4 1-18 16,-1 1 28-16,-2 1-28 0,-1 2 26 0,0 6-11 15,0 0-8-15,0-6 41 0,0 6-23 0,-12-14 10 16,7 11 5-16,-2 1-21 0,1 2 23 0,-1 2-9 15,0-2-14-15,-2 0 11 0,-6 11 0 0,7-5 1 16,4-3-16-16,-2 3 11 0,5-1 6 16,0 1-7-16,2-2 3 0,0 1 6 0,-1-5 0 15,19 13-23-15,-3-8 16 0,4-2 6 16,2-2 19-16,-1 1-21 0,3-2 2 0,-13 0 4 16,6 0-16-16,2 0 20 0,1 0-5 15,-2 0-2-15,19-12-7 0,-17 8 14 0,-6 1-11 16,-2 1 1-16,-3-2-25 0,0 1-10 0,-2 0-28 15,-1 0-35-15,-3-1 10 0,0 1-317 16,0 0 46-16,-3 0 8 0,-3 0 21 0,3 3-36 16,-9-3 14-16</inkml:trace>
  <inkml:trace contextRef="#ctx0" brushRef="#br0" timeOffset="178216.732">8887 16702 295 0,'-3'-3'270'0,"2"-1"-18"16,-4 3-44-16,2 0-30 0,3 0-22 0,-3 1-26 16,2 0-20-16,0 0-15 0,2 2 4 0,-1 3-16 15,3-2-13-15,-2 1-2 0,9 10-5 16,-2 0-9-16,2 2-13 0,-1-1 10 0,3 1-8 15,-1-3-4-15,-1 2-7 0,0-1 2 16,-1-1-11-16,1-2 6 0,-4-2-13 0,-1-3-8 16,1-2 11-16,-3 1-7 0,1 0-4 15,-3-2 20-15,2-1-11 0,-1 0 2 0,1-1-11 16,-3-1 10-16,0 0-12 0,0 0-22 16,0 0 7-16,4-13 4 0,-4 7 3 0,4-10 9 15,-4 2-7-15,3-1 6 0,-3 4 6 16,3 3-12-16,-3-2-5 0,2 3-3 0,0 2 6 15,-2-2-17-15,1 0 7 0,-1 3 2 0,4-1 14 16,-3-1 7-16,2 1-17 0,0 2-9 16,-1-3 17-16,2 4 4 0,2-1-14 0,-2 2 4 15,-1-1 3-15,4 1 4 0,-1 0-15 0,0 1-6 16,2-2 9-16,1 2-32 0,12-1 4 16,-5 1 20-16,-2 0-11 0,-1 0-13 0,-3 0-12 15,10-1 18-15,-11 1 8 0,1 0 0 0,1 0-16 16,-1 0 20-16,1 0 0 0,-4 0 6 15,-1 0-25-15,-6 0 45 0,17-10-28 0,-14 7 14 16,0 0 5-16,-1 1-40 0,-2-3 40 0,1 1-22 16,-1 1 25-16,-2-2 24 0,1 1-13 0,-2 2-11 15,0-2 10-15,1 1-10 0,-1 2 6 16,1 1-10-16,-3 0-19 0,2 0 31 16,-1 1-4-16,2 3-1 0,-3 0 10 0,1 11-33 15,-1-5 4-15,3 2-4 0,-2-4-4 16,3 1 37-16,1-9-3 0,0 12 4 0,0 1-32 15,14 15 8-15,-7-16 36 0,3-1-52 0,3 0 10 16,0-2 19-16,2-1 32 0,2-2-52 16,-2-3 43-16,5-1-37 0,1-1 29 0,-12-1-33 15,6 0 38-15,3 0-4 0,20-17-44 0,-18 7 18 16,-3 3 3-16,1-3-1 0,-4-2-32 16,2-2 6-16,-6 1-5 0,0-3 9 0,-1 3-12 15,-8-1 6-15,2 4 12 0,-3 1 2 16,0 1 34-16,0 8 12 0,0 0-2 0,0-7-2 15,0 7-22-15,-12-14-5 0,7 10 27 0,1 3-6 16,-1-2 1-16,0 3-17 0,-1 0 0 0,1 0-1 16,1 0-13-16,-1 3 2 0,5-3 0 0,0 0 1 15,-9 10 20-15,7-5 1 0,0 1-3 16,2 1 2-16,0-1-3 0,1 2-4 0,-1-1 0 16,10 19-19-16,-3-9 0 0,-2-3 6 15,5-2 9-15,-1 3-4 0,1-1 2 0,2 1-3 16,-2-7 27-16,4 3-21 0,-1-8 1 0,0 5-31 15,5-8 2-15,-3 1 4 0,2-1-25 16,-7 0 13-16,3 0 19 0,1 0-30 0,19-12-3 16,-14 2-9-16,-3 1 8 0,-1-6 9 15,-5 3 6-15,1-2 6 0,-3-1-5 0,-1 1 23 16,-4-1 5-16,-2-2 13 0,-1 3 16 0,0-3 9 16,0-4 11-16,-12-28-6 0,4 24 62 0,1-1-14 15,-1 2 33-15,-2 0-9 0,-2 2 31 16,3 0-7-16,-1 2 12 0,0 4-2 0,1 1-4 15,0 3-22-15,4 2-17 0,0 3-2 16,1 2-15-16,1 1-11 0,1-1-14 0,-1 4 6 16,3 1-7-16,0 0-12 0,0 0-4 0,-2 17-4 15,2 1 9-15,0-8-16 0,0 8 5 16,0 4-2-16,12 27-4 0,-5-23-11 0,-2 1 14 16,3 0-14-16,-2 2-6 0,5-5 2 15,0 1 7-15,-3-2 0 0,7 1-11 0,-4-4 1 16,3-1 2-16,-1 3-8 0,0-3 15 0,2-2-16 15,-1-4-2-15,1 0 8 0,-2-4-26 16,1-1 12-16,2-4 10 0,-6 0-18 0,-2-2-4 16,2-1 1-16,-10-1 1 0,8 0-7 0,3 0-3 15,13-13-5-15,-13 7 11 0,-5-2-7 16,4-2 17-16,-1-1-2 0,-5 2-6 0,1 0-3 16,-4 0 9-16,6-3 1 0,-5 4-12 0,-2 8 21 15,0-10-1-15,0 5-16 0,0 5 10 16,0-9 2-16,0 9-4 0,0-7 12 15,0 7-15-15,0-6 20 0,0 6-10 0,0 0 0 16,0 0 12-16,0-7-14 0,0 7 4 16,8-7-5-16,-7 9-4 0,0-2-6 0,2 2 14 15,-3 1-11-15,3 0 28 0,0 1-12 16,0 1-3-16,8 6-9 0,1-3 22 0,-3 2-12 16,0 0 8-16,4-3-12 0,-2 3 3 0,-2-3-5 15,0-3-10-15,-2-1-19 0,-1 0-13 0,3-2-54 16,-3 0 12-16,1-1 7 0,-7 0-210 15,9 0-89-15,10-12 25 0,-14 4 20 16,0 1 45-16</inkml:trace>
  <inkml:trace contextRef="#ctx0" brushRef="#br0" timeOffset="178388.606">10052 16588 454 0,'-2'-2'196'0,"-3"0"-19"0,2 1-36 16,2-3-61-16,2 1-20 0,2 1-9 0,2-1-100 16,5-6-80-16,-1 1-203 0,4-3 1 15</inkml:trace>
  <inkml:trace contextRef="#ctx0" brushRef="#br0" timeOffset="178591.74">9701 16624 360 0,'-1'0'263'0,"1"-2"-63"16,1-1-22-16,4 2-26 0,8-6-23 15,3-1-41-15,5 0 26 0,-2-1-34 0,4 1-8 16,1-1-14-16,1 3-7 0,-1-3-107 15,3 4-36-15,1 0-50 0,-6 1-177 0,1 0-13 16,-1 1 1-16</inkml:trace>
  <inkml:trace contextRef="#ctx0" brushRef="#br0" timeOffset="179310.453">10473 16707 413 0,'-13'5'234'0,"4"2"-49"0,-3 0-31 16,1 5-32-16,3-2-6 0,2 0-22 0,1-1-8 15,3 1-9-15,0 7-14 0,2-10 0 0,0 1 4 16,0 6-2-16,16 12-19 0,-6-11-7 15,5-3 5-15,0-1 0 0,5 0 7 0,-6-3-15 16,6-2-6-16,-2 0-15 0,0-3-4 0,3 0 32 16,-4-3-10-16,4 0-17 0,-12 0 2 15,7 0 21-15,20-9-9 0,-17 2-34 0,-1-2 24 16,-4 1-17-16,-1 0 15 0,0-6-11 16,-8 2 0-16,4-2-2 0,-5 3 14 0,-3 2-3 15,0-2 8-15,-1 2 6 0,0 9-6 16,0 0 6-16,0-9-9 0,0 2 12 0,-13-3-11 15,8 7-8-15,-9-3 5 0,5 3-11 0,0 3-4 16,1 0 1-16,0 0 7 0,5 0-8 16,3 0 6-16,0 0-22 0,0 0 3 0,-11 9 9 15,8-4 1-15,3 0-2 0,3 1 8 0,-1-2-14 16,7 10 25-16,3-2-15 0,0-2 8 16,4-3-6-16,-2-1 8 0,5 0-7 0,-1-4 2 15,2-1-5-15,-12-1 8 0,6 0-8 16,4 0-5-16,19-16 8 0,-19 8 9 0,-4-2-5 15,3 0-4-15,-6-2-5 0,3 0-6 0,-6 0 2 16,0 0 12-16,-5-3-11 0,0 3 0 0,-3 2 14 16,0 10 5-16,0-9-2 0,0-3 0 0,-15-8-8 15,3 11 0-15,6 6-10 0,-5-2 21 16,4 1-2-16,1 2-14 0,2 1-14 0,0 1 10 16,4 0-2-16,0 0-13 0,0 0 22 15,0 0-10-15,-5 10 0 0,7-5-17 0,2-3 11 16,5 9 4-16,5-2 7 0,0 2-6 0,1-2-4 15,-3-1 11-15,1 2-1 0,0-1 10 16,2 1-13-16,-2 0-2 0,1-3 17 0,-3 3-12 16,0 1-2-16,-4-3 4 0,2 2-6 0,-4-1-3 15,2-2 18-15,-5 0-14 0,0 0 8 16,-2 2-5-16,0-2-27 0,0 5-56 0,-17 17 9 16,0-13-229-16,-1 2-95 0,2-1 25 0,-3-4 25 15,-1 2 16-15,-3-2 27 0</inkml:trace>
  <inkml:trace contextRef="#ctx0" brushRef="#br0" timeOffset="181404.14">11975 16465 329 0,'-8'3'184'15,"6"-2"-10"-15,-3 2-27 0,2-2-22 0,1 3-7 16,-4-2-38-16,4 1 23 0,-2 1-9 0,1-1-17 15,0 2 6-15,0-1 4 0,-1 1-2 16,2 0-13-16,0 0-18 0,-3 9 16 0,1-4-12 16,2 0 0-16,-1-3 0 0,2 1-5 15,-3-1-21-15,4 0 11 0,-1 0 1 0,0-2-12 16,1 2 15-16,-3-2-29 0,3 2 16 0,0-7-31 16,0 0 15-16,0 10 4 0,0-3-17 0,0 0 28 15,0-1-16-15,0 1-12 0,15 12 3 16,-9-9 15-16,-1-4-19 0,4 5-11 15,-2-2 23-15,-2-4-16 0,1-1 9 0,-4 2-7 16,4-4 19-16,-2 1 0 0,1-2-19 0,0 2-1 16,-1-2 11-16,2 1 7 0,-3-2-10 0,5 2 1 15,-8-2-1-15,0 0 2 0,9 0-18 16,-3 0 18-16,9 0-6 0,-6 0-1 0,11-9-12 16,-13 5 8-16,-1 3 6 0,-3-1 5 0,3-1-12 15,-3 1 12-15,1-1-6 0,0 1 2 16,-1-1-22-16,-3-1 19 0,3 1 1 0,-3 1 0 15,3-1 13-15,-3 1-13 0,3-2 6 0,-3 0-11 16,2 0 0-16,-2 4 5 0,0 0-3 16,0 0-2-16,0-7 6 0,0 7-4 0,0-8-6 15,0 2 3-15,0 6 6 0,0-8-3 0,0 8 5 16,0-8-18-16,-11-4 3 0,8 7 10 16,0 1-3-16,1 0-8 0,-2 0 22 0,0 0-7 15,0 0 3-15,1 0-9 0,0 4 7 0,-1-3-11 16,2 1 2-16,-1-2-4 0,-1 1 14 15,1 1-1-15,-1-1-14 0,2 1 3 0,0 0-11 16,-1-1 12-16,2 1 11 0,-1 2-2 0,-1-3 5 16,1 2-13-16,0-2 9 0,0 2 2 15,0-2-12-15,-1 2 1 0,1-1-5 0,0 1 4 16,0 1-4-16,-2-2 9 0,4-1-22 0,-2 3 24 16,0 0 0-16,0 0-3 0,1-2-4 15,-1 0 4-15,2 1-2 0,-1 1 1 0,1-1-12 16,-1 1-5-16,-1-1 15 0,2-1-9 0,0 2 6 15,-1 0 10-15,1 0-15 0,-1-3 12 16,1 3 0-16,0 0 2 0,-1 0-20 0,1 0 28 16,0 0-16-16,0 0 1 0,0 0 3 15,-3 0 8-15,3-1-7 0,-4 1 2 0,4 0 18 16,0-1-10-16,0 1-10 0,0 0 18 0,0 0-15 16,0 0 11-16,0 0-1 0,0 0-10 15,0 0 8-15,0 0 0 0,0 0-13 0,0 0 12 16,0 0-6-16,0 0 1 0,-1 0-3 0,1 0-11 15,1 0 11-15,-1 0-2 0,0 0-12 0,0 0 11 16,0 0 8-16,0-2-5 0,0 4 6 16,0-2-9-16,0 0 2 0,-1 0-4 0,1 0 9 15,1 0-6-15,-1 0-5 0,0 0 8 16,0 1-21-16,0-1 18 0,0 1-2 0,0-1 8 16,0 0-5-16,0 3-6 0,4-1-7 0,-3-1 11 15,1 0 3-15,-2 2 0 0,0-3-14 16,0 2 8-16,1 0 1 0,1-1 1 0,-2 1 8 15,0-1-7-15,3 1-3 0,-2-1 2 16,-1 0 0-16,3 1 1 0,-3-1 4 0,2 0-13 16,-2 1 14-16,0-1-1 0,2-1-7 0,-1 3 0 15,-1-3 9-15,1 1-2 0,-1-1-9 0,0 0 6 16,0 0 4-16,0 0 1 0,2 0-4 16,-1 3-1-16,-1-3 5 0,0 0-4 0,1 0-3 15,-1 0-2-15,2 0 3 0,-2-2-16 0,0 2 20 16,0 0-7-16,0 0-4 0,0 0-11 15,0 0 18-15,1 0-9 0,0 0 18 0,-1 0-11 16,0 0-12-16,2 0 0 0,-4 0 9 0,2-1-8 16,-1 1 10-16,2-1-6 0,-1 1 6 15,0 1-10-15,2-1 11 0,-2-1-10 0,0 1 3 16,0 0 7-16,0 0-21 0,0 0 13 16,0-3 5-16,0 3-4 0,0 0-16 0,0 0 10 15,0 0 10-15,0 0 11 0,0 0-18 0,0 0 10 16,0 0 0-16,0 3-9 0,0-3 3 15,2 0 13-15,-2 0-18 0,1 0 9 16,-1 0-16-16,1 0 10 0,-1 0 10 0,1 1 0 16,2 2-5-16,-3-2 14 0,3 2-15 0,0-1 17 15,0 2-12-15,0-3 7 0,1 1-18 0,0 3 3 16,0-1 16-16,8 3-7 0,0 2-7 16,2-2 16-16,-5-1-15 0,4 3-4 0,0-1 3 15,3-1 6-15,-5-1 5 0,2 1 3 16,2 0-7-16,-2 0 7 0,1 1-3 0,-1-3 6 15,0-1-12-15,3-1 8 0,1 1-27 0,4-4 10 16,-12 0 16-16,7 0-15 0,2 0 12 16,18-14-16-16,-16 8-21 0,-2 0 11 0,1-6-28 15,-3 5 20-15,-2-3 20 0,-1 0-38 16,-4 0 25-16,1-3 3 0,-3 0-45 0,-5 1 39 16,-1 0 0-16,0 1-21 0,-1 2 46 0,0-2-43 15,-11-15 31-15,7 11 20 0,-4 1-25 16,-3 2 3-16,-1-2 23 0,-5 5-7 0,5 1 34 15,-2-1-19-15,-1 4 2 0,3 1 0 0,-2-3-10 16,4 6 19-16,-1 1-20 0,11 0 6 16,-7 0 0-16,0 0-16 0,7 0 5 0,-6 0 11 15,-4 10-40-15,7-6 34 0,0-1-32 0,3 3 14 16,2-1 30-16,0 1-12 0,3 8-4 0,3-1-33 16,1 2 31-16,-1-1 26 0,4-1-26 15,-1 0 16-15,2-3-19 0,0 2-12 0,2 0 17 16,-1-4-7-16,4 3 16 0,-2-1-5 15,-2 0-28-15,2 1 17 0,-1 1 19 0,0-2-6 16,-1 1-7-16,2-2 20 0,-5 0-18 0,4-1 11 16,0 2-10-16,-2-4 7 0,2 1-38 15,0-4 23-15,-3-3-15 0,0 0 36 0,0 0-20 16,0 0 0-16,3 0-20 0,11-14 7 16,-11 6-18-16,0-1 12 0,-6-1 5 0,0-1 3 15,-1-3 11-15,-1 0-20 0,-3 2 5 0,-3 0 18 16,-1 2-4-16,0 10 15 0,0-14 14 15,0 0-7-15,-16-12 10 0,7 15 9 0,0 0-29 16,-1 6 29-16,2 2-11 0,0 1-5 16,0 2-1-16,-3 0-1 0,-6 10-12 0,9-4-14 15,0 4 22-15,0 2 0 0,2 1-14 0,3-2 4 16,3-11 8-16,0 11-1 0,13 14 7 16,-3-12 7-16,7-1-18 0,1-2 13 0,4-2-2 15,2-1-1-15,1-3-5 0,3-1 5 16,2-1 0-16,0-2-12 0,0 0 3 0,-17 0 1 15,8 0 7-15,2 0-3 0,2 0-6 0,-3 0 1 16,20-10-2-16,-24 8 5 0,-3 0-5 16,-2 0-20-16,-6 1-41 0,0-2-14 0,0 3 7 15,-5 0-119-15,-2 0-204 0,0 0 25 16,0 3 5-16,-3-3 9 0,-3 0 70 0</inkml:trace>
  <inkml:trace contextRef="#ctx0" brushRef="#br0" timeOffset="182482.235">13829 16394 277 0,'-2'-1'220'0,"-1"2"-28"16,2 0-6-16,-1 1-40 0,-2 1-23 15,2 1-20-15,1 0 3 0,-1 1 3 0,-1 1-34 16,1 1-5-16,2 0-3 0,0 10-6 0,0-10-17 15,0 3 4-15,0 2-4 0,0 3-8 16,12 8 5-16,-7-15-10 0,3 3 13 0,-1-4-8 16,-1-1-13-16,4-1 18 0,-3-4-17 0,-2 2-11 15,3-3-6-15,-2 0 19 0,-6 0-6 16,0 0 2-16,9 0-11 0,2-9 2 0,-7 3-19 16,5-7 20-16,-6 3-12 0,-2-1 15 0,0 4-10 15,-1 7 13-15,0-8-16 0,0 1 21 16,0 0-3-16,-18-8-5 0,11 8 7 0,-4-2-8 15,1 5 4-15,3 0-16 0,-1-1 13 0,3 3-9 16,0 1 12-16,2-1-20 0,-3 0 3 16,3 1-2-16,1 1-5 0,-1 0-10 0,1 0-1 15,2 0 17-15,0 0-6 0,2 3 2 0,1-1-18 16,2-1 16-16,4 1-22 0,9 0 11 16,-7-2 15-16,4 0-24 0,7 0-1 0,-3 0-25 15,26-14 2-15,-23 9 36 0,-3 0-8 16,0-3 18-16,-2 2 8 0,-1-4-24 0,-4 0 15 15,1 0 6-15,-6-1-13 0,-1-2-21 0,-4 3 22 16,-1-2-3-16,-1-7 24 0,0 7 18 0,0 12-3 16,0-12 4-16,0 4 11 0,0-1 7 15,0 1-1-15,-10-4 13 0,10 8 4 0,-3 0-10 16,3 0 11-16,-1 0-13 0,0 1-3 16,1 0-19-16,0 1-6 0,-1 0-3 0,1 0-3 15,0 4 6-15,0 0-2 0,1 3-13 0,4 10 1 16,-2 2 8-16,3 5-5 0,-3 3-8 15,4 2 4-15,1 1 5 0,-3 0-8 0,4 4 0 16,1-1 1-16,-1 3 1 0,0 2 18 0,3-2-10 16,-6 2-6-16,6 1-2 0,0-1 11 15,-1 0-13-15,0-2 0 0,3 1 0 0,-1-2 9 16,1-3-3-16,0-2-5 0,1 0-3 0,-6-4-17 16,3-3 4-16,6-1-9 0,-4 1-5 15,1-4-1-15,-2-8-19 0,3 3-7 0,-3-9 1 16,-13-3-4-16,9 0-15 0,13-13 5 15,-13 0 23-15,-4-1-26 0,-2 2 30 0,-2-6 2 16,0-2 17-16,-1 11 7 0,-12-18-1 0,1 10 22 16,-4 0-5-16,-2 1-3 0,-1 1 9 0,-2 3 15 15,-2 0-6-15,-2 0-9 0,1 4 8 16,-4 0 6-16,6 0 4 0,-1 2-4 0,5-1 5 16,-1 2 14-16,5 2-16 0,3-3 3 15,5 3-7-15,1-2-8 0,4 0 2 0,0 5-13 16,15-19 2-16,0 2-16 0,5 0-23 0,3 0-35 15,3 0-18-15,4-2-40 0,6 0 12 16,2 0-228-16,-2 2 25 0,1-1-75 0,3 2 27 16,-8 1 70-16,-4 3 12 0</inkml:trace>
  <inkml:trace contextRef="#ctx0" brushRef="#br0" timeOffset="183857.2">15295 16709 563 0,'-3'2'143'0,"1"1"-43"16,2-2-9-16,0-1 7 0,4 1-9 0,-1-1-7 16,2 0-37-16,0-1 15 0,-2 1-13 0,5-3-15 15,-3 0 17-15,0 0-21 0,0 1 11 16,5-9 11-16,-5 4-2 0,-3 0-21 0,-2-2-25 16,0 9 22-16,0-9 17 0,0-1-15 0,-16-14-3 15,5 12-15-15,-2 0 51 0,0 2-31 16,0 3 12-16,1-1 1 0,-1 4-25 0,-3-1 15 15,3 2-2-15,2 3-3 0,2 0-9 16,9 0 11-16,-7 0-5 0,7 0-23 0,-16 10 20 16,14-5-3-16,-3 9-4 0,2-2-16 0,2 0 39 15,1-4-28-15,0 6 10 0,16 13-8 16,-8-13 4-16,7 3-2 0,0-5-18 0,5 0 5 16,-1-2 17-16,4 0-13 0,1-1 8 0,-1-3 0 15,-2-2-6-15,3-1-10 0,-3-3 17 16,-14 0-19-16,7 0 8 0,0 0-12 0,20-10 9 15,-22 0 6-15,3 1-29 0,-6 6 20 0,2-8 8 16,-2 0 3-16,-3 2-1 0,0 2 7 0,-2 2 7 16,0 1-13-16,0 1 11 0,-3 1-1 15,2-1 12-15,-2 0-16 0,1 2 7 0,2 0-12 16,-3 1 1-16,-1 0-14 0,0 0 4 16,0 0 17-16,0 0-13 0,15 12 3 0,-3-3-17 15,-2 1 2-15,3-2-23 0,-2-1 22 0,2 4 4 16,-3-7 2-16,-2 0-5 0,2-1-15 15,-4-2-15-15,0 2 36 0,-1 0-13 0,-5-3-1 16,0 0 6-16,6 0-25 0,-6 0 13 0,17-12 18 16,-14 10-10-16,1-2 13 0,4-6-12 15,3 1 12-15,-3 2-14 0,-4 0 17 0,1 3-4 16,-1-1 2-16,0 3-7 0,-1-2 16 0,0 0-7 16,2 1-3-16,-1 2 11 0,0 0-4 15,0-2-19-15,2 1-6 0,-2 1-23 0,4 1 29 16,-3-1-20-16,2-2-10 0,11 1 4 0,-7-1 3 15,0-1 24-15,-3 1 1 0,-2-1 0 16,-1-2-10-16,-1 3 11 0,0-1 0 0,0 1-17 16,-4-2 5-16,0-2 0 0,2 3 2 15,0-3 33-15,-2 2 10 0,0 5 17 16,0 0-14-16,0-8-2 0,0 8-31 0,-15-14 16 16,10 11 15-16,2 2-10 0,-3 0-9 15,3 2-9-15,-4 0 14 0,1 2 17 0,2-1-44 16,0 1 26-16,2 2-4 0,-1-1 6 0,0 0-31 15,3 1 12-15,3 1 11 0,0-1-8 16,-1-2-16-16,2 1 20 0,0-2 15 0,11 5-11 16,-5-2-2-16,2-3-9 0,5 1-3 0,-7-3 2 15,5 3 0-15,-15-3 0 0,10 0 2 0,0 0 1 16,-1 0 1-16,6 0 8 0,-1 0-12 16,-2 0 11-16,0 0 0 0,-2 0 0 0,-1 0 0 15,0 0 0-15,-1 0-2 0,11 8-10 16,-5 1-3-16,-1-2 49 0,-1 2-29 0,-3 1 0 15,2 0-25-15,-5 0 40 0,-1-3-30 0,2 3 27 16,-2-1-35-16,-2-2 29 0,0-2-19 16,-2 0 42-16,3 0-28 0,-4-5 19 0,0 0 22 15,0 0 23-15,0 0-16 0,0 0 6 16,0 0-2-16,3 10-10 0,-5-12-5 0,1 0-18 16,1-2 0-16,0-3-1 0,0 2-5 0,3-13-29 15,-3 10-8-15,7-18 30 0,-1 8-26 16,-4 4 15-16,7 0 1 0,-3 0-1 0,1 1 11 15,3 4 7-15,-1 0-16 0,0 2 0 0,-1 3 4 16,1-1-6-16,-3 5-1 0,0 0-21 16,-6 0 13-16,0 0 10 0,25 9 16 0,-14-1-35 15,1 1 9-15,-2 5 14 0,-2-2 12 0,2 4-8 16,0 3 23-16,-2-4-4 0,2 3-21 0,-6 2 14 16,1-1 4-16,2 1-3 0,-5-6 15 15,2 4-22-15,-2-7 6 0,-1-2-24 0,3 6 17 16,-2-5 3-16,-1-3-11 0,3 1-14 15,-4-1-18-15,1-2-59 0,0-1 8 0,-1-4 7 16,0 0-344-16,0 0 24 0,0 0 25 0,-13 4 13 16,10-7 83-16</inkml:trace>
  <inkml:trace contextRef="#ctx0" brushRef="#br0" timeOffset="184747.796">17367 16508 288 0,'-14'-9'168'0,"-1"4"29"0,-2-2-54 0,1 2-39 0,-1 2 14 16,6 1-21-16,-8 1 6 0,13 1-6 16,-6 0-7-16,2 0-7 0,-3 0 1 0,-14 15-42 15,13-7 14-15,3 2-3 0,2 1-33 16,-1 2 12-16,9-2 7 0,-1-1-30 0,2-2 33 16,0-1-5-16,0 3-6 0,18 10-6 0,-8-8-12 15,6-4-5-15,0-1 7 0,6-4 5 16,1-1 0-16,-11-2-9 0,4 0 20 15,3 0-24-15,26-19-11 0,-27 11-7 0,-2-1 27 16,-2-3-7-16,-3-5-13 0,-2 3 25 0,-4-3 3 16,-2-5-7-16,-3 0-3 0,0 10 25 15,0-6 3-15,-12-27-1 0,2 19 17 0,2 1 0 16,-1 1 9-16,-1 0 1 0,-3 2 3 16,2 1 1-16,-2 4 10 0,0 1-34 0,4 2 6 15,-4 3 3-15,6 3-5 0,1 3 4 0,2 0-33 16,2 1 10-16,-2 1-1 0,2 3-16 0,2 0-1 15,0 0 3-15,0 0-7 0,-3 15 17 16,6 4-16-16,-3-7 1 0,0 6 11 0,12 29-12 16,-6-22-3-16,4 1 4 0,3 1-22 15,-2 2 6-15,4 0 6 0,0-2-13 0,1-1-7 16,2-1 5-16,2-4-13 0,1-1 2 0,2-1-17 16,0-3-12-16,0-2-23 0,0-3 9 15,4-2-36-15,0-6-1 0,-3 0 2 0,-2-3-7 16,2 1 9-16,-15-1-20 0,16-13 18 15,-13 5-17-15,-1-6 13 0,-5-1 23 0,-3 1 23 16,-2-1 4-16,1 4-12 0,-2 0 5 0,0 11 65 16,0-12 7-16,0 3 14 0,-13-11-11 15,7 15 15-15,2-1-31 0,-2 3 5 0,0 2 6 16,3-1 9-16,-1 4-13 0,-1-1 14 16,1 1-29-16,2 2 10 0,0 1 30 0,2 1-6 15,0-1-8-15,1 2-39 0,6 7 31 0,3 1-8 16,-1 1 0-16,6-6-1 0,-1-2-1 15,5-4 2-15,-2 1-43 0,4-2-36 0,-10-3 21 16,7 0-45-16,19-11 14 0,-14 7-12 0,1-3 0 16,-4-1 16-16,1-3 18 0,-5-1-4 15</inkml:trace>
  <inkml:trace contextRef="#ctx0" brushRef="#br0" timeOffset="185810.269">17980 16476 1048 0,'4'-11'39'0,"0"1"0"0,-5 3 49 0,0 0-16 16,-2 2-3-16,0 0-13 0,0 1-29 15,-1 1 30-15,-2 2-8 0,-1 1-31 0,3 0 44 16,-2 3-22-16,-4-3-7 0,-6 12-23 0,8-5 12 15,-4 3 0-15,4 2-3 0,4-2-33 16,2 0 18-16,2-10-28 0,0 7 23 0,0 2-1 16,13 12-1-16,-8-12-27 0,1-5-12 0,-1 2 2 15,0-4 6-15,-2 0 2 0,0 0 3 0,2-2 4 16,-3-2 1-16,1 0 76 0,-3 2-17 16,0 0 25-16,0 0 13 0,10 0 24 0,-1-8 4 15,-8 7 1-15,-1 0-23 0,5-1-2 16,-3 1-9-16,0 1-5 0,-2 0-2 0,0 0-23 15,0 0 0-15,0 0-19 0,20 20 9 16,-12-9-3-16,1 5 2 0,1 0-3 0,-2 1-3 16,5 4-2-16,-7-1 1 0,6 2 6 0,-5 0-14 15,2 1 13-15,0 2-6 0,-4-3-4 16,1 2-4-16,-3 1 6 0,-2-3 6 0,1 4-7 16,-2-16 1-16,0 8 13 0,-13 22-2 0,7-16-16 15,-3-3 9-15,-3-1 5 0,-1-1-3 16,2-2-8-16,-2-2-6 0,0-5 7 0,1 1 5 15,-2-6 5-15,3 0-15 0,4-5-3 0,-2 0 10 16,9 0-19-16,-18-12 9 0,6 0-9 16,3-7-4-16,2 2-2 0,-1-3-8 0,4-2 6 15,4 0-8-15,0 8 9 0,0-3 10 16,14-24-16-16,-5 16 10 0,0 3-12 0,3-1-6 16,2 4 0-16,0 1-13 0,1 0 8 15,2 0-3-15,1-2-4 0,1 4-4 0,0-1-15 16,3 0 15-16,-2 0 1 0,-2 2-6 0,4 1-6 15,-2 0 21-15,1-1-3 0,-2-1 1 16,-4 3-6-16,-2 1 27 0,-3 0 10 0,-3-1-17 16,-1 4 7-16,-5 0 37 0,0 2-8 0,-1 7-10 15,0-8 5-15,0 3 2 0,-17-12-16 0,5 8 5 16,3 5 8-16,3 1 2 0,-10-1-7 16,5 2 0-16,11 2-5 0,-9 0 6 0,1 0 8 15,-15 13-17-15,12-5-1 0,3 1-8 16,3 0 6-16,-1 4-2 0,3-3 6 0,3 1-8 15,0-11-4-15,0 12 10 0,14 14 7 0,-4-13-14 16,3-1 1-16,5-1 14 0,0-3 1 16,2 0 0-16,2-6-19 0,-1 1-10 0,2-1 5 15,-11-2 9-15,6 0-34 0,4 0 5 16,20-15 5-16,-21 7-2 0,-4 1-8 0,0-2 33 16,-2-4-12-16,-3 2 12 0,1 1-32 0,-6-4 22 15,0 1 11-15,-2-1 18 0,-4 4-3 0,-1 0 7 16,0 10-6-16,0-12 4 0,0 1-16 0,-19-9 9 15,9 11 8-15,1-1-10 0,1 4-9 16,-1 5 7-16,1 1 9 0,2 0-2 16,6 0-6-16,0 0-12 0,-6 0 8 0,-6 9-4 15,11-6 19-15,0 4-26 0,-1 0 16 0,4-2-2 16,-2 5-6-16,10 10 3 0,-6-9-1 16,6 4 1-16,0-1 1 0,3-4-18 0,0 0 26 15,1-1-1-15,-1-1-7 0,-2-4 7 16,-2-2 2-16,4 1-18 0,7-3 24 0,-15 0-20 15,4 0-26-15,4 0 14 0,17-12 0 0,-12 3 6 16,-3 1-26-16,-4-2 22 0,2 0-17 0,-4-1 30 16,-1-1-27-16,-6 4 33 0,0 1-18 15,-1-4 15-15,-1 11-2 0,0-7-4 0,0 0 14 16,0 1-2-16,0 6-20 0,-12-15 1 0,8 11 8 16,-2 2 20-16,-1-1-5 0,4 2 5 15,-1 1-7-15,0 0-14 0,0 3 12 0,2-1-6 16,-1 1 5-16,3 2 2 0,3 0-1 0,-2-1-21 15,0 3 29-15,6 6-16 0,0-2-5 16,4 1 11-16,-1-1-10 0,0 1 10 0,8-5 0 16,-4 2-13-16,4-3 15 0,1 1-19 15,2-4 9-15,2 3 3 0,-2-3 11 0,2-1 6 16,-2-2-51-16,0 0 8 0,-12 0-19 0,7 0-25 16,-3 0 5-16,-1 0-108 0,0 0-66 15,-2 0-111-15,1 0 18 0,-3 0 4 0,-3 0-2 16</inkml:trace>
  <inkml:trace contextRef="#ctx0" brushRef="#br0" timeOffset="185997.76">19256 16617 509 0,'0'5'283'16,"0"0"-38"-16,-2 9-25 0,-4 3-42 0,3-5-18 15,0-3-25-15,-2 6-6 0,0 3-31 16,-2 1-74-16,2-1 0 0,-6 2-247 16,2 1-141-16,-6-2 54 0,1-4-30 0,-4 3 55 15</inkml:trace>
  <inkml:trace contextRef="#ctx0" brushRef="#br0" timeOffset="187060.232">19794 16536 326 0,'-7'4'276'0,"2"-4"-44"16,1 3-24-16,1-3-18 0,1 1-17 15,-1-2-35-15,3-2-7 0,1 0-15 0,1 1-5 16,4-10-26-16,2 0-6 0,2-4-7 0,-1 3 0 15,0-4-21-15,1 1 4 0,-1-2-8 0,-1 3-4 16,-4-3-5-16,-1 3 5 0,0 2 1 16,-3 1-13-16,1 3 4 0,-1 9 0 0,0-8-6 15,0 1-9-15,0 2-5 0,0 5 16 16,0-9-10-16,-11-3-13 0,9 8 7 0,0 0-1 16,1 1-3-16,1 1 2 0,-2-2-13 0,2 3 8 15,0 1-8-15,0 0 8 0,3 0-15 16,1 3 7-16,0 1-15 0,6 7 20 0,1 0-6 15,0 6-9-15,2-1 20 0,2 2-10 0,-3-1-3 16,2 5 4-16,-2-2 0 0,1 1 6 16,-3 1-23-16,2-3 21 0,-3 3-6 0,1-2 0 15,0 1 9-15,-4-5-8 0,1 0 1 16,-1 1-9-16,-3-5 9 0,-1-3-5 0,3 0 0 16,-3-2 13-16,0-3-26 0,-2 0 7 0,1 0 1 15,-1 0 14-15,0-4-1 0,0 0-6 0,0 0-7 16,0 0 2-16,-8 3-4 0,5-4-1 15,2-3 0-15,-3-2-9 0,4 2-13 0,-5-14-1 16,5-4-10-16,0 11 8 0,0-6-7 16,10-22-12-16,-2 15 19 0,-1 0 8 15,5 3 1-15,-2 0-13 0,-2 2 28 0,2 3-3 16,0 1-5-16,0 3-3 0,-1-1 10 0,-2 5 4 16,-3 0-2-16,-1 4-2 0,2 0-7 15,-2 1 12-15,1 2 11 0,-2 1-7 0,2 0-12 16,-4 0 15-16,0 0-3 0,0 0 1 0,14 14-3 15,-6-2 9-15,0 1-7 0,1 2-8 0,-2 1 18 16,5-1-4-16,-3-1 11 0,1-2-16 16,1 0-24-16,0-2 37 0,-1 0-19 0,-1-3 33 15,1-3 0-15,5 0-38 0,-4 0 21 0,-2-2 10 16,-2-2-8-16,0 0-6 0,-7 0-22 16,0 0 24-16,6 0 18 0,-6 0 10 0,15-14-2 15,-7 3-37-15,-3 1 23 0,-3-1-11 0,-2 11 11 16,0-9-3-16,0-5 16 0,-11-16 9 15,2 15-7-15,-1 1-12 0,2 1 14 16,-4 2-2-16,1 1-3 0,-2 3-13 0,1-1 4 16,0 6 6-16,3-1-1 0,0 0-26 0,2 2 7 15,2 1-6-15,1 0-17 0,-1 0-26 16,5 0-27-16,0 0-7 0,0 0 7 0,-12 9-70 16,12-3-12-16,0-2-46 0,3 0-153 15,-1 0 25-15,2 0-43 0,9 4 2 0</inkml:trace>
  <inkml:trace contextRef="#ctx0" brushRef="#br0" timeOffset="187560.218">20912 16023 340 0,'2'-4'296'0,"-2"1"-40"16,0 2-44-16,0 1-36 0,0 0-6 16,-2 2-12-16,2 4-9 0,0 0-15 0,0 2-34 15,0 13-5-15,0-9-18 0,0 5 6 16,0 7-8-16,12 27-16 0,-6-19 6 0,0-6-15 16,-2 2-7-16,3 2-3 0,0-1-3 0,-2-2-5 15,1-5-6-15,1-1 7 0,0-3-1 16,1-2-18-16,-4-7 9 0,1 2-12 0,-1-4 11 15,0-4-6-15,2-1-2 0,-3 0-4 16,4-2-12-16,-7 0-3 0,12 0-19 0,16-17 15 16,-12 9-22-16,0 1 9 0,2-1 1 15,-4 3 1-15,2-1-3 0,0 2-4 0,-6 1-21 16,4 3 18-16,-14 0 4 0,13 0 1 0,13 11 9 16,-15-3 10-16,-2-2-13 0,0 2-23 0,1 0 16 15,-5-2 10-15,2 1 5 0,-4-1 2 16,0 0-5-16,-2 2 25 0,1-2-11 0,0-1 21 15,-2-5-22-15,0 0 21 0,0 8 3 0,-11 13-5 16,-1-11 11-16,-3 1-22 0,2-5 19 16,-1 2-25-16,-2-2 16 0,-3-1-10 0,1-3 7 15,4-2-7-15,14 0-7 0,-9 0-17 16,0 0-37-16,1 0 6 0,-4-9-121 0,3-3-83 16,3 1 21-16,6-2 17 0,0 3-138 15,0-5 44-15,17-25-17 0,-5 20 14 0</inkml:trace>
  <inkml:trace contextRef="#ctx0" brushRef="#br0" timeOffset="188575.808">21454 16356 356 0,'-5'19'218'0,"-2"-4"-4"0,1 1-31 0,-1 1-14 16,7-4-55-16,-2 3 13 0,1-3-34 0,-1-4 17 15,2-9-21-15,0 12 4 0,19 11-28 0,-8-14-12 16,3 0-11-16,-3-3-11 0,0-2-16 16,2 2 0-16,-2-5 14 0,-11-1-19 0,8 0 10 15,-1 0-12-15,-7 0-3 0,18-12-22 0,-15 7 30 16,-1-2-5-16,-2 1-3 0,0 0-10 16,0-14 12-16,0 11 8 0,0-5 0 0,-15-17 3 15,7 16-1-15,-3 0 11 0,-1 1-2 16,-3-1-9-16,5 1 3 0,-2 4 14 0,-1 0-3 15,3 1-1-15,0 4 6 0,3 1-14 0,2 0 2 16,1 2-12-16,3 0 0 0,-1-1 14 16,2 3-2-16,0 0-14 0,0 0 2 0,0 0-13 15,16-1-7-15,-8 1-1 0,11 1-6 16,-8-1-10-16,5 0 2 0,3 0 3 0,0 0-25 16,21-14-1-16,-20 9-3 0,-2 0 16 15,0 1-4-15,-1-1 14 0,-6-1-4 0,-2-4 12 16,0 2 9-16,1-2-39 0,-3 2 46 0,-6 0 0 15,4-1-34-15,-4 0 20 0,-1 2 27 16,0-1 34-16,0-2 3 0,0-1-11 0,-10-9-10 16,6 12 32-16,-3-6-7 0,2 5-10 0,-2 1 15 15,3-1-9-15,0 4 11 0,1 1-2 0,0 0-15 16,1 0 2-16,-1 1-5 0,2 0-13 16,-2 2-10-16,1 1 2 0,2 0 4 0,0 0-9 15,0 0-2-15,-6 14 4 0,8-7-3 16,-1 8 2-16,-1-6-8 0,9 20 3 0,1-12 1 15,-1 3 8-15,1 1-17 0,6 0 7 0,-2-3-14 16,1-1-13-16,3 0-23 0,1-2-4 0,2 0-29 16,-1-2-6-16,1 0-21 0,-4-4 17 15,0-1 8-15,2-2 9 0,-8-5 4 0,-11-1-7 16,9 0 7-16,1 0 5 0,1-12 4 16,-2 0 17-16,-1-3 5 0,-5-2 1 0,0-2-12 15,-3-4 14-15,0 1-4 0,0-1 31 0,0 11 2 16,0-6 14-16,0-2 12 0,0-1 14 15,0 3 11-15,0 0 1 0,0 4 1 0,0 1-2 16,0 4 9-16,0 0-6 0,0 2-12 16,0 7-21-16,0-8 10 0,0 8 0 0,0-5-11 15,0 5-11-15,-3-4 10 0,6 9-13 0,0-1 9 16,-1 3-11-16,5 12 11 0,-2 2-6 16,2 2 12-16,1-1-7 0,-3 3-3 0,0 0-11 15,2 2 10-15,-2-2-9 0,-2 0 2 16,0-2 0-16,1-3 1 0,-1 1 0 0,1-1-12 15,-2-8 14-15,-1 0-3 0,1-4-4 0,-2-1 14 16,0-2-11-16,0 1 9 0,0-3-4 16,0-1 11-16,0 1-5 0,1-3-2 0,-1 0-6 15,0 0-5-15,0 0-22 0,6-15 9 0,-6 9-7 16,5-10 2-16,0 1 2 0,3 1-4 16,-4 0 9-16,4 2-11 0,-3 2 11 0,-1 3-4 15,-1-1 17-15,1 3-2 0,0 1-21 16,0 0 14-16,2 1-7 0,-2 1 2 0,1-1-8 15,0 3 18-15,1 0-10 0,-2 0-4 0,-4 0 10 16,0 0-15-16,8 0 22 0,14 19-16 16,-12-7 9-16,-1-2 14 0,-1 5-3 0,-2 1-3 15,2 1 11-15,-2 0-16 0,-2 0 5 0,3-2 2 16,-5 2 1-16,7-4-7 0,-8-1-2 16,-1-12-2-16,0 8-17 0,0-1-26 0,0-1-36 15,0-6 7-15,0 7-53 0,0-7-62 16,0 0-110-16,0 7-40 0,-4-8 10 0,1-3-2 15,-1 0 12-15</inkml:trace>
  <inkml:trace contextRef="#ctx0" brushRef="#br0" timeOffset="188903.928">21550 16196 244 0,'2'-1'172'16,"-1"0"-28"-16,3-2-23 0,3 0-34 0,7-4-12 16,3 1-8-16,5 1-7 0,-4 0 26 0,8 1-10 15,3-2-8-15,-1 3-6 0,2 1-118 0,-1-1-52 16,-5-1-121-16,3-1 11 0,-4 3-164 16</inkml:trace>
  <inkml:trace contextRef="#ctx0" brushRef="#br0" timeOffset="190606.998">1892 17755 241 0,'0'-14'168'0,"0"14"-2"15,0-14-52-15,9-5-7 0,-9 12 37 16,0 2-11-16,-3 0-3 0,3-1-6 0,0 6-17 15,0 0 2-15,0-8-16 0,0 8 9 0,0-5-29 16,0 5 2-16,0-7-29 0,0 7 8 16,0 0 3-16,0-7-17 0,0 7 0 0,0 0-5 15,0 0-2-15,0 0-6 0,-3-8-6 16,5 10-6-16,2 1 13 0,-2 2-29 0,1 0 15 16,-2 2-4-16,7 6 11 0,-3 2-12 0,1 1 8 15,1 0-5-15,-2-1 7 0,3 2-17 16,-2 0 19-16,5 7-21 0,1 0 13 0,-7-5-7 15,10 3 8-15,-5-1 10 0,-1 3-21 0,0-3 7 16,2 0-20-16,-4-1 4 0,2-3 18 16,3-1 2-16,-5 1-18 0,4-4 11 0,-6-4 13 15,4 3-14-15,1-4 2 0,1-2-2 16,-2 5-9-16,3-6-2 0,-1 1 21 0,-11-6-17 16,10 0-13-16,2 0 4 0,1 0 11 15,0 0-27-15,-4 0-22 0,1 0 11 0,8-9-23 16,-7 2-22-16,2 0 10 0,-4-2-95 15,-5-2-19-15,0 0-82 0,-2 0-57 0,0-1 20 16,-2 12 11-16,0-12-1 0</inkml:trace>
  <inkml:trace contextRef="#ctx0" brushRef="#br0" timeOffset="191013.242">1906 17872 242 0,'-2'-2'188'0,"2"0"-44"0,3-2-14 16,0 1-32-16,12-2-3 0,-4-2-30 0,5-1 24 16,0 4-12-16,1-4-7 0,0 2-22 15,4 0 9-15,-2 1-20 0,1 1 7 0,-1 3-16 16,2 1 10-16,-11 0-6 0,5 0-11 0,22 10-24 15,-19-3 31-15,2 0 0 0,7 8-35 16,-5 0 45-16,-6 0-2 0,-3-1-14 0,1 0-17 16,-5-5 5-16,-2 4-10 0,-2-1 20 15,-1-2-37-15,-4 0 29 0,0-1 11 0,0-9-3 16,0 7-24-16,0-7 19 0,-16 14 35 16,11-13 8-16,4-2-10 0,-7-3-4 0,3-3 14 15,1 2-18-15,-7-5-8 0,7 2 4 0,-3-7 3 16,5 2-7-16,-3 1-18 0,0-5-4 15,0 0-7-15,3 0-8 0,0-1-48 0,1 2 17 16,1 2-12-16,-2 1-7 0,2 13 7 0,0-8-70 16,0 0 11-16,12-4-58 0,-9 9-81 15,-1 1-71-15,3-1 13 0,-2 3-75 0</inkml:trace>
  <inkml:trace contextRef="#ctx0" brushRef="#br0" timeOffset="191341.355">2636 17924 261 0,'-8'-4'228'0,"3"-1"-63"0,0 2-13 0,-4-2-25 15,5 3-12-15,-2-1 7 0,0 0-24 16,0 3-5-16,-1-1-20 0,3 0-19 16,-7 1-1-16,0 0-9 0,-3 0-12 0,1 0 9 15,-11 19-28-15,13-7 16 0,4 0-2 0,0 5 18 16,4-4-21-16,0 3-21 0,3-4-7 0,0 1-6 16,0-5-15-16,0 1-2 0,14 11 15 0,-5-9 3 15,0 0-41-15,0-2-15 0,4-7-2 16,-6 0 18-16,-7-2-12 0,12 0 1 0,11-10 7 15,-11 3 9-15,-1 2 38 0,2-7-34 16,-8 3 0-16,5-3 29 0</inkml:trace>
  <inkml:trace contextRef="#ctx0" brushRef="#br0" timeOffset="192356.949">2625 17959 1143 0,'3'-12'9'0,"-1"1"-2"0,-3 3 63 0,0 0-21 16,1 3 28-16,0 5 10 0,0 0-22 0,0-6-3 16,0 6-10-16,0 0-13 0,0-7 16 0,0 7-27 15,0 0 3-15,4-7-16 0,-2 9-3 16,1 3 9-16,0-1-11 0,4 3 11 0,-3 0 4 15,2-1-31-15,-2-1-22 0,4 0 25 0,-3 0 0 16,-1-1 4-16,-1-1-18 0,1-1 19 16,-1 0-23-16,-3-2 47 0,3 1-1 0,-3-1-52 15,3-5 23-15,3 2-1 0,-6-2 16 0,6 1-2 16,-4-3 2-16,4 1-2 0,-3 2-2 16,4-1-9-16,-2 4-1 0,-2 1 21 0,1-1-57 15,3 2 13-15,-3-1 6 0,-4 0-11 16,9 0 41-16,10 15-29 0,-13-5 24 0,3 0-9 15,8 1 5-15,-9 0-13 0,4 0 8 0,-4 2 4 16,2-3-20-16,-2-3 36 0,10 2-6 16,-10 0-12-16,-1-6 9 0,2 2-23 0,-2-1 20 15,-2 0-30-15,-1-1 35 0,-1-3 9 0,-3 0-19 16,8 0-23-16,-8 0 36 0,10-13 13 0,-10 3-7 16,4-1-26-16,-1-1-6 0,-3-2 20 15,1 0-13-15,-1 7 2 0,0-2-2 0,0-4-16 16,0-1 4-16,0 0 28 0,-10-11-11 0,7 11-8 15,-2-3 4-15,4 5-3 0,-2 2 12 16,-1 1-14-16,1 3 12 0,0 1-18 16,2-2 3-16,-2 4 26 0,2-1 0 0,-3 1-2 15,0 1-25-15,1 0 1 0,1 2-30 16,2 0 3-16,0 0 37 0,-15 25 0 0,7-6-11 16,3 2 2-16,4 3 1 0,-3 1 2 15,4-1 26-15,0-12-15 0,10 20 19 0,3-10-17 16,1-2 20-16,-4-2-30 0,-6-4 3 0,6-2 4 15,2 0-2-15,1-2-4 0,-2-1 5 16,2-4 5-16,-2 0 1 0,1-2-2 0,-2-3-7 16,-10 0 0-16,11 0 0 0,0 0 21 0,13-20-10 15,-15 13-2-15,0-3 1 0,0-4-10 16,-3 2 0-16,2-3 1 0,-4-3 22 0,1 6-2 16,4-8-2-16,-8 3-16 0,0 4 1 0,-1 6-1 15,0-2 8-15,0 1 20 0,0-1-42 0,0 1 47 16,0 1 21-16,0 7-9 0,0-9 1 15,-11-3-23-15,10 8 7 0,-2 1 4 16,3 2-17-16,-1-1 15 0,-1 2-41 0,0 6 34 16,1-2-3-16,-3 3-23 0,4 5 10 0,6 2-5 15,-2 1-29-15,4-1 8 0,-6 6 17 16,7-6 2-16,-2 1-17 0,4-1 24 0,-7 1-1 16,4-3-20-16,1-3 3 0,-2-4 13 15,2 5 5-15,-3-8-8 0,1 0-10 0,-7-2-18 16,10 0 44-16,-4 0-23 0,5-11 6 0,-6 4-16 15,-3-1 30-15,5-2-8 0,-6-3 14 0,0-1-39 16,-1 8-3-16,0-6 11 0,0-1 18 0,0 1-10 16,0 2-11-16,0-1 33 0,0 3-1 15,0 8-8-15,0-8 6 0,0 8-37 0,0-6 37 16,0 6-20-16,0 0 7 0,0 0 4 16,16-9-6-16,-11 11 8 0,0 3-38 0,5-4 15 15,-1 5 20-15,0 3 9 0,1 1-4 0,-3 0-28 16,0 4-14-16,-4 1 22 0,12-1-9 15,-8 1 35-15,-1 2-17 0,1 1 1 0,-1 0-31 16,0 1 50-16,-3-2-8 0,-3 0-16 0,4 0-5 16,-2-1 33-16,-2-9-6 0,0 4 0 15,0-1 12-15,0 4-33 0,-11 5 18 0,7-10-16 16,4-1-10-16,-5 0 21 0,2-4 3 0,0-1-2 16,1-2 11-16,1 4-11 0,-2-2-7 15,3-3 14-15,0 0-14 0,0 0-16 0,3-4 16 16,-1-1-52-16,2-4 29 0,1-1 4 15,-2-1 3-15,3-2-58 0,3 1-30 0,-1-2-10 16,-1-1-24-16,1-3-17 0,-1-3-9 0,-5 0 0 16,5-2-20-16</inkml:trace>
  <inkml:trace contextRef="#ctx0" brushRef="#br0" timeOffset="192825.69">3426 17974 537 0,'6'-8'61'16,"-6"1"-9"-16,1-4 46 0,-2 4 30 0,-1 1-8 16,2 2 8-16,-3-1-11 0,3 5-11 0,0 0-3 15,0 0-25-15,0 0-19 0,0-5-3 16,0 5-14-16,1 4-15 0,3 4 15 0,0 4-1 15,1 0 2-15,1 0-32 0,-2 0 16 0,3 1-17 16,-1-1 9-16,2 0-3 0,-2-5 3 16,3 5 5-16,-5-2-28 0,5-3-22 15,0 1 35-15,1-4-15 0,0-4-20 0,2 0-17 16,-12 0 38-16,10 0-28 0,12-14 27 0,-13 5 11 16,1-4-4-16,0-1-7 0,-8 1 19 15,9-3-19-15,-9-1 4 0,-2 4 3 0,0 4 23 16,0 1-4-16,-15-13 10 0,11 4 14 0,-5 2-3 15,0 1 3-15,3 2-4 0,-2-1 19 16,0 4-8-16,5 1 0 0,-5 4 4 0,4-1-19 16,-1 2 0-16,3 0-5 0,0 2-9 15,0 1-17-15,2 0 19 0,0 0-14 0,0 0 7 16,-6 9-5-16,9 9-1 0,1 4-21 16,1-2 13-16,-5-2 22 0,5 1-13 0,3 1-14 15,-4 1 11-15,5-9 5 0,1 4-18 0,3 2 11 16,-3-7-10-16,0 2-3 0,0-5-18 15,-1 1 14-15,-4-4-16 0,3 2-13 0,0-5 5 16,-3 1-14-16,-2-3 25 0,3 3-38 16,-6-3 30-16,0 0 1 0,14-15 4 0,-12 8-35 15,5 0 7-15,-3 2-39 0,-2 0 34 0,2-2 8 16,-1 2 4-16,-2 1 3 0,-1 4-26 0,0 0 27 16,0-6 3-16,0 6 5 0,4-8-9 15,2 2 6-15,-1 2-13 0,2 2-18 0,0-4-12 16,3 3-8-16,2-2 4 0,-2-4-60 15</inkml:trace>
  <inkml:trace contextRef="#ctx0" brushRef="#br0" timeOffset="193372.544">3860 17755 546 0,'0'-10'193'0,"-1"2"-2"15,1 1-47-15,-4 2-3 0,4 2-28 16,0-1-1-16,0 1-4 0,-1-1-20 0,1 4-44 15,0-3 14-15,0 3-12 0,0 0 0 16,1 0-10-16,-1 5-5 0,4-2 2 0,-2 1-15 16,1 2-18-16,0 0 24 0,3 10 2 0,-1 2-26 15,8 7 11-15,1-1 10 0,-6-1-28 0,2-5 28 16,-2 2-23-16,2-2 28 0,1 0-1 16,-3-6 5-16,2 3-38 0,-3-2 22 0,4 0-25 15,-5-4 8-15,4 1-12 0,-2-5 25 16,1 0-17-16,3-5-25 0,-12 0 22 0,11 0 14 15,11-12-12-15,-11 4-19 0,0 0-8 0,-3-3-11 16,4 4 14-16,-2-3 2 0,-3 0 5 16,0 1 2-16,-4 3-23 0,-2-2-4 0,2 2 4 15,-3 6 67-15,0 0-19 0,0-8-28 0,0 8 20 16,0-7-3-16,-13-4 24 0,11 8 12 0,-2 1-7 16,0 0-26-16,1 2 24 0,-2 0-26 15,0 0 21-15,-12 7 19 0,10-1-60 0,-7 0 40 16,5 1-13-16,4-1-9 0,0 5 21 15,5-11 7-15,0 11-46 0,0 2 48 0,0-1-42 16,0-2 33-16,10 15-11 0,-4-14 25 0,-2 0-25 16,5-2 9-16,-1 0 5 0,-1 0-3 15,-1-1 31-15,5 0-42 0,-2-5 28 0,1-2 16 16,-4-1-5-16,5 0 14 0,13-9-24 16,-9 2 1-16,3-1 5 0,-2 1-9 0,3-3-3 15,-6 5-2-15,2-4-2 0,-2 3 12 0,-3-2-44 16,-2 2 4-16,-2 2 4 0,0-1 7 15,2-1-34-15,-2 0 4 0,1 5 5 0,-5-4-86 16,-2 5 1-16,0 0-78 0,0-7-88 0,-10 0-76 16,5 5 26-16,0 2-7 0</inkml:trace>
  <inkml:trace contextRef="#ctx0" brushRef="#br0" timeOffset="193687.398">3444 17706 322 0,'-7'-2'363'0,"2"2"-65"15,0 0-35-15,1 0-28 0,3-1-48 16,-2-1-27-16,1 1-31 0,-1 0-59 0,3 0-29 16,0 1-84-16,0 0 3 0,3 0-198 15,-2 1-116-15,0 0 7 0,-1 2 20 0,0 0 9 16</inkml:trace>
  <inkml:trace contextRef="#ctx0" brushRef="#br0" timeOffset="195718.59">3525 17740 291 0,'0'0'131'0,"0"0"-20"0,0 0-16 16,0 0 7-16,0 0-14 0,0 0-10 15,0 0-8-15,0 0-10 0,0 0-7 0,0 0 9 16,0 0-8-16,0 0-7 0,0 0 20 16,0 0-44-16,0 0-3 0,0 0-2 0,0 0 34 15,0 0-36-15,0 0-2 0,-11 2 18 0,21 10 6 16,-1 0-22-16,1 1 4 0,-2-1 9 16,2 4-34-16,3 4 41 0,-2-3 8 0,2 2-20 15,-5-2 9-15,3 0-18 0,0-1 23 16,-1 0-44-16,4 0 10 0,-5-4 34 0,-3-2-32 15,-2 2 12-15,6-3 2 0,2-1 20 0,-6-1-46 16,3 1 16-16,0-1 9 0,-3-2 2 16,2 0-19-16,2-3-2 0,-2 3 17 0,-8-5-4 15,5 0 10-15,-5 0 7 0,10 0-40 0,1 0 27 16,-4 0-19-16,1 0 22 0,-2 0-6 16,12-12-4-16,-9 8 5 0,1-1-7 0,-2 1 2 15,-1 0 16-15,-2-2-26 0,-3 2-17 16,3-1 26-16,-2 2-1 0,2-1 1 0,-3-3-3 15,2 4-15-15,-4-2 18 0,0 1-28 0,0 4 23 16,0 0 2-16,0-10 0 0,0 3 11 0,0-1 18 16,0 8-21-16,-14-17 7 0,9 11 15 15,1 2-15-15,2-2 12 0,-2 1-9 0,0 2 12 16,0 1 3-16,2-1-29 0,-2 0 2 16,1 2 6-16,-2-2 1 0,1 1-1 0,-1 1-4 15,3-1 7-15,-2 0-3 0,0 1 2 0,0 0-2 16,0-1-10-16,1-1-6 0,0 3 23 0,-2 0-11 15,4-1-7-15,-2 1-3 0,2-2 3 0,-2 2-2 16,1 0-4-16,0-2 9 0,1 2-30 16,-2-2 23-16,2 1-21 0,0 1 25 0,-3 0-12 15,4-1-3-15,0 1 10 0,-1 0-9 0,1 0-9 16,1 1-2-16,0-1 13 0,3 1-10 16,0-2 0-16,-1 0-5 0,3 1 5 0,-2 0 9 15,2-1-4-15,2-1-6 0,-2 2 8 16,11-5-9-16,-4 0-16 0,-3 3 17 0,-2-1-13 15,2 1 18-15,-4-1-7 0,-1 1 12 0,3 1-15 16,-2-2 13-16,1 0 10 0,-2 1-17 16,-1 1 20-16,-3-1 5 0,4-1-9 0,0 1-32 15,-1 0 18-15,-2-1 4 0,2 1-12 0,0-1 15 16,-2 0-11-16,0 2 12 0,-1-3 5 0,2 1-9 16,-2 0-9-16,2 3 29 0,-2-3-6 15,2 1-20-15,-3-1-13 0,3 2 17 16,-1-2-17-16,-1 3-1 0,-1-3 26 0,0 1-13 15,0 0 2-15,1-1 3 0,-1 3 7 0,0 0-1 16,0 0 2-16,0 0-1 0,0 0 0 16,0-7-47-16,0 7 25 0,0-6-4 0,0 6 22 15,0 0-9-15,0-7-12 0,0 7 5 0,0 0 0 16,0 0 11-16,0-7-1 0,0 7 2 16,0 0-17-16,-7-7 13 0,-2-1 1 0,7 7-17 15,2-2 3-15,-2 2 35 0,-1-1-23 0,2 1 9 16,-1 0-14-16,1-1 4 0,1 1-45 15,0 1-90-15,-1 0-66 0,0 0-113 0,-2 1 9 16</inkml:trace>
  <inkml:trace contextRef="#ctx0" brushRef="#br0" timeOffset="197546.661">5298 17950 265 0,'0'0'141'0,"-17"0"-21"0,-15 12 12 0,21-9-6 16,11-3-32-16,-11 0-13 0,-20 8-29 15,31-8 41-15,-14 0-26 0,-11 9-30 0,17 3 31 16,-1-6-7-16,2 2-22 0,-1 3-18 15,3-3 35-15,1 6-37 0,2-1-6 0,0 6 22 16,2-11 5-16,0 5-8 0,0 3 5 16,0 0-38-16,13 17 12 0,-8-19 12 0,5 3-5 15,0-5-21-15,4 1 29 0,1 3-18 0,1-7 15 16,2 1-13-16,-4 2 0 0,5-7 10 16,0-3-28-16,4 1 14 0,-6-3 5 15,-8 0-8-15,2 0-25 0,19-10 27 0,-18 2 2 16,-2-1-12-16,-3-1-21 0,0-1 10 0,3-1 28 15,-10-3-35-15,2-2 41 0,1 0-40 16,-3 8-6-16,0-5 43 0,0-2-8 0,0 2-26 16,0-2 35-16,0 3 3 0,-8 1-16 0,8 0 32 15,0 2-14-15,0 0-13 0,0 3-1 0,0 7-23 16,0-7 33-16,0 7-11 0,8-15-37 16,-2 13 39-16,7 2-5 0,-2 0 3 15,-2 2-34-15,-9-2 56 0,27 7-35 0,-18-3 18 16,6 0-15-16,-2 2-24 0,-2-3 8 0,1 2 27 15,-4 1-12-15,0 0 12 0,3-1 5 16,-3-2-16-16,-3 2 15 0,3-3-5 0,0 3-8 16,-4-1 12-16,-4-3-21 0,3 0 3 15,-2 1 14-15,2 2-8 0,-3-4-23 0,0 0 54 16,0 0-17-16,0 0 4 0,13-11-13 0,-7 6-17 16,-4-1 4-16,4-6 13 0,-1 2 11 15,0-2-30-15,0 2 37 0,4-5-3 0,-3 4-46 16,0 2 47-16,0 2 6 0,2-1-23 0,-1 0-27 15,1 3 24-15,-1 0 10 0,-3 3-19 16,4-3-13-16,-2 5 0 0,-6 0 29 0,9 0-18 16,-2 0 14-16,12 17 20 0,-8-12-15 15,2 5-9-15,-5-1-1 0,5 4-30 0,-3-1 46 16,-1 0-8-16,1 0-26 0,0 1 29 0,-2-2 6 16,-2 1-4-16,2-1-32 0,1-4 28 15,4 2-12-15,-9-4-11 0,4 1-8 0,3 0 16 16,-4-4 1-16,5-2-72 0,-12 0-10 15,10 0-3-15,13-14-17 0,-11 5-1 0,-1-6 0 16,2 0 12-16,0-3 3 0,-2 0-19 0,1 1 33 16,1-2-19-16,-5-1 49 0,-1 8 24 15,-2 2-1-15,-5 10 16 0,0-9 29 16,0 1 21-16,0 1 47 0,0 0-14 0,0 7-6 16,0-8 5-16,0 8-7 0,0-8-2 0,-12-3-6 15,6 9 29-15,2 0-20 0,-2 1-1 0,-1 1-41 16,0 0 0-16,-7 0-3 0,-14 16 19 15,13-7-7-15,4 7-14 0,1-1 11 16,6 1-1-16,-1 3-15 0,1-2-5 0,4-8 0 16,0 3 0-16,13 12 20 0,-5-12-24 15,3-3-2-15,0-1-8 0,4-6-4 0,2 1 0 16,-8-3 42-16,21-14-6 0,-8 4-21 0,0-6 0 16,1 2 5-16,-1-3 29 0,-3-1-33 0,0 0-1 15,-8 3-1-15,-3-1 33 0,-3 0 6 16,-1 0-7-16,-4-3 18 0,0 9-16 0,0-4 21 15,0-3 14-15,-15-22-13 0,8 15-10 0,-5 3 21 16,2-1 5-16,-4 0 0 0,1 2-6 16,2 2 11-16,-2 0 1 0,1 0-18 0,1 4-2 15,2 3 5-15,0 1-18 0,2 2 4 16,2 0-13-16,1 2-6 0,0 2-2 0,1 1 10 16,1 0-11-16,0 2-15 0,2 1 6 15,0 0-14-15,-1 4 9 0,4 0-2 0,2 3-7 16,6 8-2-16,-2 2 2 0,6 3 6 0,-3 2-2 15,2-1-10-15,2 3 16 0,11 18-10 16,-3-1-4-16,2-3 0 0,-1-1 4 0,-1-3 8 16,-4-3-8-16,2 0-10 0,-3-4 14 0,-8-1-8 15,2-4-7-15,-1-2-23 0,-2-3-23 0,-6-3-72 16,7 7 10-16,-11-21-195 0,0 12-101 16,0-2 25-16,-11 3 27 0,7-13 15 0,1-3 26 15,1-4-1-15</inkml:trace>
  <inkml:trace contextRef="#ctx0" brushRef="#br0" timeOffset="198437.268">7307 17582 497 0,'0'-2'227'0,"0"0"-27"15,-2 0-46-15,2 2-14 0,-2-1-4 16,-2 1-1-16,1-2-35 0,-1 2-21 0,-1 0 13 16,-1 2-30-16,1-2 5 0,-2 0 2 0,2 1-14 15,-2-1 4-15,7 0-2 0,-14 0-19 0,0 0 11 16,1 0-22-16,-18 9 11 0,13-7-10 16,4 2 4-16,4-3 3 0,-8 2-1 15,5 0-9-15,3-2 12 0,1 2-14 0,3-3-16 16,-1 3 4-16,2-3 8 0,1 1-9 15,1 0 18-15,0-1-5 0,3 0-5 0,0 0 8 16,0 0 9-16,0 0-17 0,-9 0 5 0,9 0 4 16,0 0 1-16,-6 0-8 0,6 0-13 0,0 0 8 15,0 0-2-15,-8 0 2 0,8 0-12 16,0 0 5-16,0 0-7 0,0 0 3 16,-6 0-10-16,6 0 8 0,-8 10 13 0,8-8-12 15,0 2 2-15,0-1-3 0,2 2-4 0,0 0 4 16,2-1-2-16,-2 1 9 0,10 10-13 15,-2-2 4-15,-4 0-9 0,3 1 8 0,0 1 2 16,-1-1 1-16,1-1 4 0,-3 4-5 0,-1-7-2 16,4 4 0-16,0 0-4 0,-1-1 9 15,1 6-6-15,0-3 5 0,1 0-3 0,-5-4-7 16,4 2 9-16,-4-2 0 0,4 0 1 0,-4-2-8 16,2-2 7-16,-1 1 7 0,-2-2-17 15,1 0 14-15,3-4-5 0,-3 4 0 0,2-4-6 16,4-1 7-16,-1 0 0 0,4-1 10 15,1 1-10-15,-3-2-2 0,-6 0-1 0,4 0 14 16,20-15-13-16,-12 11 6 0,1-2-10 0,-4 0-8 16,3 1-12-16,-1 0-3 0,2 0-13 15,-6 0 9-15,1 0-22 0,-3 2-14 0,-1 1-36 16,7-2 10-16,0 4-33 0,-17 0-28 16,7 0-29-16,-7 0-42 0,11-8-98 0,-7 6 26 15,-6 0-89-15,1 1 22 0</inkml:trace>
  <inkml:trace contextRef="#ctx0" brushRef="#br0" timeOffset="199280.986">7023 17870 290 0,'-3'-2'210'0,"3"0"-67"0,4 0 10 0,-1 1-44 16,2-1-2-16,11-5 2 0,2-1-27 16,4-3-14-16,5 3 21 0,2 0-38 0,-5-2-5 15,2 1-15-15,0 0-1 0,2 4 1 0,1-3-5 16,-1-1 12-16,-4 1-1 0,1-1-13 16,-6 5-5-16,3-2-3 0,-7 0-43 0,-3 4 36 15,-3 0 18-15,-1-1 3 0,-2 1-6 16,-4 0 0-16,3 0 3 0,-5 2-22 0,0 0 27 15,0 0-10-15,0 0-9 0,0 0-12 0,9 0 26 16,-9 0-15-16,0 0 1 0,7 0-17 16,4 11 5-16,-8-8 14 0,-1 0-3 0,1-1-5 15,-1 3 3-15,2-3 0 0,0 3 2 0,1-2 5 16,-1 0-24-16,0-2-10 0,1 2 21 16,-1-1-10-16,1 1 14 0,-1-2-8 0,1 0 6 15,-1-1-5-15,1 2-4 0,-1-2-7 16,-4 0-10-16,0 0 0 0,0 0 1 0,0 0 2 15,13-16-4-15,-9 14 4 0,-1-1-8 0,-2 0 7 16,2 1 13-16,-3 0 18 0,2-2-31 0,0 0 23 16,0 2 4-16,-2 0-2 0,0 1-22 0,2-2 11 15,-1 3 10-15,-1 0-6 0,1 0-25 16,-1 0 46-16,0 0-24 0,0 0 2 0,0 0-8 16,0 0-16-16,9 12 17 0,-3-8 8 15,-3 0 16-15,1-1-46 0,6 8 38 0,0-3-11 16,-2-1-10-16,2-2 26 0,-3-2-33 0,8 4 4 15,-5-6-1-15,3 0 7 0,-3-1 1 16,-10 0-39-16,13 0-2 0,2 0-8 0,16-12 33 16,-18 5-9-16,-6 1 25 0,4-4 1 0,-5 4-8 15,3-6-7-15,-4 2-12 0,0-3 33 16,-4 0 1-16,1-5 24 0,-2 18 12 0,0-14 13 16,0-1 15-16,-18-15 3 0,10 15-18 15,2-1 22-15,-2 3-8 0,-2 1 0 0,1 0-6 16,1 4 8-16,-2-4-8 0,4 5-5 0,2 2-14 15,-1 0 4-15,1 4-3 0,1-3-12 0,2 2-3 16,-3 0-19-16,4 0 9 0,-2 1-3 16,0 1 0-16,2 0 12 0,0 0-13 0,0 0 4 15,0 9-3-15,-1-3-20 0,4-1 8 16,-3 2-7-16,1 0 14 0,5 8-3 0,-1 4 5 16,-1-3-1-16,3-1-15 0,-1 3 18 0,3-2-16 15,-1 0 18-15,-1 0-14 0,2-1 14 0,3-1-15 16,-2-1-8-16,5-2-1 0,-1 0-17 15,4-3-10-15,0-1 6 0,1 1-14 0,3-3 4 16,-3-1-37-16,0-3 4 0,2 0-23 0,-12-1-8 16,4 0 7-16,17-15-6 0,-10 9 20 15,-8-3 19-15,0 1-16 0,1-3 2 0,-7 3 11 16,0 1 29-16,-2-1-23 0</inkml:trace>
  <inkml:trace contextRef="#ctx0" brushRef="#br0" timeOffset="199874.72">8077 17674 1021 0,'-6'-2'-6'0,"4"-3"44"0,-9-2-35 0,1 2 23 16,1 1-8-16,-8 1-30 0,6 3 22 0,3-1-15 15,1 1 0-15,7 0 1 0,0 0-2 16,-8 0-4-16,8 0 9 0,-13 11 6 0,12-8 8 16,1 2 13-16,0 1-35 0,0-1 28 0,6 7-26 15,3 0-5-15,0 0-8 0,3-2 2 0,7-3 33 16,-8 0-1-16,8-3-40 0,-1 2-14 16,0-4 39-16,1 1-20 0,-2-3-1 0,-2 0-18 15,-7 0 28-15,4 0-2 0,3 0 9 16,10-12-6-16,-5 8 31 0,-6-3-34 0,-2 1 38 15,3-1-34-15,-9 2-13 0,-1-2 13 16,-1 4 28-16,-1-4 5 0,-2 4 6 0,0-3-20 16,1 2 6-16,-2 4 13 0,0 0-27 0,0-7 19 15,0 7 2-15,0-8-23 0,-12-3 34 16,8 7-21-16,0 1 19 0,2 2-45 0,-4 1-3 16,1-2 42-16,0 1-25 0,1 2-13 0,1 1 8 15,0-1 0-15,0-1-13 0,3 3 42 16,-1 1-34-16,2-1-2 0,-1 1-2 0,3 1-2 15,0 2 5-15,7 7 12 0,3-1-8 16,-4 1 7-16,0 0-10 0,4-2 7 16,-1-1-19-16,1 1 12 0,-3-6 11 0,7 5-36 15,-6-9 20-15,1 5-8 0,6-2 18 0,-6-2-34 16,1-3-4-16,-3 0 8 0,-10 0 12 0,7 0 5 16,4 0-4-16,8-12 10 0,-8 9-3 15,-2-1 32-15,-4-1-10 0,0 0-11 0,-3 2 52 16,5-3-11-16,-6 1 13 0,0-1-2 0,1 1 44 15,-2-2 32-15,0 4-10 0,0 3 22 16,0 0-1-16,0-9-39 0,0 2-2 0,0 7 6 16,0-7-6-16,0 7-15 0,0-8-11 15,0 8-10-15,0-7-23 0,0 7 9 0,0 0-10 16,-11-10 3-16,11 12-16 0,0-1-7 0,2 1 20 16,0 1-10-16,2 2-21 0,5 7-29 0,1-3 15 15,2 1-11-15,3 1 6 0,0 0-31 16,3-3 4-16,1 1-36 0,3-5-9 0,-1-1 0 15,4-3-14-15,-12 0 1 0,5 0-7 16,24-12-14-16,-18 4 30 0,-2-1-13 0,1-3 15 16,-4 0 16-16,-1-3 34 0</inkml:trace>
  <inkml:trace contextRef="#ctx0" brushRef="#br0" timeOffset="200437.21">8885 17662 1098 0,'3'-9'24'16,"-2"1"34"-16,-3 0-16 0,0 2 49 0,0 1-24 16,-2 0 3-16,0 1-35 0,-10-2 2 15,0 1 20-15,1 4-7 0,13 1-25 0,-10 0-9 16,1 0 23-16,1 0 5 0,1 0-45 0,-11 14 24 15,8-4 15-15,2-2-17 0,5 2-26 0,2-4 8 16,-2 1 6-16,3 0-40 0,0-7 29 16,0 0 4-16,0 7-11 0,0 1-8 0,0-1 5 15,13 4 1-15,-11-7 1 0,1-2-13 16,1 3 25-16,-1-5 9 0,-1 2-35 0,3-2 3 16,-1-2 24-16,0 2-27 0,1-3 24 0,1 1 0 15,-6 2 13-15,19-10-28 0,-4 0 2 16,-4 3 1-16,3 1 31 0,-6-2-1 0,1 5-30 15,-3 2-5-15,3-2 3 0,-3 0 3 16,4 3-8-16,-4-2 30 0,2 1 6 0,-2 0-7 16,-6 1-4-16,12 0-6 0,2 0 1 0,-3 0-37 15,15 14 2-15,-13-7 31 0,-3-2-1 16,3 2-2-16,-4-2 1 0,-2 0 18 0,-1-1-8 16,0-1 7-16,-1 2-21 0,-1-3 26 0,-2 1 9 15,0-1-9-15,1 0 12 0,0-1-3 0,-1 1 14 16,0 0-16-16,-1-2 44 0,3 2-1 15,-3-1-13-15,2-1 3 0,-2 0 2 0,-1 0-4 16,0 0-17-16,0 0 8 0,0 0-16 16,6-12-4-16,-6 7-16 0,2 0 6 0,8-8-34 15,-3-1 5-15,4 0 5 0,-1 2 2 0,-1 1-9 16,2 3 26-16,-2 0-41 0,-4 3 9 0,1-1 4 16,-1 3 33-16,-1 0-24 0,1 1-11 15,0 2 13-15,0 0 5 0,-1 0-35 0,-4 0 32 16,0 0 5-16,0 0 7 0,7 0-2 15,7 10-8-15,-5 1 10 0,-2-3 23 16,-3 1-24-16,6 1 5 0,-3 2 15 0,-3-1-6 0,3 1-10 16,-3-3 0-16,-2 3-1 0,0-4-24 15,1 1 26-15,0-2 4 0,-2 0-16 16,2 1 2-16,2 6-4 0,-1 0-72 0,-2-1 8 16,-2-8-60-16,3 1-48 0,-1-2-138 0,0-1-26 15,-2-2 17-15,0 1-59 0</inkml:trace>
  <inkml:trace contextRef="#ctx0" brushRef="#br0" timeOffset="200812.201">8598 17428 249 0,'-4'5'176'16,"4"-3"-27"-16,2 0-62 0,1-1-12 15,1 1 47-15,0-1-10 0,3-1-21 0,0-1-14 16,11-1 1-16,-9 2-38 0,11-7-10 0,-8-1 48 15,-2 4-2-15,-6-3 38 0,1 3-2 16,-3-3-23-16,-2 2-7 0,0 0 7 16,0 5-8-16,-11-20-7 0,3 16-6 0,3-1-13 15,-1 3-9-15,2 0-14 0,-1 0 15 0,1 2-21 16,-3 2-26-16,4-2-30 0,3 0 4 16,0 0-76-16,-7 11-40 0,5-3-24 0,3-3-126 15,3 13 20-15,-4-10-123 0,14 15 8 0</inkml:trace>
  <inkml:trace contextRef="#ctx0" brushRef="#br0" timeOffset="207046.462">10273 17408 234 0,'0'0'164'0,"0"0"-23"0,0 0-34 0,0 0-21 16,0-14 33-16,0 14 5 0,0 0-31 0,0 0-18 15,0 0 5-15,0 0-8 0,0 0-12 16,-28-23-15-16,25 22 5 0,-1 0 11 0,0-1-39 16,-4 2 45-16,2 0-25 0,2 0-7 15,-2 0-22-15,6 0 15 0,0 0-4 0,-14 0 0 16,1 0-9-16,-1 0 24 0,5 0 0 15,-1 0 6-15,3 0-9 0,-8 10-21 0,10-8 39 16,0-2-16-16,-1 0-22 0,1 0 27 0,0 2-26 16,1-2 18-16,-1 0-15 0,1 1-5 15,1 1 4-15,-1-2-2 0,-1 1-7 0,1-1 5 16,0 1 16-16,1-1-15 0,1 0-19 16,-2 0 28-16,4 1-23 0,0-1-1 0,0 0 17 15,0 0-23-15,0 0 13 0,0 0-18 16,0 0-8-16,0 0 25 0,0 0 2 0,0 0-20 15,-15 12 12-15,16-7-3 0,-1-1 7 16,0 1-10-16,0 2 1 0,0 0 10 0,0 3-8 16,0 2 9-16,0 5 5 0,0-2-15 0,10 20 21 15,-6-19-23-15,-1 2 1 0,-2-2-20 16,3-4 23-16,-3 6 3 0,2-5 6 0,-2-3-24 16,4 4 22-16,-1-4-5 0,-3-1-1 15,-1-2 7-15,1-1 1 0,2-1-7 0,-3-1 1 16,2-1-8-16,-1 1 16 0,1-3-8 0,-2 2-12 15,0 1 30-15,3-2-10 0,-3-1-6 0,0 1-2 16,0 0 7-16,1 1-4 0,-1-2 8 16,2 0 1-16,1 1-10 0,-3-1 3 0,0-1 0 15,0 0-16-15,0 0 0 0,0 0 19 16,9 0-21-16,-9 0 4 0,10 0 26 0,-2 0-6 16,3 0-18-16,2 0 6 0,10-12 9 0,-5 9-3 15,-5 0-12-15,-2 2 8 0,-2 1-5 16,0 0 2-16,0-1-3 0,-3-1-9 0,0 2 11 15,-6 0-15-15,0 0-5 0,10 0-12 16,-5 0 12-16,-5 0-13 0,9 0-22 0,-3 0 23 16,-6 0-10-16,9 0-2 0,-9 0 4 0,6 0-45 15,-6 0 0-15,8 0-28 0,-8 0 0 16,0 0-19-16,0 0-3 0,0 0-1 0,0 0-56 16,11-5-52-16,-11 2-80 0</inkml:trace>
  <inkml:trace contextRef="#ctx0" brushRef="#br0" timeOffset="208265.179">10075 17598 254 0,'3'-2'86'0,"2"2"5"16,-1-2-22-16,1 0-4 0,1 2-20 16,14-5 6-16,-1 1-5 0,4-2-29 0,1 2 15 15,0 0-7-15,-3-1 12 0,6 3-13 0,-7-2-34 16,5 4 33-16,-1-3-18 0,-5 2 37 0,-4 1-32 16,-7 0 18-16,0 0-20 0,2 0-5 15,-4 0 16-15,3 0 24 0,-9 0-15 16,8 0-5-16,-8 0 35 0,9 0 7 0,-9 0-8 15,6 0-8-15,-6 0 8 0,6 0-6 0,-6 0 16 16,0 0-23-16,0 0-13 0,12 7 8 0,-8-3-3 16,-3 0-30-16,2 0-10 0,-1 0 31 15,1 2 6-15,-1-2-2 0,2 1-8 16,5 7-29-16,1-2 6 0,-2-1 41 0,0 1-45 16,2-4 21-16,0-2-1 0,3 1-21 15,-3-3 26-15,-2 0-14 0,-3-2-21 0,1 1 5 16,1-1 22-16,-7 0-10 0,0 0 11 0,7 0 1 15,6-10-19-15,-1 3 18 0,-6-3-32 0,0 3-7 16,0-1 25-16,-4 2 8 0,1 0-26 16,-1 3-2-16,2-1 44 0,-2 2-10 0,0-2-23 15,-1 2 29-15,-1 0-29 0,0-2 16 16,1 2-7-16,0 1-24 0,1 1 11 16,-1 0-6-16,-1 0 20 0,0 0 17 0,0 0-32 15,0 0 4-15,0 0 40 0,9 11-2 0,-5-7-28 16,0 0-19-16,9 6 38 0,-3-2-13 15,3-1-33-15,-3-1 8 0,-1-2-10 0,6 0 22 16,-2-1 25-16,-13-3 1 0,13 0-19 16,-4 0-3-16,4 0 1 0,0 0-2 0,17-11-6 15,-20 5-3-15,2-1-1 0,-4 0 3 16,-2 0 29-16,-2-1-21 0,-4 2-19 0,2-2 17 16,-2 1 13-16,0-1-4 0,0-2 1 0,0-2-11 15,0-3 2-15,-14-19 11 0,7 15-18 16,0 4 34-16,-2 0 14 0,4 5-13 0,1-1 12 15,-1 4 11-15,3 2-16 0,0 0 7 16,-2 1-19-16,3-1 10 0,-2 3-7 0,2 0-13 16,-1 1-9-16,2 1 24 0,0 0-12 0,0 0-6 15,-4 12-6-15,4-5 17 0,4 8-2 16,-3-1-7-16,-1-4-24 0,5 18 20 0,2-9-3 16,3-1 9-16,-1-3-25 0,2-1 32 15,2 0-11-15,0 1-9 0,2-1 2 0,-1-3 7 16,5 1-14-16,-2-3-28 0,2-4 19 0,1 2-19 15,1 1 4-15,1-7 4 0,-3 1 1 0,-10-2-52 16,5 0 32-16,-1 0 2 0,0 0-39 0,16-14 10 16,-18 8 10-16,-4 1 4 0,-5-2 10 15,0 2 10-15,0-1 8 0,-2 0-5 0,0 6 14 16,0 0 31-16,0-7-3 0,-16-10-10 16,3 12 3-16,4 0 2 0,0 2 14 0,1 1-1 15,3 1 0-15,1 1-2 0,4 0-11 0,0 0-13 16,0 0 1-16,-9 11 15 0,9-6-19 15,0-1 9-15,5 12 9 0,-1-7 0 0,3 2 17 16,2 2 7-16,3-3-3 0,0-2-22 16,4 2-24-16,1-5 3 0,1 1 35 0,-1-4-2 15,3-2-35-15,-7 0 23 0,2 0-16 0,21-13 15 16,-12 7-15-16,-7-2-1 0,-2 1 3 16,-2-2-9-16,-1-1 2 0,0 1 49 0,-8 1-12 15,0 0 14-15,-4-1-3 0,0 9-4 16,0-8-17-16,-14-13 9 0,2 9 0 0,0 3-3 15,0-2-1-15,-3 4 18 0,2 0-3 0,-5 2-3 16,7 0-19-16,2 4 1 0,9 1 0 0,-8 0-1 16,8 0 1-16,-8 0-2 0,8 0 0 0,0 0-1 15,0 0 0-15,-9 11-51 0,12-9 19 16,3 0 2-16,10 9-8 0,-1-4 30 0,4 0-23 16,-2 3-12-16,1-1 24 0,-3 3-17 15,4 0 21-15,-2 2 17 0,1-2 5 0,-4 2-31 16,0 0 6-16,-5 2 42 0,5-4-6 15,-3 3-4-15,3 2 14 0,-2-1-3 0,-3-2-25 16,1 1-1-16,-1-3 32 0,-2 1-17 0,-2-1 8 16,3 0-11-16,1 0-3 0,-2-4-54 15,-1-2-7-15,2-1-73 0,-3-2-82 0,0 0 17 16,0-1-160-16</inkml:trace>
  <inkml:trace contextRef="#ctx0" brushRef="#br0" timeOffset="209015.154">11994 17531 272 0,'-13'4'152'0,"3"2"-26"16,-4 1-7-16,6 1-11 0,2 2-23 15,0-1-3-15,-1 6-26 0,3-1 21 0,3 1-8 16,0-1-7-16,1-14-38 0,0 12 22 0,13 15 2 16,-3-14-13-16,0 0 1 0,5-5-5 15,2 0 9-15,3-2-1 0,-3-3 2 16,2 0-9-16,-6-3-17 0,2 0-28 0,5 0 28 15,21-10-8-15,-22 5-24 0,-5-2 5 16,1-3 13-16,-2 0-10 0,-3-1 19 0,2-3-3 16,-5 3 11-16,-3-4-13 0,1 6 12 15,-1 1 12-15,-4 1 30 0,1 2 0 0,-1 0 14 16,1 2 2-16,-1-1-14 0,0 2 0 0,0-1-29 16,0 2-7-16,0 1 2 0,0 0-1 15,0 0 9-15,0 0-4 0,3-4-35 0,0 5 23 16,-1 1-2-16,-1 0-8 0,2 2 22 15,1 0-25-15,5 5-12 0,4-1 13 0,0 1-11 16,3-2 16-16,-4-4-9 0,8 2 3 0,-1-2 0 16,0-1-6-16,-3 0 11 0,-6-2-29 15,6 0 11-15,0 0 9 0,19-12-10 0,-20 5 7 16,-2-1 7-16,2 1 1 0,-6-3 8 16,1 1-21-16,-2-1 5 0,-7 3-16 0,3-2 14 15,-4 0 7-15,0 9-4 0,0-7 9 0,0-4 1 16,-15-9-20-16,11 12 5 0,-3 1-10 0,2 3 4 15,-1 1-17-15,-2 1 18 0,3-1-5 16,-1 3 12-16,-1 0-28 0,7 0 3 0,0 0 9 16,-7 0-18-16,7 0-16 0,0 0 9 0,-13 10 3 15,13-7-30-15,1 2 24 0,0-1 0 16,3 0 5-16,0 0 25 0,6 7-13 0,-3-5 9 16,2 6-1-16,-2-3 1 0,6 1 3 15,-7-2 2-15,0 0 1 0,1 3 8 0,2 1 29 16,-1 2 8-16,-2 1 2 0,4-3-24 15,-7-1 3-15,5 3-9 0,1-2 25 0,-3 1-23 16,-1-5 7-16,-1-1 10 0,1 0-46 16,-2-2 1-16,-3-1 3 0,3-1-79 0,-1 0-13 15,-2-3-58-15,0 0 12 0,0 0-190 0,-4 2-10 16</inkml:trace>
  <inkml:trace contextRef="#ctx0" brushRef="#br0" timeOffset="210421.363">12773 17520 234 0,'-3'1'134'0,"1"-1"21"15,-2 2-33-15,-2-1-21 0,1 2 11 16,3-3-21-16,-4 4-20 0,-5 4 19 0,5-3-54 15,-3 4 28-15,4-1 8 0,1-3-42 16,3 2-7-16,-1 0 0 0,1 0-4 0,1 0 4 16,0-7 9-16,0 5-16 0,0 8-1 0,13 14-2 15,-4-13 4-15,-1-1-4 0,-1-5-3 16,5 2 22-16,2-3 4 0,0-2-37 0,-1 0 0 16,-2-2 1-16,3-3 2 0,-5 0-9 0,-9 0 2 15,9 0-2-15,1 0 2 0,1 0 1 16,15-12-1-16,-13 5-9 0,-1 1 0 0,-2 0 30 15,-4-1-5-15,1 1 6 0,-5 1 8 0,1 0-16 16,1 2-5-16,-3-3 48 0,1 2-6 0,0 0 1 16,-2 2-12-16,0-1 45 0,0 0-11 15,0-1-10-15,0 2 11 0,0-1-13 16,0 1 3-16,0 0-24 0,0 1-1 0,0 1 3 16,0 0 3-16,0 0-20 0,-3-4 8 0,2 4-7 15,0 2-13-15,1 0 20 0,-2-1-15 0,1 3 1 16,1-1-23-16,-1 1 33 0,2-2-19 15,0 2 8-15,1 0-25 0,0 0 15 0,1 0-3 16,-1 0-8-16,1-1-12 0,1 1 1 0,1-1 1 16,1 0 2-16,1-1-22 0,-2 0 32 15,1-2-24-15,2 3 24 0,8-2-28 0,-9-1 7 16,7 0 6-16,14-9-28 0,-14 3 8 0,1 0 10 16,-2 0-12-16,-4 0 40 0,-1 1-16 15,-4 1 9-15,3 1 13 0,-4 1-12 0,1-1 30 16,-3 1 4-16,2-1-10 0,-2 1 25 0,-1 0-6 15,2 0-8-15,1 1-11 0,-3-1 3 16,2 2 5-16,0 0-9 0,-1-3-12 0,0 3 8 16,-1 0-1-16,0 0-6 0,0 0-7 0,0 0-15 15,0 0 18-15,0 0-17 0,0 0-13 16,0 0 20-16,0 0-22 0,16 11-14 0,-14-9 8 16,2 0-15-16,0 0 15 0,0-2-14 0,1 3 4 15,0-3 4-15,-1 0 14 0,-4 0 5 0,0 0-22 16,9 0 7-16,-2 0 3 0,0 0-6 15,-7 0-5-15,7 0 6 0,7-10 39 0,-10 8 20 16,-1 0 6-16,1 1 9 0,1-1 20 16,-3 2-3-16,0-3-13 0,0 3 11 0,1 0-26 15,-3 0-15-15,0 0 42 0,0 0-22 0,0 0-23 16,0 0 21-16,10 0 4 0,-10 0-18 16,13 11-7-16,-9-9 3 0,-2 2 7 0,3-3-59 15,-1 3 34-15,1-1 5 0,-1-2-11 16,3 2-11-16,7 5 28 0,-2-8-29 0,-3 3 2 15,0-3 3-15,-1 0 10 0,-8 0 4 0,6 0 3 16,1 0-2-16,-7 0 5 0,28-15 9 0,-14 7 0 16,-3-3-14-16,-2-2-12 0,1 5 17 15,-1-6 11-15,-7 2-14 0,4-2 9 0,-2-1 27 16,1-1 16-16,-2-2 11 0,-2 1-23 0,-1-4 10 16,0 10-4-16,0-5-3 0,0-3 7 15,-14-27 3-15,7 19 12 0,1 5 1 0,0 2 13 16,-2 2 4-16,3 1-12 0,0 0-7 15,2 7 18-15,2 0-10 0,-3 5-18 0,3 1 0 16,-2-2-12-16,2 3-11 0,0-1-4 0,-1 4 0 16,2 0 1-16,0 0-9 0,-5 10 18 15,7-2-20-15,-2 12 5 0,0-10-11 0,0 6 12 16,10 22-11-16,-6-14 9 0,-2-2-4 16,6 2 0-16,-4-2-2 0,0 1 7 0,1-2-21 15,4 0 16-15,-4-2-2 0,0-1-2 16,5-1-12-16,-4-3 11 0,1 6 8 0,1-5-4 15,-1-3-6-15,1 2 3 0,-3-2 0 0,4-2-2 16,0 2 6-16,1-3-6 0,-2-2-5 0,-2-2-5 16,2 0-18-16,-2-2 4 0,2-1-11 15,-4 0-12-15,2-1-32 0,-6-1-6 0,9 0-41 16,1 0 12-16,17-10-122 0,-14 1-110 16,2-1 24-16,-3-2-46 0,-1 0 18 0,-1 1 17 15,-2-1 0-15</inkml:trace>
  <inkml:trace contextRef="#ctx0" brushRef="#br0" timeOffset="210640.107">13503 17411 229 0,'-2'1'245'0,"2"-1"-39"0,0 1-31 0,2-2-39 15,1 1-5-15,2-1-8 0,2 1-16 16,-2-3-28-16,14 0-14 0,-2-3-11 0,-2 1-3 16,2 0-6-16,-5 0-96 0,4 0-6 15,-1-2-70-15,-5 1-16 0,-1-4-104 0,2 2 15 16,-5 0-115-16</inkml:trace>
  <inkml:trace contextRef="#ctx0" brushRef="#br0" timeOffset="210858.85">13240 17302 487 0,'-8'0'275'0,"4"0"-35"0,1 0-39 15,-1 0-21-15,0 0-26 0,3 0-28 0,2 0-3 16,1 0-29-16,0 0-19 0,1 0-68 0,-1-3-32 15,2 6 2-15,0-3-161 0,1 0-161 0,-2 2 24 16,-3 0 13-16,0-1 22 0</inkml:trace>
  <inkml:trace contextRef="#ctx0" brushRef="#br0" timeOffset="211874.447">14405 17651 269 0,'0'1'140'0,"1"0"-20"16,1-1-14-16,-1 0 17 0,0 4-43 16,2-4-1-16,-2 0 1 0,4-2-22 0,-5 2 25 15,0 0-26-15,8-3-11 0,-4 2 0 16,-2-2-26-16,-1 0 46 0,2-2-21 0,-3 1-3 15,0-1-4-15,3 0 12 0,-3 0 6 0,0 0-9 16,0 0 21-16,0 5 1 0,0 0-10 16,0-6-4-16,0 6 18 0,0-7 4 0,0 7-21 15,0-8-6-15,-11 0 2 0,9 4-20 0,0 3-4 16,1 0 1-16,1 0-9 0,-1 1 2 16,1 1 3-16,-1 0-19 0,2 4 29 15,-1-3-20-15,1 1 15 0,2 1 2 0,1 0-19 16,-2 0-5-16,8 6-3 0,2-2 11 0,-1 0-13 15,6-2 6-15,-3-1 7 0,8-4-1 16,-4 1-6-16,-8-2 2 0,7 0-3 0,0 0 4 16,-1 0-15-16,25-13 13 0,-22 6-1 15,4 0 4-15,-8 0-9 0,-2 0 5 0,1-1-6 16,-4 0 6-16,-2-4 6 0,-5 4-15 0,-1 0 13 16,1 0-10-16,-3 1 3 0,0 2-10 0,0 5-1 15,0 0 6-15,0-7-6 0,0 7-4 0,0-7 4 16,-12-3 5-16,8 9-13 0,2 0 0 15,-2 1 12-15,-1 0-4 0,2 1-4 0,2 0-5 16,-3 1 5-16,4 1-10 0,0 1 15 16,0 0-2-16,3 0 13 0,-1 0-16 0,8 7 6 15,-3-3-17-15,3 3 12 0,5-2 8 0,-2 1 5 16,2 0-20-16,0-1 20 0,1 1 0 16,-2 0-6-16,1 0-5 0,-2-2 4 0,0 3 12 15,4-4-14-15,-11-1-1 0,1 0 2 16,0-3 18-16,-3 1-6 0,-3-1-12 0,-1 1-8 15,3 0-16-15,-3-4-53 0,0 0 6 0,0 0-58 16,-17 9-73-16,-1-4-132 0,-3-4 22 16,-1-1 22-16,9 0 15 0,-18-11-105 0</inkml:trace>
  <inkml:trace contextRef="#ctx0" brushRef="#br0" timeOffset="212046.316">14574 17352 481 0,'-4'-4'241'0,"0"0"-26"0,4 0-58 16,0 0-24-16,0 1 14 0,3 3-45 0,-2-2-10 16,4 1-6-16,-1 0-33 0,2 0-33 15,-2-1-28-15,3 2 3 0,-2 0-153 0,2 0-183 16,-3 0 19-16,1 2-44 0</inkml:trace>
  <inkml:trace contextRef="#ctx0" brushRef="#br0" timeOffset="-190685.369">15691 17479 348 0,'-11'0'110'0,"11"0"-15"0,0 0-12 0,0 0 23 16,0 0 8-16,-17 9-17 0,17-2-33 0,4 13 45 16,-4-11-8-16,0 4-34 0,7 20-20 15,-7-16 34-15,4 2-14 0,0-1-13 0,-3-2-17 16,2-4-9-16,-2 1 4 0,1-5 12 0,-2-1-21 16,1-1 3-16,0 0 21 0,-1 0-5 15,0-3-3-15,0 2 5 0,0-3 8 16,0 1 2-16,0 1 13 0,0-3 4 0,0 2 3 15,0-3 14-15,0 0-11 0,0 0-4 0,-1 4-23 16,0-5 5-16,-2-1-9 0,0-2-10 0,1-1-15 16,-2-8 15-16,-3-1-1 0,-2-1-14 15,7-2-12-15,-2 2 15 0,2 2-7 0,-1-2-5 16,3 15-2-16,0-11 3 0,0-1 2 0,0 3-13 16,0 1 2-16,0 0-8 0,14-14 2 15,-8 10-16-15,2 0-6 0,-1-2 11 0,4 4-13 16,-1 0 19-16,-2 4 3 0,1 0-12 15,0 3 8-15,-1 1-8 0,-2 0 1 0,-6 2 3 16,0 0-13-16,14 0-3 0,13 13 20 0,-17-7-6 16,0 4-6-16,2 0 14 0,-2 1-2 0,2 1 0 15,-4-1 10-15,7 2-9 0,-8 0 3 16,2-1-7-16,0-1 10 0,0 1-5 0,1 1 6 16,1-1-3-16,-4 0-5 0,4 2-1 15,-3-3 8-15,0 1 6 0,1-1-7 0,-1-1 11 16,-5-2-5-16,1-1-13 0,-2-2 7 15,1 0 8-15,1 1-12 0,-2-3-7 0,-1 2 15 16,0-2 4-16,0 0-9 0,2 1 18 0,0-2-10 16,-3 0 4-16,3 1 2 0,-3-1 6 0,2-2-17 15,-2 3 12-15,1-1-1 0,-1-1-1 0,0 1-9 16,4 0-19-16,-4-1-31 0,0-1-41 16,0 0 9-16,-4 1-122 0,1-2-85 15,0 1-94-15,0-3 46 0,0 2 18 0,2 0 9 16</inkml:trace>
  <inkml:trace contextRef="#ctx0" brushRef="#br0" timeOffset="-190138.506">15731 17641 475 0,'0'0'212'0,"-4"-1"-35"0,1 1-9 0,2 0-23 16,-1 0-3-16,2 0-15 0,-3 0-6 0,3 1-4 16,-3-1-12-16,3 0-26 0,-4 0-1 15,5 0-11-15,-2 0-1 0,1 0-7 16,0 0-18-16,0 0 0 0,0-1 8 0,0 1-13 16,0 0-2-16,4 1-16 0,0-1 15 0,0 0 1 15,4-1-8-15,-3 1-10 0,1-1 8 16,7 1-3-16,4 0-15 0,2 0 12 0,-1 0 1 15,22-10-9-15,-22 6-14 0,2 3 11 0,-2 0 5 16,-4-1-14-16,-2 0 10 0,-2 0-10 16,-2 2 6-16,0-1 7 0,-3 1-4 0,0 0-11 15,0 0 1-15,-1 0 14 0,-4 0-16 16,0 0 13-16,0 0 0 0,6 0-8 0,-6 0 18 16,0 0-7-16,8 0 7 0,-8 0-26 0,0 0 12 15,7 0 4-15,-7 0-33 0,0 0 0 0,0 0-17 16,0 0-42-16,6 0 9 0,-6 0-72 15,0 0-56-15,8-5-69 0,-8 3 22 0,0 2-150 16,0 0 31-16,0-3 1 0</inkml:trace>
  <inkml:trace contextRef="#ctx0" brushRef="#br0" timeOffset="-184513.67">18071 17400 416 0,'4'1'254'0,"-4"-1"-49"16,3 3-35-16,0-2-18 0,0 2-12 0,2 0-1 16,1-3-18-16,2 0-13 0,-1 1-34 0,14 0 7 15,-4 2-24-15,-4-3-2 0,-3 0-59 16,5 0-31-16,-5 0-9 0,1 0 3 15,0 0-60-15,-2 0-41 0,-2 0-55 0,-7 0-144 16,6 0 6-16,18-12 40 0</inkml:trace>
  <inkml:trace contextRef="#ctx0" brushRef="#br0" timeOffset="-183904.319">18646 17123 287 0,'0'0'209'0,"0"0"-32"0,0 0-36 0,0 0-22 15,0 0-7-15,-8-25-9 0,1 25-21 16,1 0 12-16,-1 1-53 0,2-1 27 0,5 0 0 15,-7 0-23-15,7 0 13 0,-9 0-15 16,1 0 26-16,0 0-8 0,8 0-40 0,-9 0-6 16,2 0 17-16,7 0-12 0,-7 0 1 0,7 0 14 15,-8 0-17-15,8 0 15 0,0 0-22 0,-8 0 7 16,-1 14 7-16,6-8-9 0,2-2-25 16,-2 0 27-16,3 1-8 0,0 1-11 0,0 1-13 15,0 0 34-15,0-7 7 0,0 6-22 16,0 1 7-16,0 6 8 0,0 2-5 0,0-1-16 15,0 3 24-15,11 14-2 0,-9-13-23 16,1-3 20-16,4 1-4 0,-4-4 7 0,-2 0-4 16,3 3-16-16,-3-2 1 0,4-4 18 0,-3 0 5 15,0 1-7-15,0-3-1 0,0-1-8 0,-1 0-6 16,-1-1 17-16,2-2-23 0,0 1 20 0,-2 1-8 16,2-2 9-16,0 1-14 0,-1 0 16 15,1 0-6-15,1-2 8 0,0 1-16 16,-1 1 14-16,2-3 7 0,0 1-8 0,0 0 8 15,1-2-13-15,0 3-11 0,3-3-1 0,-2 2 7 16,0-2 0-16,2 0 4 0,1 2-15 0,-2-2 5 16,-1 0 7-16,3 0-8 0,-1 0-1 15,-1 0 8-15,-7 0-4 0,6 0-1 0,2 0-20 16,1 0 22-16,-1 0-6 0,-1 0 1 0,1 0-18 16,-1 0 4-16,-1 0-4 0,1 0-9 15,0 0-2-15,-7 0-3 0,8 0-31 0,3-10-31 16,-7 9 7-16,-2 0-64 0,1-1-23 0,2 0-57 15,-4-1-74-15,4-1 22 0,-2 1 16 16,-1-2 13-16</inkml:trace>
  <inkml:trace contextRef="#ctx0" brushRef="#br0" timeOffset="-183623.065">18593 17306 517 0,'-3'-2'144'0,"3"2"-10"0,-1-2-31 0,0 2 10 16,1 0-13-16,0-3-14 0,0 3 0 0,1 0-42 15,0-2 24-15,4 0-27 0,-2 1 13 16,1-1 12-16,2 1-25 0,-1 0-12 0,12-2-22 15,-1-2 15-15,1 0-19 0,1 1 1 0,-3 0-1 16,3 0-64-16,-4 1-32 0,3-1-90 0,-7 0-113 16,-1 1 14-16,-1 0 7 0</inkml:trace>
  <inkml:trace contextRef="#ctx0" brushRef="#br0" timeOffset="-186622.983">16475 17582 282 0,'-13'0'215'0,"13"0"-54"15,0 0 3-15,0 0-5 0,0 0-18 0,-15 0-9 16,15 0-23-16,0 0 7 0,0 0 1 15,0 0-34-15,-20 20 0 0,18-20-11 16,2 0-19-16,-3 0 19 0,2 0-11 0,1 0-1 16,-1 2-9-16,-1-1-17 0,4-1-10 0,-2 0 9 15,1 0-17-15,3 1 12 0,-2-1-9 16,2 0 5-16,0 0-12 0,4-1 18 0,-2 1-17 16,3 0 7-16,1 0-10 0,2 0 13 15,3 0-3-15,3 0-11 0,-1 0-18 0,2 0 28 16,-4 0-27-16,2 0 22 0,-1 0-19 0,0 0 7 15,9-10 20-15,-17 9-18 0,-3 1 4 16,1 0 7-16,-2-2-1 0,0 2-25 0,1 0 12 0,-5 0-2 16,0 0 18-16,0 0 7 0,8 0 6 15,-8 0-1-15,5 0-5 0,-5 0 10 16,0 0-2-16,0 0-2 0,8 0 7 0,-8 0 2 16,0 0-16-16,0 0 0 0,0 0 14 0,4 0-18 15,-4 0-9-15,0 0 10 0,0 0 0 0,0 0-15 16,11 3 4-16,-7-3-4 0,-4 0-25 15,0 0-14-15,0-1-13 0,1-2-9 16,-2 3-47-16,1 0 9 0,0 0-83 0,1-1-52 16,-1-2-57-16,0 1-69 0,1 0 25 0,1 1-44 15,0-3 35-15</inkml:trace>
  <inkml:trace contextRef="#ctx0" brushRef="#br0" timeOffset="-185779.26">16853 17400 310 0,'0'-4'271'0,"1"2"-33"0,0 0-46 16,-2 1-16-16,2-1-29 0,-1-1-5 16,0 1-13-16,0 0-28 0,0 1-8 0,1 1-22 15,-1 0-5-15,3 3 2 0,-1-1-26 0,0 3-4 16,0 0 2-16,-1 2 8 0,5 6-8 15,-2 2-24-15,0-2 27 0,3-1-11 0,-3-1-12 16,-1 0 13-16,1-3-19 0,0-1 10 16,-3 0-18-16,2-2 19 0,-3 0-11 0,0-2 0 15,4 1 5-15,-4 0-5 0,2-1-5 0,0 0 3 16,-2-3 4-16,0 0 35 0,0 0 2 0,0 0 22 16,0 0-11-16,0 0 6 0,2 12-17 15,-5-15 0-15,0 1-14 0,-1-3 9 0,-4-9-1 16,4-3-10-16,-4-1-23 0,2-1-1 15,0-5-4-15,-2 2 3 0,4-1-5 0,0 3-8 16,2-4 0-16,2 13-4 0,0-4 8 16,0 0-18-16,0 0 9 0,0 0-8 0,16-15 0 15,-12 19 6-15,1 4 2 0,-1 0 0 0,-2 4-1 16,2-1-10-16,1 1-4 0,-1 3-3 16,2 0 7-16,-2 0 0 0,-4 0 7 0,0 0-4 15,7 0 8-15,12 15-8 0,-10-6 7 0,-5-1-4 16,5 4-1-16,-5-5-17 0,-2 3 15 15,0-3 8-15,-2 0 10 0,0-7-11 0,0 7-12 16,0-2 16-16,0 2 3 0,0-7-5 16,0 9 1-16,0-2 6 0,0 0 4 0,0-7-3 15,-11 16-14-15,9-11 13 0,-1 0-4 0,2-1 4 16,-2-1-6-16,2 1 1 0,1-1 10 0,-3-1-9 16,0-1-2-16,3 1-2 0,0 1 8 15,0-3-6-15,3-3 4 0,0 3-13 0,-1-2 14 16,1 1-4-16,2 0-4 0,-1 0 1 0,1-1-1 15,3 1 3-15,-3 0 12 0,-1-1-11 16,4 2-18-16,-8 0 23 0,0 0-6 0,7 0-1 16,2 0-12-16,-1 0 15 0,-2 0 11 0,1 0-9 15,14 16-3-15,-10-11 5 0,-3-2-4 16,-1 2 2-16,-3-1 5 0,1 1-13 0,-1-2 18 16,-4 1 8-16,1 3-3 0,-1-2 4 0,0-5 13 15,0 6-12-15,0-6 19 0,0 12-6 16,-10 14 5-16,3-14-4 0,0 0-9 0,0-2 7 15,1-1 16-15,-3 0 1 0,2-2-6 16,3-1-12-16,-4-3 9 0,-3 6-13 0,4-2-6 16,2-5 32-16,-4-1-19 0,0-1 6 0,5 2-20 15,-1-2-1-15,5 0 19 0,0 0-37 0,-10 0 11 16,3 0 12-16,1 0 10 0,6 0-19 16,-10 0-15-16,10 0-21 0,-7 0 0 0,7 0-21 15,-6 0-36-15,6 0-13 0,0 0-26 0,-9 0-14 16,9 0 14-16,0 0-129 0,-11-12-80 15,13 8 25-15,2 1-99 0,-3 0 24 0,3 1 15 16,0-3 11-16,9-2 53 0</inkml:trace>
  <inkml:trace contextRef="#ctx0" brushRef="#br0" timeOffset="-185357.391">17358 17382 465 0,'0'-1'247'0,"0"1"-39"16,0 0-22-16,0 0-27 0,0 0-14 15,0 0-25-15,0 1-8 0,0-1-22 0,3 2-8 16,-2-1-9-16,4-1 6 0,-3 2-2 16,2 0-22-16,1-2-3 0,2 1-1 0,-1 0-2 15,2 2-13-15,7 0 3 0,2-3-23 0,-6 3 11 16,-2-3-2-16,3 1-1 0,7-1-28 0,-9 2 3 15,0-2-13-15,-2 0-27 0,1 0-7 16,-3 0-7-16,-2 1 5 0,4-1-88 16,-3 0-21-16,-5 0-80 0,0 0-117 0,7 0 22 15,-7 0-27-15,10 0-2 0</inkml:trace>
  <inkml:trace contextRef="#ctx0" brushRef="#br0" timeOffset="-184763.662">17740 17280 351 0,'-2'-2'276'0,"0"1"-41"0,1 1-33 0,1-1-43 16,-1 0-9-16,-1-1-27 0,0 2-1 15,2 0-29-15,2 4 0 0,-2 0-4 0,2 2-5 16,-1-2-31-16,4 14-4 0,-5-4-6 0,4 1-2 15,1 2-5-15,-1 0-7 0,-1 0 2 0,-1-5-1 16,3 5-4-16,-2-1-22 0,-1-5 25 16,-1-2-11-16,2-1-11 0,-2-1-8 0,-1 0 13 15,0 0 9-15,2-3-16 0,-1 0 3 16,-1-1-2-16,3 1 8 0,-3-1-9 0,1-1 24 16,0 2 3-16,-1-2 16 0,0-2 7 0,0 0 12 15,0 0-15-15,0 0-3 0,-1 3 4 16,0-3-22-16,-2-4 0 0,3-1-12 0,-7-7 2 15,4 1 3-15,-3-3-18 0,0-6 4 0,4 4 6 16,-1-2-13-16,1 0 1 0,0 5-6 16,-3-2 7-16,5 4-3 0,0 11-8 0,0-10 10 15,0 1-4-15,0 2-12 0,0 0 14 0,13-4-15 16,-8 7 5-16,-1 1-13 0,0 1 9 16,-1-1 2-16,1 1 3 0,2 1-6 0,-1 1 2 15,1 1 2-15,0-1 1 0,11 12-11 0,-7-6 11 16,2 1 2-16,-2 2-18 0,0 1 9 15,-2 0 12-15,-3-3-1 0,0 0-7 0,-1 0 17 16,-1 0 0-16,0-1-7 0,0 0 3 0,-2-1-7 16,-1 2 0-16,0-2 7 0,0 2-2 15,0-7 8-15,0 11-10 0,0 1 2 0,-11 16 2 16,3-16-8-16,4-3 1 0,-1-1 11 0,-1-1-12 16,1-1 8-16,-3-2 0 0,5 0-3 15,-1 0-2-15,1 0 7 0,-1-1-6 0,1-3-24 16,-3 2-14-16,2-2-25 0,4 0-12 0,0 0 5 15,0 0-103-15,0 0-27 0,0 0-61 16,-13-12-107-16,13 7 24 0,0 2 19 0,8-11 6 16</inkml:trace>
  <inkml:trace contextRef="#ctx0" brushRef="#br0" timeOffset="-183357.459">19112 17299 290 0,'2'3'290'0,"-2"-1"-91"16,4 1-6-16,-1 0-24 0,-1-1-27 0,5 1-34 15,-4-1-1-15,4 0 0 0,-2 1-14 0,12 3 0 16,-1-1-16-16,-3-2-5 0,-4-2-35 15,1 0 28-15,-1 1-15 0,0 1-7 0,-2-2 0 16,12 0-5-16,-10 2-19 0,3-3-24 0,-1 0-17 16,-8 0-21-16,4 0 3 0,-2 0-140 15,-1 0-175-15,1 0 24 0,-5 0-49 0,0 0 38 16</inkml:trace>
  <inkml:trace contextRef="#ctx0" brushRef="#br0" timeOffset="-182294.989">19617 17048 406 0,'0'0'152'0,"0"0"-26"0,0 0 28 15,0-14-39-15,0 14 17 0,0 0-7 0,0 0 4 16,0 0-23-16,0 0-15 0,0 0 20 15,0 0-15-15,0 0-12 0,0 0 0 0,0 0-15 16,0 0-1-16,0 3-19 0,-7-2 14 16,1 2-12-16,-9 0 2 0,2 1-22 0,4-4 13 15,-1 2-20-15,-1 0 18 0,8-1-8 0,-5 1-3 16,0-1 12-16,7-1-8 0,-7 1-4 16,3-1-14-16,0 1 11 0,5-1 0 0,0 0-4 15,-6 0 3-15,6 0-12 0,-8 0 7 0,8 0-12 16,0 0 9-16,-8 0 4 0,8 0-5 15,0 0 2-15,-6 0 0 0,6 0-11 0,0 0 8 16,0 0-17-16,-6 0 6 0,6 0 1 16,0 0-10-16,0 0 15 0,-12 12-9 0,12-8-4 15,-1 1-5-15,1-1 10 0,0 4 2 0,0-1-6 16,0 7 7-16,13 16-4 0,-11-11-11 16,3 0 7-16,0 0 11 0,3 3-8 0,-6-2-8 15,5 0 2-15,-4 0 9 0,2 1-5 16,0-4 8-16,1 2-4 0,-1-1 7 0,2-2-11 15,-4-1 0-15,3-1 2 0,-3-4-9 16,0-1-1-16,2-2 2 0,-2-1 13 0,-3-2 2 16,0 1-6-16,3-1-6 0,-3-1 5 0,3 0-8 15,-3-1 11-15,0 0-10 0,3 1 7 16,-2-2-2-16,-1 1-17 0,0-2-24 0,2 2-6 16,0 0-11-16,-2-2-29 0,0 0 9 0,0 0-108 15,0 0-37-15,0 0-83 0,0 0 24 16,14-14-93-16,-10 11 24 0,-2 0 6 0</inkml:trace>
  <inkml:trace contextRef="#ctx0" brushRef="#br0" timeOffset="-181982.494">19591 17344 304 0,'-2'0'179'0,"-2"-1"-46"16,2 1 21-16,-3-2-46 0,5 2-4 0,0-1 4 15,0 1-16-15,3-2-9 0,-2 2-11 16,2 0-1-16,-1-1-18 0,0 1-7 0,3-1 22 16,-3 1-17-16,3 0-11 0,1-3-22 0,0 3 19 15,0 0-3-15,1 0-1 0,-1 0-14 0,1-2 17 16,-3 2-13-16,3 0-3 0,-1 0-2 15,-1 0-26-15,1 0 24 0,1 0 1 0,-7 0-9 16,0 0 8-16,9 0-17 0,-2 0-27 0,-7 0 0 16,9 0-65-16,-2 0-11 0,-7 0-12 15,7 0-38-15,-7 0-59 0,6 0-127 0,-6 0 39 16</inkml:trace>
  <inkml:trace contextRef="#ctx0" brushRef="#br0" timeOffset="-181685.626">20039 17353 568 0,'0'2'196'16,"0"-1"-29"-16,0 1-20 0,0-1-14 0,0 0-32 15,2-1 8-15,-1 0-25 0,2 0-2 0,1 0-7 16,0 2-1-16,1-4-6 0,1 4-25 16,2-4-1-16,-2 2 5 0,2-1-5 0,2 1-7 15,3 0 2-15,20-9-22 0,-14 7 2 16,-7-1-1-16,5 2-3 0,-5-2-40 0,0 0 1 16,-2 3 3-16,-1 0-72 0,-3-1-43 15,4 0-51-15,-3 1-91 0,-3 0-63 0,2-3 13 16,-1 3-1-16</inkml:trace>
  <inkml:trace contextRef="#ctx0" brushRef="#br0" timeOffset="-181216.895">20343 17067 494 0,'-3'-4'241'0,"0"3"-33"16,-1-4-26-16,1 3-36 0,2 2-6 16,2 0-21-16,-2 1-20 0,1 1-21 0,1 3-3 15,-1 2-12-15,4 8-3 0,2 3-4 0,-2-2 6 16,1 2-27-16,0 2-10 0,0-1 2 16,-1-1 4-16,-1 0-21 0,0-1 20 0,4 1-12 15,-3 1 15-15,4-4-9 0,-3-1-7 16,-4-2-2-16,3 0-4 0,-3-5 9 15,3 0 12-15,-4 0-16 0,2-2-11 0,0 1-6 16,-1-1 11-16,0-1-12 0,0-1 4 0,1 1 22 16,-1 0-15-16,0-1 10 0,-1 2-10 0,3-2-3 15,-3 0 10-15,0-1-26 0,1 1 12 16,1-1 8-16,-2 0-12 0,0 1 20 0,2 0-14 16,-2 0-10-16,0-1 12 0,1-1 9 15,-1 1-11-15,0 1 21 0,0-3 7 0,2 1-7 16,-2 0 9-16,0 1-4 0,0-1-1 15,0 1-4-15,0-2-12 0,1 1 12 0,0 0 2 16,-1-1-8-16,0 0 5 0,0 0-14 0,0 0-29 16,0 0-12-16,0-2-16 0,0-1-39 15,0-1-3-15,0-2 7 0,2 0-83 0,-2-1-24 16,2-11-97-16,-2 7 21 0,9-19-110 16,-5 7 18-16,1 0 18 0</inkml:trace>
  <inkml:trace contextRef="#ctx0" brushRef="#br0" timeOffset="-180920.031">20540 16962 343 0,'0'0'213'0,"-2"0"-38"16,2 1-40-16,-1 1-10 0,2 3 9 15,-1-1-50-15,2 4-5 0,-2 0 20 0,6 8-19 16,-2 4 18-16,3 2-29 0,0-1 6 15,-1 0-13-15,0 0-3 0,-2-1-25 0,3-2 17 16,-3 2-2-16,2-2-9 0,2 1-2 0,-4-1-23 16,2-1 26-16,-2-2-20 0,2-1-11 15,-6 1 27-15,6-1-10 0,0-1 1 0,-4-3-10 16,1 1 7-16,2-4 6 0,-4-2-26 16,2 2-3-16,-3-1-16 0,0-2-16 0,0-1-3 15,2 1 3-15,-2-1-82 0,0-3-44 0,0 0-109 16,0 0 18-16,-6 5-131 0,3-5 10 15,-2 0-2-15</inkml:trace>
  <inkml:trace contextRef="#ctx0" brushRef="#br0" timeOffset="-180654.41">20322 17198 231 0,'-2'0'148'0,"0"-3"27"0,1 3-50 0,4-1-27 16,-1 1-11-16,5-1-11 0,-3-2 10 15,15 0-40-15,-3 2-4 0,5-2-4 0,-2 1-5 16,-1-1-66-16,-8 3-16 0,3 0-54 16,2 0-58-16,-3 0-162 0</inkml:trace>
  <inkml:trace contextRef="#ctx0" brushRef="#br0" timeOffset="-180170.052">20922 17270 270 0,'-4'5'240'0,"0"-3"-18"16,0-1-44-16,2 1-42 0,1-1-39 0,-2 0 20 15,3 2-30-15,-2-1 11 0,4-2-23 0,-2 1 23 16,3 2-15-16,-2-2 7 0,3 1-27 0,1-1-6 16,-2 0-20-16,4-1 0 0,-2 1-1 15,3 1 13-15,1-2-12 0,-2 0-9 0,1 0-22 16,10 3 18-16,-3-1-5 0,-2-2-14 16,-13 0-5-16,9 0-52 0,0 0 15 0,-1 0-11 15,-1 0 3-15,-7 0-88 0,9 0-30 0,-2 0-26 16,-7 0-158-16,6 0 17 0,-6 0-16 15</inkml:trace>
  <inkml:trace contextRef="#ctx0" brushRef="#br0" timeOffset="-179826.311">21108 17019 412 0,'0'-4'190'16,"0"0"-16"-16,2 0-16 0,-1 3-52 0,3-1-10 15,11-5 14-15,-7 2-24 0,3 1-39 16,-2 3 44-16,8-4-28 0,3 1-5 0,-3-1-12 16,0 2 1-16,-3-1-19 0,1 3-15 15,-6-2-30-15,1 3 2 0,-1-4-49 0,-5 4-23 16,1 0-10-16,-1-2-21 0,-1 0-94 0,-3 0-120 16,1 1 7-16</inkml:trace>
  <inkml:trace contextRef="#ctx0" brushRef="#br0" timeOffset="-179576.321">21236 16962 227 0,'-3'1'191'0,"0"-1"-2"16,0 3-24-16,0 1-23 0,1-1 4 16,-1 4-24-16,1 0-39 0,1-4-3 0,1 6 29 15,0 0-25-15,0 4 7 0,0 2-19 0,0 1-3 16,0 3-15-16,0-1-15 0,14 17 13 0,-9-19-5 15,0 2-30-15,-2-2 0 0,2-4 9 0,-4 0 11 16,4 3-5-16,-1-4 8 0,-3 1-24 16,3-4-11-16,-1-2-22 0,-2 0-45 15,0 0 19-15,2 0 4 0,-1-1-55 0,-2-1-14 16,0 1-42-16,0-5-7 0,0 0-23 0,0 8 2 16,0-2-25-16,-15 13 12 0</inkml:trace>
  <inkml:trace contextRef="#ctx0" brushRef="#br0" timeOffset="-179373.201">21221 17359 430 0,'-8'3'80'0,"3"2"-12"0,0-2 22 15,1-2-14-15,2 2 41 0,-1-3-3 0,-3 3-22 16,5-1 44-16,-3-2-27 0,4 2-18 0,-2-2 7 16,1 0-22-16,1 0-2 0,3 0-6 0,-3-2 12 15,4 2-21-15,0-2-3 0,0 2-27 16,0-3 23-16,3 1 3 0,-1 1-8 0,-1 0-18 16,13-3-4-16,1 0 15 0,0 1-11 15,1-3 1-15,0 1-9 0,-1 2-2 0,3-2-14 16,0 2 10-16,-4-1-6 0,2-1 9 0,2 0-11 15,-6 1-7-15,-3 1-40 0,3-3 9 0,-5 3 2 16,-1 0-115-16,-3 1-45 0,-2-1 14 16,1 0-202-16,-2 2-4 0,-3 0 10 0,-1 1-12 15</inkml:trace>
  <inkml:trace contextRef="#ctx0" brushRef="#br0" timeOffset="-171685.922">16380 17887 242 0,'0'0'95'16,"0"0"7"-16,0 0-15 0,0 0-24 0,0 0-6 15,0 0 47-15,0 0-20 0,0 0 8 0,0 0 3 16,0 0 1-16,0 0-15 0,0 0 9 16,0 0-6-16,0 0 6 0,0 0-30 15,-28 22 6-15,23-18 10 0,-4-2-3 0,-3 3-5 16,3-1-19-16,0 0 4 0,-2-1 8 0,1-1-13 15,1-2-10-15,-1 3 5 0,3 0 1 0,-4 1-22 16,1-4 5-16,3 2 3 0,1-2 5 16,-5 2-11-16,11-2 3 0,-10 0 2 0,3 0 0 15,0 0-3-15,-1 0-10 0,8 0 3 16,-8 0 11-16,8 0-10 0,-7 0 9 0,7 0 4 16,-6 0-11-16,6 0-5 0,0 0 12 0,0 0-7 15,0 0 5-15,-9 1-7 0,9-1 5 16,0 0-13-16,0 2-1 0,0-5-14 0,0 4 12 15,0 1-4-15,0-2 2 0,0-2-5 0,0 7-10 16,0-3 16-16,0 5-15 0,2-2 17 16,0 2 4-16,0 5-9 0,2-3 1 0,0 0-1 15,-2 5-4-15,4 1 3 0,0-1-14 16,-4 3 13-16,3 2 7 0,-1 1-7 0,2-1 4 16,0 0-9-16,-1 0 13 0,-1 1-14 0,0 1 13 15,1-3 0-15,-1 1 6 0,-4-2-10 0,3-2 6 16,3 2-2-16,-4-6 1 0,0 0 1 15,0-4-6-15,2-1 7 0,-4-6-1 0,0 0-11 16,0 6 3-16,1 1-10 0,3-5 21 0,-5 1-3 16,1-3-7-16,0 0-3 0,0 5-2 15,-2-5 2-15,2-1-2 0,0 0 16 0,0-2-11 16,0 3-23-16,-1-5-15 0,2-1-28 0,-1-1-32 16,-1-4-8-16,5 9 10 0,-3-8-107 0,-1 2-71 15,0-2 23-15,0-2-140 0,13-13-14 16,-5 12 54-16,1 4-48 0</inkml:trace>
  <inkml:trace contextRef="#ctx0" brushRef="#br0" timeOffset="-171217.177">16252 18163 367 0,'-4'0'225'0,"2"2"-25"0,2-2-45 16,0-2 2-16,-6 3-32 0,8-1-8 0,-2 1 0 15,0-1-8-15,1 2-21 0,0-2-12 16,1 0 6-16,-4 2-5 0,1 1-25 0,4-3-3 15,1 1-20-15,5-1 19 0,-2-1-16 16,5-1-2-16,-1 2 22 0,-11 0-7 16,11 0-20-16,3 0-13 0,1 0 10 0,0 0 10 15,1 0-17-15,4 0-1 0,17-12 0 16,-14 8 5-16,-6-1-8 0,1 0-2 16,-2 2 0-16,-4 3 4 0,-12 0 3 0,9 0 2 15,-2 0-36-15,-1 0 30 0,-6 0 5 0,8 0 16 16,-8 0-9-16,8-2 0 0,-7 3-6 15,-4 3 14-15,8-4-10 0,-5 3-6 0,-2-5-5 16,4 5-10-16,-2-6-1 0,-2 2-42 0,2-2-11 16,2 2-40-16,-7 0 9 0,8 6-70 15,-1-4-25-15,-5-2-97 0,6-2 18 0,3 0-112 16,-1-1 21-16,7 0 3 0</inkml:trace>
  <inkml:trace contextRef="#ctx0" brushRef="#br0" timeOffset="-170810.949">17014 18118 360 0,'1'-2'228'0,"-1"4"-42"0,0-2-11 16,0-2-8-16,-1 2-49 0,4 3-1 0,1 0-13 15,-1-6 6-15,5 0-36 0,1 3-19 16,1-4-3-16,-1 4-7 0,4-4 15 0,-2 1 2 16,2 3-15-16,0-3-21 0,-4-1 5 0,6 4-10 15,-4-4 8-15,2 0-1 0,3 2-4 16,-2-2 11-16,-3-2 4 0,0 3-6 0,-4 2-24 15,2-3 8-15,-4 4 2 0,-5 0 2 16,0 0-10-16,0 0-3 0,0 0 14 0,6 0 3 16,-6 0-15-16,0 0 4 0,10 3 5 0,-10-5-4 15,-3 1-23-15,3 1-38 0,-2 0 7 0,4 0-30 16,-2 0 7-16,1 0-98 0,-1-1-28 16,3 1 15-16,-1-4 15 0,14 2 12 15,-2-4 15-15,5-2-211 0,-1 0 48 0,1 0-34 16</inkml:trace>
  <inkml:trace contextRef="#ctx0" brushRef="#br0" timeOffset="-170279.711">17749 17783 259 0,'-6'0'232'0,"1"0"0"0,-3 0-70 0,-6 6 16 0,1 2-55 15,-1 2 12-15,1 7-18 0,1 1-27 16,1 4-10-16,3-2 0 0,7-2 6 16,0 5-16-16,0 2-3 0,1-13-3 0,0 6-7 15,13 21-17-15,-7-21 11 0,3 1-13 0,2-2 3 16,-3-2-14-16,6-1-13 0,-5-4 18 0,4 0-6 16,-3-5-10-16,-1 4-5 0,5-6 14 15,-2-2-7-15,-2 0-2 0,0-1 1 0,-2 3 1 16,-8-3 2-16,15-12-20 0,-9 9 20 15,1-6-6-15,-1-1-15 0,-5 2-5 0,2-4 12 16,1-3-11-16,-4 9 13 0,0-6 9 0,0 2-1 16,0-2-5-16,-16-10-4 0,15 12-6 15,-3 3 4-15,2 0-12 0,1 0 8 0,-2 2 9 16,0 2-3-16,3 3-1 0,0-7-5 0,0 7-4 16,0 0 7-16,0-7-7 0,0 7-6 15,16-8 14-15,-12 8 2 0,-2 1-2 0,2 0-15 16,2-1-11-16,-3 3 10 0,3-1 9 0,-1-2-1 15,1 3-9-15,-1 4 17 0,1-2 7 16,-1 1-14-16,1 1-9 0,-3 4 11 0,4-1-16 16,-1 5 17-16,2-1 1 0,-3-3-15 15,1 2 19-15,-1 0-8 0,-2-1 1 0,3 2-2 16,-1 1 3-16,-3-4-7 0,5 1 1 0,-3-3-2 16,2 2 4-16,-6-4 12 0,3 5-15 15,1-4 15-15,1-6-32 0,-4 1-41 0,2-1 1 16,1 1 6-16,-2-3-84 0,0 3-46 0,-4-6-90 15,2-2-58-15,7 0 20 0,-1-3-30 0,0-2-30 16</inkml:trace>
  <inkml:trace contextRef="#ctx0" brushRef="#br0" timeOffset="-169982.848">18099 18013 465 0,'-5'-3'242'0,"5"1"-67"15,3 2-19-15,1 0-17 0,-1 7-27 0,4-4-20 16,-1-1 4-16,4 1-28 0,3-1-6 16,-2-2 21-16,8 3-9 0,0-2-6 0,-8-1-28 15,6 0 28-15,2 0-23 0,0 0-13 16,-3 0-7-16,21-11-13 0,-23 8 17 0,-1 3 17 15,1-1-17-15,-5-5 2 0,2 6-23 0,-5-2-24 16,0 0 8-16,-1 1-22 0,-1-4-15 16,-4 5 6-16,8 0-124 0,-8 0-21 0,14-9-117 15,-12 4-43-15,2 2 13 0,-2-1-5 16</inkml:trace>
  <inkml:trace contextRef="#ctx0" brushRef="#br0" timeOffset="-169701.594">18490 17850 317 0,'0'-5'308'0,"2"1"-51"0,-2 1-47 16,0 0-16-16,0 0-27 0,-2 0-11 16,2 1-21-16,-1-1-21 0,2 2-26 0,-2 1-1 15,2 0 4-15,-1 1-20 0,2 2-5 16,-2 0-8-16,1 16-5 0,-1 0-5 0,6-2-14 15,0 2 2-15,-3 2 9 0,1 1-13 0,4 0-9 16,-5-1 5-16,3-1-5 0,-6 2 3 16,2-5-16-16,2 3 9 0,0-3 5 0,-4 1-9 15,5-4-6-15,-5-2-24 0,3-2-39 0,-1 1-39 16,1-3 9-16,3 0-111 0,-3-7-72 16,-6-4-104-16,6-1 25 0,-3-1-44 0,2-6 29 15,2 0 3-15</inkml:trace>
  <inkml:trace contextRef="#ctx0" brushRef="#br0" timeOffset="-169389.116">18621 17880 317 0,'-1'-4'348'0,"-1"1"-60"16,2 0-30-16,0-1-31 0,0 2-32 15,0-1-20-15,-1 0-24 0,0 3-27 16,1 0-15-16,1 3 1 0,0 2-7 0,2-1-24 15,1 8-9-15,-2 3-6 0,6-5-15 16,-3 7 13-16,0-2-3 0,-4 1-24 0,2 2 9 16,1-3-6-16,-2 3-4 0,-2 1 5 0,3-3-11 15,1 0 13-15,-3 1-6 0,-1 0-4 16,3-3-21-16,-1 0 17 0,-2-7-16 0,0 3-4 16,0 1 3-16,0-2-7 0,0 2 1 0,10 7-6 15,-6-13-28-15,-1-2-23 0,-2 1-11 16,0-3-9-16,-1-2-29 0,0 1-28 0,4 0 13 15,-4 0-76-15,-5-2-133 0,4-1 22 16,3-4-90-16,-4 0-6 0,2-1 9 0</inkml:trace>
  <inkml:trace contextRef="#ctx0" brushRef="#br0" timeOffset="-169045.374">18528 18035 367 0,'-2'0'222'16,"7"0"-24"-16,-6 0-34 0,0-2-22 16,5 1-15-16,-2-3-16 0,2-1-37 0,3 0 24 15,-1 0-29-15,0 2 1 0,3-1 2 0,2 2-14 16,-7-3-18-16,4 5 14 0,1-4-15 16,0 0-18-16,-4 0-54 0,5 3 5 0,0-1-30 15,1-3-65-15,-2-7-39 0,0 10-160 16,2-5 19-16,1 1-34 0</inkml:trace>
  <inkml:trace contextRef="#ctx0" brushRef="#br0" timeOffset="-168670.379">19094 17875 262 0,'0'0'216'0,"0"-2"-28"0,0 2-25 0,0 0-10 16,5 0-15-16,-3-1-26 0,2 2-15 15,1-2 0-15,-1 1-5 0,3 1-48 0,2-1 14 16,-4 0 5-16,2 0-32 0,-7 0 28 0,7 0-20 16,-1 0 7-16,2 0-8 0,-2 0-16 0,0 0 15 15,2 0-15-15,1 0 6 0,-2 0 7 16,-1 0-10-16,8 0-11 0,-1 0 0 16,-1 0 18-16,-1 0-20 0,7-12-28 0,-12 12 3 0,1-3-25 15,-4 1-9-15,3-1 4 0,-3 0-68 16,1 2-53-16,3-3-59 0,-5 3-122 0,2-1 14 15,-1 1-16-15</inkml:trace>
  <inkml:trace contextRef="#ctx0" brushRef="#br0" timeOffset="-168045.4">19479 17611 394 0,'-3'1'287'0,"3"1"-57"0,0 0-35 15,-1-2-33-15,0 1-10 0,1 1-16 0,-3-2-16 16,4 0-24-16,1 2 1 0,-2 0 1 15,2-1-27-15,3-1-6 0,-1 1-8 0,4-1 4 16,-5 1-11-16,7-1 15 0,-4 0-19 0,3 0-4 16,-3 0-5-16,13 0-10 0,-8 0 2 15,-1 0-2-15,4 0-8 0,-1 0 3 0,15-10-9 16,-15 6-1-16,-3 2-8 0,-3-1-2 0,1 1-26 16,-1 1 0-16,-3-1-51 0,2-1 19 0,-2 2 3 15,1-1-101-15,-1 2-20 0,-4-1-92 16,2-2 19-16,1 1 20 0,-2 2-101 0,2-4 10 15,-3 3-42-15</inkml:trace>
  <inkml:trace contextRef="#ctx0" brushRef="#br0" timeOffset="-167654.791">19652 17594 328 0,'-2'1'168'15,"-1"0"2"-15,-1 1-51 0,0-1-17 0,4 2 16 16,0 0-42-16,0 1 20 0,-2-1-13 15,4 2 9-15,-1 1-2 0,1 0-39 0,-1-2 16 16,2 3-2-16,3 6-10 0,-2-1-9 16,1 2 7-16,1-4-4 0,-2-1 3 0,-1-1 4 15,1 0-21-15,4 4 13 0,-2-1-23 0,-3 1 3 16,1-2 15-16,-2-3-18 0,1 0 2 16,-1-1 2-16,-2-6-5 0,0 0 12 0,0 9-5 15,0-2-2-15,0 6 10 0,0 2-2 16,0-1-4-16,0-2 4 0,0 0-2 0,0 0 6 15,-10 9-5-15,4-13-2 0,-1 1-1 0,3-5 9 16,-4 1 2-16,1-4-5 0,2 3-8 16,-2 0 15-16,4 0-12 0,3-4-6 0,-10 0 5 15,1 0-6-15,-1 0-7 0,10 0 11 16,-6 0-12-16,6 0-2 0,-9 0 8 0,9 0-13 16,0 0-11-16,-11-9-12 0,7 9-16 0,3 0-47 15,-2-1-1-15,0 1-46 0,5 1 11 16,0-6-135-16,-2 2 23 0,3 2 18 0,1 0-159 15,-4-2 7-15,0-2 18 0,3 1 14 16,0 1-55-16</inkml:trace>
  <inkml:trace contextRef="#ctx0" brushRef="#br0" timeOffset="-167217.296">20039 17769 354 0,'-5'-2'248'0,"3"2"-34"16,0 0-25-16,2 2-51 0,0-2 1 0,2 1-6 16,1-1-21-16,3 1-27 0,-1-1 8 0,0 2-3 15,2-2-5-15,2 0-27 0,-2 0-7 16,1 0 8-16,-8 0-10 0,13 0-21 0,1 0 5 15,-1 0-2-15,-2 0 12 0,-2 0-17 0,-2 0-11 16,3 0 10-16,-4 0-8 0,-6 0-12 16,8 0-43-16,-2 0-22 0,1 0 5 0,-7 0-41 15,10 0-76-15,-10 0-80 0,6 0 19 16,-6 0-141-16,13-13-4 0,-9 10-4 0</inkml:trace>
  <inkml:trace contextRef="#ctx0" brushRef="#br0" timeOffset="-166592.321">20409 17644 310 0,'0'0'146'15,"-1"1"16"-15,1 1-20 0,-1-1 10 0,-1 2-22 16,2-1-29-16,0 3-6 0,0-1-39 0,0 1 16 16,0 0-12-16,-1 0-18 0,0 0 18 15,1 2-5-15,0-7-36 0,0 5 32 16,0 2-12-16,0-7 7 0,0 7-14 0,0 1-4 16,0-1 15-16,0-7 2 0,0 7-17 0,0-1-19 15,0-6 45-15,0 8-17 0,0-8-30 0,0 8 15 16,0-8 18-16,0 5-16 0,0-5 10 0,0 7-12 15,0-7 33-15,0 0-17 0,0 6 7 16,0-6 2-16,0 0-1 0,0 0-15 0,-13 8 12 16,13-8-25-16,-2-2 8 0,-1 0 6 15,2-1-7-15,-1-2-10 0,2 2-21 0,0-3 27 16,-2 1-23-16,2-3-19 0,0-1-6 16,0-3 7-16,0-3-31 0,13-9 17 0,-5 12 20 15,-1 1-4-15,-3 3-3 0,0 2 1 0,0 0 8 16,3 2 2-16,-3 0-12 0,0 2 15 0,1 0-6 15,-1 1-3-15,1-2 6 0,-1 2-17 0,1 0 23 16,-5 1-19-16,0 0 28 0,9 0 4 16,-2 0-18-16,4 0 21 0,10 14-3 0,-9-4 2 15,-3-5 12-15,0 2-1 0,0 1-3 16,-4-1-12-16,2 0 6 0,0 1 6 0,-1 3 4 16,1-3-6-16,-1 2 6 0,0 1-14 0,0-3-10 15,-3 2 11-15,3-5-8 0,-3 2 11 16,0 0 2-16,2-2 1 0,-4 2-6 0,2-2 2 15,-1-2 5-15,1 4-6 0,-3-2 4 16,1-1-5-16,2 2 10 0,-2-2-6 0,0 1-8 16,0 0-10-16,2 11 15 0,0-9-29 0,-3-7-6 15,0 11-48-15,0-3 8 0,0-8-117 0,0 0-89 16,0 0-111-16,-10 9 23 0,7-9 22 16,0-1 16-16,1-3-18 0</inkml:trace>
  <inkml:trace contextRef="#ctx0" brushRef="#br0" timeOffset="-166311.079">20431 17789 350 0,'2'-1'160'0,"0"-1"-16"0,2 2 1 16,1 0-11-16,0-3-47 0,-1 1 3 0,2 0-48 15,2 2 28-15,10-3-45 0,-4 1 41 0,4 1-47 16,1-2 34-16,-6 3-4 0,6-3-63 0,-4 2 1 16,-5-1 1-16,-2-1-4 0,1 2-29 15,9-3-36-15,-7 0-42 0,-3 1-102 0,1 3 12 16,0-1-148-16</inkml:trace>
  <inkml:trace contextRef="#ctx0" brushRef="#br0" timeOffset="-166045.461">21027 17647 487 0,'1'0'298'0,"3"1"-36"15,-4-1-31-15,2 0-25 0,1 0-20 16,-3 0-34-16,2 2-8 0,1-1-28 0,-3-2-7 16,3 1-39-16,-2 1-23 0,-1-2-28 0,1-1-45 15,-1 2 1-15,-2 0-264 0,0-3 23 16,0 1-121-16,-3-1 24 0,1-1 45 0,0 1 2 15</inkml:trace>
  <inkml:trace contextRef="#ctx0" brushRef="#br0" timeOffset="-164358.008">12822 18511 314 0,'0'0'108'0,"-17"0"-1"16,17 0-16-16,0 0-9 0,-27-3-12 0,23 3 13 15,-1-2-14-15,-2 2 27 0,5 0-14 0,-7-2-14 16,9 2-11-16,0 0 19 0,-8 0-11 16,-3-2-7-16,8 2-24 0,3 0 14 0,0 0-4 15,0 0-19-15,-6 0-25 0,6 0 21 16,1 2 10-16,-2-4-5 0,1 2 8 0,0 2-2 16,0-2-29-16,0 3 6 0,-2-2-3 0,-3 6-2 15,5 0 19-15,-1-3-5 0,2 1-26 16,1 0 8-16,1 0 5 0,-1 3-7 0,-1 0 17 15,0-3 11-15,1 2 18 0,1-2-12 16,-5 3 5-16,4 1-19 0,0-3 2 0,2 2-4 16,-1 2-8-16,-2-2 10 0,4 4 14 15,-2-1-39-15,0 0 9 0,1 1 18 0,-2-2-9 16,1 2 11-16,1 2 6 0,1-1-20 16,-1 0 7-16,-2-3-8 0,0 4 16 0,0-7-24 15,2 4-9-15,-3-2 5 0,2 4 24 0,-2-3-33 16,-1 0 19-16,1-1 2 0,0 1 17 0,1-2 0 15,0-1-14-15,0 0 3 0,-1 0-7 16,2 4-4-16,0-5 4 0,-1 1 5 0,3-3-10 16,-5-1 5-16,5 2-7 0,-1 1 15 0,1-2 2 15,-1-1-12-15,1 0-22 0,-1-1 10 16,-4 0 10-16,8-2-4 0,1-3 8 0,-3 2-24 16,3-2 14-16,3 1 25 0,-3-2-38 15,-2 0 19-15,7 1-10 0,-4-2 16 0,4 2-6 16,-5-3-19-16,2 1 6 0,2-1 12 15,-1 2-31-15,-3-1 14 0,3 2-19 0,-4-1 1 16,0 2 2-16,-4 1 2 0,10-1 4 0,-8 1-63 16,-1-3-46-16,-1 1-4 0,-3-1-44 15,-3-1-130-15,-1 3 17 0,-2-1-55 0</inkml:trace>
  <inkml:trace contextRef="#ctx0" brushRef="#br0" timeOffset="-163358.039">12770 18751 256 0,'10'-4'89'15,"2"-2"-25"-15,-2 2 26 0,5-2-42 0,1-1 3 16,0 3-22-16,0-1 19 0,0 0-17 0,0 0-3 15,-6 2 9-15,3 0-2 0,3 2-33 16,-4-2 22-16,-3 2-9 0,0 0 22 0,-4 0-34 16,1 0 8-16,-3 0 17 0,-2 3-11 15,2-1 26-15,-1-1-9 0,-1 2-19 0,1-3 2 16,-2 5 20-16,0 4-18 0,1-1-5 16,-2 1 44-16,6 1 7 0,-3 0-16 0,1 1-5 15,-1 2-15-15,2 0 19 0,1-3-23 0,1 1 5 16,1 3-3-16,1-3-3 0,1-1-2 15,-4-2-3-15,3-1-13 0,7-1 0 0,-7-2-41 16,-1 0 2-16,5-3 5 0,-1 0 0 16,1-3 16-16,-3-4-9 0,-3-3-15 0,2 4 2 15,2-9-13-15,-9 3 7 0,2-1-2 0,2 1 11 16,-1 3 3-16,-2-1 13 0,2 3 9 16,-3-1-11-16,-4 2 11 0,3-4-19 0,2 5 32 15,-2 5-9-15,8-2 29 0,-10-1 4 0,-3 3-29 16,7 0-5-16,-2 2 12 0,1-1-11 0,3 1 8 15,-2 4 9-15,0-3-47 0,0 4 16 16,6-6-3-16,-3 7 28 0,0-1-22 0,3-3 6 16,-3 1 10-16,-1 1 13 0,1-2-35 0,1 3 12 15,6-7 1-15,-7 3 19 0,0-1-10 16,1 0-8-16,1-1 25 0,-1 0-15 0,2-5-15 16,-2 3 4-16,1-3-5 0,0 4-3 15,-2-6-3-15,-1 0 17 0,-1 0 6 0,-2-2-18 16,2 1 28-16,-2-1-8 0,2 0 16 0,-7-1-35 15,1 1-15-15,2 0 52 0,1 3-37 16,1 2 26-16,-1 0 5 0,-1-1-2 0,-3 1 18 16,4 3-2-16,0 0-20 0,-1 4 0 15,-3 1-4-15,5 0 1 0,-2 5-11 0,3 0-12 16,2-1-5-16,-1 3 23 0,2-4 0 16,1 3 2-16,2-1-2 0,1-1-2 15,-6 0 1-15,7 1 4 0,0-2-14 0,1-1-8 16,0 0-7-16,-2-3 38 0,3 0-51 0,-1-3 28 15,1-1 19-15,0-2-4 0,-2-1-24 0,0-2 17 16,-2-2-24-16,0-3 31 0,-1 0-25 16,2-1 10-16,-1-2-11 0,-5-3-19 0,0 1 15 15,-1-2 8-15,-2-3-20 0,0 6 62 0,-7-1-24 16,5 1 16-16,-5-1 8 0,1 1-20 0,1-1 0 16,-5 4 22-16,2-3-3 0,-2 1-3 15,1 3 15-15,2-1-13 0,-3 3 15 0,2 1 21 16,5 2-28-16,-1 2 11 0,0 1-17 0,-1 1-32 15,5-3 29-15,-1 4-42 0,-2 0 36 16,4 1-29-16,-1 3 35 0,-1 3-5 0,2 0 1 16,1 3 8-16,-1-2-17 0,-1 5 3 15,2-1-23-15,2 4 16 0,-1 2-9 0,4-1 8 16,-3 0-11-16,5 6 26 0,-4-4-26 0,-1-4 10 16,5 5 2-16,-1-5-9 0,-1 5-2 15,1-5 10-15,2-1-5 0,2 1-1 0,-4-4 0 16,4 0 0-16,0-10 0 0,3 1-10 15,-2-2-13-15,-3-3 0 0,3-2 3 0,-1-5 1 16,2-3-67-16,1 4-14 0,-6-4 5 16,-3-1 14-16,7-5 28 0,-4 7-26 0,-8-2 0 15,2 1 22-15,-4-2-15 0</inkml:trace>
  <inkml:trace contextRef="#ctx0" brushRef="#br0" timeOffset="-163029.92">13634 18661 1006 0,'-6'-2'1'16,"-3"-1"-1"-16,0 5-2 0,2 2 15 15,0-5-4-15,2 5-6 0,1 0-10 0,3 4 10 16,-2 0-28-16,6 1 31 0,-2-1-11 15,-1 0 8-15,9 0 2 0,2 2 3 0,1-2-15 16,1-3-14-16,-4 1-2 0,5-1 5 0,10-4-10 16,-2-2 0-16,-6 0 18 0,9-6-24 0,1 2 34 15,0-2-35-15,-1-2 27 0,-3 1-17 16,3 0-32-16,-6-4 49 0,-5 2-36 0,4 1 14 16,-12-2-27-16,-6 2 23 0,0 2 26 15,-2 0-44-15,-2 0 39 0,0 2-19 0,-4-2 11 16,-3 1 14-16,2 5 5 0,-4 0-2 0,4 2 4 15,-6 0-9-15,1 1 17 0,4 2-10 16,0-1-4-16,-1 1 18 0,8-2-11 0,0 3-1 16,4-2-13-16,7 3-4 0,-5-1 50 0,7 3-30 15,1-1 3-15,3 4 8 0,-3-1-31 16,4 2 14-16,-4 1 17 0,-2 1-31 0,1-1 29 16,4 0-12-16,-2 0 8 0,-1-1 14 15,-3-1 19-15,0 2-3 0,-2-5-25 0,4 5 5 16,-6 1-19-16,4-2 23 0,-4-2-2 0,2 3-12 15,0-7-5-15,1 2-38 0,-4-2-37 16,1-3-59-16</inkml:trace>
  <inkml:trace contextRef="#ctx0" brushRef="#br0" timeOffset="-162748.68">14325 18705 350 0,'1'10'183'16,"1"-1"-70"-16,-2 7-3 0,4 0 17 0,1 4-8 15,2 0-42-15,-1 6 29 0,-2-3-17 16,6 5-2-16,0-2 0 0,-1-1-17 0,3-2-7 16,-3-1 5-16,-2-1 1 0,1-5-26 0,0-1-2 15,-2-5 9-15,-2-1-3 0,-4-1 0 16,5 0 13-16</inkml:trace>
  <inkml:trace contextRef="#ctx0" brushRef="#br0" timeOffset="-157092.596">14289 18560 237 0,'0'0'184'0,"0"0"-3"15,0 0-11-15,0 0-18 0,0 0-28 16,0 0 31-16,0 0-31 0,0 0-31 16,0 0 18-16,0 0-21 0,0 0-14 0,0 0-30 15,0 0 16-15,12-12-2 0,-9 4-32 0,-1 1 12 16,4 0 7-16,-5 0 6 0,5 0-44 16,0-1 18-16,1 2 15 0,0-2-15 0,-1 1-26 15,2 2-4-15,2 0 27 0,0-1-25 0,-1 2-6 16,1 1 20-16,-2 2 5 0,-8 1-10 0,11 0 13 15,2 0-29-15,9 14 15 0,-8-8-8 16,-4 2 10-16,3 6-8 0,-3-4-17 0,-1 1 14 16,1 1 11-16,-2 2-1 0,-4-2-16 15,-1 0 13-15,-1 2 2 0,-2-2-7 16,3 0 1-16,-10 1 8 0,7-3-3 0,-1 1 14 0,-7 1-3 16,1-2-19-16,-1 0 15 0,3-1-7 15,-4-1 28-15,0-2 2 0,1 0 0 16,-1-1-9-16,-1-2 8 0,1-4-16 0,-1 2 20 15,0 1-11-15,-1-2-17 0,5-5 9 0,1 2-11 16,-3 2-20-16,2-4 11 0,1-3-47 0,0 3 5 16,2-2-38-16,0 3 6 0,0 1 5 15,3-2-95-15,0-3-30 0,2 2-64 0,1 3 18 16,5-1-117-16,-2 0 2 0,5-3-37 16</inkml:trace>
  <inkml:trace contextRef="#ctx0" brushRef="#br0" timeOffset="-155998.877">14943 18555 367 0,'-6'-3'156'16,"3"-1"14"-16,0-2-44 0,-4 2 14 0,-1-1-23 16,4 3-21-16,3 0 21 0,-9 0-34 0,1 1-2 15,1 1 18-15,-4-2-37 0,-2 5-26 0,14-3 4 16,-14-1 13-16,5 4-14 0,1 1-3 16,-1-1-1-16,5 3-30 0,-5 0 21 0,8 2-6 15,-2-2-23-15,0 2 31 0,5 3-7 16,1-5-22-16,2 1 2 0,1 0 8 0,4-2-11 15,3-2-9-15,-1-1-21 0,-1 2 21 0,1-6 9 16,0 0-6-16,4 0 7 0,-2-1-34 16,-9 0 37-16,7 1-1 0,-4-5-21 0,-3 4 33 15,3 1-15-15,0-4-8 0,1 0-21 0,-7 5 19 16,0-1 12-16,3 1 1 0,-4-2 0 16,5 2-24-16,-6 1 27 0,4 0 1 0,0 0-36 15,2 1 34-15,1 3 5 0,1-1-19 0,2 1-18 16,2-1 44-16,1 2-9 0,0-3 7 15,0 1-22-15,1 0 0 0,0 1 14 16,-1-2-22-16,0 1 34 0,-1 0-34 0,0-2 3 16,-1 4 27-16,-2-3 1 0,-2 0-3 0,-7-2-15 15,0 0-10-15,0 0 16 0,16-13-14 16,-13 8 4-16,-1-5 1 0,-2 6 1 0,0-6 13 16,-2-2 4-16,-1 3 9 0,3 9-25 15,-6-23 31-15,1 10 1 0,2 2-10 0,-4 0 27 16,-1-2-15-16,1 1-21 0,2 2 13 0,-3 0 17 15,-1 1-13-15,3 3 7 0,-3 0 5 0,3 1 0 16,-2-2-7-16,8 7 26 0,0 0-24 16,-6 0-6-16,0-5-10 0,3 5 14 0,-1 0-6 15,-1 4-6-15,4 0 6 0,0 0-11 16,3 6-3-16,2 1 12 0,1-1-6 0,-1 2-10 16,0 3-4-16,1 1 9 0,4-2-3 0,0 2 4 15,2-4-13-15,3 2 3 0,0-2-12 16,-2 0 0-16,2-2 4 0,1 1-10 0,-1-4-18 15,0-1 9-15,0-3-27 0,-1-1-1 16,-4-2-2-16,6-1 27 0,-7-3-15 0,4-3 21 16,-2 1 4-16,-4-5 0 0,2-1-27 0,-2 0 4 15,-2-2 10-15,-4 6 21 0,0-3 15 16,0-3-10-16,0 0-32 0,0-2 34 0,0 4-2 16,-15-13 27-16,8 16-22 0,1-2 11 0,1 1 7 15,-3 2 15-15,3 1-23 0,-1 4 17 16,-2 1 19-16,4-2-5 0,-1 4-5 0,3 0-28 15,2 0 20-15,0 0-4 0,0 0-6 0,-7 13-12 16,6-3 10-16,5-3 0 0,-2 5-5 16,0 1-21-16,3 2 17 0,-2-1 20 0,5 2-14 15,1-4-10-15,0 3-18 0,0-3-9 16,1-1 17-16,-1 0-5 0,1-2 1 0,-3-1-3 16,-1-2 1-16,2 0 10 0,0-1 8 0,-3-2-2 15,-3-2-11-15,3-1 3 0,-1-1 18 16,1-2-41-16,0-2 20 0,-1-2 13 0,-1 1-7 15,2-2-6-15,-1 0 2 0,1 0-4 16,-1 1 12-16,2 3-12 0,0-4 3 0,-2 3-3 16,1 1 13-16,2-1-10 0,-4 2-4 0,1 3 17 15,3 0-7-15,-3 0-2 0,2 4-14 0,-1-1-5 16,2 0 34-16,-4 2-41 0,8 2 28 16,-4-3 1-16,3 3-15 0,-4 1-17 0,3-3 34 15,1 0-9-15,-3 2 32 0,0 2-11 0,-1-2-11 16,2 0-4-16,3 1-11 0,-5-3 19 15,0 1-7-15,0-5-18 0,-6 5 20 0,0-1-33 16,3 0 2-16,1-1-45 0,-4-1-22 0,-2-3-39 16,-3 2-62-16,0 0 19 0,-1 1-213 15,-4-3 6-15</inkml:trace>
  <inkml:trace contextRef="#ctx0" brushRef="#br0" timeOffset="-155733.255">15275 18557 392 0,'2'1'186'16,"-2"1"-10"-16,2-5-47 0,3 3 20 0,1 0-37 15,1 0-20-15,3-1-2 0,-1 1-10 16,2 0-36-16,4-3 20 0,-7 2-6 0,2 0-2 15,1-2-31-15,-2-1 13 0,-5 2 14 0,5-4-16 16,-4 6-8-16,-2 0-27 0,5-1 1 0,-8 0-48 16,3-2 5-16,0-1 2 0,-2 3-75 15,-1-2-41-15,-1 0-107 0,1-5 16 0,3 3-97 16,-3 5-9-16</inkml:trace>
  <inkml:trace contextRef="#ctx0" brushRef="#br0" timeOffset="-153498.945">16250 18672 385 0,'0'0'151'0,"0"0"-3"16,0 0-31-16,0 0 16 0,0 0 12 0,-12 11-25 16,16 0-20-16,1 1-9 0,-2 2-22 15,1-1 25-15,1 1-33 0,0 0-15 0,-1-1 17 16,1 0-45-16,-4-1 26 0,4 0-25 0,-2-1-1 16,-1-2 35-16,1-2-26 0,-1 0 0 15,0-3 15-15,-2-1-11 0,5 1-8 0,-5-2-5 16,0 0 3-16,0-2-3 0,-2 0-2 0,1-2-14 15,0-1 17-15,0-4-1 0,-2-1 0 16,-1-4-22-16,0 0 4 0,3-3 7 0,-4-3-1 16,4-2-1-16,-4-2 4 0,-1 2-12 15,3-2 2-15,1 0-4 0,1 0-13 0,1 11 35 16,0-5-23-16,0-1-30 0,0 3 39 16,0 0-29-16,13-9 29 0,-6 14-18 0,-1 2 11 15,3 3 1-15,-2-2-16 0,2 3 12 0,-2 3 5 16,0 2-2-16,0-2 5 0,5 7-22 0,-4 1 41 15,4-3-22-15,2 2 2 0,-4 3-4 0,5 2-23 16,-2-3 13-16,0 3 18 0,1 0 10 16,-4-1-26-16,4-2-14 0,-6 0 34 0,2-1-27 15,3 2 4-15,-6 0 43 0,1-5-24 0,0 2-12 16,-6 0-2-16,3-3 20 0,-1 3-2 16,-2-3-16-16,1 0-6 0,-1 1 25 0,-2 1 0 15,2-3-8-15,0 3 19 0,-2-4-17 0,1 2 2 16,-2 1 4-16,1-5-16 0,0 0 19 15,0 0-20-15,0 0-15 0,0 7 4 0,0-7-54 16,0 0-44-16,0 0-12 0,0 8-48 16,-11-9-81-16,6-2 17 0,-1 0-131 0,-4 1 29 15</inkml:trace>
  <inkml:trace contextRef="#ctx0" brushRef="#br0" timeOffset="-153202.079">16292 18687 259 0,'2'1'121'15,"2"-2"19"-15,2 2-18 0,1-2-32 0,1 4-9 16,2-3-27-16,3 1 4 0,-2-1-7 15,6 0-6-15,-4-1-19 0,3-2-4 0,-1 1-3 16,2 1 7-16,0 0-3 0,-1-1 17 0,1-3-3 16,2 2-33-16,-5 2 0 0,0 1 34 15,-1 0-3-15,0 0-25 0,-4-3 0 16,-9 3 0-16,8 0-23 0,0 0-28 0,-2 0-18 16,-6 0-25-16,9 0-83 0,-9 0-109 0,5 0 9 15</inkml:trace>
  <inkml:trace contextRef="#ctx0" brushRef="#br0" timeOffset="-152686.467">16875 18715 241 0,'-5'-2'239'0,"3"1"-58"0,4 2-12 15,0-1-28-15,-4 0-23 0,2-3-31 0,0 3-16 16,2-2 15-16,0 4-16 0,-1 0-38 0,4-1 37 16,-3-1-8-16,2 2-26 0,1-4 11 15,0 2 2-15,-1 0-33 0,2-1 26 0,0 1 11 16,-1-2-56-16,1 2 26 0,2 0 16 0,-3-4-26 16,1 0-18-16,5 1 27 0,-4-4 9 15,1 6 5-15,1 0-23 0,1-4 6 0,-2 5-7 16,-4-2-9-16,1 0 6 0,1 1 5 0,-3 1-16 15,1 0-13-15,-2 0 27 0,-4-1-4 16,6 1-10-16,-2 0 25 0,-1 0-1 0,-1-2-16 16,0 2-5-16,0-1-4 0,2 1 16 15,-2 1-9-15,0-1-6 0,0-1 23 0,0 1-9 16,4 0-23-16,-6 0-39 0,0 4 8 0,2-3-67 16,2-3-2-16,-2-3-45 0,0 4-136 0,4-3-35 15,-2-3 12-15,1 1-28 0</inkml:trace>
  <inkml:trace contextRef="#ctx0" brushRef="#br0" timeOffset="-151905.246">17225 18478 383 0,'0'-2'173'0,"1"3"-54"16,-2 0 29-16,2 3-59 0,3 1 9 0,-3 3 6 15,2 5-65-15,0 1 20 0,4-1 11 16,-3 0-12-16,2-1 17 0,0 0-23 16,1-2-21-16,-3 2 29 0,3-3-33 0,-3-2 22 15,0-4-27-15,-2 3-31 0,0-2 59 0,-1-3-19 16,2 3 3-16,-3-2 33 0,1-2-6 0,-2 0 20 16,1-2 1-16,-1-3 6 0,-2 2-8 15,-1-2-13-15,-2 0-2 0,1 0-20 0,-1-2-1 16,-2-1-14-16,-1 1 9 0,-4-4-6 15,2-1-10-15,3 0 6 0,3-3-13 0,-3 1-10 16,4-6-21-16,0 2 21 0,2 0-12 0,2 0-5 16,0 10-10-16,0-3-14 0,10-14 6 0,-1 14 0 15,3-1 13-15,-3 6-19 0,-1-2 7 16,4-1 21-16,0 2-11 0,3 3-23 0,-2 0-1 16,1 1 20-16,-2 3 14 0,1-2-14 15,-13 2-13-15,7 0 29 0,8 13-6 0,-6-9-10 16,-4 2-7-16,1-1 14 0,0 5 6 0,-5-2 8 15,-1 1-19-15,0-9 35 0,0 5-34 0,0 3 19 16,0-1-26-16,-21 7 6 0,18-7 23 16,-5-2-2-16,-2 0-19 0,4-2 40 0,0 1-18 15,2-4 0-15,-2 4 9 0,-1-3-32 16,1 0 21-16,0 1 2 0,2 0 13 0,0-2 3 16,3 1-49-16,1-1 32 0,0 0 9 0,0 0-21 15,0 0-3-15,-3-1 10 0,4 1-18 16,-2 0 40-16,2-2-9 0,2 2-8 0,1 0-9 15,0-2-2-15,2 1 17 0,3-1-9 0,0-1 0 16,1 2-17-16,2-2 27 0,-6 0-8 0,8 3-1 16,-4 0 6-16,-3 0-28 0,2 0 18 15,3 0 7-15,0 0-1 0,2 0-6 0,13 11 3 16,-13-7-4-16,0 5-12 0,-2-5 38 16,-3 1-24-16,1 2-4 0,-1-1 20 0,-3-3-12 15,3 4-3-15,-5-2-30 0,-2 4 10 0,-4-4 26 16,2 2-1-16,0 1-16 0,-5 1 36 0,-2-6-8 15,0 5 0-15,-2-2-22 0,-4 2 15 16,4-1 23-16,-2-3-8 0,-5 3-12 0,0 0 22 16,-1-6 2-16,3 2-17 0,-9 2 7 0,9-3-15 15,0-2 25-15,0-2-25 0,0 1 13 16,-2-3-5-16,9 4-6 0,-12-4 2 0,9 0-16 16,-1-3 0-16,2 2-19 0,3 0 10 0,2-1-65 15,0 1 6-15,4 3-29 0,3-6-20 16,-1 5-10-16,3-2-80 0,-1-2-136 0,5 1 21 15,5 1-16-15,0-1-2 0</inkml:trace>
  <inkml:trace contextRef="#ctx0" brushRef="#br0" timeOffset="-151655.255">17739 18453 304 0,'1'0'209'0,"-1"0"-41"16,0-1-15-16,4 2-44 0,1-3-24 0,-1 4 17 15,7-7-3-15,-3 4-16 0,1-1-19 0,0 1-20 16,1-2 24-16,-2 2-2 0,1 1-2 16,2 0-20-16,0 0-3 0,-4-4-29 0,1 2 11 15,-3 2-23-15,1-1 9 0,-1-3-26 0,-1 2-8 16,-4 2 2-16,0 0-70 0,0 0-24 15,0 0-48-15,0 0-73 0,16-8 13 0,-14 4-142 16</inkml:trace>
  <inkml:trace contextRef="#ctx0" brushRef="#br0" timeOffset="-151030.273">17940 18306 317 0,'-3'0'190'0,"3"0"-84"0,-2 5-16 15,4-2 34-15,-2 3-14 0,3 1-5 0,0 3-9 16,-1 1-56-16,1 0 24 0,3 3 7 0,-1 4-26 16,0-6-25-16,0 0 24 0,1 0-30 15,-2 1 48-15,-2-2-32 0,0 1-13 0,2-2-14 16,-5-2-10-16,3 1 38 0,2-2-10 15,-1 0 10-15,-1-3-5 0,1 0-2 0,-3-1-4 16,3 1-29-16,-1-1 29 0,0-3-14 16,-2 0-1-16,0 0 5 0,0 0 10 0,0 0-34 15,-7 0 40-15,7 0 11 0,0-6 9 0,-3 4 2 16,1-6-44-16,-3 4 32 0,2-4-32 16,-3-1 1-16,3 0 7 0,-2-4 18 15,1 2 4-15,2 0-22 0,-2 2 0 0,0-4-23 16,4 13 23-16,0-9-11 0,0 0 5 0,0 1-1 15,0-1 9-15,0 2-33 0,0 7 34 16,16-16-11-16,-11 10-4 0,1 3-7 0,0 0 14 16,2 3 12-16,2-2-19 0,-10 2-26 15,9 0 2-15,1 0 49 0,1 0-26 0,9 15-1 16,-5-8-19-16,-6 0 22 0,2-2 5 0,-2 5-10 16,2-2 20-16,-1 0-16 0,0 2 16 0,-1 0-48 15,-2 1 26-15,1-2 14 0,-2 0-30 16,-6 1 27-16,2 1-6 0,1 2 27 0,-6-2-43 15,-1 2 14-15,-1-3 31 0,-2 1-12 0,1-1 9 16,-1 0-16-16,0-2-8 0,-3 1 0 16,2-2 29-16,-1 0-18 0,2-2 12 0,-6-2-2 15,0 4 2-15,2-3-19 0,-1-3 7 0,1 2 9 16,-1-3-4-16,2-1-11 0,0-1 21 16,3-1-13-16,-2-1-15 0,1-1-33 0,1 2-24 15,2-1 22-15,1-1-28 0,4-3 3 0,-1 6-60 16,2-1-43-16,2 1-44 0,4 0 18 0,2-3-174 15,2 1 19-15,1-1-21 0</inkml:trace>
  <inkml:trace contextRef="#ctx0" brushRef="#br0" timeOffset="-150795.902">18480 18540 320 0,'2'1'203'0,"2"0"-42"0,3 0 4 15,-1 0-21-15,5-1-45 0,1 1 29 0,-1-2-52 16,2 0 23-16,-1 1-22 0,0 1-8 16,-1-1-12-16,1-1 11 0,-2 1-60 0,0 0-8 15,-1 1 0-15,0 4-69 0,-4-6 20 16,5 1-58-16,-4-3-54 0,-3 6-137 0,5-3 15 15,-5-3-81-15</inkml:trace>
  <inkml:trace contextRef="#ctx0" brushRef="#br0" timeOffset="-150092.792">18929 18384 329 0,'-14'2'125'0,"0"2"-11"0,0-1-10 15,1 1-12-15,-1 3-12 0,-3-1 16 16,-2-6-30-16,4 2 44 0,0 1-55 0,4-1 24 16,-2 1 5-16,0 4-35 0,2-7 13 0,1 2-2 15,2 0-4-15,3-1-15 0,4 0 7 16,-2 0-4-16,-1 1 3 0,3-2-16 0,-1 1-8 16,2-1-17-16,-2 4 12 0,2-4-10 0,0 0 10 15,0 0 10-15,0 7 5 0,0-1-28 16,0 0 8-16,0 1-26 0,11 7 1 0,-7-5 25 15,-2-5 2-15,-1 6-21 0,7 5 21 16,-6-6-5-16,0-1-34 0,3 4 19 0,-5-4 32 16,1 1-23-16,-1-1-2 0,3 5-17 15,-1-2 26-15,-2-2-2 0,0 1-28 0,2-3 29 16,-2 2 3-16,2 1-14 0,1-1 17 16,-1-5-12-16,-2 0 0 0,0-4-26 0,0 7 17 15,0 4 0-15,0-4 10 0,0 0-24 0,0 0 8 16,12 3 19-16,-10-8 4 0,1 3-25 0,1 0 18 15,-2-1-29-15,3-1 35 0,1 1 4 16,-3-2-18-16,2-1-21 0,2 2 40 0,-3 0-15 16,3-2 3-16,2 2 11 0,-4-3-6 15,2 0-9-15,3 0-10 0,-2-3 24 0,-3 3-5 16,4-1-12-16,3 1 23 0,0-3-8 0,-2 7-6 16,0-8-7-16,-1 3 7 0,2-3 5 0,4-2 0 15,-6 2 3-15,5 3-2 0,-4-3-5 16,-1 2-9-16,0-1 17 0,1-1-53 0,-2 1 42 15,-2 0-17-15,-2-1-10 0,3 0 8 16,-4 2 18-16,-3-2 9 0,4 3-59 0,-4-1 11 16,-1-2 15-16,0 2-21 0,3-5 2 15,-2 4-31-15,0 0-31 0,-1-1 13 0,0 1-63 16,-1-1-26-16,0 1-90 0,1-1 13 0,-4-1 6 16</inkml:trace>
  <inkml:trace contextRef="#ctx0" brushRef="#br0" timeOffset="-149764.685">18693 18583 280 0,'0'-1'165'15,"-2"0"-33"-15,2 2-20 0,5-1-13 0,0 1-32 16,-2-1-8-16,5 0-6 0,-3-1-5 0,1-2 3 16,-1-2-2-16,3 1 11 0,0 3 9 15,5-3-31-15,0-1 0 0,0 1-17 16,0 0 3-16,-3 0-4 0,4 0-22 0,-1 0-1 15,-2 0 2-15,1 2-1 0,0-5-54 0,-1 3-24 16,4 0-13-16,-7-1-74 0,2-1 13 0,-1 4-234 16</inkml:trace>
  <inkml:trace contextRef="#ctx0" brushRef="#br0" timeOffset="-149452.186">19241 18485 296 0,'7'-2'141'0,"4"1"-22"0,-2-2-39 0,2 2 3 15,-1-1-10-15,-1-1 5 0,3-1 0 16,-4 3-10-16,-8 1-8 0,7 0-6 0,-2 0 2 16,5 0-6-16,-2 0-42 0,3-8-2 15,-6 7 27-15,3 1-2 0,-8 0-43 16,0 0 1-16,7 0 2 0,0 0-16 0,-7 0 15 16,8 0-60-16,2 0-41 0,2-7-73 0,-9 2-148 15,-1-1-9-15</inkml:trace>
  <inkml:trace contextRef="#ctx0" brushRef="#br0" timeOffset="-148936.584">19657 18137 299 0,'-14'2'75'0,"4"0"-10"0,3 1-13 15,-2-2 50-15,2 1-14 0,0-2-5 0,1 5-8 16,-2-5-18-16,5 1-8 0,-1-1-4 0,4 3-30 16,0-3-7-16,0 0 5 0,0 0 17 0,0 0-7 15,0 0-33-15,-10 4 36 0,13 0-17 16,-2-1 11-16,-1 0-2 0,0 0-2 16,0 3 4-16,2 0-21 0,-2-1 15 0,-2 3-2 15,2-8-1-15,0 10-2 0,15 11 39 0,-9-8-4 16,-2-2-1-16,-1 1 11 0,0 3-23 15,-3-8 10-15,0 3-14 0,0 4 0 16,0 0 2-16,12 15 6 0,-7-14 4 0,-2-1-18 16,-3 1 1-16,5-3-13 0,-5-12 23 0,0 9-23 15,0 1 10-15,0-2-1 0,11 6-27 16,-8-7 17-16,0-9-35 0,-6 9 2 0,0-1-75 16,-1-2-39-16,-2-4-78 0,3 0 15 15,-1-5-158-15,-2 4-1 0</inkml:trace>
  <inkml:trace contextRef="#ctx0" brushRef="#br0" timeOffset="-148717.837">19614 18329 278 0,'6'-2'170'0,"4"-2"-1"0,-5 1-39 0,9 1-21 16,-3-2-25-16,0 3-26 0,1-2 26 15,-2-1-29-15,4 4-7 0,-4-3-4 0,0 1-21 16,4-2 6-16,-5 1-7 0,-2 3-85 0,4-3-28 16,-8 1-26-16,5-6-153 0,4 4 7 15,0-4-2-15</inkml:trace>
  <inkml:trace contextRef="#ctx0" brushRef="#br0" timeOffset="-148499.094">20027 18304 373 0,'1'7'201'16,"2"-4"-36"-16,1 0-4 0,2-2-75 0,2-1 30 16,5-1-21-16,1 2-9 0,-14-1-32 0,11 0 16 15,3 0 1-15,14-10 8 0,-16 6-62 0,-4-2 34 16,8 5-10-16,-2-2-6 0,-4-2-31 15,0 0 39-15,2 2-31 0,-3-4 4 0,-1-2-22 16,1 4-2-16,-2 0-89 0,3 2-52 0,-7-5-78 16,2-1-117-16,-1 1 12 0,-4 0-11 15</inkml:trace>
  <inkml:trace contextRef="#ctx0" brushRef="#br0" timeOffset="-147358.498">20497 18250 374 0,'-12'0'136'0,"12"0"-4"0,0 0 21 0,0 0-48 16,0 0 6-16,0 0-23 0,0 0-1 16,0 0 5-16,0 0-18 0,0 0-6 0,0 0 20 15,0 0-27-15,0 0-13 0,0 0-15 0,-20 4 5 16,19 7 19-16,0 1-13 0,1-2-13 16,0 4 19-16,0 3-3 0,0 2-16 15,0-4 7-15,0 3-25 0,0 0 20 0,0-1-10 16,0-2 14-16,15 19 4 0,-8-18-28 0,-6-1-1 15,3 1 13-15,1-2-18 0,-3-3-16 16,2-3 11-16,-2 2 11 0,-1-5-47 0,-1 3 6 16,1-5-6-16,0 2-25 0,2-2 5 15,-2-2-63-15,-1-5-32 0,-2 1-124 0,2-6-54 16,5 4 16-16,-3-7-68 0</inkml:trace>
  <inkml:trace contextRef="#ctx0" brushRef="#br0" timeOffset="-147046.015">20600 18265 261 0,'0'7'164'0,"-2"-2"-5"0,2 1 16 16,-2 2-33-16,2 0-8 0,4 4-39 0,-4-12 17 15,0 7-25-15,9 8-28 0,-8-6-16 0,5 3 17 16,6 0-1-16,-7-2 9 0,1 0-50 15,2 1 30-15,1 2 0 0,-9-4-27 16,4 4 18-16,1-1 10 0,0-3-4 0,-1 3-5 16,1-1-21-16,-1-2 17 0,2 1 8 0,-4-1-35 15,4 1 1-15,-5-5 5 0,2 2 15 16,-1 0-16-16,-2-7-4 0,0 0-23 0,0 7-18 16,0-7-17-16,0 0 4 0,0 8-57 15,0-8-11-15,12 5-51 0,-26-6-73 0,13-3 20 16,-2 0-144-16,-1-5 8 0</inkml:trace>
  <inkml:trace contextRef="#ctx0" brushRef="#br0" timeOffset="-146811.645">20512 18445 406 0,'1'-1'183'16,"3"1"-64"-16,4-3 3 0,-2 3-56 0,3 0-8 15,-3 0 39-15,9 0-37 0,-15 0-6 16,12 0-60-16,4 0-49 0,0 0-23 0,-2 0 11 16,1 0-118-16,17-14-144 0</inkml:trace>
  <inkml:trace contextRef="#ctx0" brushRef="#br0" timeOffset="-146217.906">20968 18418 290 0,'-6'1'137'0,"8"2"35"16,-5-2-23-16,3 0-9 0,0 1-17 15,-1 1-4-15,1 0 17 0,-1-2-5 0,1-3-8 16,0 4-22-16,-3 1 4 0,3-5-7 15,2 2-16-15,-1 3 9 0,-1-2-9 0,1-1-20 16,0 3 1-16,-6-3-12 0,5-1 1 16,0-1-24-16,3 1 17 0,-3 0-7 0,2-2-15 15,2 2-8-15,2-2-1 0,2 1 11 0,-1 2-3 16,-1-3 1-16,4-2-3 0,-1 3 3 16,0 0-26-16,5-1 17 0,-6-2 1 0,5 1-2 15,-13 4-17-15,0 0 14 0,9 0-2 0,6-11-7 16,-6 9-2-16,-5-2 13 0,3-1-17 0,-4 5 15 15,1-2-7-15,-2 1 1 0,2 0-3 16,-3-2-7-16,1 3-38 0,2-4-1 0,-6 3-39 16,4-2-16-16,-1 3 10 0,-1 4-55 15,1 0-18-15,-1-8-64 0,-1 3-145 0,1-2 23 16,-3 0 15-16,3-1 0 0</inkml:trace>
  <inkml:trace contextRef="#ctx0" brushRef="#br0" timeOffset="-145702.3">21127 18167 282 0,'3'1'195'0,"-6"-2"-65"0,1 1-5 0,5 0 7 16,-1-2-40-16,-1 1 12 0,1 2-16 15,3 1-36-15,-5-4-7 0,5 1 22 0,-1 1 4 16,1 0-2-16,5-1-46 0,-6-1-2 0,5 1 33 15,-9 1-12-15,6 0-21 0,1 0 5 16,12-6 21-16,-10 4-23 0,-1-1-25 0,0 1 34 16,3 0-11-16,-2 1-7 0,-2-3-22 0,-3 3-17 15,0 0 14-15,0-3-19 0,-4 4 2 16,0 0-40-16,0 0-23 0,0 0-17 0,10 6-15 16,-12-10-76-16,0 2 15 0,1-1-189 0</inkml:trace>
  <inkml:trace contextRef="#ctx0" brushRef="#br0" timeOffset="-145436.685">21216 18144 285 0,'5'1'177'0,"-4"2"-29"16,-2 1-36-16,-1 0 15 0,5 1-37 0,-3 4-11 15,1-2-2-15,0 3 0 0,-1-2-21 16,7 12 4-16,0-6-9 0,-3 4-7 0,1-3 13 15,0-1 4-15,1 1-23 0,-5-2 32 0,7 1-25 16,-4-2-3-16,-2 0-6 0,2-3-22 16,0 1 19-16,-3-2 2 0,6-1-31 15,-5-2 40-15,1 0-14 0,-2 0-14 0,3-2 25 16,-1 1-19-16,-3-4-2 0,0 0-12 0,0 0-9 16,0 0 0-16,0 0-67 0,6 5-20 0,-6-5-35 15,-5 4-22-15,2-6-28 0,-1 4-149 16,3-4-9-16,-1 5 5 0</inkml:trace>
  <inkml:trace contextRef="#ctx0" brushRef="#br0" timeOffset="-145155.442">21194 18516 247 0,'0'0'201'0,"1"0"-18"16,-2-1-25-16,2-2-40 0,2 3 6 0,-1 0-15 15,1-1-52-15,1 1 27 0,5 0-41 0,-1-3 32 16,-1 1-10-16,1-2-40 0,5 3 6 16,-3-1 28-16,0 1 0 0,2-2-12 15,-3-2-36-15,0 2 22 0,2 1-5 0,-2-1-24 16,1 2 28-16,-2-2-15 0,-6 1 7 16,7-1-34-16,-1 3 3 0,1-5-82 0,-4 5-15 15,-1-5-52-15,-4 2-70 0,5-3 16 0,-4 1-150 16,4 0 13-16</inkml:trace>
  <inkml:trace contextRef="#ctx0" brushRef="#br0" timeOffset="-144889.824">21490 18333 262 0,'0'2'171'0,"4"0"19"15,-1-2-39-15,4 3-43 0,1-1-9 16,5-1 7-16,-4-1-19 0,0 0-9 0,0 0-9 16,3 0-11-16,-12 0-9 0,9 0-21 15,-3 0 27-15,4 0-16 0,-4 0-16 0,2 0-13 16,0 0 25-16,1 0-10 0,6-10-43 15,-15 10 2-15,8 0-47 0,-8 0-47 0,9 0-45 16,-3 0-84-16,1 0 16 0,5-6-132 0</inkml:trace>
  <inkml:trace contextRef="#ctx0" brushRef="#br0" timeOffset="-144546.083">21621 18183 368 0,'6'-5'161'0,"6"4"-17"0,4 1-24 15,1 1-38-15,-4-1-22 0,0 0 0 0,18-10 12 16,-25 10-19-16,9 0 5 0,3 0-4 16,17-12-6-16,-15 8-6 0,-5 0-30 0,0 1 2 15,-3-1 36-15,-1 2 2 0,0-3-2 0,-2-2 1 16,1 4-37-16,-1 1 9 0,1-1-4 16,-3 2-2-16,-1-5 0 0,1 6-3 0,-7 0-109 15,0 0-52-15,0 0-107 0,0 0 15 0,7-4 11 16,-13 3 11-16</inkml:trace>
  <inkml:trace contextRef="#ctx0" brushRef="#br0" timeOffset="-144233.589">21868 18148 222 0,'4'8'140'0,"0"0"-40"0,2 1-6 15,-1-2-14-15,-1 3-8 0,1-1-9 0,1 3 51 16,-2 0-22-16,3-1-8 0,0-1-43 0,-2 3 18 16,-4-2 4-16,5-2 3 0,-2 2-12 15,1-4-33-15,0 4 31 0,0-4-8 0,-3 2-30 16,1-1 24-16,0 4-10 0,2-6 6 0,-3 0-12 16,-2 1-11-16,2 1 46 0,-2-8-13 15,0 8 10-15,0 0-5 0,0 1-8 0,0 0-13 16,0 0 29-16,-15 10-16 0,11-14-6 0,0 0-10 15,-3 2 3-15,5-2-2 0,-2-2 16 16,-3 4-26-16,2-5-16 0,5 0 7 0,-10 4-3 16,10-6-51-16,-10 0-5 0,6 3 3 15,4-3-105-15,-9 0-107 0,-4-11-93 0,4 5 19 16,-5 1-48-16</inkml:trace>
  <inkml:trace contextRef="#ctx0" brushRef="#br0" timeOffset="-143421.118">22235 18349 458 0,'0'0'203'0,"0"0"-34"16,0 0-18-16,0 0-35 0,0 0-2 15,0 0-22-15,0 0 12 0,0 14-30 0,2-1-2 16,7-16-7-16,1 3-13 0,-1 0-7 16,-9 0 5-16,9 0-29 0,3 0 18 0,-1 0 18 15,-1 0-34-15,3 0-13 0,-2 0-4 0,-1-7 23 16,1 7-31-16,11-11 4 0,-14 10 5 0,2-1-19 16,-1-1-36-16,-2 3 5 0,2 0-45 15,-1 0-30-15,2 0 3 0,-1 0-76 0,-2 0 18 16,2 0-177-16,-2 0 11 0</inkml:trace>
  <inkml:trace contextRef="#ctx0" brushRef="#br0" timeOffset="-142686.764">22583 18187 229 0,'-3'3'210'0,"4"0"-47"0,1 2-14 16,2 8-39-16,-2-5 12 0,0 4-26 16,3 0 0-16,-2 3-36 0,9 0 21 0,-9 1-43 15,4 1 8-15,0-1 10 0,-3-1 17 16,1 0-40-16,3 2 7 0,-4-5 31 0,1 1-1 16,-3-3-28-16,1 3-32 0,0-7 22 15,1 0 5-15,-4-3-6 0,0 1 13 0,2 1-4 16,-1-5 4-16,2 3 3 0,-3-3 29 0,0 0 10 15,-3 1-9-15,7-5-13 0,-8 0 2 16,-1-2-3-16,-1-5-15 0,-1 1 1 0,3-1-17 16,-2-3 2-16,2-1-14 0,2-4 9 15,2-2-9-15,0 9-14 0,0-5-13 0,0-4-4 16,0 1-7-16,14-25 1 0,-7 28-3 0,0-2-11 16,-1 1-8-16,7 8 15 0,-3-3-11 15,-1 2-19-15,4 2 18 0,-3 1 7 0,2 1-10 16,-2 4 10-16,-1 1-7 0,-1 1-6 0,-8 1-4 15,7 0-30-15,4 10 48 0,-6-5 0 16,0 3-1-16,-3 1-8 0,5 1 17 0,-7 0 4 16,0-3 2-16,0 1-13 0,0 3 30 0,0 1-10 15,-13 9-28-15,10-10 39 0,-2 1-43 0,-4-5 45 16,3-2 3-16,-2 0 3 0,1 1-11 16,1-2-8-16,2 0-28 0,3-1 0 0,-4 0 45 15,1 2 11-15,1-4-24 0,1 1 0 16,2-2 7-16,0 0-2 0,0 0 19 0,0-4-30 15,0 2-12-15,5 5-3 0,-1-4 24 16,-1-3 24-16,0 1-20 0,1 0-21 0,2 3 23 16,-3-2-28-16,6 4 22 0,-1-2-15 0,-2 3 7 15,-6-3 21-15,0 0-11 0,12 0-1 0,4 11 2 16,-9-6-6-16,-1 0 1 0,3 0-34 16,-2 2 45-16,-4-2-6 0,0 3-17 0,-3-2-8 15,4 0 36-15,-4-6-6 0,0 6-2 16,0 2-2-16,0-1 31 0,0 1-14 0,0-1 1 15,0 0 18-15,-10 8 1 0,5-6 16 16,0-2-31-16,-3-2-7 0,1 0 19 0,0 0 11 16,-2-2-22-16,2 1 4 0,0-1 5 0,0-2 6 15,7-1-3-15,-6 0-2 0,0 0-18 0,6 0-20 16,-9 0-23-16,-1-11-5 0,4 9 4 16,6-3-94-16,2 1-13 0,4-4-22 0,-1-4-76 15,-2 0-106-15,0 0 20 0,3-1-59 16,-1 2 9-16</inkml:trace>
  <inkml:trace contextRef="#ctx0" brushRef="#br0" timeOffset="-142389.894">23029 18190 261 0,'-2'2'194'16,"2"-4"-72"-16,2 4 13 0,1 0 13 0,0-4-22 15,2 3-34-15,-5 1-13 0,13-2-12 0,-6 0 5 16,3 2-14-16,-3-1 20 0,-7-1-38 0,9 0 8 16,0 0 9-16,0 0-17 0,5-11-14 15,-8 11 1-15,0 0-22 0,-1-2-12 0,-5 0 36 16,5 1-36-16,-4-1 0 0,-1 2-58 15,0 0-40-15,0 0-10 0,0 0-84 0,0 0-118 16,12-11 12-16,-6 5-3 0</inkml:trace>
  <inkml:trace contextRef="#ctx0" brushRef="#br0" timeOffset="-129452.532">23595 18589 345 0,'0'0'209'0,"0"0"-53"0,0 0 0 0,0 0-41 15,0 0 6-15,0 0 1 0,-15 0-30 16,15 0 5-16,0 0-29 0,0 0 3 0,0 0-1 15,0 0-7-15,0 0-3 0,0 0-41 0,0 0 27 16,0 0-3-16,0 0-20 0,0 0 6 16,0 0 6-16,2 17 5 0,1-8 1 15,2-1-4-15,-3 2-13 0,1 1-3 0,3 0 12 16,-2-1-3-16,1-1 1 0,2 4-8 0,-2-2-3 16,4-1-3-16,-7 2-21 0,5-1 8 15,-6-2-7-15,3-2 22 0,3 2-7 0,-4 1 5 16,-2-3 3-16,2-3 0 0,-1 0-13 0,0-4-5 15,-2 4 11-15,0-2-7 0,2 1 9 16,-2-3-28-16,0 0 21 0,4 2 6 0,-1-1-9 16,-3 1-6-16,2-7-3 0,-4 7-13 0,2-1-7 15,-2 1-26-15,4-1 4 0,-4-2-62 0,4-4-46 16,-2-3-103-16,0 3 19 0,5-4-135 16,0 3 10-16,-4 0-1 0</inkml:trace>
  <inkml:trace contextRef="#ctx0" brushRef="#br0" timeOffset="-128999.425">23766 18492 215 0,'-3'-5'203'0,"3"0"-19"15,-3-3-28-15,1 7-2 0,2-2-15 16,0 1-47-16,0 1 24 0,-1 1-14 0,1 0-11 16,0-2-30-16,0 2-4 0,-2-4 32 0,3 8-31 15,-2-8-13-15,2 9 3 0,-1-4-9 16,1-3 1-16,3 5-18 0,-4 2 7 0,2 0 15 15,1 0-47-15,0 4 19 0,6-2-2 0,-7 3 6 16,3 0 5-16,2-1-36 0,-3 3 23 16,6-1 12-16,-5 0-6 0,3 1 6 0,-4 1-26 15,1-1 2-15,5-1-8 0,-4-2 0 0,-1 3 8 16,3-3 30-16,-2 2-16 0,-2-4-27 16,0 1 12-16,-3 0 7 0,6-1 7 0,-7-1-21 15,4-1 31-15,-1 1 3 0,1-5-24 16,-4-1 8-16,0 0-11 0,0 0-3 0,0 0-15 15,0 7-39-15,0-7 6 0,0 0-53 16,0 0-25-16,4 6-83 0,-10-8-123 0,-1-3 20 16,-2 3 13-16,4-6-25 0</inkml:trace>
  <inkml:trace contextRef="#ctx0" brushRef="#br0" timeOffset="-128702.56">23633 18698 403 0,'7'-4'141'0,"-1"0"-15"16,3-2-3-16,2 3-4 0,0-1-1 16,7 0-32-16,-3 0 1 0,-2 0-15 0,2 0-15 15,0 0-17-15,-2-1-29 0,4 2 1 16,-4 0 0-16,2-3-80 0,-3 1-31 0,-3 1-11 15,3 0-61-15,-4 0-133 0,2-2-22 0</inkml:trace>
  <inkml:trace contextRef="#ctx0" brushRef="#br0" timeOffset="-128468.192">24279 18519 427 0,'2'0'202'16,"1"1"-47"-16,6-1-14 0,0-1-13 0,0 1 2 15,1-3-39-15,-1 3-7 0,-9 0-20 0,23-2 4 16,-9 2-36-16,-14 0 33 0,19-6-13 0,-5 5 16 15,-2-4-32-15,-3 5 2 0,1-1-12 0,-1-2 2 16,1-1 0-16,-1 0-21 0,-9 4 14 16,6 0-2-16,11-11-51 0,-13 8 17 15,1 0-11-15,1-2 1 0,2 2-108 0,-2-2-35 16,-3-2-109-16,-1-1 21 0,-2 3-127 0,0-3 44 16</inkml:trace>
  <inkml:trace contextRef="#ctx0" brushRef="#br0" timeOffset="-128140.077">24536 18239 209 0,'0'0'225'0,"0"0"-12"15,3-3-25-15,4 1-45 0,-2-1-42 16,-1 0 6-16,7 1 4 0,-3-2-27 0,-2 1-22 16,2-3-14-16,1 4 23 0,0-4-17 0,-3 3-7 15,3 0-26-15,-3-1 21 0,1 1-7 16,0-2-10-16,-2 1-30 0,6-4-15 0,-3 5 2 15,-3-4-43-15,0 5-17 0,3-1-41 0,-7-3-34 16,1-1-92-16,1 0 15 0,-3 3-153 0</inkml:trace>
  <inkml:trace contextRef="#ctx0" brushRef="#br0" timeOffset="-127093.234">24634 18145 343 0,'0'2'147'16,"0"0"-34"-16,-4 2-5 0,4 1-30 0,1 0 7 16,3 1-8-16,-1 2-5 0,1 0-8 15,2 1 13-15,-2 1-5 0,1-1-6 0,4-2-36 16,-5 2 38-16,1 5-11 0,1-4 1 0,-3 4 2 16,0-5-6-16,0-1-27 0,0 2 20 15,3-5 0-15,-3 0-12 0,-1 2-10 0,2-1-16 16,0-1 30-16,1-2-11 0,-1 2-9 0,-3 2 17 15,2-4 2-15,-3 1-6 0,2 1-14 16,1 0-3-16,0-1 14 0,-2-1-4 0,-1 0-12 16,0-3 10-16,0 0-27 0,0 2 20 0,2-2-10 15,0 0 17-15,-4-2-5 0,2 4-6 0,-2 1-6 16,2-3 12-16,2 1 12 0,-2 1 4 16,0-4-4-16,0 4-7 0,2-1 10 0,0-1 3 15,-3-3-24-15,1 5 2 0,-1-4-10 16,2 2 15-16,-1 0 0 0,-3 2-12 0,3-4 4 15,-2 2 19-15,2 2-26 0,1-2 5 0,-1 0 12 16,0 1-10-16,0-1 0 0,3 0-3 16,-3-3-1-16,1 5 13 0,-1-1-13 0,0-2 0 15,1 1-2-15,-1 1 1 0,-1 0-16 16,1-1 10-16,1 0 4 0,3 2-4 0,-5-2 5 16,-4-2 7-16,6 1-22 0,-1 1 13 0,0 0-10 15,1 0 10-15,2 0 1 0,-3 1-2 16,-3-1 2-16,3-1-7 0,0 1 7 0,4-3-8 15,-4 5 7-15,-5-2-5 0,5 0 3 0,1 1 6 16,2-1 5-16,-6-3-16 0,7 5-11 0,-5-2 14 16,1 1-4-16,0-1-4 0,-3 0-3 15,6 0 18-15,-3 0-13 0,-3 4 6 0,3-8 8 16,-1 5-5-16,2-1-11 0,-5 2-1 16,7-2 0-16,-4 0 17 0,2-2-4 0,-1 1-12 15,-1 0 5-15,2 1 7 0,-1 0-2 0,0-2-8 16,1 4 13-16,-1-1-1 0,0-1-8 0,0-1-5 15,0-1 15-15,0 5-5 0,0-4-1 16,-1 1-11-16,2 0 7 0,-1 1 7 0,0 3-8 16,4-2 11-16,-4-2 0 0,1 2-13 15,-2-2-4-15,1 0 17 0,0 3 13 0,3-2-9 16,0 2-8-16,-1-3 0 0,-1 3-12 0,-1-1 2 16,1-2 8-16,-1 0-8 0,2 2 14 0,-2 2-10 15,1-1 10-15,-1-2 0 0,5 3-5 16,-5 1-6-16,0-2 12 0,0-3-1 15,1 4-18-15,2-3 14 0,-2 2-10 0,2 1 7 16,-1-2 1-16,-1 2 1 0,2-4 6 0,-3 0-12 16,0 0 11-16,0 0-7 0,0 0-1 15,0 0-8-15,0 0 15 0,0 0-4 0,0 8 1 16,0-8-5-16,0 0 4 0,0 0-16 16,0 6 20-16,0-6 0 0,0 0-5 0,0 0 4 15,6 11-3-15,-7-9 10 0,1-1-7 16,-4 3-5-16,3-4-2 0,1 2 6 0,-4 1-7 15,-1 0 4-15,3 1 3 0,-1-3-4 16,0 2-4-16,0-1 13 0,0 2-18 0,-3-4 12 16,3 3 11-16,-2 2 3 0,2-2-14 0,0 1 0 15,-1-4-15-15,-1 0 18 0,5 0-5 16,0 0-6-16,-7 0 11 0,-6 0-13 0,13 0 15 16,0 0 1-16,-9 0-3 0,3 0 2 0,6 0 5 15,-10 0-7-15,2 0 8 0,8 0 6 16,-6 0 5-16,6 0-2 0,-8 0-17 0,-3-10 7 15,6 8-13-15,5 2 3 0,0 0-6 0,0 0-22 16,0 0-21-16,0 0 9 0,0 0-48 0,-7 0-7 16,2-5 9-16,5 5-118 0,0-6-110 15,-2 4-54-15,0 2 20 0,4-4 20 16,0-1 13-16,0 0-22 0</inkml:trace>
  <inkml:trace contextRef="#ctx0" brushRef="#br0" timeOffset="-125593.275">25074 18362 242 0,'0'0'262'0,"0"0"-47"16,0 0-17-16,0 0-41 0,0 0-1 0,0 0-47 15,0 12 15-15,0-12-18 0,0 0-11 0,0 0-22 16,0 0 3-16,0 0-18 0,0 0-33 16,0 0-32-16,0 0-14 0,0 0 3 0,0 0-89 15,0 0-27-15,0 0-137 0,0 0 20 16,0 0-134-16,5-17-5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9T07:22:44.355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23527 15348 264 0,'-22'0'130'0,"22"0"-20"16,0 0-15-16,0 0-1 0,0 0 12 0,0 0-23 15,0 0-8-15,0 0 0 0,-37 6-5 0,36 5-8 16,1-1 3-16,0 0-22 0,1 0 11 0,-1 4-30 16,0 6 4-16,24 16-12 0,-16-19 24 15,-1-2-4-15,5-6-42 0,-4 1-10 0,1-3 0 16,-3-1 46-16,3-3-2 0,11 9-3 15,-5-5-1-15,4-7-5 0,-8 0-7 16,-11 0 13-16,10 0-16 0,2 0-23 0,18-23 8 16,-14 6 21-16,2 2-1 0,-3-8-14 15,-8 6 23-15,5-5-9 0,-6 6-1 0,-1 0-1 16,0 1-39-16,-3 3 2 0,2 0 2 0,-4 0 32 16,0 12 23-16,0 0-8 0,0-16-12 0,0 5 4 15,0 0-8-15,-19-6-4 0,11 9-24 16,4 4 5-16,-14-12-1 0,1 5 51 15,2 0-54-15,0 6 49 0,0-3-45 0,3 6 18 16,0 1-28-16,0 1 35 0,4-4-21 0,-4 4 21 16,12 0-28-16,0 0 1 0,-12 0 1 15,1 0 21-15,-11 20-17 0,17-16 14 0,-2 3 0 16,0 1 13-16,2-5-6 0,-2 9-8 16,4-8 10-16,0 4-14 0,1-2-16 0,2 0 27 15,-2 0-25-15,2-6 2 0,0 0 3 0,0 0 28 16,0 0 5-16,0 0-30 0,0 0 31 15,16 18-14-15,-15-19-22 0,6-2 12 0,-2-4-10 16,2 2 28-16,-4-2-29 0,4 0 41 0,1-11-31 16,9-1 9-16,-4-1 7 0,-8 0-26 15,2-1 18-15,-3 3 5 0,-1-1 3 16,-1 6 6-16,-2 13-10 0,0-11-2 0,0 11-31 16,0-15 37-16,0 2-4 0,0 13-4 0,0-12 5 15,-21-3-12-15,15 7 13 0,-1 4-28 16,4 0 0-16,-6-1 3 0,3 5 20 0,-1-2-26 0,0 4 2 15,0 1 1-15,1 0 29 0,2 2-1 16,-1-1-1-16,4 1 8 0,-5 0-2 0,5-1-12 16,1 0-12-16,0 3 8 0,1-2-6 15,-1-5-7-15,0 3 14 0,6-3-11 0,-5 4 15 16,4-4-2-16,2-4 0 0,0 4 0 0,11-12-1 16,-4 5-13-16,-6-1 12 0,0 0-20 15,1 0 14-15,3 3 2 0,-6-1-1 0,3 1-16 16,1 1 15-16,-3-1 4 0,1 3 15 15,-1-3-7-15,-1 0 17 0,6 3-13 0,-3 1 0 16,-3 1 1-16,-6 0-13 0,0 0 17 16,19 0-10-16,24 24-27 0,-19-10-2 0,-9 3 46 15,9-1-18-15,-6 6 5 0,-8-2-3 0,10 1-12 16,-3 8 18-16,-3-7-24 0,-4-5 36 0,5 1 2 16,-3-5-11-16,-4 1-35 0,-3-5 32 15,0 3-7-15,2-8-3 0,0 4-25 16,-2 0 0-16,-2-7-75 0,4 4-12 0,-7-5-91 15,0 0-118-15,0 0 12 0,0 0 9 0</inkml:trace>
  <inkml:trace contextRef="#ctx0" brushRef="#br0" timeOffset="3571.808">25050 15834 386 0,'0'0'196'0,"-3"1"-54"16,3-1 4-16,0 0-35 0,0 0-4 15,0 4-36-15,0-4 17 0,3 0-10 0,-3 3 2 16,2 0-52-16,-1-1 29 0,6-1-29 0,-2 1 19 15,-3 2 4-15,0-4-11 0,8 3-24 16,-9-1 38-16,3 2-19 0,6-4-11 0,-9 2 5 16,3-4-2-16,1 4-4 0,0-2-29 0,-5-2 7 15,3-4-11-15,-1-1 30 0,-2-3-27 0,0 2 15 16,7-16-25-16,-7 6 18 0,0 18 16 16,0-15-20-16,0 5 34 0,0 0-18 0,0 10-1 15,0-12-37-15,0 12 34 0,0-14 0 16,0 14-7-16,0 0-26 0,0-11 2 0,0 11 35 15,0 0-14-15,0-10-30 0,0 10 31 0,0 0 19 16,18-20-29-16,-11 18 6 0,-2 1 27 16,5-3-23-16,-5 1-25 0,7 1 32 0,-2-1-6 15,15-9 6-15,-8 2-30 0,0 4 27 16,3-6 3-16,-2 0-8 0,2-2-27 0,-6 2 46 16,1-4-10-16,-7 3-24 0,-2 1-10 0,-1 1 40 15,5 0-33-15,-10 3 33 0,1 3 20 16,3-2-20-16,-4 7 7 0,0 0-39 0,0 0 17 15,0-13-24-15,-19-4 46 0,12 11-5 0,-13-6-6 16,10 2-30-16,-5 0 37 0,3 3-24 16,7 2-34-16,-5 2 44 0,7-4-2 0,-4 5-1 15,2 0 2-15,3-1-107 0,-3 3 7 0,2-1-36 16,1 1-80-16,2 0-124 0,0 0 4 16,0 0 34-16</inkml:trace>
  <inkml:trace contextRef="#ctx0" brushRef="#br0" timeOffset="4525.731">25469 15048 296 0,'0'-7'132'16,"-2"2"-19"-16,-3 0-16 0,5 3-11 16,-2 1-31-16,-5 1-8 0,1 0-4 0,-1 3-5 15,-15 9-2-15,9-3-7 0,3-1 34 0,-2 0-21 16,7 2 13-16,-5-2-23 0,6 1-3 16,3-1-27-16,-4 0 6 0,3 2 5 15,-1-3-26-15,3-7 21 0,0 0 1 0,0 13 16 16,0-13-4-16,0 12-1 0,21 5-3 0,-14-13-27 15,0-2 20-15,0-2 3 0,-1 0-13 16,3-2 10-16,-1-2-12 0,-1-3 6 0,1 2-18 16,9-10 24-16,-7 2-2 0,-1-1-1 0,-6 2-27 15,4 3 8-15,-4 0 5 0,-1-1 7 16,-2 0 1-16,0-2-15 0,0 2 23 16,1-1-12-16,-1 11-1 0,0-12 22 0,0 2 7 15,0-2 15-15,0 12 19 0,0-13-29 0,0 1 2 16,-16-7-11-16,14 14-20 0,-2-1 42 15,3 1-4-15,-1-2 0 0,2 1 5 0,0 2-6 16,0 1-3-16,-5-1-52 0,5 3 5 16,0 1 21-16,0 0-15 0,0 0-13 0,0 0 35 15,12 0-4-15,-10 1 12 0,1-1-5 0,7 0-3 16,-7 0 1-16,4 0-4 0,0-1 1 0,0-4-25 16,-1-1 7-16,11-9-8 0,-7 1-1 15,0 5-6-15,-1-3 23 0,2-8-8 0,-4 7 25 16,3-2-19-16,-6 5-2 0,-3 0-29 0,3 2 34 15,-3 0-13-15,1 2-3 0,-2 0 13 16,3 1-14-16,-3 3-6 0,0-5 18 16,0 4 15-16,2 0-24 0,0 3-13 0,-1-4-4 0,-1 2 24 15,0-1 6-15,5 0-28 0,0 0 33 16,-3-1 8-16,1 3-36 0,3-5 28 0,-1 3 0 16,-2-3-1-16,-1-1-1 0,8-2-43 15,-9 2 3-15,4-2 59 0,-1 0-3 0,1 1-2 16,-5-2-39-16,3-2-3 0,1 4 14 15,-3 0 11-15,1-3 14 0,0 3-37 0,1 0 4 16,-1 0 13-16,3 2 1 0,-4 0-1 0,3-1 9 16,2-1 2-16,1 4 6 0,0 3-24 0,1-3 16 15,-1 2-27-15,5 2 6 0,-12 0-3 16,10 0 29-16,12 0-2 0,28 19-3 16,-30-4-4-16,7-2-5 0,-2 2-2 0,1 5 10 15,-3-1-6-15,-4 2-15 0,1-2 13 0,-3 4 13 16,-6-4-1-16,5 1-8 0,-3-2 0 15,-3-9-1-15,-5 4-7 0,-2-3 19 0,1-1 39 16,-4-1-16-16,0 0 19 0,0-8-41 0,0 0 19 16,0 0 37-16,0 12-21 0,-34 10 12 15,16-16-14-15,-1-6-1 0,19 0 13 0,-17 0 0 16,-4 0-5-16,-25-21-5 0,29 2-24 0,-4-3 11 16,0-1 6-16,5-6-13 0,2 0-3 15,6-5-5-15,1-2 6 0,0 4-6 0,6-7-13 16,1 20 5-16,0-7-19 0,0-4-28 15,18-29-21-15,-13 39-39 0,0 5 8 0,-5 0-234 16,0 8-26-16,0 7 4 0,0 0 2 0,-12-6 10 16,4 11 2-16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9T07:22:58.368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9 133 244 0,'0'0'54'0,"0"0"24"15,0 0 42-15,0 0-24 0,0 0-34 0,0 0-4 16,0 0-6-16,0-24-3 0,0 24-9 0,0 0-2 16,0 0 54-16,0 0-8 0,0 0-53 15,0 0-4-15,0 0 25 0,0 0 4 16,0 0-32-16,0 0 13 0,0 0-4 0,0 0-1 15,0 0-19-15,0 0 28 0,0 0-6 16,0 0-8-16,0 0 24 0,5-8-38 0,-5 13 14 16,-5 2 9-16,5 1-31 0,0-1 4 15,-4 4 18-15,4-1-31 0,0 1-12 16,0-11 36-16,0 11-3 0,0 8-44 0,0-2 3 16,19 19 40-16,-8-13-2 0,-7-4 0 0,3-6 0 15,-2-1-13-15,1-2-21 0,-2-2 18 0,1-4 16 16,-2 2-9-16,4-3-5 0,-1 1 15 15,1-1-5-15,-2-1-3 0,4 0-29 0,-9-2 27 16,0 0 9-16,0 0-18 0,11 0 0 16,-11 0-24-16,14 0 3 0,6-19 32 0,-13 15 0 15,-4-4 9-15,2 4 6 0,-1-3-23 0,1-1-18 16,-4 1 31-16,3 2 1 0,-4 0-2 16,0-2-9-16,0 2 13 0,0 5-17 0,0 0-17 15,0 0 10-15,0 0 22 0,0-14-18 16,0 14-1-16,-22-18 1 0,17 15 20 0,-2 3-26 15,4-2-1-15,-4 2 3 0,0 0 25 16,0 0-20-16,1 2-17 0,-1-2 7 0,4 0 19 16,-2 0 15-16,3 0-5 0,-3 3 0 0,5-3-19 15,0 0 2-15,0 0 2 0,0 0 0 16,0 0 0-16,0 0-1 0,0 0 1 0,0 0-52 16,0 0 9-16,-19 7 4 0,19-5 52 0,4-2-3 15,-4 0-50-15,5 0 13 0,-4-2 2 16,5 0 4-16,-3-1-1 0,0 2 1 0,2-5 3 15,0 1 14-15,0-2-24 0,-1 1 19 0,-3-2 5 16,4 1-1-16,-5-1 0 0,7-1 0 16,-5-2 2-16,-2 4-1 0,0-5 1 0,0 4 0 15,0 8 7-15,0 0 4 0,0-19-1 0,0 9 0 16,0-1-1-16,-19-8 32 0,14 14-3 16,-3-2-3-16,3 0 8 0,-14-4-30 0,6 1 18 15,0 2 13-15,6 2-43 0,-2 1 13 16,3 1 9-16,2 0-2 0,-1 3-17 0,-1-3-16 15,6 2 4-15,-4 1 2 0,-1-2 1 0,5 3 0 16,0-4 0-16,0 4-42 0,0 4 11 16,5-4 3-16,-3 0 3 0,0 0 5 0,-1 0 11 15,4 0-6-15,0-4-22 0,-1 4 37 16,1 0 12-16,-2-3-32 0,4 1 19 0,0 0-12 16,-1 2 24-16,3-1-3 0,-3 2 2 0,1-1-7 15,1 2-7-15,-8-2 11 0,0 0 9 0,12 0-36 16,-12 0 2-16,12 0 9 0,25 19 18 15,-22-11 3-15,-1-1 0 0,-6 3 34 16,14 1-4-16,-9 1-3 0,1-7-5 0,4 10-20 16,-4-3-7-16,-8-5 0 0,4 1 0 0,-1 0-24 15,-2-3 39-15,1 3-2 0,-1-2 0 16,-1 0-4-16,3 1 1 0,-4-2-32 0,2 2 3 16,-1-2 2-16,3-2-76 0,-1 4-26 0,1-2-112 15,-4-2-91-15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9T07:22:59.190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114 219 269 0,'-2'0'128'0,"-3"-3"-42"0,2 3 1 0,0 0-8 16,-6 0-12-16,2 3 21 0,-1-3-8 15,5 4-8-15,-4-3-33 0,0 6-14 0,2-3 16 16,-3 0-13-16,1 3 7 0,0-2-29 15,4 2-1-15,-9 13 26 0,5-3-4 0,4-1-38 16,1-1 29-16,-1-3 4 0,1 2-3 0,1-8-1 16,1-6-6-16,0 11-25 0,0-11 2 15,0 16 42-15,18 21-3 0,-11-23-47 0,0-2 8 16,1-1 5-16,-3-3-4 0,-2-1 22 0,4-4-37 16,-2 3 43-16,-3-2-11 0,5-4-1 0,-2-4 0 15,-2 4 9-15,4-4-42 0,-7 4 5 16,8-9 0-16,-3-1 26 0,-1 3 8 0,-1-2-29 15,7-13 22-15,-3-7-2 0,1 8 1 16,-3 4 11-16,-1-1-7 0,-1 4-2 0,-1 2-21 16,-1 2 20-16,1-1-3 0,-2 4 3 0,3 0-23 15,-3 1 3-15,0 0 1 0,0 1 2 16,4-3 1-16,-4 5 33 0,5 1-12 0,1-1-8 16,-2-1-19-16,1 1 21 0,0 3-9 15,3 0 26-15,-4 0-6 0,4 0 6 0,-8 0-3 16,0 0-33-16,14 0 9 0,-1 0 1 0,-3 0 33 15,-10 0-11-15,42 27-2 0,-25-20-16 0,-4-1-8 16,-4-1-8-16,-1-5 0 0,-1 2 4 16,1-1 0-16,-8 3 69 0,7-4 21 0,-4 2-22 15,-1-2 10-15,1 0-8 0,-3 1-40 16,0-2 24-16,0-1-1 0,0 0-4 0,-1-3-22 16,1 0 23-16,-2-1-7 0,2-1 9 0,-2-1-40 15,2-1 10-15,0-1 13 0,-3 2-7 0,3-1-6 16,0 9 16-16,0 0-14 0,0-11-2 15,0 0-20-15,0 11-12 0,0-13 20 0,0 13 23 16,0-11-27-16,0 11 9 0,0-11-12 16,0 11 9-16,18-14 16 0,-13 12-13 0,-1 2-5 15,-1 0 2-15,4 0-6 0,0 0 7 0,-1 0 0 16,1 2 0-16,-4 3 7 0,8-4-10 16,-6-1 0-16,1 2-2 0,-6-2-30 0,0 0 33 15,0 0-20-15,14 0 4 0,-14 0 1 16,0 0 3-16,10 0 10 0,-10 0 8 0,0 0 4 15,13 0-6-15,-13 0 19 0,0 0-33 0,20-15 8 16,-18 10 8-16,0-2-11 0,-2 4 11 0,0-1-12 16,0-5 22-16,3 6-7 0,-6-1-9 15,3-3-1-15,0 3 1 0,0-1 25 0,0 2-34 16,0 2 25-16,0-3-6 0,0 3-8 16,0 1 4-16,0 0 1 0,0 0 7 0,0 0-29 15,0 0 5-15,10-4 19 0,-5 6-14 0,0 0-24 16,-3-1 22-16,4 3 25 0,1-3-13 15,-2 2-16-15,2 1 7 0,-2-4 5 16,2 0 6-16,-1 1-18 0,1 1 14 0,0-2 1 16,0 0-8-16,-7 0 18 0,0 0-13 0,0 0-6 15,11 0 15-15,-11 0-40 0,12 0 39 0,5-18-7 16,-14 13 12-16,-1 0 0 0,1 0-3 16,-3-2 3-16,0 1-23 0,4-1 8 15,-3 2 25-15,-1 1 2 0,0 1-4 0,2-6 19 16,-2 6-5-16,0-2-8 0,0 5-7 15,0 0-19-15,0 0 13 0,0 0-14 0,0 0 31 16,0 0-26-16,0 0-1 0,0 0-13 0,5-15 16 16,-2 17 3-16,1-2 5 0,-3 5-7 15,5-4 11-15,-1 3-9 0,-2-2-4 0,0 4 8 16,4-3-12-16,1 6 1 0,8 6-2 0,-5-1-17 16,4 6 0-16,-5-6 24 0,4 3-30 15,-9 0 38-15,7 0-34 0,0 3-5 0,-9-5 12 16,4-4 18-16,-1 0-2 0,-1-3 2 15,-1 2 0-15,-4-3-1 0,3 0 1 0,-1 2-16 16,-2-2 16-16,0 5-5 0,0-4 30 16,0 2-18-16,0-10-2 0,0 0-37 0,0 14 36 15,0-3-1-15,0-11-13 0,-20 27-43 0,18-22-11 16,-3 2 18-16,2 1 2 0,-3-3-88 16,6 3-32-16,-3-5-82 0,0 5-109 0,-1-4 22 15,-1 1 2-15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9T07:23:00.760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11 312 210 0,'-7'15'108'0,"7"-2"-37"0,-3 1 23 15,3-2-14-15,0 0 15 0,0 2-69 16,0 4 5-16,0 5-10 0,21 17 24 0,-12-25-7 15,1 5-6-15,2 0-30 0,-2-7 38 0,-2-6-10 16,-1 1-2-16,3-1 14 0,-7-3-29 0,2 2-18 16,2-4 24-16,-7 1-19 0,3-3 22 15,-3 0-12-15,0 0-25 0,0 0 25 16,0 0 0-16,14-23-15 0,-14 16 4 0,-2 0 37 16,2-2-25-16,-7 2-7 0,4-2-7 0,1 1 24 15,-1 0-1-15,-7 1 17 0,7-1-3 16,1-1-5-16,-8 2-1 0,3 1-3 0,4 1 21 15,-4-2-33-15,2 1-1 0,2 2 0 16,-6-3 10-16,4 4 0 0,2-2-2 0,-1 1-1 16,3 1-25-16,-4-2 2 0,5 4-25 0,0 1 8 15,0 0-2-15,0 0 15 0,0 0-8 0,0 0-24 16,0 0 5-16,20-10 4 0,-13 10 7 16,-4-4 0-16,4 3-10 0,1-3-19 0,-1 2 44 15,3 1-9-15,-5-1-26 0,5-3 15 16,-5-1 6-16,5 2-3 0,-5-3 26 0,2 3-34 15,-2-3 18-15,-2-2 25 0,1 2-24 0,-3-4 0 16,1 5 21-16,3-1 3 0,-5-5 25 16,2 4-26-16,-2 8 0 0,0 0-2 0,0-15 25 15,0 3-2-15,0-5 25 0,-22-15 16 0,20 19 0 16,-6 4-21-16,3 1 30 0,3 0-56 16,-5-2 30-16,4 7 17 0,-2-1-62 0,0 2 52 15,3-2-60-15,1 0 24 0,-1 1 1 0,2 2-3 16,0-2-21-16,-5 2 34 0,5 1-23 15,0 1 2-15,0 2 14 0,2 0-18 0,1 2-14 16,-1 1 13-16,1 1 1 0,2 3-20 16,10 6 23-16,-5 4-7 0,9-1 5 0,-2-2 13 15,-1-1-35-15,5-1 14 0,0-1-2 0,0-2 0 16,-3-1-16-16,-1-4-14 0,0 0 3 16,-1-3-6-16,1-3-22 0,-3-1 24 0,-14 0-37 15,20 0 2-15,-2 0 16 0,18-19-6 0,-18 6 14 16,-4 1 28-16,-6 0-34 0,-3-3 24 15,-5 2-18-15,0 1 17 0,0-1 2 0,0-2 28 16,0-7 4-16,-27-21-9 0,22 22 24 16,-10-5-2-16,3 6 14 0,2-2 3 0,-2 9 6 15,4 6 17-15,1-4-28 0,4 4 11 16,-4 0 9-16,2 2-26 0,2-2-21 0,3 2 10 16,-5 5 14-16,5-1-2 0,0 1-4 0,0 0-19 15,0 0 16-15,0 17-23 0,5-13 28 0,-5 7-18 16,3 0-4-16,9 11 13 0,3 8 0 15,-10-8-5-15,8 0-28 0,1-2 9 0,-4-1 14 16,5 0-18-16,-1-2 2 0,1 1 0 16,-4-6 14-16,-4-2-20 0,-3 0-8 0,1-4 21 15,1 0-13-15,-6-1 16 0,4 1-17 0,-4-4-6 16,1 0 16-16,3-1 4 0,-3-1 5 16,-1 4-2-16,0-4-28 0,0 0 8 0,0-4-3 15,0 3 1-15,0-1-8 0,0 0-5 0,-1-1 8 16,1-4 1-16,-4 4 20 0,8 1 2 0,-4-1-30 15,1-2 2-15,-1 2 15 0,5-4 1 16,-3 7 1-16,0-4-31 0,-2 3 3 0,5-4-3 16,2 3 19-16,-4-1-27 0,4 1 9 15,-1-1 10-15,3 1-2 0,-1-1 6 0,1-4-9 16,1 6 41-16,-2 0-27 0,2-1-9 0,2-2-6 16,-4 0 34-16,2 3-27 0,-1-1 7 0,1 0-7 15,-7 2-1-15,6-2 18 0,-4 1 24 16,0-3-23-16,0 4 36 0,-2-4-28 15,-1 0 26-15,-2 3-28 0,2-3 5 0,-2 4-6 16,0 0 18-16,0 0 28 0,0-13-5 0,0 13-42 16,0-9 7-16,0 9 40 0,0-12-34 15,0 12 13-15,0 0 21 0,-17-20-3 0,15 17-30 16,2-3 6-16,-3 1-6 0,1 5 20 16,2 0 6-16,0 0-3 0,2 0-4 0,1 5-42 15,-3 0 0-15,2-4 14 0,-1 2-13 0,4 1-9 16,2 1-10-16,-3-2 2 0,2 1 48 15,1 1-39-15,1-2 34 0,1 1-50 0,-1-4 20 16,2 3-7-16,0-3 41 0,-10 0-45 16,0 0 21-16,12 0-9 0,0 0 40 0,-12 0-35 15,23-23 8-15,-16 15 11 0,8-7-17 16,-5-5 10-16,-5 7-22 0,-1 2 42 0,-3 0-5 16,-1 0-4-16,0 11-2 0,0 0 63 0,0-9-8 15,0 9-18-15,0-12-6 0,-20-3-2 0,15 10-24 16,0 4-15-16,-2-1 10 0,1 1 15 15,2 1-12-15,-6 3 4 0,5-3-7 16,0 1-40-16,-2 3 23 0,4-3-31 0,3 3 8 16,-3-1-5-16,3 1-16 0,3 2 17 0,-1-5 6 15,-1 5 5-15,5-3-22 0,0-1 16 0,-2 3 1 16,2-3 6-16,-1 3 4 0,0-4 9 16,6 4 26-16,-5-3-52 0,3 0 10 0,12 9-6 15,-9-4 33-15,0-2-10 0,-2 3 16 16,10 6-24-16,-3-4 12 0,-5-3-8 0,-2-3 45 15,2 5-3-15,-2-2-19 0,10 8-17 0,-8-5-4 16,-2 1 14-16,0-4-4 0,-3 1-17 16,-1-1-40-16,-2-2-45 0,-1-1-69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9T07:23:01.157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1 131 329 0,'-2'-5'119'0,"4"-1"-18"0,1 1-14 0,0-2-36 16,12-11-27-16,4-2-36 0,-2 1-12 16,1 1-46-16,1 0-49 0,-6 3-121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9T07:23:01.665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0 92 265 0,'3'1'154'0,"2"3"-34"0,2 0-19 0,-4-1-13 15,5 2-10-15,-1 1-8 0,5-4-9 0,-5 6-40 16,-2-1-3-16,1-5-1 0,20 13 1 15,-11-7 6-15,-7-5 1 0,4 6-37 0,-2-6 12 16,-8 1 8-16,3-3 2 0,-5-1-19 0,0 0 31 16,0 0-32-16,0 0 12 0,0 0-17 0,0 0-14 15,18-20 59-15,-18 15-44 0,0 0 43 16,0-2-34-16,0 3 38 0,-1 1-45 0,-1-1 8 16,2-3 30-16,0 5-31 0,0-1-11 15,-4-1-12-15,3 0 14 0,1 0-3 0,0 8 32 16,0-8-28-16,1 8 16 0,-2-4 24 0,2 0-4 15,3 0-24-15,-2 0 0 0,4 4-13 16,-4-2 17-16,0 0-15 0,4 3 24 0,1 0-44 16,0 1 10-16,-1-5 20 0,1 1-8 15,2 2-18-15,-3 0 22 0,3-3-2 0,-1 1 16 16,1 0-4-16,-9-2 0 0,0 0-17 0,11 0 7 16,-11 0 13-16,12 0 28 0,-12 0-50 15,25-20 7-15,-20 13 16 0,0 2-20 0,0-3 39 16,-3 0-14-16,1 0 11 0,1 0-11 15,-4 1-6-15,0-4 30 0,0 11-7 0,0 0-14 16,0-12 0-16,0 12 0 0,-19-25-13 0,14 18-9 16,2-1-1-16,0 4 1 0,-2 0-21 0,-2 2-31 15,3-3 17-15,-1 5-25 0,2 0-78 16,0 0-129-16,3 7-50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9T07:23:02.655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62 113 339 0,'-3'0'119'16,"-4"0"18"-16,2 1-28 0,2-1-26 0,-2 4-12 15,1 0-27-15,-2-1 3 0,2 3-26 0,1 0 6 16,1 3-4-16,-1-1-3 0,-7 12-7 16,5-5-13-16,5 0 40 0,-2-4-27 0,2-11-8 15,0 0-5-15,0 14 19 0,0-4 10 16,0-10-33-16,0 13-13 0,0-13 27 0,0 13 6 15,22 4-23-15,-15-14 25 0,-6 1-16 0,4 1-3 16,-1-3 20-16,1-4-2 0,-2 0-1 0,2-1-3 16,2-1 0-16,-4 1-40 0,0-3 9 15,1-1 0-15,-1 2 2 0,-1-2 49 0,0-1-6 16,-1 3-44-16,-1 0 2 0,4-2 56 16,-4-3-3-16,0 5 12 0,0 1-28 0,1-4 2 15,-1 4-1-15,0-4 14 0,2 7 7 0,-2 1-40 16,0 0 11-16,0 0-1 0,0 0-1 15,0 0-3-15,0 0 0 0,0 0 10 0,0 0 4 16,0-12-19-16,0 12-3 0,0 0-14 0,15-13 5 16,-12 13 1-16,1 0 0 0,1-2 13 15,-2 0-5-15,2 1-15 0,2-1 1 0,0-3-29 16,1-1 9-16,-5 0 8 0,4 1-17 0,0 1 19 16,-2-5 13-16,2 6-2 0,-4-6 0 15,2 3 2-15,2-1 10 0,-4 2 0 0,1 3 17 16,-3-4 17-16,1-1-24 0,3 3 11 0,-5-1-1 15,3 4-3-15,2-2 1 0,-3-1-3 16,3 3-34-16,-5 1 1 0,0 0 28 0,0 0-3 16,0 0-22-16,0 0 1 0,10 0 14 15,-10 0-1-15,27 17-11 0,-24-16-21 0,6-1-7 16,-2 2 40-16,-1-1-54 0,3-1 40 16,-9 0 1-16,0 0 1 0,11 0 6 0,-11 0-2 15,16 0 18-15,-8 0-58 0,12-15 37 0,-17 9 8 16,3 2 7-16,2 1-12 0,-5-5 3 0,2 5-8 15,0-1 2-15,-1-3 30 0,1 2-7 16,-4 1-2-16,1 0-1 0,2-1-1 16,-4 2 0-16,1 0-14 0,1 2 19 0,1-2-2 15,-1 1 0-15,1 0-2 0,1 2 13 0,-1 0-2 16,-3 0-44-16,0 0-1 0,0 0 19 16,0 0 2-16,12 0-1 0,6 20 0 15,-11-13 0-15,8 12 0 0,-1 1 1 0,-1 6 0 16,2-5 6-16,-1 2-11 0,-3-2 3 0,3 1 0 15,-1-1-2-15,1-2-13 0,-6 1 22 16,4 4 2-16,-5-3 4 0,4 1-2 0,-2 2 3 16,-3-6 4-16,-2-5-25 0,1-2 10 0,-5 2 0 15,0-1 24-15,0-12-2 0,0 8-2 16,0-8 9-16,0 23 23 0,-20 23-43 16,13-32 39-16,2-3-25 0,-2-3 38 0,0-1-9 15,1-2 8-15,-1 1 5 0,5-5-8 0,-4 0-13 16,-3-1-7-16,2 0 13 0,7 0-22 0,0 0-7 15,0 0-30-15,-30-15 33 0,15-2-41 16,2-4-2-16,3-5-22 0,0 0 27 0,6 1-22 16,-1-2 2-16,-2 3-84 0,7 14-14 0,0-13-62 15,0-2 16-15,0 0 14 0,0-5-153 16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9T07:23:03.055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0 10 693 0,'5'0'266'0,"-3"0"-56"0,0 0-14 15,1 1-27-15,-3-1-43 0,0-1-57 0,0 1-48 16,4 0-1-16,-4-4-178 0,0 4-185 16,0-3 44-16,-4 2-13 0,-1-2 2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0T03:03:03.30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6110 8862 669 0,'0'0'213'0,"0"0"-31"0,0 0 0 0,0 0-31 0,0 0-11 15,0 0 6-15,0 0-9 0,0 0-19 16,0 0 4-16,0 0-9 0,0 0-17 0,0 0 7 16,0 0-15-16,0 0 16 0,0 0-12 15,0 0-21-15,0 12 14 0,0-12-1 0,0 0-26 16,0 0 31-16,-16 0-32 0,16 0 4 0,0 0-20 16,0 0 31-16,0 0-27 0,0 0-7 15,0 0 25-15,0 0-34 0,0 0 14 0,0 0-5 16,0 0 4-16,0 0-20 0,0 0 0 0,0 0 33 15,0 0-13-15,0 0-28 0,0 0-4 0,0 0 7 16,0 0 3-16,0 0-8 0,0 0-2 16,0 0-7-16,0 0 12 0,0 0 12 0,0 0-27 15,0 0 19-15,0 0-16 0,0 0 3 16,0 0-7-16,0 0 28 0,0 0-16 0,0 0-15 16,0 0 3-16,0 0 20 0,0 0-19 0,0 0 11 15,0 0-11-15,0 0-11 0,0 0 16 16,0 0-4-16,0 0 0 0,0 0 26 0,0 0-27 15,0 0 17-15,0 0-21 0,0 0-12 16,0 0 32-16,0 0-1 0,0 0-21 0,0 0 9 16,0 0 13-16,0 0 2 0,0 0-14 0,10 23 5 15,-7-23 27-15,0 0-40 0,0 1 15 16,-2-1 4-16,3 0 4 0,1 0-11 0,-4 0 12 16,4 0-8-16,-2 0 4 0,-3 0 1 15,0 0 3-15,0 0-24 0,7 0 8 0,-7 0 7 16,7 0-9-16,-7 0 2 0,6 0 4 0,-6 0-1 15,0 0 4-15,8 0-9 0,-8 0 0 16,9 0 1-16,-9 0 2 0,8 0-2 16,-8 0-16-16,6 0 19 0,-6 0-2 0,9 0 0 15,-9 0-16-15,9 0 17 0,-9 0 7 0,7 0 9 16,-7 0-3-16,6 0 10 0,-6 0-5 16,11 0-23-16,-5 0 11 0,-6 0-10 0,7 0 1 15,-7 0-10-15,9 0 0 0,-1 0 2 0,-2 0 9 16,-6 0-10-16,9 0 5 0,-1 0 8 0,-3-7 0 15,-5 7-6-15,10 0-1 0,-4 0 0 16,-6 0 3-16,8 0 2 0,-1 0-2 0,-7 0 1 16,9 0-20-16,-2 0 31 0,-7 0-4 0,8 0-22 15,-3 0 13-15,-5 0 10 0,10-5-15 16,-5 5 4-16,2 0 1 0,-7 0 0 0,9 0 3 16,-2 0-1-16,-1 0 0 0,-6 0-15 15,8 0 8-15,0 0 2 0,-8-5-17 0,10 5 23 16,-2 0 0-16,-4 0-9 0,-4 0 0 0,10 0 35 15,-1 0-2-15,-3 0-35 0,-6 0-6 0,8 0 10 16,-1 0-10-16,-7 0 6 0,11 0 3 16,-5 0 3-16,-6 0-2 0,9 0 0 0,-1 0 34 15,-2 0-4-15,-6 0-28 0,9 0-7 16,-3 0 6-16,-6 0-4 0,9 0 2 0,-2 0-17 16,-7 0 20-16,9 0 1 0,-3 0-2 0,-6 0 4 15,9 0-14-15,-1 0 3 0,-1 0 20 16,0 0-1-16,-2 0-15 0,-5 0 3 0,9 0 0 15,1 0 1-15,4 2 5 0,-14-2-18 0,0 0-1 16,9 0 26-16,-2 0-5 0,0 0-3 16,2 0 8-16,-3 0-11 0,2 0 5 0,-1 0 5 15,1 0-1-15,0 0 0 0,-1 0-16 16,-1 0-1-16,3 0-1 0,-3 0 3 0,3 0-2 16,4 0-7-16,1 0 4 0,-2 0 10 15,-1 0-1-15,-1 0 2 0,-1 0 3 0,0 0-17 16,0 0 10-16,-2 0-4 0,0 0 13 15,2 0-8-15,-3 0 7 0,6 0 0 0,1 0 1 16,1 0 10-16,-1 0-1 0,-3 0-1 0,0 0-10 16,-1 0-2-16,-1 0-1 0,-2 0 3 0,11 0-6 15,-4 0-1-15,-1 0 13 0,1 0-2 16,-1 0 0-16,-1 0-1 0,6 0 0 0,1 0-3 16,0 6-5-16,2-6 4 0,-1 0-7 0,-1 0-2 15,1 0-3-15,-1 0 1 0,-4 0 0 16,-2 0 1-16,2 0 1 0,1 0 5 0,0 0-2 15,-2 0 0-15,1 0 28 0,-1 0-2 16,4 0-19-16,-2 0 1 0,-1 0-21 0,-4 0 13 16,-1 0 13-16,0 0-9 0,1 0-18 0,-2 0 26 15,1 0-2-15,0 0 0 0,-2 0 3 16,8 8-13-16,0-8 1 0,-1 0 16 0,0 0-1 16,0 0-7-16,4 0 1 0,-4 0 0 15,-1 0 12-15,-3 0-2 0,7 0-16 0,-3 0 0 16,2 0 11-16,0 0-2 0,2 0 0 15,-3 0-1-15,0 0-16 0,-2 0-1 0,0 0 4 16,-3 0-2-16,6 0 5 0,-1 0-2 0,-2 0-14 16,-1 0 10-16,-1 0 0 0,-1 0 1 0,0 0-5 15,-2 0 1-15,-2 0 5 0,3 0 16 16,-3 0-15-16,2 0 14 0,0 0-15 0,-3 0 1 16,10 0 1-16,13 11 2 0,-20-11 1 15,5 0-1-15,-4 1 6 0,-1 1-5 0,-1-2 4 16,12 2-3-16,-6 0 9 0,-1-2-15 0,-1 0 9 15,-3 0 2-15,3 0 0 0,-2 0 0 16,-1 0-26-16,12 2 18 0,-2-1-6 0,-5 3 3 16,-3-4-1-16,4 0 15 0,-6 0-2 15,12 1 0-15,-11-1-1 0,3 0 1 0,-1 0-2 16,1 0 0-16,-3 0-1 0,2 0 0 0,-2 0 0 16,-2 0 0-16,0 0-1 0,-7 0-7 15,9 0 10-15,0 0-14 0,-1 0 0 0,6 0 35 16,-1 0-4-16,1 0-1 0,-4 0-2 15,0 0-34-15,1 0 6 0,-2 0 7 16,0 0-16-16,3 0 3 0,1 0 33 0,0 0-1 0,-3 0-3 16,0 0 0-16,0 0-22 0,5 0 8 15,17-8-14-15,-27 8 2 0,7 0 0 0,3 0 0 16,-3 0 18-16,0 0 0 0,-1 0 20 16,-1 0-2-16,5 0-29 0,-1 0-8 0,-2 0 6 15,0 0 2-15,-1 0-3 0,-2 0 0 16,0 0 18-16,9-12-1 0,-10 12-10 0,-2 0 1 15,3-2 0-15,7-1-12 0,-2 3 4 0,-3 0 2 16,-1-2-2-16,1 0 0 0,-2 1-8 16,0 1 16-16,10-3-20 0,-6 2 2 0,0 1 30 15,-4 0 0-15,11-3-29 0,-11 3 17 0,1 0 6 16,2 0-11-16,-1 0 11 0,0 0-23 0,0 0 15 16,-2 0-1-16,6 0 2 0,-2 0 0 15,17-11-2-15,-16 11 4 0,-3-1 2 16,-2 1-2-16,7-5 2 0,-4 3-22 0,2-2 21 15,-14 4 0-15,9 0 23 0,0 0-1 0,1 0-3 16,-1 0-3-16,-2 0-48 0,-1 0 2 0,2 0 4 16,5 0 18-16,-2 0-1 0,1 0 2 15,-1 0-10-15,-2 0 32 0,1 0-29 0,-1 0 18 16,-3 0 0-16,1 0-1 0,1 0-19 16,0 0 3-16,0 0 0 0,-2 0 1 0,2 0 2 15,1 0 1-15,2 0 14 0,3 0 1 0,-2 0-1 16,2 0-14-16,-5 0 18 0,0 0-18 0,1 0-1 15,-2 0 26-15,1 0-23 0,-3 0-4 16,4 0 8-16,-3 0 19 0,6 0-20 0,4 0-4 16,-4 0-3-16,2 0 15 0,-3 0-3 0,1 0-12 15,-4 0-10-15,-2 0 26 0,1 0 1 16,1 0-2-16,-1 0-2 0,7 0-8 0,-4 0-2 16,0 0-2-16,0 0 1 0,-1 0-13 0,1 0 31 15,-1 0-14-15,0 0 4 0,4 0-21 16,1 0 20-16,2 0 1 0,-2 0 0 0,-2 0-9 15,1 0-6-15,-3 0 19 0,0 0-2 0,-2 0-7 16,-3 0 22-16,2 0-24 0,1 0 10 16,0 0-10-16,4 0-16 0,1 0 14 0,0 0-8 15,-1 0 18-15,1 0 0 0,0-7 0 16,1 7 1-16,3 0 22 0,-3 0-24 0,3 0 10 16,-1 0-5-16,2 0-17 0,-1 0 26 15,-3 0-23-15,3 0 1 0,-2 0 1 0,0 0 11 16,1 0-25-16,-2 0 24 0,-2 0-1 0,1 0 0 15,-4 0 4-15,0 0-14 0,2 0 9 16,-3 0-23-16,6 0 3 0,-2 0 15 0,0 0 8 16,1 0-12-16,-4 0 26 0,1 0-30 0,-3 0 8 15,0 0 5-15,-3 0-2 0,-5 0 14 0,9 0-35 16,0 0 30-16,-9 0-10 0,8 0 26 16,-2 0-43-16,0 0 14 0,2 0-11 0,-8 0 24 15,9 0 1-15,-9 0-18 0,9 0-12 16,-2 0 18-16,-7 0 4 0,8 0-4 0,0 0 5 15,0 0-19-15,-8 0 25 0,8 0-9 0,-2 0 0 16,3 0 0-16,-9 0 0 0,9 0-20 0,-2 0 50 16,0 0-14-16,-1 0-26 0,0 0 8 15,-6 0 11-15,10 0-2 0,-3 0 2 0,-1 0-13 16,-6 0-5-16,9 0 32 0,-1 0-3 16,-8 0-2-16,7 0-17 0,-7 0-2 0,7 0-17 15,-7 0 40-15,9 0-36 0,-9 0-7 0,8 0 11 16,-8 0 25-16,0 0-26 0,6 0 19 0,-6 0-17 15,0 0 0-15,6 0 2 0,-6 0 27 16,0 0-2-16,0 0-2 0,7 0-26 0,-7 0-14 16,0 0 28-16,0 0-2 0,0 0-6 15,0 0 25-15,0 0-24 0,6 0-5 0,-6 0 6 16,0 0-11-16,0 0 19 0,0 0-2 0,0 0 3 16,0 0-29-16,0 0-11 0,9 0-60 15,-9 0-58-15,0 0-31 0,0 0 18 0,7-9-280 16,-9 6 1-16,1 1 34 0,-1-2 27 0,2 0 23 15,-2-1 70-15,2-2-8 0,-2 0 0 0,-9-9-39 16</inkml:trace>
  <inkml:trace contextRef="#ctx0" brushRef="#br0" timeOffset="10093.461">6187 8838 251 0,'0'0'66'0,"-13"0"-16"16,13 0 44-16,0 0-8 0,0 0-23 16,0 0-7-16,0 0-42 0,0 0 24 0,0 0 0 15,0 0 25-15,0 0-8 0,-13 0-4 0,13 0-8 16,0 0-4-16,0 0 20 0,0 0-8 15,-19 22-4-15,19-22 21 0,-1 0-6 0,-1 0-27 16,1 0 41-16,0 0-28 0,-1 2-11 16,1-2 50-16,-1 1-19 0,1-1-15 0,-2-1 34 15,2 1-1-15,-2 1-2 0,2-2-10 16,1 1-10-16,-3 0 3 0,2 1 0 16,0-1-5-16,-1 0 4 0,0 1-9 0,2-1-5 15,0 1-1-15,-1-1 1 0,1 0 2 16,0 0-19-16,0 0-2 0,0 0 0 0,0 0 3 15,0 0 0-15,0 0-3 0,-8 0 13 0,8 0-2 16,-1 0 6-16,1 0-16 0,0 2 14 16,0-1 4-16,-3 0-18 0,3-2 12 0,0 1-12 15,0 0-2-15,-1 0 13 0,2 0-6 0,-2 1-11 16,1-2-9-16,0 2 29 0,0-1-32 0,0 0 27 16,0-2-13-16,0 2-6 0,0 1-8 15,0 0-1-15,1-1 11 0,-2 0-15 0,2 0 0 16,-2 0-1-16,1 0 34 0,0 0-31 15,0 0-19-15,0 0 40 0,0 0-7 0,0-1 2 16,0 2-4-16,0 1-32 0,0-4 9 0,0 4 18 16,0-2-14-16,0 0-2 0,0 1 20 0,0-2-10 15,0 1-19-15,1 0-2 0,-1 0 6 0,-1 0 1 16,1-2 11-16,0 2-14 0,0-1 3 16,0 1-9-16,0 0 12 0,0-3 4 15,0 2 28-15,1 1-30 0,3 0-11 0,-4 0 32 16,2-1 1-16,1 0-39 0,-3-1 17 0,1-1-12 15,2 3 1-15,1 0 12 0,-2-1-2 16,1 1 19-16,1-3-24 0,-2 0-11 0,3 2 18 16,-2 0-14-16,2 0 34 0,-3-2-15 0,2 1-20 15,0 0 0-15,0 2-4 0,0-3-3 16,1 0 8-16,0 0 1 0,-1 1 13 0,1 1 3 16,0-3 0-16,0 3 18 0,1-1-20 0,0-3-24 15,-2 3 11-15,9-4 33 0,-2 2-35 16,-2-1 33-16,-1 2-26 0,-2-3 1 0,2 4-12 15,-3-4 34-15,0 5-36 0,0-2-12 0,9-3 18 16,-4-1 19-16,2-2 18 0,-1 6-40 16,0-2 14-16,-5 0 5 0,8 1-36 0,0-4 4 15,-3 1 17-15,0 1 21 0,-1-2-8 0,1 3 1 16,-3-2-16-16,-1 2-2 0,6-1-5 16,-1-2 12-16,0 0 39 0,2 1-14 0,1-1-9 15,-7 1-13-15,-2 0-6 0,5-3 34 0,-4 3-39 16,3 2 17-16,2-4-14 0,-1-1 35 0,2 0-46 15,-1 2 4-15,-1-1 19 0,0 2-7 16,4-3-8-16,-4 1 5 0,1-1 34 0,-1 0-37 16,1 1-2-16,-2 1 19 0,3-4-15 15,-2 0 1-15,4 2 0 0,1-2 12 0,-2 4-21 16,-4-4 12-16,2 0 2 0,3 1 3 0,-2-4 4 16,3 4 6-16,-3 3 2 0,4-4-4 0,-3 1-33 15,0 0 27-15,0 0-5 0,1 0 13 16,3-1-19-16,-4 0 33 0,0 3-5 0,2-4-24 15,-1 2 18-15,0 1-34 0,-2-1 23 16,2 2 3-16,-3-3 15 0,6 0-26 0,-6-2-5 16,0 6-8-16,2-4 28 0,2 0 17 0,0 1-55 15,0-2 42-15,-1 0-10 0,-1-1-15 0,0 2 38 16,-1-2-37-16,3 1 28 0,-4 1-28 16,3-3 2-16,-1 4-11 0,5-4 0 15,-6 5 15-15,4-4 7 0,-4 0 12 0,2 1 11 16,0-1-26-16,-1 1-20 0,2-1 20 0,-2 2 1 15,0-1-22-15,1 0 1 0,-1 1 13 0,-1-3-10 16,2 4 48-16,-1-4-51 0,3-1 23 16,-4 3-22-16,6 1 18 0,-6-3 1 0,6 0-13 15,-3 1 23-15,-3-1 8 0,-1 2-10 16,2-2 6-16,0 0-24 0,0 1 6 0,-1-4 3 16,1 2 2-16,-1 1 35 0,-3-3-51 0,6 3 13 15,-3-1 20-15,1 0 3 0,-1 3-20 16,0-2-8-16,-4 1 13 0,2-1 0 0,3 2-17 15,-2-3 11-15,-1-1-6 0,1 3 3 0,-2 2 7 16,2-2 4-16,-1-1 1 0,-2-1 14 16,1 3-50-16,-1-4 18 0,3 4 4 0,-2-1 18 15,-1-1-13-15,1 1-7 0,2-2 32 0,-3 1-40 16,1-2 7-16,1 4 5 0,-2-2 37 16,-1 0-18-16,2 1-16 0,-2 2-8 0,0-2-16 15,-2 1 37-15,3 0-23 0,-4 2 15 0,1-1-23 16,2-1-1-16,-3 3 19 0,3-2-18 15,-1-1 16-15,-1 1 8 0,0 2-19 0,0-2 18 16,-1-2 27-16,3 1-35 0,-1 0-2 0,-4 0 18 16,6-1-17-16,-1 0 8 0,-3 2-6 15,3-1-3-15,-1 1 3 0,1 1 13 0,2-2-32 16,-6 3 32-16,1 1-30 0,3-3 17 0,-3-2 16 16,0 3-11-16,0-1-6 0,3 0 27 15,0-2 4-15,-5 6-37 0,5-4-16 0,-4 1 35 16,3 3-7-16,-1-5-10 0,0-2-2 15,-2 4 9-15,2-3 11 0,-2 6-4 0,-1-3-14 16,-1 4 10-16,2-2-15 0,3-3 7 0,-4 1-1 16,3-2 14-16,-3 2 2 0,0 1 0 15,2-5 12-15,1 1-19 0,-1 3-21 0,-2 2 8 16,-2 0-10-16,7-6 3 0,-7 6 3 0,8-3 18 16,-6-1-3-16,3 1 8 0,-2-2 4 15,1 7 9-15,-4-1-28 0,2 0 36 0,-3 0-39 16,1 4 16-16,1-4-19 0,-1 1 43 0,0 1-27 15,2 4-20-15,-2-6 10 0,0 2 32 16,0 0-25-16,1 1 4 0,2-2-1 0,-4 3-27 16,1-2 33-16,0-2 1 0,0 3 10 15,-1-1-37-15,3 0 13 0,-2 0 11 0,1 1-18 16,-2 5 8-16,0 0 2 0,0-10-16 16,0 3 9-16,0 1-12 0,0 6 21 0,0-8-11 15,0 0 8-15,0 8 35 0,9-16-57 0,-8 14 19 16,1-4 14-16,-2 4-17 0,1-3 0 15,-1 3 13-15,0-3-14 0,2 4 43 0,0-1-21 16,0-3-8-16,0 3-4 0,0 0 2 0,-2-2-30 16,0 1 1-16,0 1 20 0,1-1 2 0,0 0-2 15,-1 3 2-15,0-2-2 0,0-1 18 16,0 1-13-16,0 0 19 0,0 1-7 0,0-1-11 16,3 0 25-16,-2 0-25 0,-1 1-6 15,1 1 9-15,1 0 3 0,-2-2-2 0,0 2-6 16,0 0 11-16,0 0-6 0,0 0-4 0,0 0-6 15,0 0 0-15,0 0 11 0,0 0 5 0,0 0-6 16,0 0-6-16,0 0 14 0,0 0-1 0,0 0 0 16,0 0 11-16,0 0-12 0,-3-12 13 15,3 12-22-15,1-3 16 0,-1 3-17 16,0 3 4-16,-1-6 8 0,1 3-24 0,0 0-4 16,-1 0 21-16,2 0-4 0,-1-1 14 0,0 0-2 15,3 1-8-15,-3 0 12 0,0 0-17 0,-3 0-3 16,3 0 0-16,0 0-2 0,0 0 2 15,-4 0 15-15,4 0-31 0,0 0 2 0,0 1 3 16,4-1 28-16,-4 0 7 0,0 0-19 16,0 0 12-16,3 0-2 0,-3 0-2 0,0 0-1 15,0-1-12-15,0 2 17 0,0-2-16 0,0 1-7 16,0 0 9-16,-2 0 10 0,4 1-24 0,-5-1 18 16,2 0-1-16,-2 0 11 0,3 1-25 15,0-2 1-15,0 1 0 0,0 0 3 16,0 0-1-16,0 0 19 0,3 0-13 0,-2 1 6 15,-1-1-5-15,-1 0 1 0,1 0 0 0,1 0 8 16,-2 0-9-16,1 0 6 0,-3 0-2 16,3 3 14-16,0-3-21 0,0 0-2 15,0 0 1-15,0 0-3 0,0 2 13 0,0-2-7 16,0 1 0-16,0-1 2 0,0 0-6 0,0 0 9 16,0 1 1-16,0-1-6 0,0 1-4 0,0-1 8 15,0 0-4-15,0 2-1 0,0-2 1 16,0 0 0-16,0 0-9 0,0 0 20 0,0 0-6 15,0 0 6-15,0 1-23 0,0-1 30 16,-2 0 2-16,2 0-2 0,-2 0 6 0,4 0-2 16,-4 0-37-16,1 0 16 0,2 1-6 0,-2 1 7 15,1-2-15-15,0 1 10 0,0-1-7 0,0 0 2 16,-1 2 27-16,-1-2-2 0,5 0-2 16,-3 0-2-16,3 0 0 0,-3 0-16 0,0 1 2 15,0-1-1-15,0 2-4 0,-2-2 3 16,2 2 8-16,0-2 0 0,2 3 0 0,-2-3-7 15,1 1-16-15,-2 0 2 0,1 1 37 0,0-1-2 16,1 1-1-16,-1-2-2 0,1 5-19 16,-1-3 16-16,0-1-31 0,0 1 23 0,0 0-19 15,0 0 27-15,0-2-21 0,0 0 20 0,0 0-13 16,0 0 1-16,0 0-1 0,0 6 1 16,0-6 0-16,0 0 12 0,0 7-10 0,0-7 10 15,0 0-8-15,12 15-21 0,-11-14 14 0,0 2 5 16,1 0-1-16,0-1 1 0,-2 1 1 0,1 0 1 15,0-1 21-15,1 3-6 0,0-1-2 16,-2-2-2-16,3 3-1 0,-2-3 0 16,1 3-10-16,-2-3 0 0,2 1 1 0,-1 1 10 15,1-1-5-15,2 2-2 0,-4-1 0 0,1-1 24 16,-1 0-17-16,2 2-2 0,0-1-1 0,-1-1 0 16,3 1-2-16,-4-3-1 0,2 5-22 15,-2-4 7-15,3 2 2 0,-2 0 3 0,2-1 4 16,-3 2-1-16,0-3 0 0,1 1 0 15,0 0 0-15,-1-1 17 0,0 1-3 0,4 1 0 16,-3 1-8-16,-1-1-10 0,3-1 0 0,-2 2 1 16,0-3 3-16,1 3 0 0,-1-3-18 15,0 3 4-15,-1-3 12 0,4 2 0 0,-3 0-25 16,1-2 2-16,-2 2 53 0,0-1-27 0,2 0 13 16,-1 0-1-16,-1-1-2 0,3 0-8 0,-2 4-3 15,1-4 1-15,-2 2 0 0,1-1 2 16,0-3-1-16,0 3 0 0,2 1 0 15,-2 0 1-15,1-1-2 0,-2 1-10 0,1-1 14 16,1 1-4-16,-2-3-1 0,3 4-4 0,-2-3 26 16,2 1-15-16,-3 0 3 0,1-1-12 0,-1-1 15 15,1 1 2-15,1 2-12 0,-2-1-3 0,2 0-6 16,-2-3-4-16,1 4 9 0,-1-4-1 16,0 0 12-16,0 2-9 0,2-2 25 15,-1 2-15-15,-1 1 3 0,0-2-18 0,0 0 28 16,2-1-14-16,-2 3 0 0,0-1 1 0,2 0 13 15,-2-2-9-15,0 0 2 0,0 0-6 0,0 0-21 16,0 0 35-16,0 0-6 0,0 0 9 0,0 0-17 16,0 0 11-16,0 6 14 0,0-6 3 15,0 0-20-15,0 0 18 0,0 0-13 16,0 0 6-16,0 0-14 0,0 0-10 0,0 6 19 16,0-6 12-16,0 0-8 0,0 0 4 0,0 0-5 15,0 0 6-15,0 0-3 0,0 0 4 0,5 7 5 16,-5-7 3-16,1 0-1 0,-1 2-6 0,0-2 12 15,1 0-9-15,-1 0 1 0,0 0-2 16,0 0-12-16,0 0 12 0,0 0-1 0,0 0-3 16,0 0 4-16,0-2-2 0,0 4-15 15,2-2 12-15,-2 0-8 0,0 0-12 0,1 0 22 16,-2 0-18-16,2 0 5 0,-1 0-4 0,0 0-1 16,0 0-9-16,1 0 5 0,-1-2 10 15,-1 2 7-15,1 0-11 0,0 0-8 0,0 0 4 16,0-1 14-16,-1 1 4 0,1 0-5 0,0 0-6 15,-2 0 9-15,2 0 3 0,2 1 9 16,-2-1-37-16,1 0 21 0,-1 0-6 0,1 0-5 16,-2-1-5-16,2 2-11 0,-1-2 15 15,0 1-4-15,0 0 6 0,-1 0-10 0,2 0 20 16,-1 0 22-16,0 0-27 0,0 0 0 0,0 0 11 16,0-3-4-16,0 3 25 0,0 0-5 15,2 0-28-15,-4 0 7 0,4 0-31 0,-2-3 16 16,1 1-1-16,-1 2-2 0,0 0-3 0,0-2 11 15,2 2-11-15,-2 2 8 0,2-4-19 16,-2 2 10-16,0 0 0 0,0 2 9 0,0-4-1 16,0 2-2-16,0 0-4 0,0 0-9 0,0 0 1 15,0 0 12-15,0 2-25 0,0-2 16 16,0-2 11-16,0 2-3 0,0 2 0 0,0-2-2 16,0-2 1-16,0 2-6 0,0 0-18 15,0 0 10-15,0 0 3 0,0 2 0 0,0-2 0 16,0 0-6-16,0 0 7 0,0 0 5 0,0 0-1 15,0 0 0-15,0 0-3 0,0 0 0 0,0 0 0 16,0 0 1-16,-2 0 11 0,4 0-1 16,-2 0-13-16,0 0-5 0,0 0 7 0,0 0-3 15,0 1-20-15,-2-1 27 0,2 0 1 16,-2 0-10-16,2 0-3 0,-1 1 2 0,2 2 10 16,-1-3-11-16,0 0 2 0,0 0-18 0,4 0 25 15,-6 0-8-15,4 0 1 0,-4 0-2 0,2 0-7 16,2 0 9-16,-2 0 7 0,-2 0 0 15,0 0-2-15,2 0 7 0,0 0-24 0,2 0 23 16,-4 0-24-16,2 0 14 0,0 0 0 16,0 0 1-16,0 0-1 0,0 0 10 0,0 0 6 15,0 0-7-15,0 0-4 0,0 0-8 0,0 0 3 16,0 0-4-16,0 0 3 0,0 0-16 0,0 0 4 16,0 0 16-16,0 0 1 0,0 0 6 15,0 0 1-15,0 0-8 0,0 0-13 0,0 0 12 16,0 0 4-16,0 0 5 0,0 0-8 0,0 0 3 15,0 0-2-15,0 0 2 0,0 0 4 16,0 0-18-16,0 0 8 0,0 0-16 0,0 0 22 16,0 0 8-16,0 0-14 0,0 0-18 15,0 0 22-15,0 0-11 0,0 0 14 0,0 0-2 16,0 0-2-16,0 0-19 0,0 0 28 0,0 0 0 16,0 0-5-16,0 0 2 0,0 12-2 15,0-12-4-15,0 0-1 0,0 0 9 0,19 21 11 16,-18-20-27-16,1 1 9 0,-1-1 10 0,-1-1-6 15,3 3-8-15,-3-1-10 0,2 0 21 16,-1 0-21-16,2-1 17 0,-2 1-8 16,0 1-12-16,1-3 15 0,0 1 0 0,-2 2 1 15,1-1 0-15,2 0 10 0,-2-1-11 0,0 1 5 16,1 1-10-16,-1-1 10 0,2 1-11 16,-2 1 6-16,2-4-10 0,-2 3 14 0,0-2-1 15,1 1-1-15,0 2 2 0,-1-3-2 0,2 2 8 16,-3-2 11-16,4 1-24 0,-3-1 0 15,0-1 13-15,0 2-10 0,2 0-4 0,0 0 2 16,-3 0-16-16,2-1 39 0,-1 1-22 0,1 1 0 16,-1-2-9-16,2 1 2 0,-3-1 1 15,0 0 10-15,2 2 0 0,0-1 0 0,-2 0-8 16,3-2-14-16,0 2 12 0,-2-1 8 0,0 1 1 16,1 1 1-16,-1-2 0 0,1 1 1 15,-1-1 12-15,2 1 1 0,-1 0-10 0,0-1-7 16,-1 1 0-16,1 1-1 0,0-1 2 0,0 1 12 15,-1-1-18-15,1 0 17 0,2 1-16 16,-1-3 3-16,-1 3 3 0,0-1 7 0,0 1-16 16,1 0 6-16,-2-2-4 0,2 2 14 0,-1 0-3 15,1 1-3-15,-1-2-9 0,0 0 3 16,2 1-1-16,0 0-8 0,-2-1 16 0,1 2-6 16,0-1 1-16,1 0-5 0,-1-1 7 15,0 1 2-15,0 1-6 0,0-2 16 0,0 2-10 16,1 0-2-16,-1-2-8 0,0 3 0 0,3 0 4 15,-4-3 7-15,2 1 7 0,1 1-20 0,5 5 22 16,-3-1-5-16,0-2 1 0,-1-1-10 16,-3-1 4-16,4 1-9 0,-4 0 8 0,3-2 2 15,-4 1-16-15,2 0 22 0,0-1-1 16,0 2-1-16,1 0-4 0,5 4 8 0,-1-1-8 16,-1-2-6-16,-1-3 0 0,-2 3 0 0,1 0 12 15,6 1-2-15,-5-2-7 0,-3 3-1 0,1-5 8 16,-3 1-20-16,3 3 10 0,-1-4-1 15,0 1 1-15,-1-1 26 0,1 1 0 0,-1-1-33 16,1 1-14-16,1 1 9 0,3 4 14 16,1 0 0-16,-3-5 0 0,-1 2 16 0,1-2-11 15,-2 2-1-15,2-3-1 0,-3 1 4 0,0 0-7 16,0-1-5-16,1 1 4 0,-1-1-2 16,1 1 9-16,0-1-9 0,0 0 2 15,0-1 5-15,-1 1-7 0,0 0 2 0,0 1 0 16,2-1 4-16,-3-1 4 0,0 2 2 0,2-1-11 15,-1-3-10-15,0 4 2 0,-1-1 0 16,1-1 21-16,1 0-10 0,-2 4 0 0,0-6 24 16,3 4-2-16,-3 0-28 0,2-2 5 15,0 2-13-15,0-1 11 0,-1 1-9 0,1-1 16 16,7 8 12-16,-1-4-10 0,-6 0-14 0,2-1 3 16,6 1-1-16,-5-1 29 0,-1-2-1 0,0 2-31 15,-2 0 10-15,2-1 13 0,-1-2-18 16,7 6-3-16,-5-1 7 0,3 1 3 0,-2-2-26 15,-3-3 20-15,4 0 2 0,-4 0-2 0,2 1 3 16,-2-2 4-16,-3-1-8 0,4 1 1 16,3 7-1-16,-5-5 6 0,7 1-4 0,-7-4 0 15,1 4-1-15,0-3 2 0,-1 0 0 0,1 3 1 16,6 2 1-16,-3 0-12 0,2-1-1 16,0-2 3-16,-3 1 41 0,3 4-4 0,0-3-29 15,-3-1-3-15,4 3 0 0,-1-2 9 0,2 3-12 16,1-2-5-16,-2-1 7 0,1 1 4 0,0 2-4 15,-3-5 6-15,4 5 4 0,-1-2-9 16,1 0 0-16,-3-4-7 0,2 3 9 0,-1 2-13 16,3-3 5-16,-5 1 1 0,0-3 40 0,3 3-2 15,-2-2-26-15,-2 0 0 0,3 0 1 16,-5-2-9-16,-1 1 0 0,3-1 0 0,6 4 2 16,-3 3 27-16,0-6-1 0,4 1-3 0,-5 1-19 15,3 1 9-15,-2 0-27 0,1-1 9 16,-2 0-1-16,-2 1 2 0,1-4 0 0,2 9 0 15,3-6 2-15,-5 0 11 0,-1-1-3 0,0-1-5 16,3 5-1-16,-1-4 1 0,-3 2-5 16,0-3-13-16,0 0 18 0,9 3-19 0,-6 3 30 15,3-2-12-15,-5-2-17 0,0 0 22 0,4 3-20 16,-4-2 34-16,-3-1-3 0,2-2-7 16,2 0-3-16,-3 0 13 0,6 3-7 0,-3 0-10 15,-1 0-1-15,4-2 9 0,-3 2 7 0,2 3-11 16,-2-4-4-16,-2 0 2 0,2-3 1 15,-3 3-1-15,1-3-7 0,3 5 6 0,0-1 10 16,-3-1-8-16,1-3-15 0,-2 2 13 0,0-4 11 16,0 5-20-16,-2-4 0 0,4 1 2 15,4 5-13-15,0 0 18 0,-3-3 1 0,5 3 0 16,-5 0 10-16,-1-3-1 0,2-1-7 0,-5 1-2 16,0-1 0-16,-1-2 0 0,2 1-4 15,0 0-13-15,0 0 24 0,-2 1-6 0,-2-1 4 16,5 2 15-16,6 1-42 0,-1 1 22 15,-4-2 0-15,7 3 1 0,-5 0 0 0,-1-4 0 16,0 1 1-16,-1 0 6 0,0-1-1 0,6 1-2 16,-4 1-8-16,4 3 14 0,-1-4 7 0,-2 3-24 15,2-2 1-15,-4-3-8 0,4 4 19 0,-3-2 0 16,3-1-1-16,0 3-10 0,-2-3 15 16,-3 1-10-16,7 4-6 0,-1-5-6 0,-1 7 7 15,1-7-2-15,-2 1 10 0,-2 0-22 16,-1-1 1-16,4 2 1 0,6 1 4 0,-6-2 26 15,2 2-12-15,-2 0 11 0,3 0-4 0,-3 0-2 16,4 1-5-16,-3-3-1 0,2 3-1 16,-3 1 1-16,6-2 3 0,-6-2-1 0,5 3 0 15,-4-1-7-15,6-2 12 0,-2 1-24 0,-2 4 5 16,3-4 7-16,-1 0-3 0,0 0 34 16,5 0-28-16,-5 0 28 0,1-1-40 0,1 2 12 15,-2-3 0-15,1 1-14 0,3 0 14 0,-3 0 1 16,0 2 10-16,-1-2-8 0,3 0 0 15,-2 0 6-15,-1-2-12 0,0 3-15 0,2-1 10 16,-3-1 34-16,0 2-21 0,-1-1-9 0,4 0 31 16,-2-1-43-16,0 0 25 0,1 0-15 15,-2-1 13-15,2 1-12 0,-2 0 11 0,-1-1-11 16,3 1 4-16,-8-1-1 0,0-2-1 16,2 2-16-16,0 1 39 0,3-2-32 0,-5 0 31 15,-4-1-15-15,3 1-5 0,-2-1 0 0,-3-1 8 16,2 2-16-16,-2-1 3 0,2-1 19 15,-3 0-35-15,0 3 15 0,1-3 1 0,-1 3 0 16,1-2 20-16,-5-1-14 0,0 0-7 0,9 0 2 16,-9 0-8-16,7 0 8 0,-7 0-8 15,6 0-5-15,-6 0 23 0,8 0 14 0,-8 0 7 16,0 0-15-16,7 0-8 0,-7 0-10 16,8 0 32-16,-8 0-28 0,0 0 14 0,6 0 3 15,-6 0-12-15,0 0-11 0,0 0 31 0,7 0-8 16,-7 0-10-16,0 0-25 0,0 0 23 0,0 0-23 15,0 0 11-15,0 0 8 0,7 0-5 16,-7 0 14-16,0 0 5 0,0 0-12 0,0 0-10 16,0 6 6-16,0-6-5 0,0 0 26 15,0 0-23-15,0 0 1 0,7 0 11 0,-7 0-11 16,0 0 1-16,0 0 10 0,0 0 18 0,0 0-27 16,0 0-7-16,0 0 5 0,0 0 15 15,0 0 6-15,0 0-25 0,10 7-5 0,-10-7-2 16,0 0 29-16,0 0 2 0,0 0-9 0,0 0-8 15,0 3-6-15,0-6 6 0,0 1-17 16,0 2-2-16,0 0-10 0,0 0-25 0,0 0-10 16,0 0-19-16,0 0-26 0,0 0-16 15,0 0-28-15,0 0 14 0,0 0-78 0,0-2-56 16,0-2-63-16,-1 2 29 0,2-2-216 0,-2-2-1 16,0 5 40-16,-1-6 52 0,0 4 35 15,-2-1 45-15,0 1 24 0,-2 0-51 0,-10-2 19 16,-2 5 78-16</inkml:trace>
  <inkml:trace contextRef="#ctx0" brushRef="#br0" timeOffset="13483.987">10172 8871 574 0,'0'0'164'0,"0"0"-5"0,0 0-23 15,0 0-19-15,0 0 19 0,0 0-32 0,0 0 20 16,0 0 16-16,0 0-24 0,0 0-3 16,0 0-28-16,-15 0 5 0,15 0 3 0,0 0-1 15,0 0-10-15,0 0-13 0,0 0-16 0,0 0 16 16,0 0-9-16,0 0-21 0,0 0 7 15,0 0 2-15,0 0-20 0,0 0 9 16,0 0-2-16,0 0-9 0,0 0-11 0,0 0 17 16,0 0-9-16,0 0-6 0,0 0-2 0,0 0-2 15,0 0 2-15,0 0-4 0,0 0 11 0,0 0-3 16,0 0-12-16,0 0-4 0,0 0 15 16,0 0 0-16,0 0-14 0,0 0-7 0,0 0 12 15,0 0 11-15,0 0-18 0,5 11-3 16,-1-12 10-16,1 1 11 0,-1-2-19 0,1 1 13 15,-1 1-20-15,0-1 10 0,1-1-2 16,-1 1 2-16,-1 1 1 0,-3 0-19 0,0 0 9 16,0 0-6-16,8 0 11 0,-8 0 9 0,8 0-4 15,-8 0-7-15,6 0 9 0,-6 0 1 16,7 0-7-16,-7 0 7 0,7 0-2 0,-7 0-19 16,8 0 0-16,-8 0 9 0,5 0-1 15,-5 0 6-15,8 0-3 0,-8 0-7 0,7 0 3 16,-7 0 6-16,7 0-8 0,-7 0 5 0,0 0 8 15,8 0 5-15,-8 0-10 0,6 0-3 16,-6 0 14-16,9 0-21 0,-9 0 8 0,6 0-3 16,-6 0 15-16,9 0-11 0,-1 0 6 15,0 0 6-15,-2 0-16 0,0 0 3 0,1 0-5 16,2 0 18-16,4 0-5 0,1 0-9 16,1 0 11-16,-1 0 0 0,1 0-7 0,1-7-4 15,-2 7 12-15,-3 0-16 0,1 0 1 16,-3 0 3-16,-2 0-11 0,1 0 21 0,-2 0-14 15,-6 0 3-15,8 0 9 0,1-5 2 16,5-2-11-16,-8 5-3 0,0 1 16 0,0-1-1 16,-2 1-15-16,5 0-1 0,-3 1 9 0,1 0 7 15,-1-1-11-15,3 1 0 0,0 0 2 0,-3-2 11 16,13-1-10-16,-3-1-2 0,-4 3 4 16,-12 1 2-16,12 0-5 0,-3 0 8 0,1 0-20 15,-1 0 24-15,0 0-4 0,-2 0-10 16,1 0 14-16,0 0-6 0,5 0-8 0,4 0-6 15,-2 0 2-15,0 0 14 0,11-14-2 0,-20 10-16 16,3 3 23-16,0-1-20 0,-4 2 1 16,4-1-4-16,-2 0 20 0,12 1-17 0,-6-3 10 15,-1 1 3-15,4 0 6 0,-1 1-16 0,-6-1-1 16,1 1 21-16,0-2-11 0,-3 2-2 0,-1 1 3 16,-2-2-11-16,5 1-6 0,-1 1 1 15,8-4 6-15,-2 1 5 0,-1-1-1 0,5 1-13 16,-6 1 22-16,-1 0-13 0,-1-1 1 15,1 2-5-15,-3 0 5 0,1 1 13 0,0 0-6 16,12-3 11-16,-7 1-12 0,4-1-4 0,-4 3-10 16,0-2 20-16,3-2 11 0,0 1-24 15,2 3 13-15,-4-2-15 0,-4 1 12 16,3-1-4-16,-5 0 12 0,-1 1-9 0,2 1-13 16,-4-1-3-16,3 1 9 0,-1-1 8 0,10-2-21 15,0 0 14-15,-4 2 1 0,2 1-5 0,-3 0 10 16,0-3 0-16,-3 3-5 0,-2-2 10 0,3 2-5 15,-11 0-13-15,9 0 7 0,0 0 14 16,5 0-18-16,0 0 5 0,4 0 3 0,-4 0 2 16,0 0-11-16,11-10 3 0,-16 10 5 15,-2-2-10-15,2 2 13 0,-2-1-3 0,12-3-6 16,-8 4 22-16,0-2-32 0,-1 2 10 0,-2 0 10 16,0-1 8-16,0 1-4 0,0 0-12 0,-2-1 2 15,0 1 5-15,0-1-7 0,1 1-3 16,1 0-7-16,-1 0 25 0,1 0-6 15,-1-2-2-15,0 2-9 0,1-3 5 0,-2 3-11 16,3 0 16-16,8-1-7 0,-4-2 4 0,-3 3-8 16,0 0-1-16,-2-1 1 0,0-1 18 0,-1 1 1 15,2 1-14-15,-5-1 2 0,2 1 10 0,1-1-15 16,-1 1 0-16,2-2 2 0,-2 2 0 16,1 0-4-16,0-2 11 0,1 1-4 0,-2 1-5 15,1-2 21-15,2 2-9 0,-2 0-12 16,0 0 4-16,0-2-2 0,0 2-4 0,-1 0 1 15,3-1 10-15,-1 1-18 0,-2-3 18 0,4 3-1 16,7-1 6-16,-10 1-8 0,4 0-11 16,1 0-4-16,-3 0 18 0,-1 0 1 0,1 0-20 15,-1 0 16-15,-1 0-14 0,0 0 9 0,-7 0 9 16,9 0-7-16,-2 0 7 0,-7 0-14 16,10 0 6-16,-4 0 3 0,-6 0-6 0,8 0-1 15,-2 0 20-15,-6 0-16 0,9 0-3 16,-4 0 2-16,-5 0-6 0,10 0 8 0,-10 0 8 15,8 0 1-15,-8 0 7 0,9 0-18 0,-9 0-12 16,6 0 13-16,-6 0 4 0,6 0-11 0,-6 0 6 16,7 0 13-16,-7 0-15 0,0 0-1 15,7 0-6-15,-7 0 13 0,0 0 5 0,8 0-3 16,-8 0 11-16,0 0-21 0,0 0 9 16,7 0-2-16,-7 0 6 0,0 0-15 0,0 0 18 15,0 0-6-15,0 0-13 0,8 0 19 0,-8 0-18 16,0 0-1-16,0 0 20 0,0 0-1 0,0 0-15 15,0 0 2-15,4 0 23 0,-4 0-19 16,0 0-5-16,0 0 5 0,0 0 15 0,0 0-7 16,0 0-3-16,0 0 13 0,11 0-15 15,-11 0 2-15,2 0 6 0,-2 0 2 0,0 0 10 16,0 0-11-16,0 0 7 0,0 0-5 0,0 0 16 16,0 0-2-16,0 0-17 0,0 0 0 15,0 0 4-15,0 0-1 0,0 0 33 0,0-2-17 16,0 4 7-16,0-2-7 0,0 1 18 15,-2-2-12-15,2 1 12 0,0 0-8 0,0 1-14 16,0-1-1-16,0 0 21 0,-1-1-14 0,1 1-28 16,0 0 31-16,-2 0-20 0,-1-2 22 0,1 2-21 15,2 0 4-15,-1 0 10 0,-1 0 11 16,0-2-29-16,0 1-9 0,2-1 10 0,-6 2-13 16,5 0 16-16,-3-2-22 0,0 1 13 15,1 0 15-15,-5 0-5 0,6-1-10 16,-2 1 12-16,-1-2-11 0,2 3 4 0,-3-1 0 15,1-2-3-15,-1 1 27 0,4 1-4 0,-5 0-3 16,4 0-4-16,-4-3 0 0,5 2 4 16,-5 1-4-16,2 1-2 0,-1 0 1 0,2-2-15 15,-2 1-1-15,2-2-12 0,-3 3 0 0,4-1 0 16,-1-1 1-16,-2 1 10 0,0 0 2 0,2-1 20 16,-3 1-4-16,2-2-2 0,-1 3-20 0,3-2-4 15,-4-1 9-15,-8-1 0 0,7 3-20 16,0-3 2-16,0 3 0 0,2 1 7 15,2-2 0-15,-2 0 2 0,1 2-1 0,0-2 1 16,1 0 10-16,-1 1 19 0,0-1-1 0,1 2-9 16,-1-3 4-16,1 1 2 0,-3 2 11 0,1-3-4 15,2 3-10-15,-1-1 4 0,0-1-7 16,1 1-6-16,-2 0 12 0,4-2 2 0,-4 3 1 16,3-1-17-16,-3-2 4 0,3 3 0 15,-4-2 7-15,3 1-35 0,-1 0 24 0,0 0-25 16,-1-1 20-16,2-1 12 0,-4 2-4 0,5 0-6 15,-1 1 6-15,-2-2-4 0,3 0 7 16,-3 1-16-16,3 0-14 0,-2 0 14 0,0-1 8 16,-1 2 0-16,4-1-1 0,-3 0-17 15,1-1 0-15,4 2 16 0,0 0-13 0,-8 0 27 16,8 0-12-16,-7 0 4 0,7 0-6 0,-8 0 1 16,-5-9-2-16,8 7-1 0,2 0-3 0,-3 2-6 15,3-1-13-15,-3-1 28 0,3 0 5 16,0-1-20-16,-5 3 28 0,3-2-12 0,0 2-7 15,0-2-1-15,-1 0 21 0,0 1-30 16,2-1 6-16,1-1 2 0,-3 3 17 0,2-2-11 16,-1 0 1-16,1 0-8 0,-2 0-17 15,2 2 28-15,0-2-12 0,-1 0 18 0,2 1-1 16,-3 0-16-16,4 0 3 0,-4-1-3 16,0-1-1-16,1 3-2 0,1-1-12 0,-1 0 21 15,1-1-8-15,-1-2 11 0,0 3-13 16,1 1-8-16,-1-4 0 0,0 4 24 0,0-2-9 15,-1 1 4-15,3-1-17 0,-1 1 16 0,-1-2 5 16,0 2-4-16,1-2 15 0,-1 3-27 16,-1-3-11-16,-2 1 25 0,4 0-9 0,-1 1 14 15,2-2-2-15,-2 2-5 0,0-2 1 0,0 1-10 16,0 2 10-16,0-2 2 0,0-1-21 0,-3 1 4 16,4 1 6-16,-2-3 10 0,2 2-18 15,0 0 12-15,-2-1-3 0,0 1 13 0,1-1-14 16,-1 1 14-16,0-1-11 0,1 0 8 15,-2 2-6-15,1-1-1 0,-2-2 16 0,-6 2 4 16,0-3-5-16,5 1-13 0,-2 1 5 0,2 1-13 16,4-3 8-16,-7-1-6 0,1 2-5 0,2-1-13 15,-4-1 9-15,-2 0-22 0,3-1-32 16,-2 2 5-16,6-3-61 0,-7-3-40 0,2-1-55 16,0 1-79-16,-6 0 30 0,0-3-244 15,5-2 25-15,-5 1 63 0,3-3 15 0,-3 2 15 16,3-2 24-16,-5-1 24 0,0-3 94 0,0 0-81 15</inkml:trace>
  <inkml:trace contextRef="#ctx0" brushRef="#br0" timeOffset="18327.595">6114 8932 380 0,'0'0'65'0,"0"0"71"0,0 0-37 16,0 0-11-16,0 0 26 0,0 0-39 0,0 0 32 16,0 0-11-16,0 0-21 0,0 0 16 0,0 0-10 15,0 0 15-15,0 0-37 0,0 0 25 16,0 0-36-16,0 0 18 0,0 0-3 0,0 0 15 15,0 0-22-15,0 0 3 0,0 0-11 0,0 0-5 16,0 0 31-16,0 0-14 0,0 0 6 16,0 0 14-16,0 0-13 0,0 0-15 0,0 0 13 15,0 0-10-15,0 0-9 0,0 0-13 16,0 0 0-16,0 0 11 0,0 0-3 0,0 0-10 16,0 0 17-16,0 0-9 0,9-15-4 0,-5 13-7 15,1 2 1-15,0 0 15 0,0 2-13 16,1-1-4-16,0 0 0 0,-6-1-16 0,0 0 0 15,7 0 16-15,2 0 4 0,-1 0-23 0,17 9 13 16,-12-7-11-16,6 3 16 0,-3-3 11 16,2 1-5-16,-4 1-27 0,-2-1 9 0,-2-1 6 15,2-2 3-15,1 4 1 0,0-1-4 16,1-2 9-16,-4 0-26 0,8 2 12 0,-8-3-12 16,5 0 22-16,-6 3-5 0,0-2-25 0,-2-1 8 15,9 7 3-15,-4-6-3 0,-1 2 7 16,-3-1-14-16,11-1 29 0,-6 1-15 0,-2 3 9 15,-2-5-19-15,8 4-5 0,0 0 31 0,-1 0-7 16,-4 1-19-16,5-1 5 0,-1 2-8 0,-2-5 20 16,4 2-17-16,1 1 8 0,-3 2 2 0,3-4 12 15,0 1-34-15,3 4 42 0,-2-2 3 16,-2 0-33-16,2 2-12 0,1-3 19 0,-3 1 0 16,2-1 3-16,-2 0-9 0,3 3 23 15,-5-5-32-15,2 3 6 0,0-2-11 0,-3 3 10 16,3-3 8-16,-1 2 4 0,-3 2-7 0,5-4 0 15,-5 4 19-15,3 0 0 0,-2-4-36 16,3 2 19-16,-4-1 25 0,0 0-35 0,4 0 7 16,-1 3 5-16,-3-4 29 0,4 3-14 0,-2-1-25 15,-1 0 10-15,2 2-7 0,-3-3-2 16,-1 0 19-16,-2-2-9 0,0 0 3 0,8 2 12 16,-9 0-11-16,0-1-9 0,2 0 12 0,1 3-19 15,-1-1 3-15,-2-3-11 0,5 3 24 0,-1 1 12 16,-5 0-14-16,6 1-9 0,-1-2 28 15,3 2-16-15,-6-2-18 0,3 5 8 16,2-3 7-16,-2 0-30 0,0 1 33 0,0-3-14 16,0 3 15-16,0 1-4 0,0-2-3 0,-2 2-14 15,5-1 22-15,-4 2-23 0,1-3 2 0,-1 2 3 16,0 1 28-16,-2 0-15 0,2-4-7 16,1 4-10-16,-2-2 28 0,-2 2-32 0,3-1 28 15,-2 2-23-15,2-3 3 0,-2 5 26 0,1-4-33 16,2 2 9-16,-1-2 22 0,0 3-7 15,1-2-24-15,-2 5 41 0,3-2-27 0,-2-3 17 16,0 1-41-16,3 0 14 0,-1 0-14 16,-2 4 28-16,0-5-25 0,-3 2 13 0,2-1-1 15,3-2 32-15,-5 5-5 0,7-4-31 0,-6-1-9 16,0 5 21-16,-2-3-10 0,3-2 11 0,-2 2-22 16,0 0 17-16,-1-1-1 0,2-3 11 15,-2 3-12-15,1 0 31 0,2 1-22 0,-5-3-26 16,-2-3 16-16,0 2 36 0,4 3-4 15,-3-1-41-15,2 4 4 0,-3-5 1 0,3 3 0 16,0-3 12-16,-2-1 23 0,0 0-31 0,-2-1-20 16,2-3 19-16,4 8 11 0,-4-3-12 0,3 5 9 15,-3-4 6-15,1-1 14 0,-1 1-20 16,4 0-13-16,-2 2 4 0,2-2 11 0,-5-2-11 16,3 0 12-16,-3-1-16 0,1 1 36 15,2 3-30-15,-4-1-5 0,5-4 3 0,-1 0 1 16,-5 2 14-16,3-3 12 0,-3 2 3 0,1-1-36 15,0-2 8-15,-1 3 8 0,7 3 1 0,-2-1-12 16,-2-1 12-16,-2 0-1 0,0-4 7 16,0 4-19-16,-1-2-19 0,1 0 36 0,-3 0-30 15,3-2 48-15,-2 0-7 0,1 1-45 16,0 0 22-16,0 1 29 0,0-2-2 0,0 2-2 16,1-1-25-16,-2 1-19 0,7 5 15 0,-4-4-3 15,0 2 2-15,-1-2 0 0,3 1 17 16,-4-3 15-16,3 1 3 0,-4 0-38 0,2-1 3 15,4 8 14-15,-3-1-1 0,2 0 0 0,0-3 7 16,-1-1-18-16,-1-2 2 0,2 7 0 16,0-3 27-16,2 3-19 0,-2-4 19 0,4 0-2 15,-2 2-3-15,0 2-15 0,-1-6 1 0,2 6-1 16,-4-5 9-16,5 1-1 0,-2 2-1 16,-2-5-4-16,2 5-1 0,0-2-1 0,-2-4 17 15,-1 3-2-15,4 1-10 0,-1-3 0 0,-3-1-1 16,4 6-19-16,-4-3 1 0,0-2 1 15,6 2 7-15,-6-2-3 0,1 2-1 0,-2-2 2 16,0 0-4-16,-3 2 17 0,1-5-2 0,2 3 0 16,-2-2-6-16,0 1 6 0,3-1-6 15,-3 1 4-15,1-1 0 0,-1 0 10 0,0 4-1 16,3-5-2-16,-2 3 0 0,-2-1 4 0,8 8-3 16,-3-5-21-16,-3 0-8 0,1 0-3 15,-1-1 23-15,1-1 0 0,-3-2 5 0,7 9-3 16,-3-4-4-16,0-2-1 0,-1 0 4 15,5 4 0-15,-5-3 0 0,3 0 0 0,-4-3-2 16,6 5 1-16,-4-1-10 0,-1-1 8 0,-1-2 0 16,-1-2 1-16,-1 4-1 0,2-3 0 15,-1-1 0-15,2 1 12 0,-2 1-2 0,0-2 0 16,0 3 1-16,6 3-12 0,-1-2 0 0,-2 2 0 16,-1-2 0-16,-1-1 0 0,0-1 0 15,1 2 2-15,5 4-1 0,-4-3-1 0,-1 0-2 16,3 4 1-16,-1-3-1 0,4 2 4 0,-5-2 8 15,3 2-2-15,0 0 0 0,-4-3-2 0,0 1 8 16,3 3-1-16,-1-4-2 0,-1 1 0 16,-1 2-14-16,3 2 6 0,-1-1-1 0,-1 0-1 15,0-1-2-15,-1-1 1 0,1 3 0 16,-1-4 2-16,3 7-1 0,0-5-33 0,-4-2 3 16,1 0 32-16,-3 0-1 0,2-2-1 0,2 6-4 15,1-4-1-15,-5 0 1 0,-1-2 7 16,5 1-1-16,3 5-18 0,-4-4 2 15,-1 1 29-15,-1-3-5 0,3 6-6 0,-4-2-3 16,6 3 0-16,-1 1-10 0,2-5 2 16,-3 0 0-16,-1-1 0 0,-1-3 12 0,0 1-2 15,-3 0 0-15,4-2-6 0,-1-1 2 0,3 10 7 16,-2-4-4-16,-3-2-8 0,2-2 16 16,0-1 15-16,-4 2-28 0,3-1 7 0,0-2 9 15,1 2-1-15,-3-1 0 0,-1-1-2 16,2 3-1-16,0-1-8 0,0-2 16 0,1 1-33 15,-2-1 10-15,2 1 28 0,-2 0-23 0,2 0-1 16,-2 0 1-16,-1 1 0 0,1 1-24 16,2 0 2-16,-1-3 18 0,1 1-5 0,-2 1-3 15,3 0 23-15,-4-1 1 0,0 2 0 0,0-2-3 16,2 0-20-16,1 1 24 0,-2 0-1 16,1-2-2-16,-2 4-23 0,3-3 16 0,-1-1-12 15,-1 3 21-15,0-1-2 0,1-2-1 0,-2 1-19 16,3 2 2-16,-3-2 0 0,3 1 16 15,-1 0-16-15,0-1-4 0,-1 2 31 0,1-2-18 16,0 1-5-16,-2 0 1 0,4 9-5 16,-2-2 6-16,1-4 0 0,-3 1 10 0,0-3-3 15,0 0 0-15,2-1-2 0,0 1-18 0,-2-3 36 16,1 1-3-16,0 1-2 0,2 0-25 16,0-1-9-16,-1-1 19 0,-2-1-12 0,2 1-2 15,-2 0 32-15,3 0-14 0,-3-1-9 0,0-1-2 16,1 3 27-16,0-2-36 0,-1-1 11 0,2 1 8 15,-2-2-8-15,0 2-5 0,1-2 4 16,0 1 8-16,-1 0 0 0,2-2-1 0,-2 3-25 16,0-3-30-16,0 0-42 0,0 0-23 0,0-3-32 15,-3 3-53-15,2 0 19 0,-1-4-221 16,0 3-79-16,-3-3 58 0,-7-4 63 0,1 0 27 16,2-8 22-16,-1 0 23 0,2-2 18 0,-2-4 12 15</inkml:trace>
  <inkml:trace contextRef="#ctx0" brushRef="#br0" timeOffset="22563.966">12248 8714 340 0,'0'0'108'16,"0"0"-17"-16,0 0-10 0,0 0 51 0,0 0-2 15,0 0-1-15,0 0-13 0,0-12-32 16,0 12-12-16,0 0 24 0,0 0 6 15,0 0 14-15,0 0-40 0,0 0 18 0,0 0-32 16,0 0 11-16,0 0 7 0,-12-21 4 16,12 21-15-16,-3-2 7 0,2 2-27 0,0-1 10 15,-2 1-10-15,1 0-7 0,2-2-5 16,-4 4 9-16,0-2-31 0,1 0 1 0,1 0 12 16,-4 1-9-16,2-1 8 0,-3 2 9 15,2-2-14-15,-1 2 2 0,6-2-11 0,-7 0 23 16,-7 4-12-16,-3-1-4 0,1 2 17 15,3-2-8-15,0-2-7 0,4 2 5 0,0 0 4 16,1-1 5-16,1-2-14 0,-1 3 11 0,2-1-2 16,-8 3-20-16,-3 0 8 0,6-2 0 0,2 0 6 15,0 0-24-15,0-2 16 0,1 0-4 16,3 2-8-16,0-3 11 0,-3 3-9 0,2-2 0 16,-8 5 13-16,-3-3 6 0,3 2 3 15,4-1-6-15,-7 1 14 0,7-1-26 0,1-1 0 16,0 1 7-16,2 0 6 0,0-1 12 0,-8 3-9 15,3-4-16-15,1 3 1 0,-3 0-10 0,5-4 47 16,-7 6-36-16,4 0-7 0,0-5 23 0,2 4-14 16,2-4-3-16,-2 2 15 0,2-3-22 15,-4 7 10-15,0-7 15 0,2 3-26 0,2-1 20 16,-6 5 0-16,4-4 9 0,1-1-26 16,0 1 29-16,1 0-20 0,2 0 2 0,1-2 3 15,-3 2 22-15,-2 2-27 0,0-1-20 0,-5 0 14 16,4-3-15-16,4 1 34 0,0-1-16 15,-6 3 24-15,4-2-33 0,-1 0 16 0,2 0-11 16,-4 2 12-16,2-1 0 0,2-3 21 16,0 4-41-16,2-3-9 0,-2 4 13 0,4-4 15 15,-2 2-20-15,2-2 0 0,-1 1 20 16,0-3 7-16,-9 8-13 0,7-1-6 0,-2-5 0 16,1-2-1-16,1 6 3 0,2-4 0 0,0 2-5 15,-2-1-4-15,1-1-8 0,2 2 11 16,-9 2 0-16,4-1 20 0,1 0-14 0,-1-2 0 15,1 1-2-15,3-1 11 0,-3-2-15 16,3 2 3-16,1 1-18 0,-1-3 11 0,0 1 0 16,-9 5-1-16,6-2-1 0,3-1 9 0,-1 0-5 15,0-1-5-15,0 1 0 0,0-2 16 0,1 1 0 16,1-3-8-16,-1 5-24 0,-4-3 2 16,-3 7 1-16,3-4 28 0,-1 0 3 15,5 0-1-15,-1-2-1 0,-2 1-17 0,-5 3 5 16,4-2 0-16,0 0 0 0,1-2-1 0,2 2-12 15,0-1 0-15,1 1 22 0,-12 0-8 16,11 2-1-16,-1-4 2 0,0 1 4 0,-1-1-4 16,2 0-2-16,2 0 0 0,-1 1 0 0,-10 2 0 15,5 0 29-15,3-1-2 0,-1-1-33 0,2 0-9 16,-1-3 19-16,2 4-1 0,1-2 2 16,-9 6-1-16,2-1 5 0,-1-1 1 0,-1 0-3 15,2 0 9-15,1-1-1 0,1 0-3 16,3-3 0-16,-6 4-1 0,2 0-11 0,4-2-1 15,-1 1 1-15,1-2 4 0,-2-1 0 0,3 3-36 16,1-3 26-16,-1-1 0 0,0 2 1 0,1-1-4 16,-7 8 5-16,4-4 0 0,-2-3 7 0,3 1-2 15,1 0 1-15,0-2-1 0,0 1 2 0,-1-1-1 16,3 1 19-16,-5 0-15 0,-1 5-2 16,0-2-1-16,3-1-4 0,-2 0 1 0,4-3-10 15,-2 1 2-15,3-1 0 0,-4 0 31 0,3 0-18 16,-6 5-2-16,-1 0 14 0,2-1-1 15,-1-3-2-15,1 6-24 0,0-6 11 0,-1 1-1 16,4-2 3-16,-1 4 8 0,2-3-12 0,0 0-3 16,-1-2 10-16,-7 7 9 0,2 1-13 15,0-5 11-15,6 0-6 0,0-2 1 16,0 1-2-16,1-1 12 0,-2 1-28 0,2-1 17 16,1 0-9-16,-2-1-1 0,1 2 5 0,-1-1 9 15,-4 8-7-15,1-5-19 0,2-3 0 16,-2 3 26-16,2 0-11 0,1-4 30 0,1 1-38 15,0 0-8-15,-1 1 15 0,1-2-11 0,-2 1 9 16,-3 8 10-16,2-5-2 0,1-1-4 0,2 2-4 16,-5-4 6-16,6 1-2 0,-1 0 15 15,-1-1 4-15,-5 9-17 0,2-5-8 0,-1-3 23 16,6 2-2-16,-2-3-50 0,0 4 6 16,0-2 29-16,1 0-1 0,-1-1 0 0,1 0-3 15,-2 5 10-15,-3 0-23 0,1-2 36 0,3-2-20 16,-2 6-19-16,1-4-1 0,0-2 17 15,-1 1 5-15,1-1-7 0,5-1 9 0,-3 2-3 16,0-4-7-16,0 3 10 0,1-3-14 16,-1 4 28-16,-4 5-10 0,-2-3-9 0,4 0-1 15,-1-2-13-15,3 0 22 0,1-2-10 0,0 3 4 16,0-4 5-16,-1 2 1 0,2-1-2 16,-1 1-11-16,-1 0 14 0,1-1-9 0,0 0-1 15,0 2 3-15,1-1-3 0,-2 0-2 0,0 0 22 16,0 0-21-16,-1 6-12 0,-1-3-5 15,1-1 8-15,-4 4 16 0,2-3-10 0,2 0 17 16,-1-1-31-16,2 0 16 0,1-2 1 0,0 1-20 16,0 0 3-16,-6 7 23 0,1-4-18 15,2-2 3-15,2 1 20 0,-1-1 7 0,2-1-14 16,0 0-3-16,0-1 1 0,-5 5 14 16,2-1-12-16,1-1-1 0,1-1-15 0,1-2 16 15,0 2-4-15,-1-2 6 0,0 0-1 0,0 0-9 16,1-1 9-16,1 3 6 0,-1-3-6 0,-6 10-5 15,3-2 10-15,0-4 4 0,2 0 0 0,0 0-1 16,0-2 0-16,2 1-1 0,-1-3-13 16,-1 1-5-16,2 1-8 0,-2-3 4 15,1 4 11-15,1-4 2 0,0 4 13 0,0-2-5 16,-1 0-6-16,1 0-4 0,-1-2 9 0,2 3 8 16,-2-3-8-16,1 3 0 0,-2-2-24 0,2 0-5 15,2 2 18-15,-4 1-1 0,2-3 1 16,0 1-9-16,-1-1 11 0,1 2-17 0,-3-1 12 15,2 12 3-15,-2-8 0 0,0-1 1 16,2-1 12-16,-1 7-22 0,1-6 24 0,-1-1-11 16,0 1 16-16,1-2-1 0,-1-1-10 0,2 0-12 15,-2-1 10-15,3 2-3 0,-2-5 1 16,1 3-13-16,-1 0 12 0,2 2 3 0,-5-4 1 16,5 5 5-16,-1-2-13 0,-3 9-10 15,-1-7 21-15,2 1-15 0,0-2 15 0,1 0-11 16,-2-1 13-16,4-1-20 0,0 1 3 0,-2-2 15 15,-2 2-3-15,5 0 0 0,-5-1-14 16,2 1 9-16,0 0-12 0,2 0 12 0,-2-1-3 16,0 1 11-16,0 0-1 0,1-2-2 15,-1 4-5-15,1-2-6 0,-2 0-12 0,0-1 25 16,-2 7-2-16,2-2-8 0,-1-1-3 16,3-3 8-16,-1-1 1 0,-1 1-11 0,4-1 21 15,-4-1-28-15,3 2 14 0,-2-3 4 0,2 2-10 16,-2 0 17-16,1-2-18 0,1 3 8 15,-2-2-20-15,2 1 17 0,-1 0 0 0,0-1 1 16,2 1 20-16,-3 0-26 0,2-1 34 0,0 1-22 16,-3 0-1-16,1 0-1 0,2 0-2 15,0-1 0-15,-3 2 2 0,4-2-2 0,-3 2 19 16,1-2-16-16,1 2 3 0,-1 0-24 16,0 0 31-16,0 0-6 0,0-1-13 0,0 1-10 15,-1 0-1-15,3 0 15 0,-2 0 1 16,-1-1 16-16,1 1 2 0,0-2-18 0,0 2 6 15,0 0 9-15,-1-1-21 0,1 0 11 0,1 2 4 16,-1-1-11-16,1 0-11 0,0-1 5 16,-2 0 13-16,1 0-7 0,0 2-8 0,1-1 13 15,-2 1 2-15,0-2 9 0,1 1-9 0,0-2-17 16,2 4 15-16,-4-2-16 0,1 0 26 0,0 0-17 16,3-1 21-16,0 1-4 0,-3 0-10 15,2 0 6-15,-1-1-9 0,1-1-4 0,0 1 11 16,-1 1-1-16,0-2-12 0,1 3-17 15,-2-2 26-15,2-1 6 0,0 1-12 0,-1-1 26 16,1 2-28-16,0-1 18 0,1 2-9 0,-3-1-9 16,1-1-3-16,-1 1 23 0,2-3-18 0,-2 3 24 15,2-1-20-15,0 1 3 0,-1-3 4 16,0 2-16-16,2 0 5 0,-1-1-4 0,-1 1 13 16,0 0-24-16,1 0 1 0,-1 0 7 15,2 2 18-15,-2-4 2 0,2 3 11 0,-1-2-15 16,1 1 5-16,-2-1-27 0,1 1 32 0,0-1-11 15,-1 1 3-15,1 0-7 0,1 0-8 16,-2 0 16-16,2-2-22 0,0 2 12 0,-2 0 13 16,2-1-3-16,-1 1-21 0,1 1-3 15,-3-2 10-15,1 3 11 0,2-2-8 0,-2 0 8 16,2-1-13-16,-2 2 9 0,2-1 13 16,0 1-23-16,-1-2 16 0,-2 0-9 0,3 1 7 15,-1-2 1-15,0 4-28 0,1-3 12 16,-3 1 19-16,3 0-2 0,-1-1 1 0,1 1 4 15,0 0-17-15,-3 0 1 0,3-2-13 0,0 3 0 16,-2-2 4-16,2 1 17 0,0-1 5 0,-3 1-6 16,3 0-1-16,-1 0-3 0,1 1 13 0,-1-3-14 15,-1 3-4-15,1-3 12 0,0 2-3 16,-1 1 13-16,0 1-21 0,2-1 10 16,-3-1-16-16,2 1-5 0,1-2 31 0,-2 4-13 15,0-2-1-15,-1 0 7 0,1-1 14 16,1 0-30-16,0 0 4 0,-1 1 0 0,-1 1-16 15,3-1 28-15,-2 0-6 0,1 0 10 0,-2 0-16 16,2 1 3-16,0-1 11 0,-2-1-6 16,2 2-17-16,-3-2 16 0,2 0-2 0,2 0 13 15,-3 2-21-15,2-3 2 0,-1 2-1 16,1-1 7-16,0 1-16 0,-3-1 13 0,3 1 6 16,-1-1-8-16,1 1-22 0,1-1 29 15,-1 0 8-15,0 1 6 0,-1-2-27 0,0 2 19 16,-1-1-10-16,3 1 12 0,-1-2-13 15,1 1 5-15,-4 0-3 0,3 0 17 0,-1-2-25 16,2 1-2-16,0 2 16 0,-2-2 2 0,1 1 9 16,1 0-6-16,-3-2-9 0,3 2 7 0,-2-1-17 15,2 1 7-15,-2-1-1 0,1 1 2 16,0-2 2-16,1 1-16 0,-2 2 23 0,1-1-13 16,0-1-9-16,1-1-5 0,-3 2 22 15,2 0-1-15,0 0-8 0,-1-1 10 0,1 2-24 16,1-1 23-16,-2-1-3 0,1 2-6 0,-2-2 17 15,3 2-13-15,-1-3 3 0,-1 2 6 0,0 2 2 16,2-3-15-16,0 0 11 0,-1 0-9 16,-1 2 19-16,0-1-18 0,2-1-3 0,-3-1 15 15,2 1-22-15,1 2 16 0,-1-2-5 16,-1 1 5-16,1-1-35 0,0 3 26 0,-1-4 6 16,1 0 3-16,0 2 10 0,1 0-36 0,0 0 25 15,-3-3-1-15,2 2 5 0,0 2-15 16,1-2 9-16,-2-2-2 0,0 3 11 0,1 0-17 15,-2 0 6-15,2-1-4 0,1 2 3 16,0-3 23-16,0 4-22 0,-1-4 2 0,-1 1-7 16,2 1 12-16,0 1-35 0,-1-1 39 0,1-2-13 15,-1 1-19-15,1 1 37 0,0-1-17 0,0 2-3 16,0-2 11-16,-2 0 10 0,2 2-12 16,-1-3 16-16,0 1-18 0,1 0-22 15,-1 1 10-15,1-2 0 0,-3 2 15 0,3 0 0 16,0-3-2-16,0 5 5 0,0-6 1 0,0 0 6 15,0 0-19-15,0 0 5 0,0 7 5 16,0-7 9-16,0 5-7 0,0-5-30 0,0 8 30 16,0-8-12-16,0 7 14 0,0-7-2 15,0 8-16-15,0-8 6 0,0 8 13 0,0-8-17 16,0 7 3-16,0-7 5 0,0 8-19 0,0-2 23 16,0-6-11-16,0 8 1 0,0-3-8 0,0-5 8 15,0 7 5-15,0 0-1 0,0-7-18 0,0 7-3 16,0 0 24-16,0-1-3 0,0 1 7 15,0-1 0-15,0 0-6 0,0 0-21 0,0 2 32 16,0-2-25-16,4 14 23 0,-3-7-12 16,0-3 12-16,1-1-7 0,-2 0 11 0,0-2-14 15,1 0 9-15,0-3-7 0,1 0 9 0,-1 0-6 16,-1 0 1-16,1 1-13 0,0 0 18 16,-1-4-10-16,0 3 3 0,2 0 0 15,-2-1 4-15,1 0-8 0,-1-1-17 0,1 0 13 16,0 0 13-16,1 0-6 0,-2-1-10 0,0 0-17 15,0-1 2-15,1 4 1 0,-1-4-50 16,1 3-32-16,2-2-18 0,-3 0-45 0,0-1-21 16,0 2-31-16,0-1 20 0,1-1-150 15,-1 1-101-15,1 0 32 0,1-1 30 0,-2 0 48 16,1 2-4-16,0-1 23 0,-1-1 16 0,0 0 15 16</inkml:trace>
  <inkml:trace contextRef="#ctx0" brushRef="#br0" timeOffset="26751.345">6104 8883 291 0,'0'0'154'0,"0"0"-1"0,0 0 3 0,0 0-46 15,0 0 26-15,0 0-12 0,0 0-24 16,0 0 33-16,0 0-9 0,0 0 2 0,0 0-22 16,0 0 10-16,0 0-3 0,0 0-2 0,0 0-1 15,0 0-12-15,0 0-2 0,0-12-25 16,0 12-3-16,0 0 6 0,0 0-6 0,0 0-18 16,0 0 8-16,0 0-10 0,0-14-1 0,0 14 13 15,0 0-5-15,-22-17-16 0,21 14-4 16,1-1-1-16,-2 2 14 0,2-1-2 0,-2-1-24 15,-1 1 0-15,2-3 4 0,1 2 1 0,-2 0 12 16,0-2-3-16,1 4-21 0,0-5 23 16,-2 2-16-16,2 0-1 0,1-2 13 0,-1 2-16 15,-2 0-14-15,2-4 3 0,-6-4 1 0,6 1 8 16,-2 2-14-16,0-6 27 0,3 1 7 16,-1 3-5-16,-1 2-24 0,1-7-2 15,0 6 10-15,1 1 13 0,-5-5-33 0,4 4 12 16,0-2-1-16,0 4 27 0,1 1-17 0,0-2-1 15,-1 2-15-15,1 0 6 0,-2-9-13 0,1-1 5 16,1 4-8-16,-1 2 3 0,1 12 5 0,0-10 11 16,0 0 24-16,0 0-19 0,0-3-22 15,0-1 9-15,0-2 15 0,0 0-20 0,0-1 31 16,0-1-17-16,0 0 15 0,0 1 4 16,11-20-8-16,-8 26-32 0,-3-1-2 0,4-8 8 15,-1 3 24-15,0 1-25 0,-1 0-4 16,0-1 30-16,-2 3-30 0,2 3 12 0,1 2-16 15,0-8 37-15,-2 2-32 0,0 1-6 0,3 1 17 16,-1-3-2-16,-1 4 21 0,-1 0-15 16,2 4-6-16,-3-1-10 0,5-8 26 0,-5 5-21 15,4-2 16-15,0-1-11 0,-2 2 31 0,0 3-21 16,1-1-17-16,-3 3 18 0,4-7-11 16,2 0-7-16,-2-1 6 0,-1 2-7 0,3 0 11 15,-4 1-7-15,0-3 17 0,1 4-3 16,2-3 11-16,0 3-13 0,-1 3-15 0,-3-3-7 15,1 4 16-15,5-6-5 0,-4 0 19 16,2-1-20-16,-3 4 15 0,2-4-23 0,0 4 22 0,0 1-15 16,-3 0 3-16,4-4-11 0,-1 0 28 15,0 5-17-15,-2 0 12 0,1 0 10 0,2-5-21 16,-1-1-5-16,0 5 15 0,1-4 13 0,-1 3-36 16,0 1 22-16,1-5-12 0,0 5 2 15,1-4 7-15,-2 3-12 0,0 0 31 0,1-2-27 16,-1 4 18-16,2-3-12 0,-5 4-8 0,6-8 13 15,-2 6-3-15,0-4-9 0,1 2 23 16,1 2-42-16,-3 1 44 0,1 2-31 0,-1-8 0 16,2 1-5-16,-2 3 21 0,-2 2 15 0,5-7-14 15,-4 6 16-15,1 1-26 0,-1 2-4 16,1 1-2-16,-3 0 17 0,3 1-13 0,-1-2 5 16,-1 3-4-16,2-1 10 0,-3-1-18 0,3 1 20 15,-2-1-13-15,4-9-5 0,0 3 8 16,2-1-5-16,-1 0 3 0,0 2 6 15,-3 3 13-15,2-3-3 0,0 2-2 0,2 3 2 16,-4-2-26-16,1 2 28 0,-2-1 11 0,0 2-33 16,4-7 22-16,-1 4-9 0,3-4-18 15,-4 3 1-15,0 2 10 0,4-4-15 0,-2-1 17 16,-1 3-11-16,3-1 13 0,0 0 15 0,0-1-8 16,0-1-16-16,-4 3 7 0,6-2-13 15,-2 1 23-15,-1-2-12 0,3 1 0 0,-1 0 19 16,0 0-15-16,2 0-3 0,0 0 20 0,0-2-30 15,-1 2-8-15,1 0 19 0,-2 0 5 16,0-2-16-16,-1 3 26 0,4-1-13 0,-7 4 10 16,4-3-5-16,6 2-7 0,-6-1-3 15,1-1-3-15,2 2-5 0,-3-1 11 0,6 0 13 16,-5-1-17-16,3-1 19 0,-1 2-4 0,1 0 1 16,1-1 18-16,-3 0-13 0,3-1-32 0,-2 1 29 15,4 0-21-15,-4-4 12 0,2 6 7 16,-1-1-7-16,1-2-14 0,-2 2 24 0,4 2-26 15,-3 0 0-15,1-1 7 0,-2-1 19 0,6 1-20 16,-6 1 26-16,2 0-25 0,-2-1 6 16,1 0 14-16,1 2-27 0,1-4 6 0,-2 1-8 15,-1-2 44-15,2 3-37 0,-2 3 11 0,1-3-22 16,-1 4 14-16,1-3-13 0,-4-1-2 16,5 2 10-16,-2 0 38 0,0-1-14 0,1-1-19 15,-1 1 9-15,-1-2 26 0,0 7-34 16,2-4-5-16,0-1 15 0,-1 2 21 0,-3 0-42 15,3-2 18-15,-4 1-13 0,5 0 13 0,-5 1-2 16,1 1 26-16,5-2-38 0,-6-1 16 16,5 1-24-16,-2-2 5 0,1 4 22 0,3-4-11 15,-2 3-6-15,-2-3 12 0,1 4 10 0,-2-3 0 16,2 2-7-16,-3 0-18 0,0 2 26 0,-2-2-20 16,6-2 6-16,-5 4 1 0,1-3-11 15,-2 1 30-15,1 2-22 0,2-2-24 0,1 2 13 16,-2 2 9-16,-5-3-5 0,4 2 21 15,-4 0-21-15,3-3 18 0,5 1 3 0,-3 3-13 16,1-5-12-16,-2 4 6 0,0-1 1 0,-1 0 11 16,-2 1-16-16,1-1 6 0,8-2 13 0,-3 1-26 15,1-1 12-15,0 1 12 0,-2 1-7 16,-1 1-5-16,4-4 9 0,-2 3 18 0,-1-1-25 16,-2 3-13-16,-3 0 10 0,11-5 30 0,-6 4-33 15,2-2 21-15,-3 2-17 0,-3-1 28 16,2 3-34-16,-2-3 25 0,1 1-24 0,8 0-10 15,0-3 38-15,-3 2-11 0,-4 3-31 16,1-2 19-16,-1 0 0 0,10-2 22 0,-9 3-22 16,-1 0-7-16,0-3 7 0,-1 4 9 0,-2-2-9 15,-1 2 17-15,2-1-17 0,-2 1-14 16,-2 0 27-16,4-4-13 0,-4 3 7 0,6 0 9 16,-6 1 7-16,3-1-26 0,-4-1 20 0,3 2-32 15,0-1 12-15,2-1 18 0,-3 2 10 0,2-2-10 16,-1 2-5-16,-1 0-14 0,3-3-6 15,-3 3 10-15,2 0-9 0,-3 0 8 0,3 0 4 16,-3 0 5-16,2 0-10 0,-1-1 4 16,3 1 0-16,-3-2 16 0,1 1-23 0,0 0 2 15,3-1 4-15,-4 2 28 0,0-1-36 0,1 1 9 16,-1-1 2-16,-1 1 0 0,1 0 2 16,-2 0 6-16,4-2 8 0,-4 2-19 0,2 0 1 15,0-1 0-15,-3 1 3 0,1-2-5 0,0 2 19 16,-1 0-18-16,3-1 5 0,-4 1 25 15,0 0-43-15,0 0 11 0,0 0 21 0,0 0-17 16,0 0-2-16,0 0 12 0,0 0-11 0,0 0 10 16,0 0 16-16,0 0 2 0,6 0-32 15,-6 0-7-15,0 0 15 0,0 0-17 0,0 0 13 16,0 0-4-16,0 0 17 0,7 0-17 16,-7 0 4-16,0 0 15 0,0 0 6 0,0 0-17 15,7 0-3-15,-7 0-3 0,0 0 1 0,0 0 8 16,5 0 15-16,-5 0-25 0,0 0 18 15,0 0-24-15,0 0 23 0,8 0-16 0,-8 0 10 16,0 0 10-16,0 0-8 0,11-11-18 16,-9 11-4-16,0 0 36 0,-2 0-29 0,2-3 32 15,-1 3-48-15,2 0 41 0,-5 0-26 0,4 3-1 16,-2-3 28-16,1 0-23 0,0 0 13 16,-1 0 16-16,0 0-42 0,3 0 7 15,-3 0 2-15,2 0 18 0,0 0-31 0,-2 0 13 16,0 2 5-16,0-2-7 0,0 0 34 0,0 0-28 15,0-2-1-15,1 4 24 0,-1-2-18 16,1-2-9-16,-1 2 20 0,0 0-14 0,0 0 4 16,0 0 8-16,-2 0 10 0,2 0-7 0,1 0-4 15,0 0 5-15,-1 0-11 0,1 0-8 16,-1 0-11-16,2 0 4 0,-1 0 4 0,0 0 8 16,-2 0 13-16,1 0 4 0,0 0-26 0,1 0 18 15,-3 0 4-15,3 0-11 0,-1 0 1 16,1 0-8-16,-1 0 22 0,0 0-6 0,0 2-25 15,2-2 4-15,-2 0 14 0,2 0 8 16,-2 0 4-16,0 0-24 0,1 0-2 0,-2 1 10 16,1-1-9-16,0 0 1 0,0 0-10 0,1 0 13 15,-1 0-3-15,-1-1 24 0,-1 2-23 16,2 1-2-16,0 0-13 0,0 0 42 0,0-1-32 16,0 0 18-16,0 0 10 0,0 2-23 15,0-1-4-15,0-1 38 0,-2 3-30 0,2 0 6 16,2-1-19-16,-2 1 22 0,0 0-2 0,2 0-8 15,-2-1 13-15,0 4-1 0,0-7-22 0,0 0 9 16,0 7 1-16,0-2 17 0,0 3-3 16,0-2-20-16,0 1 16 0,0-7-16 0,0 8-1 15,0 0 16-15,0-1-8 0,0-2-12 0,0 1 27 16,0 2-12-16,0-8 1 0,0 9-5 16,0-2 31-16,0 0-33 0,0-2 17 0,0-5-23 15,0 8 10-15,0-1-2 0,0 0 5 16,0-7 18-16,0 8-21 0,0 1 3 15,0-9-6-15,0 8 1 0,0-1-10 0,0-7 20 16,0 5-3-16,0-5-5 0,0 8 3 16,0-8-6-16,0 7 2 0,0-7-3 0,0 8 6 15,0-8 15-15,0 6-20 0,0-6 25 16,0 8-30-16,0-8 41 0,0 6-15 0,0-6-25 16,0 6-6-16,0-6 0 0,0 7-31 0,0 0-30 15,0-7-24-15,0 9 8 0,0 3-172 0,-6 16-140 16,-2-11 28-16,-2 8 28 0,-4-3 21 15,3 0 27-15,-5-3 41 0,-2 0-2 0</inkml:trace>
  <inkml:trace contextRef="#ctx0" brushRef="#br0" timeOffset="30829.352">6135 8869 470 0,'0'0'146'16,"0"0"-4"-16,0 0-53 0,0 0 21 0,0 0 10 15,0 0-14-15,0 0 7 0,0 0-3 0,0 0-1 16,0 0-47-16,0 0 26 0,0 0-16 15,0 0 6-15,0 0 1 0,-13 0-16 0,13 0 15 16,0 0-10-16,0 0 1 0,0 0-2 16,0 0-11-16,0 0 7 0,0 0 0 0,0 0 0 15,-23 10-12-15,20-6 3 0,1 2-7 16,1-4-8-16,0 5 7 0,0-2-11 0,0 0 3 16,-1 2-7-16,-2 9 2 0,2-3-8 15,-1-4 15-15,2 2 0 0,0-3 10 0,-3 8-7 16,2-5-5-16,0 0 8 0,1 0-22 0,0-4 18 15,1 4-28-15,-3-4-6 0,3 0 30 16,-1-2-8-16,1 5-17 0,-3 5-9 0,3-1 2 16,0-2 2-16,0-2 7 0,0-10 9 0,0 9 5 15,0 0 0-15,0-2-19 0,0 1-1 16,0 0-6-16,0-1-1 0,0 5 9 0,0 0 13 16,0 3 4-16,0-1 1 0,8 1-18 0,-8-1 24 15,11 11-14-15,-8-14-12 0,-1-3 2 0,2 6 16 16,-1-2 8-16,-2-2-11 0,1 0-7 15,0-3 25-15,2 0-12 0,-4 0-18 0,4-2-2 16,-3 3 5-16,4 7 23 0,-2-4-19 16,-2 0 3-16,1-2-17 0,0 0 22 0,2 6-15 15,1-5-25-15,-3 1 30 0,1-4-11 0,-1 2 26 16,1-3-24-16,-1 1 2 0,1-1 5 0,1 9 26 16,1-6-43-16,0 7 18 0,-1-6 3 15,1-3-10-15,-1 8 4 0,1 0-7 0,-2-4 22 16,-1-1-10-16,3 5 3 0,-1-5-24 15,0 0 0-15,-3-1 1 0,3-2-1 0,-2 0 1 16,4 7 22-16,-1-4-4 0,-3 0-2 16,0-3 7-16,3 1-5 0,-3-1-3 0,2 0-1 15,-4 0-2-15,4-3 13 0,-2 2 7 0,5 7-3 16,-3-2-3-16,-2-1-17 0,1-2-1 16,1-1 14-16,-2-1 1 0,2 0-14 0,-3-2 19 15,2 1-24-15,-2 0 28 0,2-3-8 0,-3 4 11 16,2-2-22-16,1-1 18 0,-2-1 21 15,0 2-27-15,2-1-5 0,-3 0 22 0,0-1-1 16,3 1 8-16,-2-1-21 0,-1 0-5 16,1 3 22-16,0-5-2 0,1 3-3 0,-2-3 10 15,0 0-7-15,1 4-12 0,-1-3 6 0,0 0-5 16,0 0 19-16,4-1-7 0,-4 2 0 0,0-1 12 16,1-1-4-16,-1 1-15 0,0-1 13 15,0 1-13-15,0-1 9 0,0 2 7 0,1-2 2 16,-1 0-7-16,2 0-3 0,-1 0-9 0,-1 0 19 15,0 0-23-15,0 0 13 0,0 0-4 16,-3 3-16-16,5-3 9 0,-2 0-2 0,0 0-3 16,0 0 4-16,0 0-4 0,0 0 6 0,0 0-12 15,0 0 17-15,1 0-20 0,-1 0 22 0,0 0-2 16,0 0-26-16,0 0-1 0,0 0 2 16,0 0 4-16,0 0 3 0,0 0 10 0,0 0-21 15,0 0 14-15,0 0-19 0,1 0-8 0,-1 0 7 16,0 1 17-16,-1-2 5 0,2 1-27 15,-1 1-3-15,1-1 15 0,-2 0-14 0,0 0-3 16,2 0-5-16,-1 0 14 0,0 1 0 16,0-2-17-16,1 1 13 0,-2 0 2 0,2 1-1 15,-1-1-5-15,-2-1 8 0,2 0-3 0,0 1-2 16,0 0 2-16,0 0 6 0,0 0-3 16,0 0 2-16,0 0 1 0,0 0 13 0,0 0-19 15,0 0-3-15,0 0 20 0,0 1-15 16,0-2 1-16,0 1-4 0,0 0-4 0,0 0 1 15,0 0 13-15,0 0-14 0,0 0-4 16,0 0 6-16,0 0 16 0,0 0-5 0,0 1 11 16,0-2-14-16,1 2 2 0,-1-2-12 0,0 1 10 15,0 0-18-15,0 0-2 0,1 0 11 16,-2 0 2-16,1 0-9 0,1 0 19 0,-1 0-11 16,0 0 1-16,0 1 9 0,0-1-1 15,0 0-10-15,0 1-9 0,0-1 7 0,0 0 5 16,2 2 20-16,-1-1-21 0,-1 1 10 0,1-2-8 15,1 0 3-15,-2 0-9 0,1 2 0 0,0 1 0 16,0-1 3-16,0-2 15 0,1 3 12 16,-1-1-8-16,1 1-11 0,-1-1 1 0,1 3-10 15,2-4 19-15,-4 2-20 0,4 1-6 0,-4-3 20 16,2 4-13-16,0 0 2 0,2-3 7 16,-3 3-14-16,2-4 16 0,-2 3-16 0,3-1 2 15,-3 1 16-15,3-1 3 0,-1 2-22 0,0-1 4 16,0-1 12-16,-2 2-1 0,3-2-4 15,-2 1 13-15,1 1-26 0,2 0 10 0,-2-1 15 16,-1 1-4-16,1-2 7 0,7 9-25 0,-4-5 2 16,-2 1 19-16,1-1-22 0,0-2 5 15,0 1 14-15,-2-3-18 0,1 0 21 0,-2 2-17 16,1-1-9-16,0 0 25 0,2 0-18 16,3 8 3-16,-1-3 0 0,-2-4 8 0,-1 0-8 15,0 2-11-15,0-4 14 0,-1 2 4 0,1-1 10 16,0 1-2-16,-1-3-6 0,3 11 9 15,1-4-8-15,-4-2-13 0,4 0 3 0,-4-1 19 16,0 0-3-16,6 7-22 0,-3-1-2 16,-1-3 27-16,2-2 1 0,-3 0-19 0,1-1 6 15,0-1-9-15,-2 0-7 0,0 0 11 16,6 7-3-16,-2-3 1 0,1 2-6 0,-2-2 2 16,3 3 5-16,-4-4 24 0,2 4-28 0,0-3 0 15,-2-2 17-15,0 0-12 0,4 7-4 16,-2-3 20-16,1-6-6 0,-1 2-13 0,-2-3 14 15,0 2 6-15,3 3-31 0,-1 1 10 0,0-5 4 16,-1 2-10-16,-2-2 31 0,5 7-14 16,2-4-16-16,0 1 28 0,-2 1 0 0,1 1-36 15,0-7 11-15,-1 4 6 0,1-2-5 16,-3 1-2-16,-2 0 7 0,1-2 27 0,-2 0-11 16,9 4-16-16,-3-1-2 0,-1 0 20 0,1 1 5 15,-2-2-17-15,1 2 0 0,0-2-1 16,1 3-3-16,-5-5-16 0,3 1 22 0,1 0-8 15,-3-3 13-15,8 7-25 0,-4-2 0 0,1 3 7 16,-2-6 4-16,-4 1-8 0,6 2 27 16,-2 0-20-16,-2-1-5 0,-1-4 1 0,7 6 18 15,-2 1-14-15,-1-2 12 0,1 1-13 16,0 1-1-16,-1-1 16 0,-1 1-1 0,2-1-15 16,-1-2 19-16,-1 1 3 0,1 1-22 0,3-1 20 15,-5-1-26-15,4 0 20 0,-2 2 0 16,1 0-9-16,0-3 1 0,-2 1-1 0,0 3-14 15,3 1 10-15,-2-3 2 0,-1-3 2 0,-3 0 10 16,2-2-8-16,-1 2 16 0,6 2-22 0,-4-1 24 16,1-2 1-16,-3 1-19 0,1-3-5 15,4 7 5-15,-4-2 13 0,1-2-25 0,-1 0 8 16,4 2 3-16,-3-2 5 0,5 2-5 16,-2 0-5-16,-3-1 10 0,1-2-18 0,-4 0 13 15,7 3 7-15,-4-2-4 0,5 4-9 0,-4-4 0 16,1 0 22-16,0 2-37 0,1 2 35 15,-1-6-7-15,1 6-9 0,0-1 7 0,-3-4 10 16,3 2-17-16,-1 1 9 0,-2-4-25 16,3 5 29-16,2-2-7 0,-5-1-6 0,6-1 6 15,-5 2 10-15,-4-1-28 0,1-2-3 0,2 0 24 16,3 4-14-16,3 1 22 0,-4-3-27 0,0-1 34 16,0 2-4-16,2 1-13 0,1-3 11 0,-4 2-26 15,2 3 1-15,-1-4 8 0,-2-2-12 16,0-2 14-16,-3 0-8 0,2 5 5 15,-1-5 12-15,7 6 6 0,-2-2-27 0,-2 1 5 16,3 1 6-16,-2-1 17 0,-2-3-27 0,1 2 3 16,1 1-4-16,0-1 16 0,-1-2-8 15,-3 2 20-15,0-3-18 0,-1 1 13 0,1 0-2 16,0-2 5-16,6 7-4 0,-5-2-19 16,8-2-2-16,-7 0-9 0,-2 0 9 0,0 0 31 15,0-1-5-15,-3 1-26 0,1-4 14 0,0 3-23 16,1-1 4-16,-2 0 7 0,1 1 14 0,0-1-3 15,-1-1-9-15,1 3 11 0,2-1 12 16,-4-1-29-16,12 5 0 0,-9-2 3 0,5-1 10 16,-4-3-4-16,-1 3 2 0,-1-1-14 0,-1 0 11 15,3-1 0-15,-4-1 23 0,1 2 0 16,0-2-33-16,4 3 4 0,4 3 6 0,0-3-3 16,-4 0 12-16,1-1-6 0,2 6-8 0,-1-4 29 15,-2-1-16-15,-2 0-4 0,0 1 5 0,1-5-4 16,6 7 7-16,-4-2 4 0,-1-1-22 15,-1 1 4-15,7 0-8 0,-3 2 11 0,0-3-3 16,-5 0 12-16,8 2-11 0,-3-3 14 0,-2 3-7 16,1 1-5-16,1-3 0 0,-3 1-9 15,1-2 5-15,4 4 8 0,-3-1 4 16,0 2-15-16,4-1 7 0,-6-2 17 0,5 3-11 16,0-1 11-16,-1 1 2 0,2-1-30 0,-1-3 10 15,1 4 1-15,0 0-2 0,2 2-4 0,-2-2 7 16,4-1 5-16,-3 1 3 0,2-1 8 15,-1 4-12-15,2-3-10 0,0 0-1 0,0-1 5 16,2 1 9-16,0-1-8 0,0 1 16 0,2-1-6 16,-3-3-9-16,0 3-4 0,3 0 0 15,0 0 1-15,-2 2 13 0,2-3-12 0,1 3 21 16,-1-4-9-16,1 4-20 0,-1-1 9 0,3-3 11 16,-3 5-12-16,1-3-3 0,-1 1 6 15,0 0 11-15,0 0-16 0,0 1 17 16,-1-1-13-16,-1-3 6 0,0 2-10 0,0 1 2 15,0 1-4-15,-2-5 6 0,1 1 24 0,-4 1-21 16,2-1-8-16,-3-1 25 0,2-1-20 0,-1 2-4 16,-4-2 5-16,-2 0 9 0,0 0-11 0,-1 1 14 15,-3-3-27-15,3 0 5 0,-2 1 27 16,-2 0-24-16,1 0 4 0,-1-2-5 0,2 1 10 16,-4 0-11-16,1 0 34 0,1 1-33 15,-2-2 9-15,1 3-4 0,1-3-2 0,-3 1 0 16,0 0 19-16,1-1-14 0,0 0 12 0,1 2-15 15,-2-1 4-15,3-1 2 0,-4 2-9 0,2-1 17 16,0-1-8-16,-2 1 13 0,1-1-2 16,0 0-19-16,1 0 4 0,-2 0-1 0,0 0 3 15,0 0-7-15,0 0 8 0,0 0 7 16,0 0-7-16,0 0-4 0,0 0 11 0,0 0 2 16,0 0-7-16,0 0-11 0,0 0 6 0,0 0 3 15,0 0 6-15,0 0-14 0,0 0 1 16,0 0 7-16,9 0-6 0,-8 0-1 0,-1 0 4 15,0 0 10-15,0 0 2 0,0 0 4 0,0 0-19 16,0 0 4-16,0 0 23 0,0 0-16 16,0 3-14-16,0-3 1 0,0 0 1 0,0 0 4 15,0 0 1-15,1 0-6 0,0-3 6 0,-1 3-2 16,0 3 23-16,0-3-4 0,0-3-10 16,0 3 10-16,2 0-25 0,-2 0-4 0,0 0 9 15,0 0 17-15,0 0-30 0,0 0 24 16,0 0-12-16,0 0-8 0,0 0-5 0,0 3-16 15,0-1-11-15,-2-2-10 0,2-2-23 0,0 4-21 16,0-4-32-16,-1 2-8 0,1 0 13 16,-1-3-70-16,1 3-51 0,-3 0-21 0,-1-1-10 15,2-2 27-15,-3 2-241 0,-2-3 0 0,-3-4 41 16,2 0 25-16,-2-2 64 0,-1-4 25 0,0-1 23 16,-1-1-4-16,5 1 12 0,0-2 34 15</inkml:trace>
  <inkml:trace contextRef="#ctx0" brushRef="#br0" timeOffset="32782.42">5562 8939 762 0,'0'0'278'0,"0"0"-5"0,0 0-33 16,0 0-55-16,0 0-16 0,0 0-16 0,0 0-25 16,-16 0-9-16,16 0-16 0,0 0 6 15,0 0-31-15,-24 10-8 0,19 12 20 0,0-1-14 16,4 1-2-16,-3 0-21 0,-1-2-12 15,5 2-10-15,-2-3-10 0,2-2 4 0,0-5 11 16,0 0-11-16,-1-5 3 0,0 3 12 0,1-5-2 16,-2 2-13-16,2-2-16 0,0 0 39 15,-2-1 6-15,2 1-25 0,-1-2 48 0,1 1-15 16,0-1-5-16,0-2 15 0,-3-1-10 0,3 0-5 16,0 0-5-16,-6-11-8 0,1-3 15 15,-3-5-22-15,3-3-4 0,0 2 0 0,0-4-3 16,1 2-11-16,1-1 13 0,1 2-13 15,-1-1 7-15,1 4-1 0,1-2-4 0,1 8-9 16,0 3-13-16,0-1 5 0,0-2 14 0,11-17-14 16,-7 19 12-16,1-4-4 0,2 5-29 15,-3 0 23-15,1 2-14 0,-1 0-6 0,-1 3 16 16,1-1-5-16,1 4 13 0,0-1 0 0,-1 0 10 16,1 2-29-16,2 0 0 0,-1 0 13 0,-6 0-14 15,12 0 11-15,16 15-8 0,-12-5-16 16,-2 2 14-16,1-4 6 0,0 7 7 0,-3 2 0 15,2 2 6-15,-1-2-24 0,0 3 0 0,-2 0 3 16,-1 0 6-16,1 1 6 0,0-5 10 16,-1 3-32-16,-3 1 30 0,3-5-24 0,-1 1 17 15,-4-1 26-15,0-7-3 0,-1 1-3 16,1 0-18-16,-3-4 10 0,-1 1-15 0,4-1-25 16,-4-3 46-16,2 2-15 0,-2-2-14 0,-1 1-1 15,2-1 0-15,-2 1 1 0,2-1 16 0,-2 0-51 16,0-1-28-16,0-1-23 0,-4 0-14 0,4-3-36 15,-3 3-42-15,-1 0 17 0,1-2-73 16,-2-1-77-16,-1-2-79 0,-6-2 28 0,-4 2 27 16,9-2 21-16,-1 2 24 0,-5-4-7 15,4 6 36-15</inkml:trace>
  <inkml:trace contextRef="#ctx0" brushRef="#br0" timeOffset="33141.789">5475 9122 627 0,'-3'1'231'0,"3"-2"-16"0,-1 2-23 0,-2 1-31 15,1-1 10-15,2 1-22 0,-5-2-23 16,5 0-21-16,0 0-1 0,-2 1-16 0,2-1-7 15,0 0-14-15,2 0 8 0,-2-1-15 0,2 1-3 16,5-2-22-16,-5 1 14 0,5-2-9 16,7-4 5-16,5 3-14 0,-3-4 2 0,0 2-5 15,2-1-21-15,-2 2 22 0,1-2-21 0,0 2 13 16,0 0-8-16,-2-2 2 0,2 2-11 16,-4 2 9-16,8-3 5 0,-10-5-8 0,2 7 6 15,-5 0-21-15,1 0-5 0,-3 2-33 16,7-6-26-16,-4 4-26 0,-1 1 7 0,-2 2-91 15,-1-2-68-15,-1 3-126 0,0 0 54 0,-2 0 21 16,1-2-4-16,-2 2 31 0</inkml:trace>
  <inkml:trace contextRef="#ctx0" brushRef="#br0" timeOffset="35813.586">12427 8834 481 0,'0'0'211'0,"0"0"-7"0,0 0-15 0,0 0-24 15,0 0-10-15,0 0 5 0,0 0 1 16,25-6-23-16,-24 2 0 0,-2 3-1 0,1 0-2 16,0 0-15-16,0-1-30 0,0-1-12 15,0 3-8-15,-3-1-2 0,3 1-15 0,3-1 11 16,-6 1-23-16,3 0 10 0,3 2-23 0,-3-2 5 16,0 5-18-16,0-2 7 0,0 4-6 15,2-2 11-15,0 14 0 0,-2-10 6 0,0 5 4 16,5 21-8-16,-4-16-9 0,0 2 24 15,3-1-22-15,-4 1 10 0,0-10-21 0,0 3 28 16,0 3-24-16,0 0 8 0,0-2 4 0,0-2-24 16,0-4 8-16,0 0-7 0,0-1-3 15,0-1 28-15,0-7-9 0,0 7 40 0,0-7 10 16,0 7-25-16,0-7-7 0,0 5 6 0,0-5-7 16,0 0-4-16,0 7-2 0,0-7-3 15,0 0 30-15,0 0-10 0,4 10-4 0,-4-10 7 16,3-2-6-16,-6 1-30 0,1-2 10 0,2-1 5 15,-2-1-2-15,-3-8-4 0,1 0-2 16,2 1-3-16,-1-5-2 0,-1-2 0 0,1-2-6 16,1-2-6-16,0 4-1 0,-1 2-1 15,0-3-16-15,1 1 3 0,1 0-1 0,-3 0 28 16,4 9-12-16,0-5-9 0,0-1 0 0,0-2 0 16,13-18 7-16,-11 19-19 0,6 3 20 0,-4 1-13 15,2-1 10-15,-3 4 9 0,1 2-1 16,1 4-2-16,-1-1 0 0,2-1-1 0,-4 5 6 15,1-2-23-15,1 2 17 0,0 0-26 0,1-1 34 16,-1 2-11-16,2-3 0 0,-6 3 1 16,0 0 8-16,9 0-14 0,5 0-26 0,-1 0 14 15,-4 0 18-15,7 14 11 0,-7-11-24 16,-4-2 2-16,2 3 2 0,-3-1-28 0,2-2 25 16,5 9-1-16,0-5 9 0,-5 1-31 0,-2-2 35 15,0 1-28-15,-2-1 0 0,0 2 21 16,-1-1 18-16,0-1-33 0,-1 2 32 0,0-6-14 15,0 0-1-15,0 8 1 0,0-8-4 0,0 7 16 16,-16 16-1-16,3-13 0 0,2-1 13 16,0 2-24-16,5-3-7 0,-7 0 13 0,1 1-5 15,1-1 2-15,2-1-14 0,-1-2-4 0,3 0 23 16,-4 2 3-16,4-5-12 0,0 2 8 16,2-1-9-16,3-2 11 0,0 1-8 0,0 1 4 15,0 0 10-15,1-3-10 0,1 0-10 16,0 0 10-16,0 0 9 0,0 0-34 0,0 0 12 15,0 0 3-15,0 0 7 0,-4 1-13 0,6 2 17 16,0-6-28-16,3 3 35 0,-4-1-12 16,4 1-18-16,-1-3 24 0,2 0-1 0,1 2 0 15,-1 0 0-15,12-3-19 0,-5 2 2 0,4-2 1 16,2 2-11-16,-6-1 31 0,-3 3-13 16,0 0-10-16,4 0-4 0,-1 0 17 0,-2 0-5 15,1 0 29-15,-4 0-37 0,1 0 21 0,-1 0-6 16,-1 0-28-16,4 9 30 0,2-1 2 0,-5-1-15 15,-4-1-10-15,2-2 10 0,-1 3 18 16,0-3-2-16,-1 0-27 0,-4 3 43 0,4-5-21 16,-2 3-9-16,1 0 21 0,-3 0-10 15,1 1-8-15,-1-1-3 0,0 1-7 0,0-6 42 16,0 0-21-16,0 8 5 0,0-1-4 0,0-1 0 16,0 6-32-16,-13 10 8 0,9-15 27 0,2-2 5 15,-2 2 1-15,2-1-16 0,-3-1 12 16,-3 6-16-16,4-3 29 0,-5-3-4 0,-3 2 20 15,2 2-6-15,-7-1-25 0,7 1-1 16,-2-2-1-16,-1-4-1 0,1 3 12 0,-2 0 4 16,3-4-12-16,1 3 9 0,1-2-14 0,1-1 16 15,3 2-19-15,-2-3 29 0,1 1 5 16,0-2-14-16,2 1 11 0,-3-1-20 0,5 2-17 16,-6-1 36-16,6 0-18 0,-5-1 12 0,5 0-21 15,-4 0 9-15,3 0-4 0,-1 3 6 16,1-3 4-16,0 0-18 0,0 2 2 0,3-2-12 15,0 0-1-15,0 0 1 0,0 0-40 0,0 0-20 16,0 0-22-16,-6 0-44 0,6 0-18 16,0 0-25-16,0 0-11 0,-9-2 17 0,9-1-141 15,1 2-97-15,3-2-29 0,-3 2 26 0,2-2 41 16,-3 1 24-16,2 0 24 0,-3 0 25 16,2-1 6-16</inkml:trace>
  <inkml:trace contextRef="#ctx0" brushRef="#br0" timeOffset="37579.158">9032 5884 494 0,'0'0'228'0,"0"0"-21"0,0 0-41 15,0-13-19-15,0 13-5 0,0 0 1 16,0 0-39-16,0 0 23 0,0 0-34 0,0 0-5 16,0 0-4-16,17-25-7 0,-17 24-5 15,-4 1-15-15,0 0 1 0,0 0-10 0,-1 0-9 16,-1 0 8-16,1 1-1 0,-1-1 2 0,-2 0-5 16,-14 11 4-16,11-9-12 0,0 1-5 0,3 0 5 15,0 1 9-15,-7 1-17 0,7-1 0 16,-1 2 6-16,2-2-29 0,1 0 14 0,1 0-9 15,-5 6 2-15,-2 1-11 0,6 1 12 16,-4-1-15-16,2 1 7 0,2-1-7 0,3-3 12 16,-1 7 8-16,-1 0-8 0,4-2-10 0,-2-3 6 15,1 2 9-15,2-3-12 0,0-1 7 16,0 2-13-16,0-3 4 0,0 5-1 0,0 2 5 16,0-1-12-16,13 15 13 0,-8-19 1 0,-1-1 3 15,4 4-1-15,2 0-7 0,1-2-2 0,-4-3 11 16,5 1-11-16,-1 1 5 0,5-4 6 15,-2 0-17-15,1 0 13 0,4-3 0 0,-2-2-12 16,1 3 18-16,-4 0-24 0,4-2 17 16,-18-1-11-16,14 0 18 0,-4 0 6 0,0 0-16 15,-1 0 5-15,0 0-8 0,-1 0 7 0,-3 0 1 16,4 0-11-16,-3 0 7 0,7-9 9 0,-8 6-14 16,0 3 4-16,2-2 1 0,-2 1 0 0,-3 1 21 15,5-1-10-15,-5 1 18 0,3-3 12 16,-1 3-10-16,-3-1-15 0,0 0 20 0,5 1-9 15,-6 0 12-15,0 0-10 0,0 0 1 0,0 0-5 16,0 0-16-16,6 0 12 0,-6 0-1 16,0 0 22-16,0 0-42 0,7 0 6 0,-7 0-37 15,0 0-26-15,0 0-73 0,0 0-37 16,0 0 16-16,0 0-230 0,0 0 30 0,12-2 25 16,-12 3-33-16,-2 1 23 0,2 2 57 15,-2 0-6-15,1 1 6 0</inkml:trace>
  <inkml:trace contextRef="#ctx0" brushRef="#br0" timeOffset="38782.252">9839 12008 306 0,'0'0'196'0,"-15"-15"-51"0,15 15 29 16,0 0-27-16,-27-27 15 0,25 23-11 15,0 0-3-15,-3 0 3 0,3 0-13 0,0 1 2 16,-1-1-13-16,1-1 13 0,-2 3-11 0,2-1-25 15,-1 0-7-15,0-1 1 0,1 2 16 16,1-1-24-16,-1 0 16 0,1 1-30 0,0 2-6 16,-1-2-4-16,1 2-7 0,0-1 16 15,1-1-14-15,-2 2-22 0,0-1 16 0,2 0 0 16,0 1-23-16,-1 0-12 0,-1-1-16 0,2 1 39 16,0 0-18-16,0 0-15 0,0 0 17 15,-1 13-2-15,2-9 2 0,-1 4-40 0,0-1 39 16,0 3-7-16,0 2-20 0,0 4 29 0,0 3-32 15,0 2 1-15,0 0-2 0,0-1 12 16,12 23 20-16,-9-22-37 0,-1-3 2 0,2 2 3 16,-3-6-4-16,1-2 35 0,2 4-22 15,-2-3-12-15,3 0 8 0,-5-2-11 0,0-1 5 16,1-3-9-16,0 0 20 0,1-2-21 0,-2-5 15 16,0 0-11-16,0 0 31 0,0 7-22 0,0-7 4 15,0 0-11-15,0 7 48 0,0-7-46 16,0 0 23-16,0 6 13 0,0-6-22 0,0 0-57 15,0 7-24-15,0-10-15 0,-2 1-28 0,0 0-21 16,2-2 14-16,-1 2-114 0,-1-5-41 16,0 3-102-16,2-3 34 0,0 0 3 0,0 1 22 15,0-1 22-15,0 0 11 0</inkml:trace>
  <inkml:trace contextRef="#ctx0" brushRef="#br0" timeOffset="39422.854">9765 12027 547 0,'-3'-5'238'0,"2"-2"7"0,-2 0-31 0,1 4-11 15,0-2-7-15,0 2-10 0,2-1-43 16,-3 2-4-16,3 0 5 0,-1-2-7 0,0 2-44 16,-2-1 1-16,3 1-15 0,0 0-10 15,0-2-14-15,0 4 17 0,0 0-19 0,0 0 3 16,0-6 1-16,0 6-27 0,0-7-1 0,16-2 13 15,-11 6-6-15,9-6-2 0,0 1-23 16,0 4-2-16,-3 2 1 0,5-4 13 0,-1 2-12 16,1 4-10-16,-2-3 17 0,2 2-13 15,-3 0-1-15,-2 1 5 0,1 0-14 0,-4 0 3 16,7 0 26-16,18 12-24 0,-14-8 6 0,2 1-3 16,-7 0-13-16,0 3 28 0,-1-1-25 15,2-1 7-15,-6 0 19 0,-1-2-30 0,2 10 17 16,0-3-7-16,-2-1 5 0,1 1-13 0,-3 2 27 15,-2-6-25-15,1 6 31 0,-5-4-34 16,1 1 5-16,3-1 26 0,-4-9-2 16,0 6-27-16,0 1 7 0,0 7 14 0,0-2-15 15,-14 17 35-15,8-12-12 0,-3-3-5 0,1 1 35 16,-2-1-15-16,1-4 18 0,-2 4-30 16,-1-1 20-16,-1-4 13 0,3 2-16 0,-4-2 9 15,3 0-4-15,-2-1 26 0,-3-1-8 0,1 0-6 16,1 0 4-16,-4-4-9 0,3 0 30 0,1 0-18 15,1-2-15-15,-5 1 8 0,2 0 5 16,3-2-4-16,1 2-1 0,3-1-9 0,-1-1-14 16,10 0 16-16,-9 0-4 0,2 0-9 15,1 0-21-15,-1 0 23 0,7 0-3 0,-10 0-5 16,10 0-15-16,-7 0 1 0,7 0 7 0,-9 0-26 16,9 0 24-16,-9 0-4 0,9 0 4 15,-6 0-18-15,6 0-16 0,0 0-2 0,-7 0-13 16,7 0-22-16,0 0 5 0,0 0-67 15,0 0-32-15,-5 0-15 0,5 0-43 0,-10-7-23 16,12 5 21-16,2-3-277 0,5-4 18 0,1-1 61 16,-3 1 5-16,2-2 26 0,1 0 62 15,-6 3-37-15,1 0 58 0,-2 1-20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0T03:04:02.29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2965 9171 628 0,'0'-14'176'15,"0"14"16"-15,0 0-27 0,0 0-14 0,0 0-18 16,0 0-1-16,0 0 2 0,0 0-30 0,0 0-2 16,0 0-9-16,0 0 8 0,0 0-8 15,0 0-9-15,0 0 8 0,0 0-6 0,0 0 8 16,0 0-18-16,0 0-7 0,0 0-1 0,0 0 2 16,0 0-17-16,0 0 10 0,0 0-20 15,0 0 18-15,0 0-26 0,0 0 4 0,0 0-2 16,0 0 6-16,0 0 0 0,0 0-19 15,0 0 6-15,0 0 1 0,0 0-13 0,0 0 10 16,0 0-13-16,0 0-2 0,0 0 12 16,-6 6-5-16,6 0 17 0,1 2-30 0,-1 1 24 15,0 5-18-15,0 1 17 0,0 2 0 16,0 0-23-16,0 1 6 0,0-2 6 0,0 1 12 16,0-2-12-16,0-2-6 0,0-2-2 15,0 0 14-15,0-1-20 0,0-2 30 0,7 4-1 16,4 11-24-16,-8-15-5 0,-2 0-5 15,-1-2-1-15,0-2 18 0,0 3-1 0,0-3-15 16,0-1-16-16,3 1 21 0,-3 1-1 0,1-4-7 16,0 3 6-16,-1-1 10 0,0-1-25 0,0 0 32 15,0 0 10-15,0 1-23 0,0-3 9 0,0 2-12 16,0-2-40-16,0 0-19 0,-1-2-18 16,-3 2-41-16,4-3-16 0,-3 1-15 0,2 0 14 15,1-2-92-15,-4-1-20 0,2 0-100 0,1 0-37 16,-2 1 27-16,3-4 21 0,-1 3 0 15,-2-3 16-15,-2-7 7 0</inkml:trace>
  <inkml:trace contextRef="#ctx0" brushRef="#br0" timeOffset="546.861">2887 9027 293 0,'-1'-3'233'0,"-1"3"-29"0,-1-2-65 0,3 1 27 16,0 1-58-16,-1-2-4 0,1 0-35 0,0 2-9 15,0-2 20-15,0 2-15 0,0-1 11 16,0 1-5-16,1 0-31 0,2 0-3 0,0 0-18 16,0-1 15-16,1 1 5 0,-2-1 6 0,2 1-22 15,0-2-7-15,0-1 3 0,-1 3-6 0,3-1 11 16,-4-2 2-16,1 1-26 0,1-1 36 16,-2 2-12-16,1-2-27 0,-2-1-9 0,3 2 34 15,-1-1 1-15,-1-1-12 0,1 1 0 16,-1-2 21-16,-2 1-16 0,1 0 22 0,1 3-3 15,-2-5 7-15,1 4 2 0,-1-4 7 0,0 5-8 16,0 1 7-16,0 0-24 0,0 0 5 16,0 0 13-16,0 0-15 0,0-9-4 0,-14 4-3 15,10 5 0-15,3 2-3 0,-3-4 4 0,1 4-25 16,1-1 11-16,-2 0-10 0,3 2 19 16,-5-1-12-16,4 0-5 0,1 1-1 0,-2 1-3 15,2 0-3-15,0 0-3 0,0-1-9 0,-2 4-11 16,3-4-1-16,0 2-10 0,1-1-26 15,-1-4-13-15,0 0 21 0,0 7-29 0,0-7 16 16,0 7 6-16,0-7-54 0,0 6-59 16,11 3-76-16,-11-8-60 0,6 0 5 0,-5-1 5 15,3 0 14-15</inkml:trace>
  <inkml:trace contextRef="#ctx0" brushRef="#br0" timeOffset="1093.721">2540 9169 296 0,'-2'3'171'0,"0"-1"-7"0,1 2-18 15,-1 0-6-15,-1 3-30 0,3-2-5 0,-4 11 11 16,1 2-32-16,-2-2 13 0,5 0 0 16,-1-4-2-16,0 6-22 0,-6-1-31 0,7-2 17 15,0-15 11-15,0 14-8 0,0 0-10 16,0-1 3-16,0 4-3 0,0 0-11 0,0-3 15 16,14 19-23-16,-10-17 6 0,-1 0-15 0,0-1 13 15,2 0-27-15,-3-6 19 0,6 8-11 16,-1-2 11-16,-1 2-12 0,1 0 9 0,-1-5-17 15,4 2 6-15,-3 1 9 0,2 2 4 0,1 0-18 16,4-2-7-16,-6 1 7 0,7-4-16 16,-2 1 15-16,6-1-17 0,-4-1-2 0,1-3-37 15,3-4-11-15,-1 2-20 0,3-5 6 0,-10-1-135 16,3 0-159-16,23-15 42 0,-19 7 21 16,1-6-59-16,0 2 26 0</inkml:trace>
  <inkml:trace contextRef="#ctx0" brushRef="#br0" timeOffset="1734.327">3258 8942 303 0,'0'-3'224'0,"0"1"-21"0,0 0-53 0,0-1-25 15,0 2-26-15,0 0 6 0,0 1-12 0,0 0-19 16,0 0-15-16,3 1-1 0,-2-1-3 0,2 1 17 16,-1 4-8-16,2-3-12 0,0 1-7 0,7 9 14 15,-4-5-7-15,3 4-12 0,0-2-34 16,-1 7 25-16,0-1 27 0,1 1-20 15,-1 0 2-15,0 5 12 0,0-4-7 0,1 0-24 16,-2 5 13-16,-1-3-21 0,-1 4 27 0,3 0-22 16,-4-1 22-16,1 2-21 0,-2-3 22 15,0 2-13-15,2-2 9 0,-3 3 7 0,-1-2-17 16,0-3 8-16,-2-1-13 0,1 1 20 0,-1-9 0 16,0 5-2-16,0-2 0 0,0 0 21 15,0-3 5-15,-11 16-23 0,7-9 15 0,-1-2-12 16,-2-1 18-16,3 1-4 0,0-3-18 0,-2 0 31 15,2-2-2-15,0-5-34 0,2 2-8 0,-2 0 7 16,0-3 17-16,3 0-27 0,0 0-2 16,-1-1 1-16,0-1-11 0,-1 0 16 0,2 1-22 15,-2-1-8-15,2 0-7 0,1-1-16 16,-1 2-15-16,0-2-35 0,-2-1-41 0,3 0 12 16,3-1-140-16,-2-2-88 0,0 2-85 0,3-3 24 15,-3-1 36-15,2 0 22 0,-2 0-2 0,0 0 10 16</inkml:trace>
  <inkml:trace contextRef="#ctx0" brushRef="#br0" timeOffset="8124.77">1496 4846 456 0,'0'-13'137'0,"0"13"22"0,0 0-14 0,0 0-45 16,0 0-21-16,0 0 48 0,0 0-27 16,0 0-4-16,0 0-34 0,0 0-3 0,0 0 30 15,0 0 1-15,0 0-15 0,0 0-12 0,0 0-11 16,0 0-4-16,0-12 13 0,0 12-38 16,0 0 22-16,0 0-28 0,0 0 7 15,0 0 20-15,0 0 3 0,0 0-5 0,0 0-17 16,0 0 5-16,0 0-13 0,0 0 25 0,0 0-28 15,-13 0 14-15,13 0-24 0,0 0 19 0,0 0-1 16,0 0 0-16,0 0-26 0,0 0 34 16,0 0-16-16,0 0 2 0,0 0 0 0,0 0 8 15,0 0-7-15,0 0 10 0,0 0 0 16,0 0-13-16,0 0-10 0,0 0 11 0,0 0-4 16,0 0-7-16,0 0 7 0,0 0-6 0,0 0 4 15,0 0 0-15,0 0-14 0,0 0-6 0,0 0 6 16,0 0 17-16,0 0-6 0,0 0-5 15,0 0 12-15,0 0-18 0,0 0 20 0,0 0-13 16,0 0 15-16,0 0-16 0,0 0 0 16,-12 13 2-16,13-9 18 0,-2-1-28 0,2 2 27 15,-1 1-24-15,2 0 5 0,-2-6 12 0,0 12 3 16,0-1 0-16,0-1-8 0,0-1 8 0,0 2 1 16,0-3-11-16,0 1 9 0,0-2-6 0,0 0 6 15,0 1 9-15,0 1-21 0,0 3 14 16,0 5-15-16,9 11 8 0,-8-17-2 15,0 6-6-15,-1-10 1 0,0 8 5 0,0-1 11 16,0 1 11-16,0 3-8 0,0-3-4 16,0-2 12-16,0 4-26 0,0-2 15 15,0 1-12-15,0-1 18 0,0-3-19 0,0 1 10 16,0-1-4-16,8 9 9 0,-8-13-11 0,2 10-10 16,-2-10 10-16,0-1-3 0,0 3-7 0,0-1 14 15,0-2-12-15,0 2-8 0,0-1 8 16,0-1-4-16,0 0 2 0,0-1 14 0,0 1-13 15,0 6-4-15,0-2 7 0,0 1 19 16,0-1-23-16,0-2 5 0,0 0 19 0,0 0-6 16,0-2 7-16,0 2-5 0,0-2 3 15,0 2-11-15,0 3 0 0,0 1 7 0,0-1-18 16,0 0 27-16,0-2-30 0,0-1 15 0,0 0-25 16,0-1 15-16,0-1 2 0,0 7-6 15,0 1 8-15,0-2 23 0,0 0-29 0,0-1 2 16,0-4-5-16,0 2 15 0,0 0-18 15,0-4 11-15,0 1-7 0,0 1 3 0,0 2 24 16,0 4-17-16,0-3-25 0,0 1 15 16,0-3 13-16,0 1 8 0,0-1-12 0,0-1-9 15,0-2 8-15,0 2-5 0,0-1 9 0,0 1-4 16,0-2-24-16,0 2 7 0,0 0 6 16,0-1 19-16,0 5-21 0,0 2 28 0,0-2-4 15,0-1 7-15,0 0-38 0,0-3 21 0,0 1-18 16,0 0 4-16,0 3 14 0,0 1-22 15,0-1 4-15,0 0 19 0,0-2-11 0,0-2-11 16,0 1 40-16,0-2-33 0,0 0 22 16,0 1-28-16,0 1-2 0,0-1 7 0,0-1 3 15,0 5 19-15,0 0 2 0,0-1-13 0,0 0-25 16,0-2 17-16,0-1 24 0,0-2-33 16,0 2 21-16,0-2-21 0,0-1 7 0,0-5 7 15,0 8-7-15,0 0 13 0,0-2-5 0,0 2-17 16,0-2 5-16,0-1 9 0,0-5 21 15,0 9-10-15,0-2-17 0,0 0 4 0,0 0 5 16,0 0-22-16,0-2 33 0,0 2-14 0,0-1-11 16,0 2 36-16,0-2-28 0,0 0 0 0,0 0 6 15,0 1-9-15,0-7 17 0,0 8-10 16,0 0 9-16,0-3 10 0,0 1 6 0,0 1-35 16,0 1 3-16,0-4-1 0,0-4 18 0,8 19-20 15,-8-15-11-15,1 3 23 0,1 0 6 16,-2-2-13-16,0 0 11 0,0 2-14 0,0 0 20 15,2-2-18-15,-2-5-7 0,0 0 24 16,0 9-20-16,0-4 7 0,0 3 11 0,0-1 9 16,0-7-14-16,0 9 3 0,0-1-13 15,0-1 6-15,0-2 1 0,0-5 18 0,0 8-27 16,0-1 7-16,0-7-13 0,0 8 3 0,0-1 3 16,0-1 5-16,0-6 12 0,0 8 7 15,0-3-21-15,0-5-13 0,0 8 41 0,0-2-22 16,0-6-7-16,0 8 0 0,0-2 29 0,0-6-2 15,0 9-17-15,0-4-26 0,0 1 41 16,0-6-33-16,0 9 20 0,0-2-14 0,0-7 24 16,0 8-15-16,7-2 0 0,-7-6-11 15,0 9 39-15,0-3-17 0,0 0-36 0,0-6-1 16,10 18 18-16,-10-12 2 0,0 1-5 0,2-5 0 16,-2 4 1-16,0-6 37 0,0 8-20 15,0-2-18-15,0-1 6 0,0 2 20 0,0 0-31 16,0-1-4-16,0 5 30 0,0 2-13 0,0-1-16 15,0-1 12-15,0 0 24 0,0-2-22 0,0 0 17 16,0 4-14-16,0-1 6 0,0-1 13 16,0-1 2-16,0 1-28 0,0-3 9 0,0 0-9 15,0-2 31-15,12 7-42 0,-11-6 10 16,-1-2 3-16,3 1 21 0,-3 2-25 0,0-5 2 16,0 4 3-16,0 1-5 0,3 8 26 0,5-6-30 15,-5 0 10-15,-3-3 1 0,0-7-5 0,0 8 3 16,0-1 4-16,0 1 4 0,0-1-11 15,0 0 8-15,0 1-1 0,0 3-4 0,0 1-1 16,0-2-1-16,0 1 21 0,0-2-23 0,9 9 15 16,-9-13 0-16,0 2-4 0,0-2-7 15,0 0 0-15,0 0-1 0,2 0 18 0,-2-5-29 16,0 0 17-16,0 5 25 0,0-5-33 16,0 9 7-16,0-9 24 0,0 5-29 0,0-5 14 15,0 8-10-15,0-8 26 0,0 7-40 0,0-7 24 16,0 0-11-16,0 7-2 0,0-7-8 0,0 0 33 15,0 6-24-15,0-6 5 0,0 0 33 16,0 0-19-16,0 5 43 0,0-5-37 0,0 0 4 16,0 0 4-16,0 0 14 0,0 0-21 15,0 0 5-15,0 0 23 0,0 7-18 0,0-7-4 16,0 0 0-16,0 0-5 0,0 0 26 0,0 0-6 16,0 0-5-16,0 0-12 0,0 0-5 15,0 0-15-15,0 0 3 0,0 0 5 0,0 0 0 16,0 0-28-16,4 11 3 0,-4-11 9 15,0 1 0-15,0 0 1 0,0-1 10 0,0 0-1 16,0 1 0-16,0-1-6 0,0 0-15 0,0 0 3 16,0 0 0-16,-1-1 2 0,2 4 1 15,-1-3-1-15,1-2 2 0,-1 2 10 0,-1 0 8 16,1-1 0-16,0 1 7 0,0 0-3 0,0 0 0 16,0 0-2-16,-1 0-17 0,1 0 14 15,0 0-2-15,1 1 0 0,-1-1-6 0,1 2-1 16,-2-4 17-16,1 4-2 0,0 0-26 0,-1-2 2 15,0 0 19-15,1 2-1 0,0-4-2 0,0 2-1 16,1 0 0-16,-2-1-2 0,1 0 8 16,0 1-2-16,0-2 8 0,0 4-3 15,0-4 1-15,0 2 7 0,0 2-7 0,0-2 4 16,0 0 9-16,-2 0-18 0,2 0 12 0,0 0-18 16,-2 0 27-16,4 0-24 0,-4 0 8 0,2 0-8 15,0 0-10-15,0 0 10 0,0 0-6 16,0 0 3-16,0 0 21 0,0 0-4 0,0 0-28 15,0 0 18-15,0 0-4 0,0 0-15 0,0 0 18 16,0 0-7-16,2 0 1 0,-2 0-16 16,-2 0 16-16,2 0-6 0,0 0 3 0,0 1 1 15,0-1-18-15,0-1-1 0,0 1 19 0,0 0 2 16,0 0-1-16,0 0 9 0,0 0-17 16,0-2-5-16,0 2 12 0,0 0-17 0,0 0 22 15,0 0-8-15,0 0-7 0,0 0-14 0,2 0 12 16,-4 2 21-16,2-4-10 0,0 4-18 0,0-4 27 15,2 2-13-15,-2 2 5 0,-2-4 0 16,2 2-20-16,0-1 15 0,0 2-1 16,2-2 4-16,-2 1-29 0,0 0 10 0,-2 0 22 15,2 1 9-15,0-1-34 0,0 0 21 0,0 0 4 16,0 0-8-16,0 0 5 0,0 0 2 0,0 0-14 16,0 2 16-16,0-2-1 0,2 0-10 15,-2 0 18-15,0 1-10 0,0-1 1 0,0 0-13 16,0-1 15-16,0 1 3 0,0 1-9 15,0-2 6-15,0 1-11 0,-2 0 25 0,2 0-15 16,0 0-21-16,0 0 37 0,0 0-15 16,0 0 9-16,0 0 0 0,0 0-26 0,0 1 7 15,0-1 31-15,0 0-11 0,0 0-3 0,0 0-1 16,0 0 9-16,0 0-5 0,0 0-20 16,0 0 2-16,0 0-17 0,0 0 15 0,0 0-9 15,0 0 22-15,0 0-3 0,0 0 13 0,0 0-18 16,0 0 4-16,0 0 4 0,0 0 3 15,0 0-16-15,0 0 5 0,0 0 11 0,0 0-18 16,0 0 11-16,0 0 5 0,0 0-22 16,0 0 17-16,0 0-21 0,0 0 29 0,0 0-22 15,0 0 27-15,0 0-2 0,0 0-13 0,0 0-1 16,0 0 19-16,0 0-30 0,0 0-8 16,0 0-3-16,0 0 31 0,0 0-18 0,0 0 20 15,0 0-21-15,0 0 15 0,0 0-6 0,0 0 2 16,0 0-3-16,0 0 2 0,0 0 2 15,0 0-1-15,0 0-4 0,0 0 0 0,0 0-5 16,0 0 23-16,0 0-27 0,0 0 9 16,0 0-2-16,0 0-6 0,0 0 17 0,0 0-9 15,0 0 6-15,0 0-14 0,0 0 13 0,0 0 1 16,0 0-5-16,0 0-19 0,0 0 18 16,0 0-18-16,0 0 24 0,0 0-2 0,0 0-18 15,0 0 17-15,0 0-10 0,0 0 14 0,0 0 6 16,0 0-19-16,0 0 22 0,0 0-12 0,0 0-20 15,0 0 33-15,0 0-14 0,0 0 0 16,0 0 0-16,0 0-17 0,0 0 15 0,0 0-15 16,0 0 18-16,0 0-5 0,0 0-12 15,0 0 22-15,0 0-1 0,0 0-3 0,0 0-10 16,0 0 7-16,0 0 8 0,0 0-4 0,0 0-9 16,0 0 10-16,0 0-16 0,0 0 23 0,0 0-16 15,0 0 3-15,0 0-5 0,0 0 3 16,0 0-15-16,0 0 14 0,0 0-9 0,0 0 11 15,0 0-11-15,0 0 18 0,0 0-6 0,0 0-12 16,0 0 0-16,0 0 16 0,0 0-4 16,0 0 7-16,0 0-7 0,0 0 2 0,0 0-1 15,0 0-5-15,0 0 15 0,0 0-8 0,0 0-1 16,0 0-8-16,0 0 8 0,0 0 9 16,0 0-9-16,0 0-1 0,0 0-4 0,0 0-8 15,0 0-13-15,0 0 18 0,0 0 13 0,0 0-21 16,0 0 23-16,0 0-20 0,0 0 15 0,0 0-7 15,0 0-5-15,0 0 10 0,0 0-1 16,0 0-3-16,0 0-3 0,0 0 5 16,0 0-24-16,0 0 18 0,0 0 5 0,0 0 12 15,0 0-12-15,0 0 3 0,0 0-27 0,0 0 12 16,0 0 13-16,0 0 1 0,0 0-3 16,0 0 9-16,0 0-11 0,0 0 6 0,0 0 2 15,0 0-21-15,0 0 16 0,0 0-1 0,0 0-8 16,0 0 7-16,0 0-18 0,0 0 23 15,0 0-21-15,0 0 12 0,0 0 7 0,0 0 4 16,0 0 2-16,0 0-14 0,0 0 7 0,0 0-19 16,0 0 24-16,0 0-7 0,0 0 0 0,0 0 18 15,0 0-39-15,0 0 27 0,0 0-5 16,0 0 10-16,0 0-21 0,0 0 2 16,0 0 7-16,0 0-20 0,0 0 38 0,0 0-13 15,0 0 0-15,0 0-10 0,0 0-2 16,0 0 9-16,0 0 2 0,0 0 13 0,0 0-4 15,0 0-7-15,0 0-23 0,0 0 25 0,10 16-22 16,-10-16-6-16,0 0 33 0,4 0-9 16,-3 0-17-16,3-2 37 0,-4 2-17 0,1 0 1 15,2 0-11-15,-3 0 13 0,0 0-19 0,2 0 9 16,-1 0 9-16,2 0-22 0,-3 2 34 0,0-2-28 16,3 1 19-16,-2-1-11 0,2 1 1 15,-1-1-1-15,-1 0-5 0,0 0 15 0,2 0-12 16,0 0-8-16,-2 3 15 0,3-3-2 15,0 0-11-15,-1 0-3 0,0 0 20 0,-3 0-6 16,0 0 3-16,0 0-4 0,8 0 10 0,-8 0-10 16,9 0 1-16,-9 0-22 0,7 0 12 15,-7 0 21-15,8 0-3 0,-1 0-22 0,-7 0 20 16,8 0 2-16,-1 0 11 0,-7 0-16 16,9 0 7-16,-3 0-14 0,2 0 8 0,-8 0-6 15,9 0 11-15,-2 0-18 0,-1 0 0 0,2 0 5 16,-1 0 15-16,-7 0-26 0,9 0 16 15,-3 0-5-15,2 0-17 0,-1 0 24 0,1 0 3 16,-1 0-2-16,1 0-33 0,-1 0 19 16,6 0 5-16,-1 0 9 0,-1 0-8 0,-1 0 9 15,3 0-11-15,1 8 10 0,0-8-6 0,-4 0-16 16,3 0-10-16,-2 0 18 0,-2 0 8 0,0 0 5 16,-1 0 13-16,1 0-11 0,-1 0-12 15,-3 0 10-15,3 0 2 0,-1 0 4 0,1 0-13 16,-3 0 6-16,5 0-44 0,-5 0 19 15,3 0 7-15,-2 0 19 0,1 0-21 0,1 0 12 16,-2 0 7-16,3 0-6 0,-3 0 4 16,3 0-8-16,-1 0 3 0,-1 0 2 0,0 0-20 15,3 0-2-15,-2 0 31 0,7 0-9 0,0 0-6 16,2 0-14-16,-3 0 44 0,-1 0-16 16,0 0-2-16,-1 0 5 0,3 0-27 0,0 0 22 15,0 0-8-15,-2 0-5 0,-2 0 6 16,1 0 3-16,-3 0 5 0,0 0-2 0,0 0 16 15,-2 0-12-15,2 0-2 0,0 0-12 0,4 0-1 16,5 0 2-16,0 0 2 0,-2 0-1 16,-2 0 1-16,2 0 2 0,-1 0 4 0,3 4 0 15,-1-4-4-15,2 0 2 0,-3 0-1 0,0 0-3 16,2 0-5-16,-3 0-2 0,0 0 2 16,2 0 1-16,1 0 3 0,-1 7 6 0,3-7 4 15,-1 0-8-15,-1 0 3 0,0 0-3 0,1 0 1 16,-2 0 2-16,0 0-11 0,2 0 2 15,0 7 1-15,-4-7 7 0,3 0-6 16,-4 0 3-16,4 0 0 0,-3 0-6 0,1 0 2 16,0 0 0-16,-2 0 1 0,4 7 10 0,14 1-3 15,-15-5 0-15,-9-3-25 0,3 0 1 0,3 0 26 16,4 0 1-16,0 0-1 0,-2 0 0 16,2 0-17-16,0 0 11 0,3 0 4 0,-1 0-15 15,-2 0 8-15,4 0 9 0,-2 0-6 0,2 0 1 16,2 0 0-16,-1-7 2 0,0 7 0 15,0 0 0-15,0 0-1 0,22-11 12 0,-22 6 18 16,1 3-2-16,2-1-3 0,-3 1-23 16,1 0 0-16,-14 2 1 0,6 0-1 0,4 0 0 15,-1 0 9-15,23-9-2 0,-25 7-22 0,4-2 4 16,0 2 0-16,-12 2 8 0,7 0-2 0,0 0 1 16,6 0 0-16,-2 0-1 0,1 0 1 15,2 0 1-15,0 0 10 0,0 0 1 0,-1 0-2 16,3-7-1-16,-1 7 1 0,22-12-2 15,-21 10 2-15,-1 2 1 0,0-1-3 0,-12 1 1 16,4 0-21-16,6 0 8 0,-4 0-9 0,4 0 1 16,-1 0 29-16,1 0-6 0,1 0 20 15,-1 0-24-15,1 0 9 0,-3 0-6 0,3 0 0 16,13-10-9-16,-15 10-1 0,-1-3 9 16,-11 3-5-16,5 0 8 0,1 0-7 0,0 0 2 15,-1 0-2-15,-3 0 0 0,-1 0-32 0,2 0 2 16,-3 0 4-16,0 0 3 0,6 0 2 15,-2 0 3-15,1 0 0 0,-3 0 8 0,3 0 21 16,3 0-7-16,-4 0-1 0,1 0 37 0,-1 0-16 16,-4 0-4-16,1 0-2 0,-2 0-1 15,0 0-35-15,0 0-1 0,-1 0 14 0,0 0-8 16,-1 0 6-16,4 0 10 0,-5 0-25 0,1 0-10 16,-6 0 31-16,11 0 0 0,-4 0-9 15,-7 0 4-15,9 0-14 0,-3 0 14 0,-6 0 10 16,9 0-14-16,-9 0 0 0,7 0 16 15,-7 0-13-15,7 0 14 0,-7 0-16 0,6 0-17 16,-6 0 12-16,0 0 19 0,10 0-2 0,-10 0 0 16,5 0 7-16,-5 0-18 0,0 0 26 0,0 0-21 15,6 0 1-15,-6 0-2 0,0 0 23 0,0 0-8 16,0 0-48-16,6 0-22 0,-6 0 2 16,0 0-11-16,0 0-51 0,0 0-22 15,0 0-65-15,0 0 19 0,12-3-296 0,-15 0 76 16,3-1 8-16,-2-2 16 0,-3-6 31 0,5 1 32 15,0 4 21-15,0-6 6 0</inkml:trace>
  <inkml:trace contextRef="#ctx0" brushRef="#br0" timeOffset="11265.3">4612 4659 509 0,'0'0'118'0,"0"-14"35"16,0 14 1-16,0 0-28 0,0 0-12 0,0 0-29 15,0 0 13-15,0-14-3 0,0 14-18 0,0 0-1 16,-5-15-6-16,4 15 5 0,2-3-16 15,-2 3-10-15,1 0-1 0,0-2 14 0,1 2-9 16,-1 0 5-16,-1 0 2 0,2 0-7 0,-2 0 6 16,1-2-25-16,0 2 3 0,0 0 5 15,0-1 13-15,0 1-6 0,-2 0-4 0,2 0-23 16,2 1 25-16,-2-2-11 0,-2 2-13 0,2-1-6 16,-1 0 10-16,1 0-10 0,0 0-7 15,0 0 1-15,0 0 0 0,0 2-10 0,0-2 11 16,0 2 3-16,0-2-11 0,0 3-2 0,0-1-1 15,1 0 1-15,1 1 11 0,-2 1-9 16,0 0-9-16,0-1 6 0,0 3 14 0,0-1-11 16,0 0-8-16,0 4 4 0,0-9 16 0,0 0-14 15,0 8 13-15,0 4-30 0,0 0 21 16,0 2 2-16,0-3 6 0,10 9-13 0,-9-10 11 16,-1-1-21-16,1 9 12 0,0 0-4 15,3-2 17-15,-1 1-16 0,-1-2 10 0,2 1-11 16,-2 1 3-16,2-4 2 0,-2 3-6 0,-1-3 13 15,4 3-4-15,-3-4-7 0,-1-2-3 16,1-1 15-16,-2 1-12 0,2-2 1 0,-1-1-2 16,2 0 6-16,0 8 4 0,0-1-2 15,-2-4-5-15,2-1 1 0,-2-1 1 0,-1-1 6 16,4 0 1-16,-3-1-5 0,-1 0-1 0,4 1 12 16,-3-1-5-16,0-2-12 0,1 3 8 15,-1 1-6-15,0-1 5 0,2 0 10 0,-2-3-4 16,1 14-5-16,1-7-2 0,-3 0-3 0,4-4-7 15,-2 3 4-15,-2-3 6 0,0-1-7 16,3-1-8-16,-3 1 11 0,0 1 7 0,2-4 6 16,-1 3-4-16,0 0 2 0,2-1-18 15,-2 0-1-15,-1 2 25 0,9 7-3 0,-9-14-9 16,0 10-4-16,0-4-10 0,0 2 8 0,0 0-6 16,0-2 6-16,0 0 3 0,0-6-10 0,0 9 17 15,0-3 0-15,0-6-8 0,0 7 9 16,0 0-9-16,0-7-3 0,0 9 3 0,0-4 2 15,0 2 6-15,0-7-19 0,0 10 7 16,0-5 21-16,0 2-15 0,0-7-6 0,0 8-2 16,6 0 17-16,-6-1-7 0,0-1-14 0,0-6 5 15,0 9 4-15,0-2-13 0,0-1 7 16,0 0 3-16,0 0 9 0,0-6-15 0,0 9 21 16,0-2-12-16,0 0-12 0,0-1-3 0,0 0 16 15,0 0-6-15,6-6 12 0,-6 9-6 0,0-1 5 16,0-2-6-16,0 1-1 0,0-2 16 15,0 2-10-15,0-7-13 0,0 8 1 0,0 0 18 16,13 14-15-16,-13-10 4 0,2-4-11 16,-1 1 5-16,-1-5 10 0,1 4-1 0,-1-3-10 15,0 1-3-15,0 0-4 0,0 1 3 0,0-2 1 16,0-5 8-16,0 0-9 0,0 9 13 16,0-1-6-16,0-2-2 0,0 1 21 0,0-7-17 15,0 8 2-15,0 0 2 0,0-2-1 0,0 1 7 16,0 0-15-16,0-1 4 0,0 0-6 15,0 2 5-15,0-1-2 0,0 0-4 0,0 0 14 16,0-1 5-16,0 2-15 0,12 17 5 0,-12-10-1 16,0-3 15-16,3-1-20 0,-1 4 10 0,3 2-3 15,-2-5 11-15,-3 1 2 16,0-2-26-16,3 6 24 0,-1-4-19 0,-2-2 15 16,1 1-10-16,2-5 6 0,-2 11-1 0,1-2-2 15,-2-1-4-15,2-3 0 0,-2-12-3 16,0 10-3-16,0-1 13 0,0 1 3 0,0 4-20 15,0 1 22-15,0 0-8 0,12 18-9 16,-10-21 5-16,-2-1-2 0,2-1 2 0,0 0 19 16,-2-2-11-16,0-1 3 0,1 1-3 0,0 1-6 15,0 7 26-15,1-2-14 0,-2-5-15 16,2 1 21-16,0 1-7 0,-2-5-5 0,0 1-3 16,0 3-5-16,0-5 14 0,0 2 8 0,3 7-10 15,-1-2-14-15,-2-1 25 0,1-2-26 0,-1-2 2 16,0 0 16-16,0-7-9 0,0 7-6 15,0 1-1-15,0-8 3 0,0 9-2 0,0-4 17 16,0 2 6-16,0-2-31 0,0-5 32 16,0 10-1-16,0-3-26 0,0 1 0 0,0-1 9 15,0-7-12-15,0 8 19 0,0-2-12 0,0 0 21 16,0-6-6-16,0 9-7 0,0-2-29 16,0 0 34-16,0-7-27 0,0 8 39 0,0 0-15 15,0-2-8-15,0-6-16 0,0 10 15 16,0-5-12-16,0 2 17 0,0-2-20 15,0 4 8-15,0-4 19 0,0-5 5 0,0 10-23 16,11 4 10-16,-11-9-13 0,0 3 24 16,0-8-13-16,0 7-5 0,0-2-8 0,0-5 24 15,0 11-8-15,0-4-17 0,0-1 17 0,0 0-6 16,0 1-10-16,0-1 18 0,0 1-22 16,0-2 30-16,0 2-8 0,0-1-14 0,0 0-1 15,0 0 2-15,0 1-2 0,0-1 3 16,0-6 11-16,0 8-6 0,0 0 15 0,0-2-27 15,0-6 24-15,0 8-6 0,0-2-16 0,0-6 0 16,13 18 22-16,-11-12-3 0,-2-1 9 0,0-1-38 16,0 3 10-16,1-2 5 0,0 0-2 15,-1 2-3-15,1-3 2 0,-1 0 5 16,1 3 3-16,1-4 7 0,1 4-10 0,-3-3 9 16,1 1 0-16,-1 0-2 0,1 1 7 0,-1-1-17 15,0-2 22-15,1 2-11 0,-1 0 7 16,3 0-20-16,-1 2 12 0,0-3-17 0,-2 0 8 15,0 0 9-15,0 1 4 0,1 1-22 0,1-2 5 16,-2 3 19-16,0-5 7 0,2 4-14 16,-2-3 6-16,2 2-15 0,-2 0 7 0,2-2 12 15,-2 2-14-15,0 0 6 0,0-5 6 0,0 0-3 16,0 0-23-16,0 7 22 0,0-7-12 16,0 8 5-16,0-1 16 0,0-7-28 0,0 7 27 15,0-7-13-15,0 7-23 0,0-7 13 16,0 7-10-16,0-7 30 0,0 8-24 0,0-8 6 15,0 7 24-15,0-7-38 0,0 7 12 16,0-7 2-16,0 7 10 0,0-7-23 0,0 8 3 16,0-8 11-16,0 7 26 0,0-7-10 0,0 6 1 15,0-6 9-15,0 0-10 0,0 8-17 16,0-8 19-16,0 0-29 0,0 6 5 16,0-6 3-16,0 0 25 0,0 0-22 0,0 6 18 15,0-6-5-15,0 0 7 0,0 0-15 0,0 0-6 16,0 0 5-16,0 6-1 0,0-6 18 0,0 0-10 15,0 0-18-15,0 0 11 0,0 0 3 16,0 0 0-16,0 0 21 0,0 0-27 0,0 7-6 16,0-7 17-16,0 0 7 0,0 0 3 15,0 0-30-15,0 0 34 0,0 0-25 0,0 0-13 16,0 6 18-16,0-6 22 0,0 0-7 0,0 6-27 16,0-6 9-16,0 0-10 0,0 7 22 0,0-7-19 15,0 5 22-15,0-5-17 0,0 7 30 16,0-7-37-16,0 7 1 0,0-7 3 0,-4 15 7 15,2-12 7-15,2 1-16 0,0-1 18 16,-1 1 7-16,-1-1-29 0,2 1-1 0,0 0 10 16,-4 0 7-16,4-1 9 0,-3 0-15 0,3 0 24 15,0 0-31-15,-1-1 14 0,1 1 4 16,0 0-6-16,-2-1 17 0,2 0-5 0,0 0-27 16,0 0-5-16,0-1 15 0,0 1 8 0,0 0 1 15,0-1-6-15,0 0-14 0,0-1 29 16,0 0-30-16,0 0 13 0,0 0 10 0,0 0-7 15,0 0 15-15,0 0-3 0,0 0 21 0,0 0-13 16,0 0 18-16,0 0-19 0,0 0 30 16,0 0-28-16,0 0-9 0,-3 11 6 0,3-14-14 15,-2 6 48-15,2-2-19 0,2-1 6 16,-2 2-24-16,0-2 2 0,0 0-18 0,0 0 18 16,1 0 1-16,-2 1-44 0,-2-2-37 0,0 1-66 15,-6 0-75-15,-14 1 18 0,10-1-278 0,-10 0 42 16,-7 0 45-16,-2 0 27 0,0 0 23 15,-43-4-30-15,41-1 18 0,-5-5 11 0</inkml:trace>
  <inkml:trace contextRef="#ctx0" brushRef="#br0" timeOffset="14077.895">1476 4818 412 0,'0'0'98'0,"0"0"30"0,0 0-24 15,0 0-12-15,0-13-12 0,0 13-1 16,0 0-3-16,0 0-9 0,0 0-8 0,5-23 2 15,-6 19-5-15,1 3 15 0,0-1-26 16,0 0-17-16,-1-1 9 0,-2 2 0 0,3 0-39 16,0-1 41-16,0-1-8 0,0 3-11 0,0-2-10 15,0 0 27-15,0 1 7 0,0 0-43 0,0 1 4 16,0-2-2-16,0 2 36 0,0 0 2 16,0 0 0-16,0 0 12 0,0 0 1 15,0 0-21-15,0 0-2 0,0 0-7 0,0 0 1 16,0 0-11-16,0 0 19 0,0 0 6 0,4-9-5 15,-4 9-23-15,0 0-7 0,0 0-19 16,0 0 25-16,0 0-16 0,0 0 30 0,1 0-14 16,1 0 0-16,-1 0-12 0,0 0-21 15,0-3 46-15,3 3-13 0,-1 0-6 0,-3 0 7 16,3 0 1-16,0-1-1 0,-2 1-13 0,5 0 10 16,-4 0 14-16,-1 0-11 0,3-1 2 15,-1 1 3-15,1 0-2 0,-1-2 9 0,3 4-14 16,-3-2-26-16,-3 0-5 0,0 0 23 15,7 0 1-15,-1 0-2 0,-6 0-6 0,10 0 18 16,-3 0-20-16,-7 0 12 0,8 0 11 16,-2 0 7-16,3 0-24 0,-9 0-15 0,9 0 17 15,-1 0 23-15,-4 0-20 0,5 0 5 0,-9 0-19 16,11 0 15-16,-5 0-24 0,1 0 12 16,1 0 20-16,-1 0-14 0,1 0 9 0,-4 0-10 15,5 0 0-15,-2 0 9 0,1 0 5 0,-1 0-4 16,2 0 6-16,5 0-35 0,3 0 28 0,-2 0-1 15,-1 0 2-15,-1 0-26 0,-1 0 22 16,3 0 13-16,0 0-20 0,-1 0 18 0,-2 0-14 16,1 0-1-16,1 0 17 0,0 0-23 0,1 0 9 15,-1 0 14-15,-3 0-9 0,1 0-39 16,0 0 34-16,-3 0-9 0,-2 0 2 0,3 0 1 16,-2 0 20-16,6 0-11 0,2 0-4 0,-4 0 15 15,-1 0-16-15,1 0-28 0,-3-7 26 16,0 7 5-16,7 0-1 0,-2 0-1 0,-1 0 16 15,-3 0-21-15,1 0 13 0,-3 0-9 0,2 0 19 16,-2 0-26-16,1 0 3 0,-2 0 3 16,1 0-6-16,6 0 2 0,0 0-18 15,4 0 27-15,-2 0-6 0,-2 0-1 0,-2-7 15 16,4 7-14-16,-2 0 11 0,9-10-7 0,-16 10-6 16,2 0 8-16,-1 0 1 0,-8 0-30 0,0 0 26 15,8 0 11-15,-1 0-3 0,-7 0-2 0,10 0 7 16,-3 0-21-16,1 0-1 0,-3 0 10 15,4 0-1-15,-9 0-3 0,7 0 1 0,0 0-13 16,7 0 15-16,11-10 3 0,-13 8-11 16,-1 2 16-16,0 0 6 0,8-2-16 0,-4 1-13 15,0-3-5-15,-3 2 21 0,2 2-14 0,-14 0 12 16,14 0-10-16,-1 0 11 0,1 0 2 16,-3 0 5-16,0 0-5 0,-1 0 16 0,0 0-10 15,-4 0 0-15,10-10-10 0,-7 10 10 0,-2-2-1 16,-1 2-13-16,14-1 6 0,-2-1 13 0,-4 1-10 15,-1 0-19-15,-1 0 13 0,-1-2 6 16,-2 2 0-16,0 0-23 0,7 1-6 0,-2-2 29 16,-2 2-3-16,8-3 11 0,-8 3-4 0,3 0-8 15,-5 0 2-15,1-1-3 0,-1 0-24 16,-1 1 21-16,-3 0 10 0,16 0-4 0,-8-2-23 16,-8 2 10-16,5 0 21 0,1 0-9 15,2 0-19-15,-1 0 0 0,1 0 27 0,-4 0-21 16,1 0 8-16,-2 0 20 0,-2 0-7 15,0 0 2-15,0 0-4 0,0 0 6 0,2 0-8 16,-3 0-6-16,3 0 0 0,0 0-12 0,4 0 19 16,2 0-12-16,1 0 16 0,0 0-11 0,-2 0 14 15,-2 0 2-15,-1 0-3 0,-2 0-23 0,-1 0-1 16,2 0 9-16,-1 0 12 0,-1 0-19 16,-1 0 10-16,2 0-14 0,4 0 14 15,2 0 2-15,-2 0-7 0,1 0 9 0,-4 0 2 16,1 0-10-16,0 0 4 0,-2 0-9 0,-1 0 0 15,1 0 4-15,0 0 21 0,-3 0-14 0,7 0 17 16,1 0-15-16,-2 0 4 0,-1 0-23 16,-1 0 17-16,-1 0-2 0,1 0-4 0,3 0 2 15,5 0 3-15,-1 0-18 0,-1-5 41 16,-3 5-24-16,2 0-4 0,1 0 6 0,0 0 6 16,-3 0-18-16,-1 0 14 0,0 0-8 0,0 0-1 15,-1 0 8-15,-3 0-25 0,1 0 3 0,0 0 27 16,-1 0-2-16,4 0-13 0,4 0 6 15,-2 0 3-15,0 0-12 0,1-9 26 0,2 9 8 16,-2 0-46-16,4 0 33 0,-4 0-24 16,0 0 24-16,-4 0-2 0,6 0 8 0,-3 0-9 15,4 0 3-15,-3-5-7 0,3 5-24 0,-1 0 0 16,12-11 27-16,-17 10 3 0,-5-1-7 16,12 1-25-16,-1 1 4 0,-4-2 25 0,-2 1 7 15,-2-1-18-15,0 2 10 0,-1 0-11 0,10 0-12 16,-5-2 27-16,-14 2-8 0,10 0-4 15,0 0 24-15,-3 0-24 0,2 0-1 0,-2 0 12 16,0 0-4-16,0 0-9 0,-7 0 8 0,9 0 6 16,0 0-33-16,-3 0 25 0,3 0-9 15,-1 0-4-15,4 0 18 0,1 0-14 0,1 0 8 16,-2 0-1-16,-1 0-1 0,3 0 10 0,1 0 9 16,-2 0-13-16,-4 0-3 0,1 0 4 0,1 0 13 15,-2 0-17-15,-3 0 4 0,2 0-6 16,1 0 31-16,-3 0-14 0,2 0 3 0,-2 0 3 15,2 0 1-15,0 0-13 0,-1 0-9 0,0 0-6 16,1 0 16-16,0 0-3 0,0 0-1 16,-3 0-1-16,4 0-6 0,-9 0 11 0,9 0-19 15,-3 0 22-15,1 0-3 0,-7 0-6 16,10 0-2-16,-4 0 3 0,-6 0-22 0,8 0 12 16,-1 0 6-16,-7 0-3 0,8 0-4 0,0 0 4 15,-8 0 10-15,8 0-8 0,-2 0 5 0,-6 0 0 16,10 0-1-16,-4 0-5 0,-6 0-1 15,9 0 13-15,-3 0-31 0,-6 0 20 0,7 0-7 16,-7 0 11-16,8 0-4 0,-8 0-11 0,8 0 7 16,-8 0 8-16,8 0-20 0,-8 0 19 15,8 0-18-15,-8 0 17 0,0 0-3 0,7 0 9 16,-7 0-4-16,0 0-7 0,6 0 3 0,-6 0 11 16,0 0-21-16,0 0 13 0,7 0-2 15,-7 0 1-15,0 0-1 0,0 0-11 0,0 0-8 16,7 0 16-16,-7 0-4 0,0 0 11 15,0 0-13-15,0 0 14 0,0 0-9 0,0 0-1 16,0 0 0-16,0 0 0 0,7 0-1 0,-7 0-12 16,0 0 12-16,0 0-10 0,0 0-28 0,0 0-36 15,0 0 7-15,0 0-55 0,7 0-85 16,-10-2-157-16,3 1 23 0,-4 1-40 0,-2-2 6 16,-1 0-5-16</inkml:trace>
  <inkml:trace contextRef="#ctx0" brushRef="#br0" timeOffset="16952.809">1479 4784 219 0,'0'0'63'0,"0"0"15"16,0 0 14-16,0 0 12 0,0 0-67 0,0 0 16 16,0 0 3-16,0 0 9 0,0 0-6 15,0 0-9-15,0 0-2 0,0 0 33 0,0 0-35 16,0 0 23-16,0 0-3 0,0 0 6 0,0 0-21 16,0 0-6-16,0 0-5 0,0 0-30 15,0 0 15-15,0 0 51 0,0 0-60 0,0 0 58 16,0 0-31-16,0 0 16 0,0 0-6 0,0 0-14 15,0 0 1-15,0 0-1 0,0 0-2 0,0 0 9 16,0 0-6-16,0 0-33 0,0 0 17 16,0 0 9-16,0 0-25 0,36-9 22 0,-29 2-20 15,0 0 12-15,0 3 7 0,2-10-9 0,0 6-6 16,1-2 18-16,1 1-3 0,0 0-12 16,-2 2 18-16,2-2-7 0,0 2-15 0,-2 3-12 15,1-5 2-15,0-1 9 0,1 2 18 0,0-3-22 16,2 4 1-16,-7 0 0 0,3 0 10 15,-1 3-17-15,-3-2 2 0,6-1-3 0,-2 1 11 16,5-2 0-16,-5 2-9 0,3-4-9 16,-5 6 9-16,4-6-18 0,-4 3 14 0,4-2-1 15,0 1 13-15,2-2-7 0,-2 0 10 0,-2 4-10 16,3-2-2-16,-3-2 9 0,0 2-3 16,-4 2 15-16,6-6-2 0,0 4-29 0,-5 0 16 15,3 1 6-15,-3 3-26 0,5-6 0 16,-4 3 29-16,5-1-7 0,-6 0-5 0,2 2-8 15,1-3-7-15,0 2-6 0,1-2 31 0,1 0 0 16,1-2-20-16,-4 3 10 0,6 0-3 16,-2 0 12-16,-1 0-4 0,3-2-15 0,-3 0 7 15,1 0-16-15,1 1-1 0,-1-1 16 0,0 0-13 16,-1 3 21-16,1-2 6 0,-5 2-13 16,4-3 9-16,-2 3-20 0,1 1 11 0,1-3 14 15,1 0-16-15,-3 2 16 0,2-1-23 0,-1 3 9 16,0-2-6-16,0 0-10 0,1-7 16 0,-3 8-15 15,3 0 16-15,0-2 10 0,-6 1-18 16,6-1 9-16,2-3-21 0,0 3 22 0,-2 1-5 16,5-4 4-16,-3 2 7 0,-2 0-13 15,-1 4 9-15,2-5-5 0,0 2 13 0,0 1-26 16,-4 0-2-16,1 2 15 0,1-5 10 0,-2 3-12 16,0 4 1-16,-3-2 7 0,2 2-18 0,-2-2 10 15,-1 2-3-15,10-6-11 0,-6 2 17 16,-3 1 1-16,3 1-11 0,-1 1-7 0,-3 1 21 15,1-2 1-15,7-2-7 0,-4 2-1 16,-1-2 10-16,-2 4-7 0,-1-3-20 0,2 4 27 16,-3-1-1-16,2 0-5 0,0 1-6 0,-3 0 5 15,1-1-5-15,1 1-3 0,0-1-13 16,1-1 13-16,-2 3-6 0,4-3 14 0,-3 2 10 16,9-6-11-16,-3 4-18 0,-1-2 5 0,-1 1 28 15,-2 2-20-15,3 2 5 0,4-7 0 0,-3 3 3 16,0 2-16-16,-3 0 10 0,-2 0 8 15,4 0-6-15,-3 0-18 0,8-3 15 0,-4 1 1 16,0 2 9-16,-4-3-3 0,-1 4-5 0,1-2 14 16,2 1-3-16,-3 1-9 0,-1-1 11 15,1-1-13-15,0 3 8 0,6-6-6 0,0 0-6 16,-4 4 11-16,0-2 9 0,3 2-8 0,-5-2 9 16,2 2-15-16,-4 0-2 0,3 1-14 15,0-2 24-15,-1 1-27 0,-1 2 32 0,0 0-22 16,1-2 9-16,-3 0-9 0,4 1 9 15,-3-1 13-15,3-1-12 0,0 1-1 0,-2 1 2 16,1-1-15-16,-1 1 17 0,-1-1 8 0,4 2-11 16,-3-2 7-16,-1 0-7 0,3 2 12 15,-3-3-7-15,0 0-12 0,1 2 9 0,2-1 8 16,-4 0-2-16,2 2 4 0,-1-2-9 16,2 1-13-16,-1-1-1 0,0 3 17 0,0-4-11 15,-2 3 16-15,2-2-4 0,0 2-1 0,-2-2-1 16,1 1-2-16,0 0-3 0,-2 1-7 15,3 0 10-15,-3-2 13 0,-1 2-13 0,4 1-4 16,0 0 6-16,-2-1-2 0,-2 0-21 16,1 0-17-16,1-1 10 0,-2 0-38 0,0 2-32 15,0 0 8-15,0 0-94 0,0 0-55 0,0 0-119 16,0 0-2-16,0 0 12 0,0 0 28 16,7 0 44-16</inkml:trace>
  <inkml:trace contextRef="#ctx0" brushRef="#br0" timeOffset="20062.091">4689 4601 282 0,'0'0'155'0,"0"0"4"0,0 0-48 0,14 0-16 16,-14 0-10-16,0 0 24 0,0 0-31 15,0 15-32-15,0-15 35 0,0 0-8 16,0 0-9-16,0 0-23 0,0 0-30 0,0 0 68 15,0 0-28-15,0 0-30 0,0 0 5 0,0 0 21 16,0 0-1-16,0 0-7 0,0 0-24 0,0 0 28 16,0 0-30-16,0 0 5 0,0 0 23 15,0 0 19-15,0 0-5 0,0 0 11 0,0 0-34 16,0 0 11-16,0 0 27 0,0 0-6 16,0 0-23-16,0 0 12 0,0 0-11 0,0 0-7 15,0 0 5-15,0 0-3 0,0 0 6 0,0 0-23 16,0 0 19-16,0 0 0 0,0 0-6 15,0 0 6-15,0 0-6 0,0 0 2 0,0 0-6 16,0 0 4-16,0 0-6 0,0 0-10 16,0 0 2-16,0 0 2 0,0 0-4 0,0 0 17 15,0 0-17-15,0 0-10 0,0 0 8 0,-3 15-10 16,1-16 3-16,2 1 0 0,-3 0 17 0,2 0-5 16,-1 0-7-16,1-2-3 0,-1 2-12 15,0-1-2-15,0 1 9 0,0 0 13 0,0-2 10 16,0 2-11-16,0 0 1 0,-2-2-5 15,4 2-2-15,-2-2-1 0,-1 2 5 0,3 0 6 16,-2-1 16-16,2 1-16 0,0 0 14 16,0 0-11-16,0 0 4 0,0 0-24 15,0 0 12-15,-7 0 20 0,7 0-10 0,0 0-24 16,-8 0 29-16,8 0-24 0,0 0 20 0,-5 0-22 16,5 0-1-16,0 0 33 0,-8 0-45 0,8 0 9 15,-15-12 23-15,13 12-16 0,-1-2 14 0,1 1-2 16,-2 1-29-16,0-2 18 0,3 0 12 15,-2 1 5-15,-1 0-23 0,2 1 4 0,1-1-4 16,-3-1 19-16,2 2-6 0,-2 0 28 16,4-3-19-16,-3 3-3 0,0 0-14 0,3 0 11 15,-1-1-30-15,-2-1 50 0,3 2-35 0,0 0-3 16,0 0 19-16,0 0-2 0,0 0-20 0,-9 0 2 16,9 0 2-16,-5 0 14 0,5 0-29 15,-15-8 29-15,12 5-16 0,0 1 16 0,-1-1 3 16,1 3-18-16,-1-4 8 0,0 4 12 0,0 0 4 15,1-3 2-15,-1 1-14 0,1 1-5 16,1-3 8-16,-2 3-16 0,0-1 38 0,-1 1-38 16,4 0-3-16,-3-2 13 0,0 1-1 0,0 1-4 15,2-3-1-15,-3 3 1 0,2-1 5 16,-2 1-3-16,2-2 8 0,-2 1-10 0,3-1 7 16,-2 1-1-16,0-1 30 0,0 0-3 0,0 2-43 15,1-2 11-15,0 0 2 0,0 1-18 16,-2 0 16-16,2-1-6 0,0 1-1 0,0 0 1 15,1-1 8-15,-1 1 2 0,-1-1-4 0,3 1-3 16,-3 0-1-16,2-1 36 0,-2 0-5 0,2 2-47 16,-1-3 2-16,-1 1 31 0,1 2-2 15,0-2-31-15,0 0 14 0,0-1 4 0,-2 0 0 16,3 1-1-16,-2 1-4 0,0-1 6 16,0-1-2-16,2 0 15 0,-1 2 4 0,-1-3-8 15,0 2-8-15,2-1 14 0,-1 0-16 16,-3 1 5-16,5 1 0 0,-3-3-2 0,1 3-10 15,0-4 12-15,-3 2 10 0,4 1-15 0,0-1 14 16,-4 0-1-16,2 0-23 0,2 1 20 0,-1-1-25 16,-1 2 31-16,2-3-7 0,-2 2-9 15,0-1-4-15,3 1 21 0,-3-1-8 0,-1 1 9 16,1-1-2-16,0 1-15 0,0-1 24 16,2 0-14-16,-1 0-18 0,-1 1 23 0,-2-1 4 15,4-1-10-15,-9-4 14 0,4 4-4 0,1 2-11 16,4-3-3-16,-4 2 10 0,4 1-19 0,-3-1 2 15,1 1 13-15,2-1-19 0,-1 2 20 16,0-2 7-16,0 2-18 0,0 0 1 0,-2-2-6 16,1 1 5-16,-5-5-1 0,0-1-5 15,3 6 7-15,2-2-7 0,-1 3 20 0,1-3-9 16,0 3-5-16,2-3 6 0,-1 3-11 0,-1-1 9 16,-2-1-3-16,2 2-17 0,2 0 3 15,-2-3 18-15,1 3-7 0,1-1 5 0,-9-6 6 16,3 4-32-16,1-2 26 0,2 4-17 0,0-1 15 15,0 1-25-15,0 1 19 0,1-3-2 16,1 4 9-16,-2-2 0 0,3 0 3 0,-1 1-5 16,-1 2-7-16,0-6 2 0,-2 5 17 15,2-2-15-15,2 1 5 0,-2-2-24 0,0 3-6 16,-1-3 18-16,1 1 12 0,-1 2-3 0,1-3-21 16,-2 1 7-16,3 1 19 0,-1-3 9 0,0 3-19 15,-1-1 0-15,0 2 11 0,0-3-32 16,1 1 19-16,-1 0-9 0,0-1 11 0,1 2 8 15,-6-7 2-15,4 4-9 0,-1-1-22 0,2 4 5 16,-1-3 15-16,-1 5 10 0,1-2 13 16,5 0-7-16,-3-2-6 0,-1 1-2 0,1 1 4 15,-2-1 5-15,-4-5-24 0,3 0-1 0,-1 5 26 16,1-1-27-16,-1 2 11 0,5 0 11 16,-2-1-10-16,0 1-1 0,1 0-8 0,-10-6 4 15,7 4 17-15,-1 1-10 0,0 0 10 16,1 1-13-16,3-1-14 0,-1 0 8 0,-2 2 12 15,1-1-19-15,1-1 22 0,1 0-32 0,-1 1 26 16,-2 0 3-16,0 0 3 0,4-1-14 16,-3 3-1-16,2-4 15 0,-3 1-4 0,2 1-4 15,-1 1 5-15,1-2-15 0,-1 0 15 16,-9-3-8-16,5 3 5 0,1 1-7 0,4-2 2 16,-1 1 11-16,-2 2-2 0,3-2-20 0,1 0 20 15,0 1-12-15,-1-1 12 0,-1 3-7 0,0-3-2 16,0 1-16-16,1 0 25 0,0-1-1 15,-1 1-14-15,-2 2 14 0,3-1-20 0,0-3 19 16,0 1-17-16,-2 1 18 0,-7-2-10 16,3 1 8-16,2 1 1 0,-1-1-7 0,3 1 5 15,3 0-1-15,-2 2 5 0,0-3-13 0,2 2 4 16,-1 0 7-16,1-1-6 0,-3 1-1 16,3-2-10-16,-2 2 14 0,1-1 6 0,1 1-9 15,0 1-9-15,-1-1-6 0,3-1 22 0,-4 0-1 16,2 0-3-16,-3 2-23 0,5-3 39 15,-5 3-16-15,4-3-7 0,-2 2 13 0,-1-2-21 16,4 1 16-16,-4 2-6 0,3 0 0 0,-3-3 6 16,1 0 0-16,3 2-2 0,-5 0-2 15,1-2-6-15,2 1 23 0,0 0-14 0,0 1-24 16,1 0 28-16,-4-2-15 0,2 2 13 16,0-1 0-16,-1 0 0 0,0 1-24 0,3-2 27 15,-1 3-2-15,-2-3-6 0,0 1 13 0,1 0-19 16,0 1 12-16,1-1-1 0,-1 0 0 0,0-1-14 15,1 1-9-15,-1-1 5 0,1 3 22 16,-1-4-3-16,0 2 4 0,0 1-9 0,0 0 7 16,4-1-7-16,-3-2 10 0,1 3-10 15,-2-1 2-15,1-1-6 0,1 2 10 0,0 0-25 16,-2-2 22-16,1 2-16 0,1-2 16 0,1 3-15 16,-1-3 14-16,-1 3-15 0,2-2 19 15,-2-1-10-15,3 1-13 0,-2 0 34 0,-2 1-9 16,3-3 1-16,-2 4-1 0,1-1 4 0,0-2-13 15,1 2-2-15,-2-2 0 0,1 2-7 16,1-2 14-16,-3 0-22 0,1 1 13 0,2 0 22 16,-1 0-12-16,-1 0-27 0,2 0 28 0,-1-1 4 15,-2 2-3-15,2-2 0 0,0 1-8 0,0 0 11 16,-1 1-24-16,3-3 29 0,-3 2-9 16,3-1-9-16,-2 3 4 0,-1-3-7 0,3 2 16 15,-3-2-4-15,3 2-10 0,-4 1 9 16,4-4 3-16,-2 4 0 0,0-3 1 0,1 2-21 15,-1-1-9-15,1 0 24 0,-1 0 8 0,3 1-13 16,-2 0-7-16,-2 0 1 0,4 0 18 16,-2-2-9-16,1 3-13 0,1-1 12 0,-1-1 12 15,-3 1-7-15,3 1-8 0,-1-3 14 0,1 2 7 16,0 0-14-16,0 1-1 0,1 0 8 16,-1 0-10-16,-1-3 2 0,1 3-6 0,1 0-6 15,-1 0 9-15,1 0-10 0,0-3-8 0,-2 3-2 16,1-1-38-16,1 1 11 0,0-1 4 15,0 1-98-15,0 0-18 0,0-2-22 0,-1 1-40 16,1 1 23-16,0 0-166 0,0 0-140 0,0 0 25 16,0 0 35-16,0 0 31 0,0 0 38 0,0 0 35 15,0-9 21-15,0 2 54 0,0-5 17 16</inkml:trace>
  <inkml:trace contextRef="#ctx0" brushRef="#br0" timeOffset="26280.661">1511 4852 464 0,'0'0'86'0,"0"0"-9"0,0 0 19 0,0 0 50 16,0 0-70-16,0 0-13 0,-15 0 26 15,15 0 7-15,0 0-5 0,0 0 1 0,0 0-46 16,0 0 28-16,0 0-10 0,0 0-42 0,0 0-12 16,0 0 44-16,0 0-8 0,0 0-14 15,0 0-21-15,0-13 38 0,0 13-19 0,0 0 11 16,0 0-47-16,0 0 41 0,0 0-16 0,0 0 11 16,0 0-13-16,0 0-29 0,0 0 36 0,0 0 7 15,0 0-10-15,-6 11-30 0,9-8 27 16,-1 2 17-16,3 9-1 0,1-7-23 0,-3 0 22 15,8 6-8-15,-6-6-3 0,5 3-19 0,-2 4 8 16,0-4 26-16,3-1-23 0,-2 1 0 16,0-2-5-16,-4-1 14 0,4 5-2 0,-1-4-16 15,-1 3 0-15,3-4-8 0,-3 1 12 0,-2-4-2 16,8 6 15-16,-6-2-4 0,2 1-39 16,-3-2 24-16,7 1-6 0,-5 6 19 0,-3-3 23 15,5 0-15-15,1 1-2 0,-7-2 10 16,6 4-15-16,0-4-5 0,3 1 6 0,-4 0-8 15,0 3 12-15,0-2-9 0,1-2-7 0,3 0 2 16,-4-1 7-16,2 2-14 0,-3-5-6 16,-2 1 16-16,3 3-13 0,2 2 13 0,-3-6-16 15,-1 1 17-15,-2 0-10 0,7 2 11 16,-4-1 9-16,1 2-2 0,-1 1-10 0,6-2-18 16,-11-1 14-16,7 2-7 0,0 0 9 0,-1-3-3 15,0 2-13-15,2 1 9 0,-3-3 10 0,1 3-1 16,2 0-20-16,0-1 24 0,0 1-1 0,-4-2-3 15,7 0-5-15,-5 3 13 0,1-3-12 16,1 1 2-16,1 0-22 0,-3 1 19 0,0-4-1 16,-2 0 1-16,2 3 1 0,1 4 4 15,-2-6-7-15,-2-1-2 0,7 3 2 0,-6-3 9 16,2 5-10-16,0-2-10 0,1-1-2 0,-2-2 12 16,-3 1-8-16,9 6 12 0,-8-5-21 0,1-4 26 15,-2 1-6-15,0-1-1 0,5 7-9 16,-1-4 4-16,-5 0 5 0,4-4-7 0,-2 1 16 15,-1 0-17-15,-1 1 12 0,7 4-20 16,-4-2 15-16,2 2 1 0,1-2 4 0,-6 2 7 16,3-5-17-16,1 1-10 0,-3 0-1 0,8 6 16 15,0-2-3-15,0 1 3 0,-7-4-4 16,6 6-5-16,-1-4-1 0,0 1 10 0,1 1-14 16,-3-2 7-16,0-1 10 0,1 1-14 15,0 2 11-15,-3-3-1 0,7 1 3 0,-9-3 6 16,1 0-4-16,1-1 7 0,-1-1-7 0,0 1 0 15,-1 1-20-15,2-2 11 0,6 3 11 0,-4 1 6 16,1 0-1-16,0-2-13 0,-1-1 8 16,-3 1 4-16,1-1-11 0,2-1 3 0,5 2-5 15,-2 2 8-15,-3-4-9 0,1 2 9 0,-4 0-12 16,8 3 5-16,-3-2-16 0,0-1 11 16,1 2 2-16,-1-2 18 0,0 4-11 0,1-2 2 15,-2-2-15-15,0-2 18 0,-2 2-23 0,2 4 15 16,1-6-12-16,-3 0 16 0,0 0-9 15,-3 2 0-15,4-2-4 0,-3 0 13 0,1-1-9 16,-3 0 3-16,2 1 1 0,-1-1 1 16,-1 1 1-16,9 7-6 0,2-3 4 0,-6-3-4 15,0 0 9-15,0-3-9 0,-4 4 9 0,3-2-4 16,-2 0 1-16,8 4 7 0,-4-1-2 0,-2-5-5 16,2 3-7-16,-6-1 16 0,1-1-23 15,0 1 12-15,2 1 7 0,-4-3-5 0,4 2-8 16,-2-2 4-16,0 2-6 0,0 0-4 0,-1 1 15 15,10 2-8-15,-4-1 5 0,-1 0 4 0,0-2 2 16,-2 2-16-16,-2-3 20 0,1 1-19 16,-2 0 12-16,11 4 4 0,-6-1-9 0,-4-2 9 15,3 0-20-15,-2 0 13 0,1-1 7 0,-3 0-10 16,1 1 1-16,0-3-10 0,5 9 9 16,-1-3 4-16,0-5 4 0,-3 1-13 0,1 0 11 15,-1-2-1-15,1 4 9 0,-2-3-1 16,1 1-18-16,0-2 12 0,2 3-18 0,-4-2 7 15,10 5 7-15,-4-6 0 0,-1 4-5 0,0-3 10 16,-1 0-2-16,6 5-12 0,-4-4 20 0,-2 1-24 16,-2-3 23-16,0 3-18 0,2-1 4 0,-1-1-2 15,-2 0 11-15,8 5 5 0,-3 0-6 16,-3-6 1-16,1 2-5 0,-1 0 15 0,-1-1-15 16,0 1 0-16,1 1 6 0,-2-3-20 15,10 4 6-15,-2-2 6 0,-4-1 6 0,0 2-1 16,-4-2-1-16,3-2-5 0,-2 2 11 0,0 1-16 15,1-3 11-15,-3 3-2 0,3-2 6 0,-2 0-4 16,3 2 4-16,-3 0-12 0,0-2 6 16,2 1 0-16,7 5 0 0,-3-5-1 0,-3 1-12 15,3 0 2-15,-4-1 4 0,-1 3 7 0,2-4-2 16,-3 0 1-16,1 2-3 0,7 4 3 16,-5-2-5-16,2-3-9 0,-4 1 24 0,1 2-9 15,-1-4 2-15,-1 0-4 0,8 6 8 16,-5-1-19-16,-2-4 19 0,3 4-20 0,-4-5 11 15,0 2-4-15,-1 1 14 0,1-2-15 0,-1 1 5 16,2 2 18-16,-2-4-17 0,0 2-3 16,1 1 10-16,-1-3-11 0,1 2 9 0,3 0 2 15,-3-1-5-15,8 6 3 0,-2-2 1 16,-2-2-9-16,-1 0-9 0,-2-2 17 0,0 2-13 16,2-1 7-16,-3-2 10 0,1 3-11 0,9 1 0 15,-5 1 2-15,-2-2-8 0,0 0 23 0,-1 0-3 16,0-1-10-16,-1-2 9 0,-1 2-19 15,0-2 12-15,0 4-8 0,0-3 2 0,-1 1 9 16,12 4-4-16,-5-2-2 0,-1-2-2 16,-4 0 3-16,1 1-5 0,-2-4 10 0,0 2-9 15,2 0 4-15,-2-2 11 0,0 3-9 0,0-2-8 16,0 1 14-16,0 0-4 0,-1 0-20 0,3 1 10 16,0-3 15-16,-2 2-5 0,3 0-19 15,5 3 0-15,-2-3 19 0,-3 1-1 0,0 0-9 16,-2-3 12-16,-1 3-10 0,0-1 6 0,0 1-21 15,-2-2 11-15,2-1 6 0,0 3 8 16,1-1-10-16,-3 0-2 0,2-1-3 0,-1 1 12 16,0 1 0-16,0-1 1 0,0-1-5 0,-2 3-13 15,4-4 12-15,-3 2 10 0,1 0-12 16,-2-1-7-16,1 0 20 0,1 1-2 0,-2 0-9 16,2 0-9-16,1-2 17 0,-5 0-8 0,0 0-2 15,0 0-1-15,8 0 7 0,-8 0 11 0,8 0-12 16,7 9-4-16,-10-8 6 0,-1 2-3 15,0 0 4-15,0-2-12 0,1-1 1 0,0 4 16 16,1-1-31-16,-2-1 19 0,1-1 3 16,-2 1-7-16,2 0-1 0,-1 1 8 0,2-2 5 15,-2 2-8-15,1 0-3 0,0-2 2 0,8 6-5 16,-4-3 14-16,-3 1-13 0,3 0 10 16,-2-4-8-16,0 3 17 0,-3-1-6 0,1-1-14 15,-1 0-2-15,0 2 7 0,-1 0-3 16,0-1 8-16,9 5 12 0,-5 0-8 0,3-4-2 15,-4-1-18-15,-1 1 22 0,0 0-1 0,0-1-2 16,-1 1-9-16,-1-1 9 0,2 1-21 16,0-2 15-16,6 6 0 0,-4-3-4 0,-2-1 8 15,1 1-16-15,-2-1 10 0,1-1 3 16,-2-1-14-16,1 0 20 0,1-1-7 0,-1 0 0 16,0 3-4-16,2-2 13 0,-1 1 2 0,0-1-10 15,-3 0 10-15,3 1-22 0,0-3 1 16,2 2 9-16,-3 1-11 0,0-1 9 0,1 0 5 15,0 1 2-15,-1-1 3 0,2-1-5 0,1 2 6 16,-4 0-15-16,10 5 13 0,-3-4-2 16,-3-1-3-16,1 0-8 0,-2-1 18 0,0 0-5 15,-1 1-19-15,0 0 10 0,-1-1-7 0,2 0 21 16,0 0-2-16,-1 0-3 0,0 0-11 16,-1 2 2-16,1-2 8 0,0-2-8 0,0 2 18 15,0 1-18-15,-1-1-2 0,3-2 0 16,-4 3 3-16,3 1-7 0,-3-3 3 0,1 1 10 15,2 0-8-15,-2 0-5 0,2 1 14 16,-3 0-6-16,3-1-1 0,-3 2-1 0,3-1 21 16,-2 0-18-16,2 0 10 0,-3-1 0 0,1 2-17 15,2-1 1-15,7 6 14 0,-5-6-16 16,-4 1 21-16,0 0-14 0,-1 0 5 0,1 1 5 16,0-3-6-16,0 1-6 0,-1-1 0 15,1 1 0-15,-2-1 5 0,-1 2-6 0,2-3 8 16,0 3-10-16,-1-4-1 0,-1 2 6 0,4 2-7 15,-3-3 20-15,-1 2-5 0,2 0 3 0,-1 0-11 16,1-2 9-16,1 4 0 0,-2-2-9 16,-1-1 2-16,5 0 9 0,-6 1-3 0,3 0-3 15,0 0-15-15,-1 0 14 0,0-1-6 16,-1 1-5-16,1-1 12 0,0 0 1 0,-2 0-19 16,4 0 19-16,-3 0-1 0,0-2-3 0,1 3-2 15,-2-3-14-15,1 0 14 0,-1 0-11 16,0 0-37-16,-1 0-58 0,1 0 10 0,-4-3-137 15,-2 1-159-15,-6-4 34 0,-4 0-1 0,-4-2 32 16,3-4 23-16,-7 0-12 0</inkml:trace>
  <inkml:trace contextRef="#ctx0" brushRef="#br0" timeOffset="28780.59">1644 7217 418 0,'0'0'98'0,"0"0"2"16,0 0-55-16,-14 0-7 0,14 0-5 0,0 0 2 15,0 0 34-15,0 0-7 0,0 0 4 0,0 0-8 16,0 0-16-16,0 0-4 0,0 0 19 15,0 0-13-15,-13 0 13 0,-2 14 2 16,13-13-28-16,0-1 27 0,2-1 6 16,-2 2-6-16,1-1-16 0,1 0 15 0,-1 0-3 15,-1 0-1-15,2-1-16 0,0 1-25 0,-1-2 40 16,1 2-6-16,-2 0 7 0,0 0-20 0,2-1-22 16,0 0 25-16,0-2-18 0,2 0 9 15,-2 2-12-15,0-2 8 0,1-1-16 0,1 1 12 16,1-1-4-16,0 0 3 0,-2-1 10 15,2 1-18-15,0-2 10 0,0 2-43 0,6-8 41 16,1 1-7-16,-2 0-11 0,3-1 5 0,-2 0 9 16,1 2-39-16,0 2 27 0,2-6 7 15,0 3-9-15,0 0 12 0,-1-1 10 0,1 1-12 16,0 1-4-16,-1 0 18 0,1 2-32 0,-2-1-11 16,-2 0-5-16,6 2 29 0,-4-2-9 15,-1 2 25-15,1 2-11 0,-3-2 17 0,0 5-33 16,5-7 6-16,1-1-16 0,-2 0 32 0,2 1-26 15,-3 3 21-15,3-5-4 0,-1 1-7 16,3 2 4-16,0-5-2 0,-3 3-8 0,3 2 30 16,-2-4-30-16,1 2-6 0,-3 2 18 0,3-3 1 15,-1 1-17-15,0 0 24 0,0-1 4 16,-1 1-40-16,2-1-1 0,-3 0 15 0,3 2-6 16,-4-4 24-16,0 2-4 0,2 2-3 0,1 0-14 15,-3-2 21-15,1 1-6 0,1-2 14 16,2 2-10-16,-1 0-6 0,1-3-4 0,-2 2 2 15,3 1-3-15,0-2 2 0,-1-3-1 16,1 1-7-16,-3 4 9 0,7-5-9 0,-5-1 11 16,4 6-9-16,-5-3 12 0,4 1-6 15,-2 0 8-15,0 2-13 0,2-1 9 16,1 1 22-16,-4-4-41 0,5 3 28 0,-1 0-8 16,-4 1-24-16,4 2 24 0,-3-4-29 15,2 3 32-15,-3-3-7 0,0 3 8 0,0-1-2 16,1 1-8-16,2 1 27 0,-3-2-26 0,-1 2-5 15,2 0 25-15,-1 0-9 0,2 1 0 0,-3-1-2 16,-1-1-1-16,2 2-7 0,-1-1-11 16,2 0-13-16,0-1 39 0,-1-2-27 0,1 1-9 15,0-1 25-15,0 3-7 0,3-2-5 16,-2 0 18-16,0-2-17 0,-2 2 18 0,3-4-31 16,-4 2 29-16,3 2-9 0,-3-2 17 0,3 0 0 15,-4-1-14-15,3 1 9 0,-3 1-8 0,2-1-4 16,-1 1 19-16,-3-1-50 0,0 0 18 15,3 0 30-15,-1-1-15 0,2 2-17 0,-3-3 17 16,-1 1-32-16,0-1 24 0,5-3 13 16,-4 5-14-16,-1 0-1 0,3 0 13 0,-4-2 9 15,0 2-16-15,4-1-27 0,-2 1 30 0,1 0 9 16,-1 0-4-16,1 1-3 0,-2 1-12 16,3-1 16-16,-1-1-35 0,-1 2 46 0,-2 2-30 15,1-4 23-15,4 3-43 0,-5-2 28 0,3 1-7 16,0 0-2-16,-3-2 12 0,0 1 26 15,3-2-44-15,-1 1 34 0,-2 0-35 0,3 2 52 16,-2-2-57-16,1 0 29 0,2 1-4 0,-5 2 4 16,4-1-1-16,-2-1 24 0,-3 1-32 0,5-2 11 15,-1 3-2-15,1-2-18 0,2-1-11 16,-2 2 30-16,-1-1-3 0,0 3 16 0,1-3-5 16,-2 1 16-16,0 0-17 0,1-2-17 15,2 2 8-15,-2-2 20 0,-1 2-49 0,0-2 41 16,-1-2-28-16,2 4 35 0,-1 0-29 0,-3 3 5 15,0 0-7-15,4-3 17 0,-1 0-40 16,-3 1 23-16,4-1 31 0,0-2-16 0,-4 5-26 16,1 2 10-16,-2-2 9 0,4-2 4 0,1-2-21 15,-1 2 4-15,-2-1 18 0,2 0-11 16,1 2 28-16,0-1-24 0,-1-3 13 0,1 3 3 16,1-4-11-16,-2 4 6 0,-1 4-4 0,4-3 2 15,-4-2-1-15,1-1-7 0,-4 4 2 16,1-5 13-16,4 4-11 0,-3 1-10 0,-3 2 12 15,0-1-11-15,-2 0 7 0,9-1-29 0,-6 0 20 16,0 0 8-16,0 1 13 0,1 2-6 0,0-1 8 16,-3 2-11-16,8-5 2 0,0-2-39 15,-1 2 15-15,-2 1 18 0,1-2-3 0,1-2-18 16,1 4 29-16,-2 0-24 0,0-4 6 16,-1 6 44-16,3-2-55 0,-4-2 23 0,-3 4-23 15,2 1 23-15,0-1 12 0,3-5-20 0,-1 3 22 16,-3 4-16-16,3-2 15 0,-4 3-11 0,0-4 16 15,-1 5 3-15,3-4-41 0,-3 2 24 16,2-1 5-16,-1 1-6 0,5-4 18 0,-1 0-21 16,-1 2 12-16,-2-1 1 0,2 4-11 0,-3-3 3 15,3 1-8-15,-3 1-29 0,6-4 7 16,1-3 14-16,-2 6 15 0,-2-2-8 0,0 2-1 16,-2-1 14-16,5-4 0 0,-2 4-13 15,0 0-4-15,-2-1 13 0,-1 2-34 0,6-3 21 16,-4 0 16-16,0 2 1 0,-1 2-28 0,-1 0 5 15,-1-1 10-15,0 2 15 0,1-1 6 16,0 0-33-16,-3 1 39 0,2-3-32 0,0 3-13 16,-1 0 47-16,3 0-28 0,-1-1 13 0,9-3 10 15,-5 2-49-15,-3 0 26 0,-2 0 6 16,2 0-25-16,-2 2 20 0,3-1 17 0,-5 1-18 16,3 2 9-16,-4-4-23 0,7 1 13 15,5-2 13-15,-5 0-22 0,-1 0 2 0,-2 3 8 16,-1-1 1-16,0 0 29 0,-1 1-13 0,1 0 1 15,-3 0 3-15,2 1-7 0,0-1 12 0,-1 2 2 16,0-2 3-16,-1 2 12 0,1-4-1 16,1 4-7-16,-4-1 1 0,0-1-2 0,3 1 3 15,-3 1-15-15,3 0 7 0,-3 0 0 16,1-2-2-16,-1 1 1 0,4 0-5 0,-4 1-2 16,2-3-3-16,-2 3-4 0,2 0-2 0,0 0-2 15,-2-2-13-15,0 2-6 0,0 0-13 16,2-1-16-16,-4 2-60 0,2-1 11 0,-1-1-265 15,-2 1 27-15,1-1 22 0,-6 0-40 0,5-2 17 16,-16-4 51-16,3 0-15 0</inkml:trace>
  <inkml:trace contextRef="#ctx0" brushRef="#br0" timeOffset="32499.387">3230 3443 360 0,'0'0'268'0,"0"0"-45"16,0 0-24-16,0 0-15 0,0 0-18 0,0 0-20 16,0 0-27-16,0 0 2 0,0 0-25 15,0 0-6-15,0 0-4 0,0 0-24 0,0 0 25 16,20 3-21-16,-17 14 0 0,-3-9-1 16,0 6-8-16,0 1-28 0,0 3 13 0,0 1-6 15,0-3-3-15,0 2 1 0,0-2-2 16,0 2-9-16,0-3-2 0,-14 12 8 0,13-17-5 15,-1-1-14-15,1-4 3 0,1 1 10 0,0 1-6 16,0-4 1-16,0 2-6 0,0-2 32 16,0-2-20-16,-2 3 1 0,2-3 1 0,-2-1-6 15,2 0 19-15,0-1-31 0,-1-3 11 16,1 0-3-16,0-4 13 0,-1 3-21 0,2-14 5 16,-1 9-4-16,0-5-5 0,0 0-4 0,0-3 5 15,0 2-2-15,0-2 5 0,5-13 5 16,-1 15-16-16,-1 3 7 0,3-3 1 0,2 1-6 15,-6 5 0-15,7-2 10 0,-5 2 0 0,1 2-16 16,-1 1 7-16,0 2-4 0,-1 1 1 0,0 1 9 16,0 2 4-16,3 0-19 0,-6 1-7 15,0 0-1-15,7 0 11 0,-7 0 2 16,8 0 23-16,14 17-27 0,-9-8 15 0,-3-3-17 16,4 5 2-16,-4-2 18 0,0 3-9 0,1-1 2 15,-2-2-8-15,0 2 10 0,-3 0-15 0,3 4 2 16,-3-1 5-16,1-1 10 0,-2 3-7 15,-1-1 0-15,1-5 2 0,-3-1-10 0,-2 1-7 16,3-4 22-16,0-1-12 0,-2 2-4 16,0-1 11-16,-1-1-8 0,3 1 15 0,-2-3-7 15,0 2 9-15,1-1-7 0,-1 0 6 0,0-2-7 16,-1 0 5-16,1 0-21 0,-1-2-6 16,0 0-27-16,0 0-18 0,-1 3-11 0,1-6-49 15,-1 3 11-15,0-1-78 0,-1-3-19 16,1 1-98-16,0-2-57 0,-2 1 24 0,3 0 21 15,-2-1 52-15,-1 0-38 0</inkml:trace>
  <inkml:trace contextRef="#ctx0" brushRef="#br0" timeOffset="32733.75">3293 3621 362 0,'-4'0'266'0,"0"0"-49"0,0 0-17 0,-1 0-34 15,2 0-17-15,2 0-26 0,2 0 17 0,-1 0-25 16,3-1-28-16,3-1-1 0,-2 0-14 16,1-1 5-16,2 2-12 0,11-6 7 0,-4 1-18 15,4 0-16-15,-3 0 11 0,4 2-8 16,-3-4-21-16,-1 4 0 0,-5 0-41 0,3 1-54 16,-5 2 7-16,-1 1-145 0,-2-3-156 0,-1 3 18 15,0 0 24-15,-4 0 11 0,0 0 45 16</inkml:trace>
  <inkml:trace contextRef="#ctx0" brushRef="#br0" timeOffset="34061.842">1127 4766 226 0,'-14'0'314'0,"14"-16"-88"0,0 16 11 16,0 0-57-16,0 0 7 0,0 0-53 16,0-13 1-16,-23 0-10 0,22 11-19 0,1 2-10 15,0 2-16-15,1 1 15 0,1 0 2 16,-2 2-16-16,6 11 1 0,-2 2-11 0,2 1-7 16,-1-2-18-16,0 2 19 0,2-2-24 15,-5-1-7-15,2 0-3 0,0-4 7 0,-2-1 6 16,1-1-27-16,0-5 6 0,-3 0 6 0,2 1 4 15,-1-3-1-15,-1 2-11 0,2-3 13 0,-1 0 12 16,-1-1 25-16,1 1 2 0,-2-4-28 16,2 1 21-16,-3 0-15 0,0-2-2 0,-1-2-34 15,-3-7 18-15,0-5 6 0,-3-2-29 16,3-1 7-16,-3-3-9 0,4 1 16 0,2 2-5 16,-1-1-24-16,4 0 19 0,-2 3-32 15,1 3 5-15,1 5 19 0,0-4-17 0,0-1-9 16,13-16 4-16,-6 15 19 0,2 2-4 0,2 0-17 15,0 1 1-15,-2 3 3 0,3 0-1 16,1 3 24-16,-3 1-14 0,-2 5-12 0,0 1 14 16,-8 0-3-16,7 0-15 0,0 0-2 0,-7 0 16 15,18 9-3-15,-15-4 14 0,4 7-8 0,2-4-8 16,-2 5 4-16,-4-3 3 0,0 0 16 16,-1-2-25-16,-1 1 10 0,-1-2 5 0,0-7-5 15,0 8-16-15,0-3 16 0,0 2 10 16,0-1 5-16,0-6-21 0,-12 18-2 0,9-14 25 15,2 1-19-15,-1-2 3 0,1 1 9 0,-1-1-9 16,-2 3 18-16,4-2-24 0,-1-3 12 16,1 0 10-16,0 2-9 0,-3-1-13 0,3-1 5 15,-1 1-11-15,-1-2 28 0,2 0-32 16,0 0 15-16,6-1 3 0,-6 1 10 0,5-1-14 16,-3-2-3-16,1 2-8 0,1-1 29 0,1 0-8 15,-1 2-13-15,-1-3 6 0,2 3 7 0,0-1-17 16,1 1-3-16,0 1 12 0,-6-1 3 0,0 0-13 15,9 0 19-15,13 11-14 0,-14-5 0 16,5 1-4-16,-7 1 6 0,-1-4-2 0,-1 1-5 16,0 0 4-16,-3 1 20 0,0 0 0 15,-1-1 9-15,4-1 5 0,-4-4 3 0,0 12 22 16,-14 16-15-16,7-18-13 0,-3 2 28 0,-1 1 19 16,-2-5-6-16,-2 3-15 0,2 0-31 0,-4-4 4 15,2 4-8-15,-1-5 28 0,3-1-10 16,5-1-15-16,-2-1 12 0,3-3 10 0,1 0-22 15,0 0-33-15,0 0 8 0,2 0-55 16,4 0-6-16,0 0-28 0,0 0-36 0,-14-11-48 16,10 8 15-16,-1-9-244 0,2 2-5 0,0 3 14 15,0-1 26-15,-2 4 24 0,1 1 19 16,2 1-35-16</inkml:trace>
  <inkml:trace contextRef="#ctx0" brushRef="#br0" timeOffset="35124.31">5357 4480 449 0,'0'0'230'0,"-14"0"-6"16,14-14-30-16,-23-3-21 0,19 14-10 0,-3 0-16 15,1 3-21-15,-1 0-8 0,7 0-28 16,-7 0-2-16,7 0 8 0,-30 12-10 16,12-6 1-16,6 1-37 0,-2 3 15 0,0 1-7 15,3 4 3-15,3-1-17 0,-1 1 0 0,1 1 6 16,1-2-21-16,2 0 18 0,0 2-20 15,3-3 9-15,2-1 3 0,0 0-15 0,0-12 13 16,0 12-14-16,13 19 2 0,-4-18-14 16,1 1 9-16,2-1-9 0,6-4 12 15,1 3-14-15,3-5 4 0,2-5 2 0,1 1-4 0,2 0-9 16,-1-3 6-16,-13 0-4 0,8 0-8 16,0 0 22-16,22-13-5 0,-25 11-9 15,-3-2 22-15,-1 1-26 0,-5 0 14 0,0 0 1 16,-3 2 11-16,1 1 14 0,-2-3 20 0,-2 3 18 15,1 0-27-15,-2 0 28 0,1-1-16 0,-1 1-7 16,1 0-4-16,0 0 5 0,-1 0-22 0,-2 0 17 16,0 0 0-16,0 0-7 0,0 0-16 15,0 0-3-15,0 0 9 0,8 0-19 0,-8 0-21 16,0 0-22-16,0 0-43 0,0 0-16 16,0 0-27-16,7 0-26 0,-7 1 14 0,-2-1-133 15,-1 3-139-15,1-2-36 0,-2 0 31 0,0 1 34 16,0-1 29-16,0 2 4 0,0-1 32 15,1 2 4-15</inkml:trace>
  <inkml:trace contextRef="#ctx0" brushRef="#br0" timeOffset="36983.626">1653 7536 477 0,'0'0'262'15,"0"0"-18"-15,-17 0-24 0,17 0-29 0,0-12-21 16,0 12-29-16,0 0 1 0,-12 0-18 0,-3-17-16 16,12 17-10-16,3 0-22 0,-2-3 9 15,0 3-24-15,0 3 3 0,2-3-14 0,-1 1-4 16,0 3-7-16,1 3 5 0,1 1 3 15,-1-2-12-15,3 14 7 0,-3-10 0 0,0 5-18 16,0 2-5-16,0-2-1 0,0-1-1 0,7 9 4 16,-4-13 0-16,-3-10-4 0,0 7-12 15,0-1 16-15,0-6-18 0,0 7 7 0,0-7-2 16,0 9-8-16,0-9 23 0,0 7 5 16,0-7 7-16,0 7 21 0,0-7 1 0,0 0-25 15,0 0 1-15,5 8-8 0,-7-13 10 0,0 2-1 16,-2-4-14-16,3 0 22 0,-2-5-19 15,-2-4-17-15,0 1 5 0,2-3 13 0,2 1-6 16,-1 4-5-16,0 1 0 0,2 4 1 0,0 8-25 16,0-8 42-16,0-1-37 0,0 1-2 15,0 3 5-15,0-4-5 0,12-10-2 0,-5 5 4 16,1 3 10-16,-1 4-9 0,-4-3 18 0,3 2 10 16,-3 2-25-16,3 5-14 0,-1-1 1 0,0-2 8 15,0 3 5-15,0 1 3 0,0 0 13 16,-5 0-26-16,0 0 21 0,28 12-26 0,-14-6 19 15,0 1-11-15,0 3-8 0,-3 2 23 16,1 0-17-16,-1 3 10 0,0-2 9 0,-4-3 3 16,1 3-24-16,-1 1 15 0,1-1-10 0,-3 1-7 15,-3-2 33-15,3 3-27 0,-2-3 10 16,-3-4-14-16,0 1 12 0,0-2 11 0,0 0-14 16,0-7 15-16,0 0-9 0,-12 26 11 15,5-16 9-15,-2 1 4 0,-3 0 16 0,1-1 1 16,-2-3-15-16,0 2 14 0,0-1-22 0,2-3-6 15,2-1 16-15,1-1-3 0,-1 0 18 16,2-1-18-16,2 0-8 0,-3-1-3 0,5 2-8 16,-3-3 3-16,2 1 5 0,0-1-37 0,1 0-8 15,-1 0-9-15,4 0-33 0,0 0-54 16,0 0-46-16,0 0 16 0,-8-8-108 0,9 4-110 16,6-7 29-16,2 1 25 0,3-5-41 15,1 5 25-15,4-2 21 0,3-1 23 0,1 1 8 16</inkml:trace>
  <inkml:trace contextRef="#ctx0" brushRef="#br0" timeOffset="38389.835">5201 7154 298 0,'0'0'96'16,"0"0"-13"-16,14 0-11 0,-14 0-9 0,0 0 41 15,0 0-11-15,0 0 5 0,0 0-43 16,0 0 29-16,0 0 10 0,0 0 16 0,0 14-41 15,0-14 25-15,0 0-35 0,0 0 20 0,0 0 13 16,0 0 8-16,21 27 2 0,-24-27-20 16,-1 4 14-16,-8 7-36 0,0-4-2 0,0 0 24 15,-2-3-6-15,6 0-2 0,0 0-13 0,-5 6 2 16,0-3 9-16,-2-2-16 0,6 0-2 16,-8-1 4-16,7-1-24 0,2 1 22 0,1-1-16 15,0-1-2-15,2 1-18 0,0 0 19 0,-1-2-11 16,2 1 15-16,-1-1-24 0,2 2-6 15,0-1-4-15,-1-2 10 0,2 1 0 0,-2 0-2 16,3 2 8-16,-1-3-12 0,-1 0 2 0,0 3 2 16,2-3-12-16,-3 2-4 0,4 1-6 15,-2 0 6-15,-1-2-6 0,2 2 16 0,-2 1 6 16,2-1-29-16,-1-1 19 0,2 3-11 16,-2-2 17-16,0 1-7 0,2 1-15 0,0 0 7 15,-1 1 0-15,-3-3-10 0,4 4 13 0,0-1-2 16,0 1 14-16,0 1-16 0,0 2 1 15,0 1 12-15,0 1 1 0,0 0-17 0,0 3 10 16,0 1-13-16,0 1 10 0,0-2-6 16,11 19 12-16,-8-23 0 0,-2 0-9 0,0-3 0 15,-1 0 2-15,0 0 12 0,2-2-10 16,-1 0-5-16,1-3 3 0,-2 2 26 0,4-1-4 16,-3 1-18-16,-1-2-1 0,0 1 18 15,4-2-32-15,-2 1 16 0,0 1-9 0,-1-2 4 16,5-1 22-16,-5 1-7 0,4 1-13 0,1-2-8 15,-1 0 5-15,1-1-2 0,0 0 32 16,0 0-12-16,-6 0-26 0,9 0 3 0,4 0 2 16,4 0 2-16,-3 0 12 0,-1 0-13 15,5 0 5-15,-3 0 11 0,11-11-21 0,-16 8 6 16,-1 3-4-16,0-1 28 0,-1-1-32 16,8 0 10-16,2-2-2 0,-6 1-9 0,5 0 14 15,-5 1-2-15,-1-1 10 0,1-1-14 16,-6 2 12-16,2-1-17 0,-2 0 4 0,0 1-3 15,0 0 34-15,-1 1-35 0,1-3 30 0,-1 1-28 16,0 1-2-16,-1-1 0 0,1 1 8 16,0 0-1-16,1-2 24 0,-3 3-4 0,4-2-24 15,-4 1 0-15,3 0 10 0,-4 1-17 16,1-1 4-16,1 1-15 0,-2 0-5 0,0 0-22 16,0-3-11-16,-1 4-16 0,1-1-23 0,-2-1 7 15,0 2-45-15,0 0 12 0,-4 0-105 0,1-1-30 16,-2 0-110-16,4-2 20 0,-4 2 25 15,-1-2 16-15,-2 3 50 0</inkml:trace>
  <inkml:trace contextRef="#ctx0" brushRef="#br0" timeOffset="38842.947">5035 7486 581 0,'-2'1'170'0,"-1"-1"-30"0,2 0-13 16,1 0-52-16,-4 0 43 0,2 0-53 0,-1 1 1 15,1 1 32-15,1-2-1 0,2 0-35 0,-2-3 29 16,1 3-45-16,3-1 39 0,-3 0-41 0,3-2-14 16,1 0-12-16,-1 2 29 0,3-2 2 15,-1 3-18-15,2-4-4 0,8-2 5 16,-1 2-5-16,-1-3-9 0,0 5 10 0,0-5-14 15,1 1 23-15,-6 3-8 0,2 0-21 0,-4-2-1 16,3 4-1-16,-4-1 4 0,9-6 2 16,-1 6-9-16,-7-2 4 0,2 3 4 15,-2-1 10-15,-1 1-35 0,0-2-21 0,-1 3 3 16,0 0-85-16,-3 0-84 0,1-1-165 0,-2 1 34 16,0 0 25-16,-3 0 12 0,-2 1-52 0</inkml:trace>
  <inkml:trace contextRef="#ctx0" brushRef="#br0" timeOffset="47420.829">1605 7216 323 0,'0'0'226'0,"0"0"-60"0,0 0-1 15,0 0 8-15,0 0-39 0,0 0-27 16,0 0 11-16,0 0-15 0,0 0 11 0,0 0 7 16,0 0-9-16,0 0 8 0,0 0-11 0,0 0-2 15,0 0-12-15,0 0 8 0,0 0-4 16,0 0 17-16,0 0-11 0,0 0-21 0,0 0 14 15,0 0-6-15,-13 0-27 0,13 0-7 16,0 0-17-16,0 0 24 0,0 0-1 0,0 0 0 16,-16 0-20-16,16 0 12 0,-19 3-21 15,16-3 10-15,-3 1 43 0,2-1-56 0,0 1 20 16,0-1 2-16,-2 0-20 0,1 0-19 16,0 3 26-16,-2-3 2 0,2 0 3 0,-3 3-28 15,3-3-3-15,-1 0-2 0,0 0 19 0,-3 0-4 16,9 0 17-16,-13 0-5 0,-2 0-25 15,0 0 9-15,0 0 0 0,1 0-3 0,1 0 16 16,2 0-5-16,2 0-3 0,-1 0-3 16,1 0-5-16,1 0 10 0,-1 0-3 0,-2 0-8 15,-6 0 3-15,5 0 9 0,-12-8-6 0,15 5 0 16,1 3-18-16,0-3 22 0,-8 0-14 16,1-5-20-16,-1 5 35 0,3-1 2 0,-2-1-31 15,5 2 23-15,-3 1-4 0,4-2-6 0,0 2-1 16,-8-3 3-16,1-1-22 0,2 2 37 0,-3-2-14 15,1 0-2-15,-2 0 9 0,2-1-17 16,0 0 12-16,2 0-4 0,-4 0 8 0,3 4-11 16,0-3 27-16,0 0-31 0,-1-4 15 0,0 3-6 15,2 0-9-15,0 2 4 0,-1-2 5 16,0-3-22-16,-3 5 17 0,5-2-8 0,-6-1 14 16,2-2-1-16,2 3 10 0,-1-2-13 0,1 4-2 15,-2-5-19-15,3 0 20 0,0 1 2 16,-1-3-19-16,3 1 2 0,-3 2 18 0,1-2-14 15,-1-2 10-15,-1 4-11 0,1-3 16 16,2-1-21-16,-1 1 0 0,1 1 12 0,1 0-17 16,-2 0 11-16,2-2 16 0,-2 4-19 0,3-6 4 15,-2 4-4-15,0 1-4 0,3 0-5 16,-2 0 22-16,2-4-4 0,-2 4-1 0,2-2 7 16,0 3-29-16,0 1 23 0,-3-3-5 0,3 2 5 15,-4-3-20-15,4 0 18 0,-1 2-2 16,1 1 1-16,0-1-1 0,1 0 6 0,-1 0-10 15,0-4-17-15,3 5 20 0,-4-1-22 16,3 0 24-16,-1-4 7 0,4 6-16 0,-5-4-3 16,2 0-2-16,-1 3 2 0,0-5 3 0,0 2 1 15,4 4-13-15,-3-7 11 0,2 3 13 0,-2 2-23 16,0-4 12-16,2 0 3 0,0 4 8 16,-3-4-4-16,6-1-8 0,-4 3 20 0,0-3-28 15,1 1 17-15,-2 1-1 0,2 0-10 0,-2 1 1 16,4 1 13-16,-1 1-2 0,3 2-22 15,-3 0 14-15,-4-4-8 0,6 2 17 0,0 2-8 16,-2-7-5-16,0 1 19 0,-4 2-9 0,6 1-16 16,-1-4-7-16,-4 0 21 0,4 1 3 15,-2-1 1-15,5 3-1 0,-6-4 1 0,5 3 4 16,-1-3-27-16,-2 1 20 0,2 0-7 0,-2 6 2 16,1-3 5-16,3 4 0 0,0 0-7 15,-2 0-8-15,2 3 1 0,0-3-9 0,-2 2 17 16,3 2 12-16,-1-3-10 0,1 2-15 0,-3-1 21 15,3 0-9-15,-6-11 15 0,6 8-16 16,-3-3 8-16,2 4 2 0,-2 0-9 0,2 2 15 16,0-2-9-16,-2 2 2 0,2 0-3 0,1-1-11 15,-2-9-8-15,-1 1 5 0,-1 0 21 16,3 5-9-16,1 2-5 0,-1-3-3 0,-1 6 15 16,1-4-24-16,1 9 20 0,0-6 4 15,0-1 6-15,0 0-19 0,0 0 12 16,0-3-20-16,0-3 16 0,0 0-9 0,0 1-13 15,0 4 30-15,0-1 7 0,0-3-18 0,0-3 12 16,0 2-32-16,0 0 24 0,0 1-17 0,0-2 13 16,0-1 8-16,0 2-2 0,0 1-9 15,0-4 4-15,0 2-7 0,0 1-10 0,0-4 20 16,0 2-4-16,0 3-6 0,9-17 13 16,-9 17-7-16,3 1 1 0,-2 0-17 0,0 1 7 15,-1 1 4-15,4-6 8 0,-4 6-19 0,0 0 7 16,0-3 4-16,0-2-4 0,0-2 10 15,0-1-3-15,11-17-22 0,-7 17 23 0,-4 0-3 16,7 0 5-16,-5 0-14 0,2 2 15 0,1-1-2 16,-1 1-3-16,-3-2 3 0,3 0 9 15,-1 3-22-15,-1 4 17 0,0 0-3 0,0-6 15 16,2 6-21-16,-1-8 0 0,1 2-9 16,-4 2 31-16,4 4-18 0,0-5-19 15,0 6 13-15,-1-1-16 0,-1-6 24 0,2-2 5 16,0 2-2-16,-3 2-10 0,7-2 24 0,-4-1-22 15,-2 7-4-15,3-6 11 0,-3 8-19 0,0-4 21 16,3-2-25-16,-2 3 17 0,3 0-14 16,-2 3 27-16,-3 0-7 0,6-6-7 0,-2 0 0 15,-1 5-16-15,-2-2 23 0,2 2-1 16,-2 2-5-16,1-2-10 0,2-6 16 0,0 7-15 16,1-6 1-16,0 0-13 0,0 0 33 15,-1 2-7-15,0-1-9 0,2 0 22 0,-2 2-14 16,4-4 4-16,-5 3-11 0,2 0 11 0,2-1-13 15,-3 4 6-15,3-5-9 0,-1-1-6 16,1 3-8-16,-3-7 32 0,4 7-5 0,-5-1 0 16,6 1 4-16,-2-2 7 0,-1 2-15 0,-3 0-21 15,5 1 20-15,-4 2-6 0,1 0 1 16,0 1 15-16,0-3-12 0,-1 1-1 0,-1 2 15 16,1 1 1-16,-1 2-12 0,5-11-18 15,-4 8 25-15,0-4-4 0,2 3-2 0,-2 1 0 16,0 2-10-16,3-7-6 0,-3 6 14 0,2-5 4 15,1 2 7-15,0-2 0 0,1 0-1 16,-2 3-11-16,0-5 12 0,0 4-1 0,2-2-13 16,-2-1 0-16,2 1-8 0,-2 2-11 15,1 0 3-15,-3 2 2 0,3-2 17 0,-1 1 0 16,-3 2 0-16,1 0 15 0,1 1-17 0,-3 2-1 16,7-6-8-16,-3 2 8 0,-2 1-7 15,0 0 2-15,0 2 13 0,-1 1 8 0,1 2-14 16,-1-4-6-16,-1 4 9 0,0-2 0 15,1 1 0-15,9-5 6 0,-3-1-1 0,-1 2-34 16,-1 0 12-16,-2 0 3 0,-1 3 14 16,2 0 20-16,-2 0-18 0,6-5 3 0,-5 2 3 15,0 1-9-15,4-4 0 0,0 1-1 0,-5 3 1 16,6-3-17-16,-2 1 4 0,-3 1-5 0,4-1 3 16,1 2 2-16,1-3 1 0,-1-1 31 15,1 1-8-15,-1 0 8 0,-2 2-2 0,1-2-37 16,0 2 16-16,-5 2 1 0,4-2 10 0,-2 4 0 15,0-3-7-15,2 0 0 0,4-2 0 16,-7 1-13-16,4-1 17 0,2 1-8 0,-2 0 5 16,-3 2 0-16,0 1 1 0,0-2-6 0,0 3 5 15,-2-1 1-15,7-3 25 0,-2-2 0 16,2 3-31-16,-1 0 1 0,1-2 1 0,-1 1-2 16,-2 0 7-16,0 4 0 0,-1 1-1 0,-1-1 1 15,5-4 18-15,-2 4 0 0,2-4-2 0,2 0-3 16,-4 3 0-16,4 0-37 0,-3 0 4 15,-2-1 1-15,4-2 3 0,-3 2 1 0,2-4 3 16,-2 6 6-16,-2 0-26 0,0 1 15 16,1-2-8-16,-2 1 15 0,-2 1 2 0,0-1 0 15,1 0 1-15,10-1-1 0,-4-1-6 0,3-1 20 16,-4 0-5-16,4 1-20 0,-4 1 11 16,3-3 9-16,3 1 2 0,-3 0-15 0,1-2 2 15,-3 5-1-15,-4 0 22 0,9-1-32 0,-4-1 30 16,-2 2 10-16,0-1-18 0,4-2 5 15,-3 4 12-15,-6 0-37 0,5-1 7 0,-2 2-13 16,-1-3 22-16,-1 3-7 0,0-2 17 0,10 0-29 16,0 1 22-16,-1-3 20 0,3 1-25 15,-7 1-19-15,0 0 23 0,5-2-3 0,-3 3-3 16,2-3-7-16,1 3 24 0,-3-3-7 0,6 1-6 16,-7 1 30-16,0-1-16 0,4 1-12 0,1-5-5 15,0 6 5-15,0-1 1 0,-2 1 23 16,-2-1-35-16,4-4 8 0,-5 7-2 0,6-4-10 15,-7 3 20-15,-2 1 18 0,3-2-25 16,2 0-19-16,-7 2 22 0,1 0 17 0,4 0-1 16,2 0-2-16,0 0-6 0,-1 0-8 0,-2 0 16 15,2 0-43-15,-1 0 32 0,3-6-8 0,19-3 10 16,-22 7-8-16,4-1-3 0,-1 1 11 16,-4 2-15-16,-1-2 4 0,8-1-3 0,-5 0 3 15,1 2-7-15,-3-2 5 0,-2 3 18 16,0-4 8-16,-10 4-45 0,16 0-1 0,-1 0 24 15,-2 0 2-15,-1 0 5 0,-2 0-9 0,20-9-7 16,-16 7 8-16,-14 2-10 0,10 0 0 0,-1 0 26 16,0 0-13-16,0 0-15 0,0 0 13 15,4 0 11-15,2 0-7 0,3 0 8 16,-1 0-15-16,-4 0 17 0,1 0 1 0,-4 0-13 16,0 0-4-16,0 0 27 0,1 0-17 0,4 0-11 15,-2 0 0-15,-3 0-1 0,1 0 7 16,-2 0 27-16,1 0-41 0,-3 0 3 0,1 0 1 15,3 0 36-15,15 8-27 0,-17-7 2 0,3 1-2 16,-5-2 5-16,2 0-5 0,1 1-3 16,-4 2-9-16,1-3-5 0,8 7-3 0,-2-5 21 15,-4-2 6-15,5 8-12 0,-1-6-3 16,-2 2 2-16,-3-1 1 0,0-3-18 0,-1 3 33 16,1 0-14-16,-3-1 11 0,1-1-3 15,1 2-28-15,-1-2 47 0,11 6-16 0,-7-3 0 16,0-3-13-16,-2 2 0 0,8 0 34 0,-5 0-13 15,-3-1-7-15,-2 3-22 0,2-2 2 0,-1-2-9 16,0 3 14-16,-3-3 15 0,1 2-14 0,-1-2 8 16,3 2-2-16,-3-1-6 0,1 0-6 15,0 0 37-15,0-1-32 0,1 1 1 0,0 2 4 16,-3-1-4-16,3-2 13 0,-2 3 4 16,1-1-35-16,-1-1 13 0,-1 2-3 0,4-1 11 15,-3-1 27-15,7 5-29 0,-3 0-5 0,-2-2-14 16,-2 0 21-16,1 0 37 0,-2-2-28 15,2 1 2-15,0-1-13 0,-2 0 0 0,0 1 24 16,0-1-28-16,1 0 1 0,-3 0 2 0,4-1 12 16,-2 1-19-16,-2 1 11 0,2-2-4 15,-1 0 10-15,0 1-16 0,0 0 6 0,2 1 2 16,-2-1-6-16,1-2 16 0,-3 3-1 0,5-3-9 16,-4 2-3-16,0 0-15 0,1 0 18 15,-2 0 13-15,4-2-9 0,-3 1 11 0,1 0-13 16,0 1 0-16,-1 0 12 0,-1-1-3 0,3 0-17 15,-2 0 3-15,3 1-15 0,-4-1 16 16,1-1 7-16,0 1 12 0,0 1-15 0,1-1-5 16,-1 0 19-16,-1 0-16 0,1 1 8 15,1-2-12-15,-1 1-2 0,0 0 8 0,-1 0 5 16,0 1-6-16,0 0-15 0,1-2 16 0,1 2-14 16,-1 0 16-16,-1-2 21 0,0 2-26 0,3-2 40 15,-3 0-30-15,0-1-10 0,0 0 14 16,0 0 0-16,0 0-17 0,0 0 0 0,0 0 7 15,0 8 14-15,0-8 11 0,0 0-32 16,0 0 38-16,0 6-1 0,0-6-43 0,0 0 6 16,0 0 10-16,0 0 3 0,11 13-11 0,-11-12 29 15,0-1-53-15,0 1 13 0,0 0 24 0,0 1-12 16,0-2-19-16,0 0 26 0,0 0-8 16,0 2 10-16,0-2 20 0,0 0-36 0,0 0 7 15,0 0 0-15,0 0 7 0,0 0 32 0,0 0-34 16,0 0-3-16,0 0-6 0,0 3 9 15,0-3 0-15,0 0-28 0,0 2 23 0,0-4 11 16,0 4-11-16,2-4 8 0,-2 2-9 0,-1 0 13 16,1 2-1-16,0-4-18 0,0 2 3 15,1 4 13-15,-1-6-20 0,0 4 16 0,0-2-2 16,0 0-21-16,0 0 58 0,0 0-31 16,0 0 29-16,0-2-40 0,2 0 8 0,-2 2-12 15,0 0 5-15,-2 0-2 0,2 0-3 0,2 0-15 16,-2 0-34-16,0 0-8 0,0-2-17 15,0 1-28-15,-2-1-56 0,2 2 16 0,0-3-127 16,0 1-154-16,0-5 43 0,2 3 5 16,-4-14 27-16,2 11 25 0,0-7 17 0,0-4 32 15</inkml:trace>
  <inkml:trace contextRef="#ctx0" brushRef="#br0" timeOffset="65482.798">8029 5282 310 0,'0'0'73'0,"0"0"30"15,0 0-50-15,0 0 6 0,0 0-7 0,0 0-41 16,0 0 26-16,0 0 9 0,0 0-1 16,0 0-33-16,0 0 21 0,0 0 3 0,0 0 11 15,0 0-5-15,0 0 35 0,0 0 2 0,0 0-19 16,0-12-9-16,0 12-11 0,0 0-5 16,0 0-3-16,0 0 32 0,0 0-50 0,0 0 39 15,0 0-36-15,0 0 17 0,0 0 15 16,0 0 8-16,0 0-4 0,0 0-24 0,0 0 18 15,0 0-11-15,0 0 13 0,0 0 1 0,0 0 13 16,0 0-30-16,0 0-9 0,0 0 11 0,0 0-6 16,0 0 5-16,0 0-12 0,0 0 5 15,0 0-2-15,0 0 9 0,0 0 10 0,0 0-12 16,0 0 2-16,0 0-3 0,0 0 7 16,0-14-11-16,0 14 22 0,0 0-10 0,0 0-11 15,0 0 10-15,0 0-22 0,0 0 15 16,15-20 19-16,-15 18-20 0,-2 2 4 0,2-1-6 15,2 1 3-15,-2-3-16 0,0 3 14 16,-2 0-3-16,2-1-9 0,-1 1-1 0,1-1 10 16,0 1-6-16,0-3 22 0,0 3-4 0,0 0-11 15,0-2 0-15,0 2-10 0,0 2 3 16,0-2-3-16,0 0 4 0,0 0-12 0,0 0 1 16,0 0 18-16,-1 0-17 0,2 3-4 15,-2-3 19-15,1 0-33 0,0 1 1 0,1 0 8 16,-2-1-5-16,2 0-10 0,-2 0 14 15,1 2-11-15,-1 0 10 0,2 0-5 0,-1 0-1 16,-1 2 25-16,2 1-10 0,-1-2-15 0,0 4 5 16,0 0-5-16,0 0 1 0,0-7 14 15,0 13-8-15,0 1 13 0,0 3-6 0,0-1 6 16,0 2-10-16,0-1-3 0,0 0-9 16,0 2 14-16,0-2-9 0,0 0-10 0,0-3 15 15,0 6-3-15,0-2 6 0,0-2-3 16,0 1-4-16,0 0 9 0,0 2 2 0,0 1 3 15,-9 18-14-15,7-17-5 0,-1-3 4 0,3 0-1 16,-3 2 10-16,3-10 0 0,0 1-10 0,0 5 26 16,0 1-22-16,0 1-4 0,0 0 2 15,0-1 5-15,-11 17 18 0,8-15-24 0,3-2 5 16,-2-5 7-16,2 2-13 0,0-14 16 16,0 12 4-16,0 2 5 0,0-1-24 0,0-1 9 15,0 0-4-15,0-3-3 0,0 2 20 0,0-3-22 16,0-1 4-16,0 2-5 0,0 3 14 15,0 3-3-15,-9 13 2 0,9-17 9 0,0-11-14 16,0 11 1-16,0-3-3 0,0 1 10 0,0-2 14 16,0-1-22-16,0 1 1 0,0-2 5 15,0 2-2-15,0-2 18 0,0 2-19 0,0-1-1 16,0 1 24-16,0-1-11 0,0-6-19 16,0 8 2-16,0-1 4 0,0-1 14 0,0 0-19 15,0-6-1-15,0 9 0 0,0-2-9 0,0-2 8 16,0-5-11-16,0 8 11 0,0-1 0 15,0 0 8-15,0-7-4 0,0 7 3 0,0 1 22 16,0-8-13-16,0 7-9 0,0-2-3 16,0-5 30-16,0 7-31 0,0-7 18 0,0 8-7 15,0-8 18-15,0 7-32 0,0-7 0 0,0 9 32 16,0-1-39-16,0-8 14 0,0 5-9 16,0-5 34-16,0 7-49 0,0 0 15 0,0-7 1 15,0 7 12-15,0-7-4 0,0 8-12 16,0-1 4-16,0-7 31 0,0 8-36 0,0 0 2 15,0-4 39-15,0-4-30 0,0 9 8 0,6 3-17 16,-4-7 3-16,-2-1 30 0,0 0-30 0,1 1 32 16,-1-1-27-16,0 1-9 0,0 0 21 0,1-1 0 15,-1 2-2-15,0-2-11 0,0 1-9 16,1-2 10-16,-1 3 30 0,0-1-17 16,0-1-18-16,0 3 4 0,0-3 0 0,0-4 13 15,0 0-12-15,0 5 13 0,0-5-3 0,0 8-11 16,0-8 13-16,0 8-2 0,0-8-5 0,0 8-11 15,0-8 38-15,0 8-11 0,0-8-30 16,0 8 1-16,0-8 38 0,0 6-48 0,0-6-6 16,0 6 23-16,0-6-19 0,0 6 38 0,0-6-6 15,0 0 16-15,0 8-3 0,0-8-3 16,0 0-18-16,0 6-2 0,0-6 9 0,0 0 1 16,0 0-4-16,0 0-1 0,0 7 0 0,0-7-1 15,0 0 12-15,0 0 28 0,0 0 0 16,0 0-2-16,0 0 9 0,0 5-21 15,0-5 2-15,3 7-27 0,-3-7 9 0,0 1 23 16,0-1-24-16,0 0 1 0,0 0 22 0,0 0-21 16,0 0 2-16,0 0-16 0,0-1 24 0,0-1-28 15,0 1 1-15,0-2-75 0,5 1-40 16,-5 0-67-16,2-2-59 0,-2 1 21 0,3-1-227 16,0 0-38-16,1 0 47 0,3-8 35 15,1 0 5-15,-1 0 76 0,5 0 0 0,-3 1 21 16,8-5 23-16</inkml:trace>
  <inkml:trace contextRef="#ctx0" brushRef="#br0" timeOffset="67873.356">12383 5329 431 0,'0'0'146'0,"0"0"0"0,0-13-56 0,0 13-10 15,0 0-10-15,0 0 9 0,-16-25 57 0,16 22-36 16,0-2 0-16,0 3-35 0,0-4 21 16,0 2 9-16,0 2-5 0,0-3-13 0,0 5-14 15,0 0-6-15,0-5 3 0,0 5-22 0,0-9 22 16,0 9-8-16,0-8 15 0,0 8-5 0,0-5-5 15,0 5-1-15,0-8-1 0,0 8-1 16,0-7 6-16,0 7-9 0,0-6 3 16,0 6-9-16,0 0 0 0,0-8-6 0,0 8 7 15,0 0-12-15,0-7-11 0,0 7 19 0,0 0-14 16,0 0 3-16,0-5 12 0,0 5-8 0,0 0 0 16,0 0-21-16,0 0-8 0,0-7-4 15,0 7 1-15,0 0 23 0,0 0-17 0,0 0 12 16,0 0 0-16,0 0-21 0,0 0 2 15,0 0 11-15,0 0-26 0,0 0 13 0,0-5-3 16,0 5 11-16,-3-7-8 0,3 7-4 0,-1 0-7 16,1 0 15-16,1 2-13 0,-1-2 1 15,0 2 3-15,0-1 3 0,0 1 11 16,0 2-14-16,0-1-9 0,0 2 20 0,0-2 1 16,2 4-8-16,-2-2 8 0,1 0-14 0,-1 1 1 15,0 2 2-15,0 4 4 0,0 2 5 16,9 18-16-16,-6-16 12 0,-1 0 10 0,1 1-11 15,-1-1-8-15,2-1 0 0,-1 2 13 0,-3 2 5 16,1-2-5-16,3 0-6 0,0 0 17 16,-2 0-25-16,-2-2 1 0,1-3 3 0,2 5-7 15,1-1 10-15,-4-10 1 0,0 3-3 16,0 5 1-16,0-1-2 0,0 1 7 0,0-2-2 16,0 3 7-16,0-1 10 0,11 18-17 0,-6-18-2 15,-5-1 17-15,4 3-9 0,-2-4-3 16,-2 0 6-16,0-12-14 0,0 14-3 15,0-2 4-15,0 2 17 0,0 0-10 0,0-2-8 16,0-1 21-16,0-3-15 0,0 2-2 0,0-2 13 16,0 0-10-16,0-1 5 0,0 1-12 0,0 4 10 15,0 0 1-15,0 1-6 0,0-1 13 0,0-2 14 16,0-1-21-16,0 1-9 0,0 3 0 16,0 3 6-16,0-3 7 0,0-1 9 0,0-2 1 15,0 1-22-15,0 3 7 0,0-2 1 16,0-2 10-16,0 0-25 0,0 1 9 0,0-4 25 15,0 1 4-15,0-1-24 0,0-1-6 16,0 1 17-16,0-1-20 0,0 0 5 0,0 0 0 16,0 1 25-16,0-1-6 0,0 1-28 15,0-2 6-15,0 2-4 0,0-2 18 0,0 2-1 16,0-1-13-16,0 1 5 0,0-7-6 0,0 9 18 16,0-1-12-16,0-3 21 0,0 2-32 15,0-2 6-15,0-5 17 0,0 9 6 0,0-4-31 16,0-5 15-16,0 10-8 0,0-3 25 0,0-7-37 15,0 7 25-15,0 1-12 0,0-8 28 16,0 7-3-16,0 0-32 0,0-7 32 0,0 6-13 16,0-6-3-16,0 8 5 0,0-1-5 0,0-7 10 15,0 6-16-15,0-6 36 0,0 8-30 0,0-8 12 16,0 7 11-16,0-7-28 0,0 8-15 16,0-8 21-16,0 7 19 0,0-7-5 15,0 8-22-15,0-8 2 0,0 5-11 0,0-5 49 16,0 7-42-16,0-7 5 0,0 8 13 0,0-8 2 15,0 6-18-15,0-6 3 0,6 6 0 16,-6-6 1-16,0 0 4 0,0 7-1 0,0-7 1 16,0 7-15-16,0-7 11 0,0 6-9 0,0-6 17 15,0 0-5-15,0 9 14 0,0-9-4 16,0 5-4-16,0-5-9 0,0 7-22 0,0-7 22 16,0 7 16-16,0-7-20 0,0 0-6 0,0 7 12 15,0-7-16-15,0 0 22 0,0 7-16 0,0-7 29 16,0 6-23-16,0-6 14 0,0 0-24 15,0 6-5-15,0-6 12 0,0 0-7 16,0 6 18-16,0-6-28 0,0 0 4 0,0 8 3 16,0-8 43-16,0 0 3 0,0 6-27 0,0-6-17 15,0 0 0-15,0 5 43 0,0-5-23 16,0 0-19-16,0 0 5 0,0 6 13 0,0-6 1 16,0 0-20-16,0 8 8 0,0-8-6 0,0 6-2 15,0-6 3-15,0 0-17 0,0 7 50 16,0-7-31-16,0 7 6 0,0-7-21 0,0 7-1 15,0 0 16-15,0-7 1 0,0 5 6 0,0 2-15 16,0-2 23-16,0-5 4 0,0 8-20 16,0-1 10-16,0-7-9 0,0 7-16 0,0-7 25 15,7 8 30-15,-7-8-35 0,0 7 9 16,0 0-19-16,0-7 14 0,0 5 1 0,0-5-23 16,0 10 16-16,0-10 35 0,0 7-4 0,0-7-40 15,0 8 3-15,0-8 20 0,0 6-37 0,0-6 22 16,0 8-3-16,0-8-4 0,0 7 10 15,0-7-5-15,0 6 5 0,7-6 18 0,-7 6-13 16,0-6-11-16,0 0-1 0,0 7-11 16,0-7 15-16,0 0 19 0,0 7-21 0,0-7 11 15,0 0-14-15,0 7 35 0,0-7-30 0,0 0-2 16,0 6 39-16,0-6-40 0,0 0-6 16,0 0 48-16,0 7-19 0,0-7-8 0,0 0 12 15,12 7-4-15,-12-6-23 0,-2 0 27 0,1 1 0 16,1-2-3-16,-1 1 3 0,1-1-2 15,0 0 2-15,0 2-1 0,2-2-2 0,-2 1-2 16,0-1 17-16,-1-1-8 0,1 2 2 0,0-1 1 16,0 0-3-16,0 0-3 0,0 0 0 15,0 0 2-15,0 0-2 0,0-1-87 0,0-2 1 16,-1 0-74-16,1 0-41 0,0-2-54 0,0 2 20 16,0-4-262-16,0 0 33 0,1-10 59 15,-1 10 28-15,0-4 23 0,0-4 27 0,0-3-3 16,0 2-7-16,0 0-14 0</inkml:trace>
  <inkml:trace contextRef="#ctx0" brushRef="#br0" timeOffset="70045.172">8045 6619 304 0,'0'0'79'0,"0"0"40"0,0 0-16 0,0 0 20 0,0 0-33 16,0 0-1-16,0 0-10 0,0 0-44 16,0 0-14-16,0 0-3 0,0 0 63 0,0 0-40 15,0 0 19-15,0 0-6 0,0 0-5 16,0 0-9-16,0 0-4 0,0 0 3 0,0 0 9 16,0 0-23-16,0 0-15 0,0 0 12 0,0 0-3 15,-1 9-1-15,6-7 11 0,-3 2-6 16,4 0-4-16,7 3 22 0,-5 1-20 0,-3-2-9 15,4-2-6-15,-5 0 2 0,9 6 22 0,-5-5-3 16,-2 2-13-16,-1-2 32 0,0 1-38 0,2-3 11 16,-4 1 20-16,7 5-32 0,0-2 0 15,-3-2 12-15,-2 2-29 0,2-2 28 16,-1 0-10-16,-1-2-27 0,8 6 16 0,-3 1 18 16,3-2-4-16,-3 0 8 0,-1-2-29 0,0 2 20 15,4-1 21-15,0 2-12 0,0 1-25 0,-2-2 19 16,3-1 1-16,-5-1 4 0,1 3 10 15,2 1-12-15,-4-4 4 0,1 0-28 0,-4-2 12 16,9 5 5-16,-1-2 10 0,0 1 7 16,-5-2-8-16,1-1-17 0,4 2 31 0,1 0-17 15,-5 1-21-15,-1-5 4 0,4 3 24 16,0 1-5-16,-1 1-18 0,-2-3 25 0,2 4-14 16,-3-5 15-16,2 2 9 0,2 2-14 0,-3-4-1 15,-1 3 12-15,4 1-3 0,0-1-21 16,0 0 2-16,-1-1-20 0,2 1 21 0,1 2 0 15,0 1-12-15,2-4-5 0,-3 2 13 0,2 2 13 16,1-5-8-16,-2 5-11 0,3-3 2 16,0 1 3-16,-1 1 15 0,1-1-13 0,-2 0 18 15,2 0-1-15,-1-2-7 0,0 2-5 0,3-3-4 16,-2 3 15-16,-2-1-10 0,3 1-5 16,-1-1 7-16,0 1-9 0,0-5 19 0,-1 5-12 15,1 1-1-15,0-1 3 0,0-1-9 0,0 3-4 16,-2-3 12-16,2 3-1 0,0 0-2 15,1-1-5-15,-2 1 5 0,2 0-12 0,0-4 12 16,3 0 6-16,-2 2-13 0,-1-1 24 16,1 1-16-16,-2-5 0 0,4 2-3 0,-1 1 11 15,-1 3-6-15,2-2 2 0,1-3 6 0,-4 3 0 16,4 0-16-16,-3-1 5 0,3-1-15 0,-3 2 16 16,2 1-13-16,-4-2 2 0,3 2 18 15,-2-1-20-15,0 0-2 0,-1 0 7 0,1 1 4 16,1-1 6-16,-1 3-9 0,2 1-5 15,-3-3 18-15,1 2-12 0,0-2-16 0,1 4 7 16,-1 0 11-16,1-3-1 0,-1 3-15 0,5-3 0 16,-5 4 19-16,-2-2-1 0,1 2-12 15,1-4-5-15,-4 3 23 0,4 0-4 0,2 1-14 16,-4-1 3-16,-5-2 5 0,2 3-14 16,1-2 0-16,5-2 5 0,-5 2-8 0,3-1 24 15,-4-2-18-15,1 3 8 0,1-2-9 0,0-2 22 16,2 2-16-16,-4 0 11 0,2-1 5 15,-2 0-21-15,-3-3 4 0,4 4 20 0,1-3-15 16,-4 1-15-16,-4 0 15 0,1-4 10 16,0 2 1-16,-2-1-16 0,0 0 1 0,-2 1-10 15,9 3 21-15,-4 0-19 0,1-1-2 16,-1-3 1-16,-3-1 9 0,1 1 2 0,0-1-1 16,-2 1-10-16,2-1 21 0,-3 0-11 15,1 0 4-15,-1-1 21 0,0 0-24 0,1 1 3 16,0-1-4-16,0 0 11 0,-1-1-17 15,1 0 14-15,-2 2 21 0,2 0-6 0,-3-1-24 16,5-1 15-16,-4 1-4 0,0-1 12 0,0-1 13 16,-1 1 2-16,2 1 6 0,-3-1 0 0,2 0 8 15,-2-1-19-15,3 0 1 0,-3 0 21 16,-1 3-34-16,2 0-10 0,0-3 10 0,-2 0 39 16,3 0-22-16,-3 1-46 0,2-1 3 15,-1 0-28-15,2 0-29 0,-3 0-46 0,0 0-52 16,0 0 15-16,0 0-239 0,4-12 31 0,4-1 27 15,-2-2 24-15,2-1 21 0,1-2-49 16,1-1 17-16,0-4 41 0,7 2 11 0</inkml:trace>
  <inkml:trace contextRef="#ctx0" brushRef="#br0" timeOffset="72154.479">12606 6757 318 0,'0'0'124'0,"0"0"-77"0,0 0-6 0,0 0-3 0,0 0 28 16,0 0-36-16,0 0 8 0,0 0-9 15,0-12 28-15,0 12-35 0,0 0 17 0,-3-17 17 16,1 16-30-16,2-2-9 0,-2 1-8 16,-1-1 7-16,0 2-25 0,0-1 9 0,1-3 47 15,2 5-5-15,-1-3-43 0,-2 1 12 0,1-1-2 16,1 0 0-16,-2 2-1 0,2-2-2 15,-2 1 21-15,3 1-2 0,-4-1-3 0,2-2-17 16,1 2-3-16,-2 1 42 0,-1-1 2 0,4-1-5 16,0 2-35-16,-2-2 0 0,0 1-1 15,1-1 4-15,1 0 0 0,-1 1 3 0,-3 0 27 16,3 1-4-16,-1-1-57 0,0 1 3 0,2-1 51 16,-4 2-3-16,4-2-1 0,0 0-13 15,-1 2-1-15,-3 0-1 0,4 0-15 0,0 0 23 16,0 0-7-16,-8 0-14 0,8 0 9 0,-8 0-3 15,2 0 20-15,-4 12-38 0,-4-4 61 16,3 0-18-16,-2-2-1 0,2 3-8 0,1-2-25 16,-1 1 37-16,2 0-33 0,-3 1 27 0,1 0 27 15,2-1-27-15,-3 4 19 0,5-5-21 0,-7 3 4 16,5 2 9-16,-3-3-8 0,2 3-15 16,-3 1 14-16,3-4 9 0,-3 4-1 0,1-3-7 15,0 3-6-15,2-1 11 0,-1 1-9 16,0-1-8-16,-5-1 22 0,9 3-9 0,-8-5-9 15,4 5 4-15,0-4 8 0,-2 0-3 0,3 2-16 16,-6-1 12-16,6 2 3 0,1-3-2 16,-2-1-7-16,3-1 6 0,-4 1-5 0,2-1-2 15,0 1 4-15,-2 0 0 0,0 2 2 16,0 0-13-16,0-1 7 0,0-1 7 0,-5 2-12 16,4 1 2-16,2-3 3 0,-4-1 4 0,1 3-9 15,1-3 23-15,0 2-22 0,0 0 12 0,-1 0-21 16,-1 2-1-16,2-1 16 0,1-3 4 0,0 2-16 15,-1 0 5-15,-1 1-7 0,1-3 4 16,4-3 4-16,-6 5-16 0,2-1 10 16,-2 1 12-16,-1-2-5 0,5 0-18 0,-2 2 3 15,3-1 9-15,-2-1 5 0,-2 1-4 0,3-1-15 16,-1 1 12-16,2-2-16 0,-1 0 6 0,-1 0 2 16,3-1 1-16,-1-1 1 0,-3 4 14 0,2-1 1 15,0-1-24-15,-3 2 12 0,2-1 10 16,4 0-15-16,-1-4 18 0,-4 5 13 15,0-3-13-15,-1 1-13 0,2 1 11 0,1-1-21 16,-3 1 3-16,0-2-1 0,-1 2 28 16,2-2-16-16,-5 0-12 0,3 3 27 0,-2-2-5 15,4 0-33-15,-6 1 38 0,4-1-26 0,-3-2 9 16,3 2-16-16,-1 1 9 0,2 1 21 16,0-1-25-16,-1-3 10 0,3-1-8 0,3 2-2 15,3 0-6-15,-3-4 37 0,4 1-31 0,-1 1 0 16,-1-3 0-16,-7 9-4 0,3-4 9 15,-1 2 16-15,1-5-19 0,2 2 28 0,1 0-22 16,0-1 4-16,3-1-16 0,-3 0 0 16,-2 3 0-16,-4 1 18 0,-1 0-13 0,2 3 28 15,0-5-11-15,3 1-1 0,-5 0-16 0,3 0 6 16,-2 1-14-16,5-3 13 0,-2 1 7 0,3 0-5 16,2-3 18-16,-1 2-12 0,2-1 8 15,-1 0-10-15,1-2 12 0,1 1-21 0,-1 2 33 16,-9 4-11-16,5-4 6 0,1 0-35 15,3-3-12-15,-3 2 21 0,5-1 15 0,-1 2-22 16,-3-3-1-16,5 1 20 0,-2 3-25 16,0-4 5-16,0 1 33 0,-1-1-26 0,1 3-12 15,0-3 7-15,0 4 16 0,1-2 19 0,0 0-28 16,-1-1-4-16,-2 1 20 0,2 0 0 16,-1 0 0-16,0 0-22 0,-5 5-4 0,-2-4 41 15,6 0-31-15,-2-1-6 0,3 1-15 0,-4-3 36 16,5 2-39-16,-2-1 52 0,1 2-18 0,-1-3 22 15,-1 2-31-15,3 1-1 0,-1-3-12 16,-8 6 12-16,-1-3 22 0,5-1-29 0,2 2-22 16,-1-4 53-16,0 2-22 0,3-2-18 15,1 0 8-15,-1 4 17 0,1-4-17 0,-1 0-1 16,0 0 8-16,2-1-28 0,0 1 17 0,-1 1 21 16,0-1-6-16,0 0-2 0,0 1 1 15,-1-1 5-15,1 0-29 0,3-1 26 0,-5 0-12 16,2 3 14-16,0-3-27 0,1 3 37 0,1-3-16 15,-2 0 4-15,-1 1 4 0,2 0-4 16,3-1 29-16,0 0-31 0,0 0-33 0,0 0 18 16,-6 0-7-16,6 0 1 0,-7 0 2 0,7 0 25 15,0 0 11-15,-7 0-26 0,7 0-19 0,0 0 34 16,-9 0 7-16,9 0-22 0,-8 0 39 16,8 7-12-16,0-7-16 0,-7 0-8 15,7 0 10-15,-17 9-14 0,13-8-4 0,2 0 4 16,-2 1 0-16,1-1-9 0,-1-1 2 15,2 3 4-15,-2-3 18 0,2 0-2 0,-1 0-8 16,0 1-5-16,1-1 24 0,0 2-21 0,0-1-20 16,1 2 24-16,-2-3-1 0,1 1-1 0,0-1 9 15,2 0-19-15,-4 0 10 0,3 0 26 16,1 0-3-16,0 0-3 0,0 0-15 0,0 0-25 16,0 0 13-16,0 0 7 0,0 0 24 0,0 0-33 15,0 0-2-15,0 0-20 0,0 0-31 16,0 0-6-16,0 0-47 0,0 0-41 0,-9-7 14 15,7 3-216-15,2 1 28 0,-3-1 27 0,1-3-88 16,-5-8 14-16,-4 1 23 0,2-3 23 16,-1-3 31-16,-2-4 9 0</inkml:trace>
  <inkml:trace contextRef="#ctx0" brushRef="#br0" timeOffset="74341.925">8039 5182 322 0,'0'0'58'0,"0"0"26"0,0 0-21 0,0 0-46 16,0 0 23-16,0 0 30 0,0 0-43 0,0 0 15 15,0 0-11-15,0 0 21 0,0 0-3 0,0 0 33 16,0 0-16-16,0 0-6 0,0 0-7 15,0 0 16-15,0 0-25 0,0 0-5 0,0 0 5 16,0 0 16-16,0 0 6 0,0 0-8 16,0 0-18-16,0 0-28 0,0 0 20 15,0 0 4-15,0 0 3 0,0 0 13 0,0 0-18 16,0 0 10-16,0 0-41 0,0 0 38 0,0 0-8 16,0 0-9-16,0 0 2 0,0 0 29 0,0 0-16 15,0 0-3-15,0 0 13 0,0 0 9 16,0 0-20-16,0 0-6 0,0 0 8 15,0 0-5-15,0 0-8 0,0 0 7 0,0 0-2 16,0 0-26-16,0 0 21 0,0 0-15 0,0 0 9 16,0-12-8-16,0 12 2 0,0 0 4 15,0 0-2-15,0 0 12 0,0 0-19 0,0 0 3 16,0 0-5-16,0 0 8 0,0 0-22 0,0 0 23 16,0 0-9-16,0 0 6 0,0-15-13 15,0 15-2-15,0 0 7 0,0 0 2 0,-27-17-7 16,27 13 4-16,3 2 0 0,-6 1 4 15,6-2-3-15,-3 0-8 0,-3 2 1 0,3 1 5 16,0-3-6-16,0 0 0 0,0 1-14 0,0-1 24 16,0 0 2-16,0 3-6 0,0 0-3 15,0 0 13-15,0 0-23 0,0 0 3 0,0-6-8 16,0 6 18-16,0 0-17 0,0-7 20 0,0 7 0 16,0 0 3-16,0-6 3 0,0 6 3 0,0 0 2 15,0 0-15-15,0-8 6 0,0 8 9 16,0 0-8-16,0 0-10 0,0-6-7 0,0 6 14 15,0 0-2-15,0 0-2 0,0 0 5 16,0 0 11-16,0 0-9 0,0 0 3 0,0-6-13 16,0 6 6-16,0 0 1 0,0 0-2 0,0 0 7 15,0-8-3-15,0 8 5 0,0 0 0 16,0 0-7-16,0-7-15 0,0 7 14 0,0 0 9 16,0 0-8-16,0-7 10 0,0 7-4 15,0 0 0-15,0 0 11 0,0-6-8 0,0 6-4 16,0 0-1-16,0-7-5 0,0 7 3 0,0 0 2 15,0 0-13-15,0-7 6 0,0 7-10 16,0-7 4-16,-4 7 10 0,4 0-4 0,0-7-2 16,0 7 11-16,0 0-2 0,0-7-14 0,0 7 18 15,0 0-14-15,0 0 17 0,0-8-23 0,0 8 14 16,0 0 0-16,0 0 5 0,0-6-9 16,0 6 0-16,0 0-8 0,0 0-1 0,0-6 2 15,-13-1 7-15,11 5 2 0,2-1-15 0,0 2 8 16,0 1 3-16,0 0 15 0,0 0-27 0,0 0 5 15,0 0 13-15,0 0-2 0,0-7 3 0,0 7-22 16,0 0 7-16,0 0 12 0,0 0-12 16,0-5 17-16,0 5-11 0,0 0-8 0,0 0 21 15,0-7-26-15,0 7 6 0,0 0 13 16,0 0-9-16,0-8-7 0,0 8 13 0,0-7 0 16,0 7-11-16,0-7 15 0,0 7-6 0,0-6-13 15,0 6 7-15,0-6 1 0,-13-5 6 16,10 8-1-16,3-1 8 0,0 0-4 0,0 0 2 15,-1 1-11-15,0-1-1 0,1 4-9 0,0 0 15 16,0 0-5-16,0 0 6 0,0-7 3 16,0 7-4-16,0 0-3 0,0-8-4 0,0 8-3 15,0-7 6-15,0 7 5 0,0 0-12 0,0-5 13 16,0 5-4-16,0 0-7 0,0-7-4 16,0 7 5-16,0 0 4 0,0-5 7 0,0 5-1 15,0 0-11-15,0 0 15 0,0 0-8 0,0 0 7 16,0-7-4-16,0 7-1 0,0 0 1 0,0 0-8 15,0 0 19-15,0-7-9 0,0 7-9 16,0 0 7-16,0 0 4 0,0 0-20 0,0 0-7 16,-10-10 10-16,10 9-25 0,-2 0-12 15,2 1-28-15,0 0-2 0,2 0-16 0,-2 0 9 16,1 0-84-16,0 0-18 0,0 0-51 0,2 0 21 16,-2 0 17-16,2 0-149 0,-1 2 23 15,2 3 15-15,2-5 18 0</inkml:trace>
  <inkml:trace contextRef="#ctx0" brushRef="#br0" timeOffset="76045.089">12402 5307 265 0,'0'0'108'0,"-13"0"18"15,13 0-20-15,0 0-12 0,0 0-13 0,0 0-31 16,0 0-6-16,0 0 27 0,0 0 16 15,0 0-10-15,-14 0 6 0,14 0-7 16,0 0-4-16,0 0-14 0,0 0 20 0,-21-2-16 16,20 2-17-16,0-1-2 0,0 1 13 0,1-1 3 15,-2 1-21-15,1-3 5 0,0 1 10 16,-1 1-21-16,2-3 25 0,-1 2-12 0,1-1 12 16,-1-2-1-16,1 1 5 0,0-1-10 15,0 2-19-15,0-4 23 0,0 7-19 0,0-5-1 16,0 5 3-16,0-10 9 0,0 2 1 0,0 0-17 15,0-3 4-15,0-2 3 0,0 0 14 0,0 1-13 16,0 1 7-16,0-3-5 0,0 1-9 16,0-1 4-16,0 1 0 0,0 3 9 0,0-7-9 15,0 3-13-15,0-1-7 0,0-2 26 16,0 5-3-16,0 0-15 0,0-3-18 0,0 1 9 16,0 2 16-16,0-1-12 0,0 2 3 0,0-4-13 15,0 1 18-15,0 2-22 0,0-1-3 0,0 2 3 16,0-3-5-16,0 2-5 0,0 1 19 15,0-1-2-15,0 2 11 0,0 2-25 0,0 1 10 16,0 0 9-16,0 7-11 0,0-8 8 0,0 1-19 16,0 7 15-16,0-6-4 0,0-1-11 15,0 7 5-15,0-8 20 0,0 8-15 0,0-7 6 16,0 7 4-16,0-7-17 0,0 7 6 0,0-8 10 16,0 8 3-16,0-7-17 0,0 7 5 15,0-9 10-15,0 9-19 0,0-5 19 16,0 5-3-16,0 0-8 0,0-8 3 0,0 8 17 15,0 0-7-15,0 0 7 0,0-7-1 0,0 7-29 16,0 0 29-16,0 0-25 0,0 0 34 0,0 0-31 16,0-7 1-16,0 7 5 0,0 0 13 15,0 0 5-15,0 0-35 0,0 0 34 0,0 0-38 16,0 0 11-16,0 0-10 0,0 0 22 0,0-5 5 16,0 5-20-16,0 0 4 0,0 0 12 15,0 0-27-15,0 0-4 0,0 0-5 0,0 0-12 16,0 0-18-16,0 0-27 0,0-7-54 0,0 7-12 15,0 0 13-15,0 0-169 0,0 0-111 16,0 0 25-16,0-7 28 0,0 7 24 16,0 0-27-16,0-7 6 0,-14-2 110 0</inkml:trace>
  <inkml:trace contextRef="#ctx0" brushRef="#br0" timeOffset="77982.532">7998 4832 257 0,'0'0'128'0,"0"0"-19"0,0 0-1 16,0 11-14-16,0-11-11 0,0 0-4 0,0 0 0 16,0 0-9-16,0 0-29 0,0 0-22 0,0 0-3 15,0 0 58-15,0 0-28 0,0 0-4 16,0 0-46-16,0 0 1 0,0 14 42 0,0-14-3 15,0 0-4-15,0 0 34 0,0 0-16 0,0 0-5 16,0 0 10-16,0 0-7 0,0 0-14 16,0 0-6-16,0 0-5 0,-5-9-16 0,9 4 33 15,5-5-19-15,0 1-4 0,5-3-36 0,-8 5 34 16,7-6 0-16,-6 4 2 0,4-1-34 16,-1 0 1-16,1 1 22 0,1-2 12 0,1 0-4 15,-2-1 15-15,2 0-63 0,0 2 25 16,3-4 20-16,1 3-18 0,2-3 7 0,-4 1 11 15,5 0-30-15,-6-1 23 0,4 0 11 16,0-1-1-16,-2 3-4 0,0 1 2 0,0-3 1 16,1 2-12-16,-1-3-13 0,1 3 15 0,0-3 3 15,-4 1-4-15,3 2 17 0,-1-2-32 16,1 1-25-16,-2-3 39 0,0 0 6 0,2 5-27 16,-3-4 29-16,-3 2-3 0,6 1-1 0,-3-2-2 15,0 2 1-15,2 0-4 0,-1-2-25 16,-2 2 15-16,4-1 22 0,-3 2 9 0,3 0-13 15,-3 4 11-15,1-5 2 0,0 2-2 16,0-1-4-16,1-2-33 0,0 2 7 0,2-3 32 16,-1 2-37-16,2-3-15 0,-4 2 2 0,4 1 37 15,-1-2 4-15,0 1-10 0,1-3 3 16,-3 0 1-16,3 0 9 0,-1 3-25 0,0 1-20 16,0-4 49-16,-2 6-23 0,-4-3-11 0,4 2 28 15,0 1-14-15,0-2-38 0,-6 3 22 16,7 1 24-16,-5-3 0 0,-2 2-5 0,2 0 22 15,2-2-36-15,-2 3 20 0,1 0-4 0,-2-1-1 16,4 1-42-16,-2-1 45 0,-1-3-1 16,2 3-4-16,-3 1-5 0,3-1-1 0,-2-3 15 15,3 4 11-15,-1 0 6 0,-1-1-56 0,-2 5 32 16,3-5-23-16,1 1-13 0,-7 3 47 16,0-1-8-16,-3 1-5 0,0 1 0 0,1-1 11 15,1 1-10-15,-2 2 6 0,0 0-2 16,-2-4-2-16,9-1 6 0,0-4-7 0,2 3 15 15,-3-2-31-15,3 2 13 0,-2-4 2 0,1 3-4 16,-1 1-16-16,1-1-7 0,2 1 18 0,-4-2-29 16,0 3 29-16,2 0 38 0,-3 2-34 15,1 0 3-15,0-4 0 0,-2 3 0 0,-3 0-3 16,4 1 0-16,-4 2 32 0,1-1-41 16,7-4 25-16,-1-2 2 0,1 3-13 0,-2-2-36 15,-1 3 34-15,2-2 7 0,2-1 4 16,1 2-9-16,-4-2-38 0,2-1 13 0,-4 4 13 15,8-3 26-15,-8 0-9 0,-1 4-24 0,6-3 12 16,-4 2 0-16,0 0 11 0,3-1-3 16,-4 2-1-16,0 0 0 0,-4 0 3 0,0 1 20 15,1 0-36-15,-3 3 8 0,1-2 13 0,1 0-17 16,0 1 9-16,-2 1 24 0,0-2-59 0,0 2 28 16,1-1 12-16,-1-2-30 0,0 3 37 15,0-3 18-15,2 1-60 0,-3 3 59 0,1-4-40 16,0 3 35-16,-2-2-28 0,3 1 5 15,-3 1 23-15,2-2-47 0,-2 3 28 0,1 0-22 16,1-3 44-16,-3 2-2 0,3 0 2 0,-2 1 22 16,1-1-29-16,1-1 17 0,-3 2 0 0,2-2-11 15,0 2-4-15,-1-2 10 0,-1 2-4 16,0 0 7-16,3 0-50 0,-3 0 28 0,0-2-3 16,0 2-58-16,2 0 4 0,-2 0-65 15,0 0-32-15,0 0-94 0,0 0-122 0,0 0 24 16,0 0 20-16,0 0 4 0</inkml:trace>
  <inkml:trace contextRef="#ctx0" brushRef="#br0" timeOffset="90062.251">8092 6534 314 0,'0'0'95'0,"0"0"0"0,0 0-3 16,0 0-57-16,0 0 33 0,0 0-11 0,0 0-37 16,0 0 0-16,0 0-3 0,0 0-3 0,0 0-1 15,0 0-1-15,0 0 52 0,0 0 35 16,0 0-6-16,0 11-19 0,0-11 8 16,0 0-55-16,0 0 53 0,0 0-53 0,0 0 35 15,0 0-39-15,0 0 2 0,0 0 17 16,0 0 15-16,-2-10-11 0,4 4-2 0,-2 2-4 15,1 0-10-15,1 0-6 0,-1-3-6 0,2 0-5 16,-1 2 12-16,-2 0 4 0,4-10-43 0,6 4 6 16,-6-2 28-16,-1 4-32 0,2-5 42 15,-4 3-18-15,6-3 8 0,-4 4-5 0,2 0-3 16,-2 3-57-16,0-1 64 0,1 2-11 16,2-6-5-16,-2-3 5 0,3 5-44 0,-3 1 53 15,1-3 6-15,3 0-46 0,-2-3 3 0,-2 3 37 16,3-3 1-16,0 2 4 0,-2 2 9 0,5-1-55 15,-6-2 46-15,2 5-47 0,-4-2 29 16,6-3 5-16,-6 2-1 0,2 4-21 0,-1 4 29 16,-1-4-1-16,1 1 10 0,-2 0-17 0,0 3-12 15,1-2 18-15,-2-1-6 0,4 2-36 16,-4 0 27-16,0-2-17 0,2 0 42 0,-1-8-39 16,2 1 45-16,1-1-42 0,0 1 31 0,0 4-23 15,-2 0 1-15,0 1 10 0,5-6 6 0,-2 1 16 16,-1-3-52-16,-1 5 28 0,-1 2-20 15,0 1 46-15,1-1-37 0,-1 5 21 0,4-10-40 16,0 1 37-16,-2 2-8 0,-4 4-3 16,9-6 9-16,-8 4-4 0,1 1-32 0,3 1 17 15,-5 0 21-15,2-1-3 0,5-5 12 0,-6-4-45 16,5 4 11-16,-2-1 28 0,-1-3 5 0,1 8-27 16,-1-2-18-16,2-1-4 0,1 3 34 15,1-2-8-15,-2 1 11 0,-1 2 8 0,-2-2-32 16,2 7 39-16,3-9-20 0,-4-2-25 0,3 6 52 15,-2-5-27-15,5 1 6 0,-7 3-4 16,6 1 7-16,-3-4-3 0,0 2-2 0,-1 2 11 16,4-4-23-16,-2-1 5 0,-1 4 0 0,2-2-7 15,-1-1 10-15,2 0-8 0,-3 3-10 16,-2 0 14-16,6 0 5 0,-2-2 10 0,0 0-14 16,0 3 0-16,-1-2-19 0,2-3 20 0,0 2-3 15,-5 2 5-15,5-1 20 0,-1 1-36 0,-3 3-23 16,-1-1 17-16,5-6-1 0,0 2 5 15,-2 0 21-15,-1 3-14 0,1 1-6 0,-2 0 39 16,4-4-45-16,-2 2 20 0,0 3 0 16,2-7 23-16,0-1-10 0,0 3 11 0,0 0-14 15,0-2-2-15,0-1 0 0,0 1-10 0,0 2-12 16,-1-1 21-16,2 2-8 0,-3-3-6 0,0 7-1 16,-4-2 30-16,3 2-55 0,0 0 33 15,3-5-9-15,-4 4 35 0,4-4-25 0,0-1 5 16,-4 6-2-16,0-2-10 0,0 2 6 15,2-7-4-15,1 4-7 0,-4 0 20 0,3 3 15 16,0-5-59-16,-1 2 15 0,2-5 49 0,-1 6-23 16,1-3-34-16,1 0 20 0,-2 3 3 15,-1 1 17-15,5-4-1 0,-4 0-30 0,1 2 11 16,-1 2 19-16,0 1-44 0,-1-2 28 0,3 0 20 16,-1 1-14-16,-2-2 10 0,1 5-8 0,-2-2-6 15,0 0-13-15,0 3 47 0,3-9-21 16,3 1-21-16,-3 4 20 0,1-2-32 0,-3-2 33 15,5 0-30-15,-4 1 34 0,-2 1 6 16,4-2-27-16,0 0 0 0,0 1 35 0,-1 2-14 16,0-4 10-16,-1 4-65 0,1-3 45 0,-1 0 14 15,0 0-48-15,3 1 14 0,-2 0 10 0,0-1-26 16,0-2 44-16,0 2-30 0,-1-1 41 16,2 0-15-16,-3 2-1 0,0 2-40 0,3-1 19 15,-4 0-16-15,4-2 44 0,-2 2-1 16,-1 0 9-16,1-1-20 0,-1 3-3 0,5-4 20 15,-4 0-26-15,-4 4 20 0,6-1-11 0,-3-1 22 16,1 2-11-16,1-7-4 0,-1 4-39 16,2-3 33-16,-3 6 20 0,4 1-26 0,-3-5 7 15,1 0-29-15,-1 5 15 0,0-2 14 16,2-3 7-16,1 2-12 0,-3 0-26 0,1-3 38 16,2 2-13-16,0-2 2 0,0 1 2 0,-3 3 1 15,0 2 6-15,0 0-15 0,-3 0 3 0,1-1 26 16,5-3-18-16,-1 0 2 0,0 2-33 15,-1-1 38-15,1-1-8 0,-2 0 9 0,1 0-33 16,-2 2 39-16,0 3-59 0,0-2 56 0,0 0-25 16,-1 4-5-16,-3-3 24 0,7-4 12 15,-4 0-23-15,3-1 19 0,0 3-24 0,-2 1 16 16,1-5-12-16,1 4 0 0,-3 0-20 0,2-3 34 16,-1 4-16-16,-1 0-14 0,0 0-4 0,1 0-6 15,-3 3 31-15,6-7 9 0,-4 5-12 16,1-1 27-16,-1 2-36 0,-2 2 11 0,1 0-12 15,-2 0 23-15,2-2-8 0,-2 3-6 0,2-4-2 16,4-2 14-16,-3-3 15 0,0 3-30 16,-1 1-23-16,5-2 50 0,-4 0-17 0,0 1-9 15,4-1-16-15,-3 0-17 0,-4 4 63 16,4-2-23-16,-2 1 13 0,1 0-36 0,2 1 24 16,0-7-7-16,0 3 2 0,0 3-24 0,-2-1-4 15,0 3 59-15,2-2-18 0,-2 2-33 0,5-9 3 16,-2 3 23-16,0 7-15 0,-2-4 6 0,-1 4-2 15,-2-2 15-15,0 2-3 16,0 0-14-16,1 1 17 0,-1-1-7 0,1 1 6 16,-3-2-18-16,4 3 19 0,-1-2-1 0,0-1-8 15,0 2-11-15,-2-2 28 0,3 0-11 0,-2 2-44 16,1-3 41-16,1 2-8 0,-2 0 10 16,1 0 20-16,6-9-21 0,-4 5 15 0,-1 0-24 15,1 1-28-15,-1 0 24 0,-3 3 6 16,3-1-3-16,-2 1 5 0,1 0-16 0,-1 0 18 15,1 0-1-15,-1 1 5 0,0-1 0 0,0 1-7 16,1 0-1-16,0 0 5 0,-2-1 7 16,1 2-39-16,1-1 36 0,0 0-26 0,-2 1 25 15,0-1-24-15,3-1 29 0,-2 2-19 16,0-1 12-16,-1-1 2 0,1 0 21 0,0 3-53 16,2-4 42-16,-3 2-18 0,1-1 10 0,1 1-28 15,1-2 38-15,-1 1-10 0,-1 1-10 16,2-2 8-16,-3 3-8 0,0-2-5 0,2 1 28 15,-1-2-2-15,1-1-14 0,0 5 1 16,-2-2-3-16,1 0-3 0,-1 0 14 0,-1-1-4 16,3 4 12-16,0-4 5 0,-3 1-31 0,3 0 5 15,-1 1 4-15,0-1 7 0,1 1 7 16,-3-1-25-16,0 0 21 0,3 1-13 0,-2-2-1 16,-1 1-4-16,1 2 27 0,-1-1-23 15,3 0-7-15,-2 0 20 0,-1 0 6 16,1 2-22-16,1-2 9 0,-2-1 4 0,1 3 3 15,-1 0 1-15,0-2 0 0,0 2-4 0,0-1-8 16,0 1-21-16,0 0 18 0,0 0-30 16,0 0 34-16,0 0-31 0,0 0 22 0,0 0 6 15,0 0-4-15,0 0-14 0,0 0 15 16,0 0-7-16,0 0-5 0,5 5-9 0,-5-7 6 16,1 4 4-16,-1-2 11 0,0-2-37 0,0 4 38 15,2-4 4-15,-2 4 6 0,0-2-44 0,0 1 32 16,0-2 13-16,1 1-27 0,-2-2-11 15,1 4-2-15,0-2 2 0,0 0-33 0,0 0 9 16,0 0-49-16,0 0 5 0,1 0-10 16,-1-2 6-16,0 2-7 0,0 0 42 0,3 0-16 15,-4 2-30-15,2-2 26 0,-1 0-42 0</inkml:trace>
  <inkml:trace contextRef="#ctx0" brushRef="#br0" timeOffset="90452.862">9876 3306 333 0,'0'4'92'15,"1"0"-56"-15,-1 2-14 0,0-2 55 16,1 2-32-16,0-2-19 0,0 0 1 0,1 1-16 16,-1-3 4-16,2 1 8 0,-3 1-10 0,4-1 11 15,-4-1 15-15,2 0 13 0,0 0 5 16,-1-2-23-16,0 0-4 0,2 0 59 0,-2 1-28 15,-1-1-1-15,4 0 6 0,-3-1-20 16,-1 1-8-16,1-2 20 0,-1 0-4 0,0 0-42 16,2 2 49-16,-1-5-8 0,-1 3 1 0,-1 0-19 15,1-1 19-15,0 1 11 0,-2-1-34 0,2 0 31 16,-1 2 15-16,0-1-28 0,-3 0 12 0,4-3-12 16,-1 4-11-16,-2-2 0 0,2 3 2 15,-4-3-4-15,5 2 6 0,-1 0-27 16,-2-2 9-16,0 2-8 0,0 2 12 15,0 0-11-15,3 2-25 0,-3-2 26 0,1-1-31 16,-1 3 22-16,1-3-12 0,1 2-22 0,-1 0 4 16,1-2 2-16,0 1 1 0,-1 3-6 0,1-4 4 15,1 2-40-15,0-1 4 0,0 0-31 0,1 0-68 16,1 2-98-16,-2-3-108 0,1 0 20 16,2 0-30-16</inkml:trace>
  <inkml:trace contextRef="#ctx0" brushRef="#br0" timeOffset="93468.583">9835 3388 272 0,'0'0'105'0,"0"0"-48"0,0 0 25 0,0 0-25 15,0 0-12-15,-25-18 36 0,23 14-16 0,0 0-15 16,-1 1 0-16,3-1-7 0,-4 2 61 15,3-1-6-15,-2 1-61 0,2 1-1 0,0 0 42 16,-2 0-4-16,2-1-10 0,-1 2-17 0,1-1 23 16,0-2 12-16,1-1-33 0,0 4 10 15,-1-1 37-15,1 1-11 0,-2-2 8 0,0 1-13 16,2 1 8-16,0-1-3 0,0-1-14 0,-2 2 3 16,0 0-2-16,1-2-6 0,1 2-13 0,-1-1 1 15,1 1 9-15,0 0-16 0,0 0-1 16,-2 0 1-16,2 1 0 0,0-2-18 0,0 2 2 15,0-1 4-15,-1-1 20 0,1 1-17 16,0 0 1-16,1-2 32 0,-1 3-13 0,-1-1-11 16,1-3-12-16,0 3 19 0,0 0-6 0,0 0 36 15,0 0-23-15,0 0 10 0,1 0-10 0,-1-1-8 16,0 1-4-16,0 0 32 0,0 0 0 16,0 0 9-16,0 1-27 0,0-1-1 0,-1 0 9 15,1 0-4-15,0 0-8 0,0 0-6 16,0 0-12-16,0-1-30 0,0 1 30 0,-2 0-44 15,2 1 29-15,0-1-10 0,-1 0 6 0,1 0 6 16,0 0-11-16,0 0-12 0,-1 0-1 16,0 0 1-16,1-1 11 0,0 2-1 0,0-2-20 15,0 2-1-15,1-2 16 0,-2-1-6 0,1 2 15 16,0 0-31-16,1 0 15 0,-1 2 9 16,0-2-14-16,0 1-15 0,0-2 18 0,1 1 8 15,-1 0-7-15,0-2-21 0,1 2 21 0,1-1 13 16,-2 1-9-16,0 1 5 0,0-2-3 15,0 1 1-15,0 0-5 0,0-3-5 0,1 5 5 16,-1-2 3-16,2 1-7 0,-2-2 1 0,0 2 0 16,1-1 22-16,-1 1-26 0,3-1 9 15,-1 0-20-15,-2-2 0 0,2 3 3 0,1-1 7 16,-2 1 9-16,2-1 2 0,-2-1-2 16,3 2-9-16,0-1-5 0,-3 0 16 0,4 2-18 15,0-2 14-15,-1 1-13 0,-1 1 20 0,0-1-3 16,-3-1-7-16,7 2-6 0,-4 0 15 0,0 0-17 15,1-1 2-15,0 0-1 0,1 1 8 16,-2-1 1-16,-1-1 1 0,3 3-12 0,-2-2 9 16,2 2 6-16,-1-2-15 0,1 1 3 15,0 1 0-15,-3-1 4 0,5 1-16 0,-3-1 4 16,0 1 0-16,2 0 13 0,-1-1 10 0,-1 2 2 16,9 2-8-16,-3 1-4 0,-2-3 4 15,2 4 7-15,-2-4-4 0,0 0-4 16,-1 1 7-16,0-1-24 0,0 0 12 0,6 3-4 15,-4-2 23-15,-3 0-28 0,3 1 5 0,4 0 12 16,-4 0-1-16,1 0 11 0,4-1-11 0,-3 0-3 16,1 4 0-16,-3-2 0 0,0-2-4 0,4-1-16 15,-4 3 32-15,2 2-30 0,-4-4 1 16,2-1 32-16,-4 2-11 0,6 3 5 0,-2-4-15 16,4 3 9-16,-2-1-18 0,1 2 23 15,-2 0-11-15,4-1 12 0,-2 3-19 0,3 0 5 16,-1-2-12-16,0 2 27 0,2-1-2 15,-3 2-1-15,4-4 0 0,-3 4-21 0,3-3 22 16,-2 0 1-16,-2 1-13 0,3-1-12 0,-1 4 29 16,1-2-14-16,1-1 11 0,-1 2-14 15,1-2-2-15,-3 0 2 0,-1-1-8 0,6 4 15 16,-5-2-11-16,3-1 9 0,-2 5-2 0,-1-5 4 16,-1 1-5-16,4-1 27 0,-6-1-34 15,3 2 9-15,0 0 2 0,0 0-17 0,2 1 7 16,-1-1 5-16,-1-1-8 0,1-1-4 0,1-1 2 15,-1 4 2-15,-2 0 6 0,2-4-1 0,2 4 26 16,-1 0-13-16,0-2-6 0,-1-1 27 16,4 5-4-16,-3-4-2 0,2 0-24 0,-1 3-11 15,0-3 29-15,0 0-23 0,-1 4-1 16,0-6 11-16,1 2 1 0,-1 0 12 0,-4 1-24 16,5-1-6-16,0-2 11 0,-3 2-11 0,4-1 4 15,-3 2-1-15,4-1 17 0,-3 1-14 16,0-2-13-16,3 0 23 0,-2 0 5 0,2 0-3 15,-1 1 1-15,3-5 0 0,-4 5 7 16,3-2-23-16,1 0 2 0,0 1 11 0,-3 1 5 16,0 0-8-16,1-3-21 0,2 3 30 0,-3-3-8 15,0 2-6-15,0-1 18 0,1 2 3 16,-2 0-10-16,-2-1-4 0,2-1-18 0,-1 0 23 16,0-2-7-16,0 3 0 0,-3-2-7 0,4 2 15 15,-3-2-21-15,0 2 24 0,-1-5 3 16,3 4 4-16,-3-3-15 0,2 2 0 0,-2 0-5 15,4-3 4-15,-6 0 0 0,4 3 0 16,-1-2-10-16,1 1-14 0,0-2 6 0,-4 0 19 16,2 1 3-16,2 3 0 0,-1-1-1 15,-2-5 3-15,-2 1-10 0,5 2-1 0,-1-1 3 16,-1 1-7-16,-1 1 14 0,-1-2-7 0,4 3-10 16,-3-4 24-16,4 2-14 0,0 0-5 15,-3 0-9-15,2-1 24 0,2 0-5 0,-2 3-20 16,2-1 29-16,-2-1-11 0,0 1-7 15,0 2-18-15,-2-6 13 0,-2 1-2 0,6 4 17 16,-5-5 7-16,0 1-11 0,-3 0-4 0,-1-1 1 16,-3 0 4-16,5-1-12 0,-2 2 22 15,4 3-2-15,1-4 0 0,-6 3-14 0,8 0 9 16,-3-3 9-16,-5 0-32 0,2 1 14 0,-1-1 1 16,0-1 1-16,-4 2 0 0,-1-1 3 15,3-2-9-15,-3 2-12 0,3-2 0 0,-3 3 24 16,0-3-7-16,1 3-10 0,-2-2 20 0,1 0-4 15,1 1 7-15,-2-2-9 0,0 2-22 0,0 0 20 16,-1-2-4-16,3 1 8 0,-1-1-9 16,-3 0 32-16,0 0-35 0,0 0-1 0,0 0 20 15,0 0-19-15,0 0 12 0,0 0-4 0,0 0 16 16,0 0-36-16,0 0 32 0,7 0 0 16,-7 0-12-16,0 0 13 0,0 0-7 15,0 0-2-15,0 0-5 0,0 0 13 0,5 0-15 16,-5 0 0-16,0 0 6 0,0 0 11 15,0 0-14-15,0 0-2 0,0 0-15 0,0 0 2 16,0 0-56-16,10 6-2 0,-9-6-31 0,-2 0-39 16,1 0-48-16,0-1-41 0,0 1 20 15,0 0-212-15,0 0-46 0,0-1 48 16,-2 1 28-16,1 0 26 0,-2-2 70 0,1 0 14 16,-1 2 15-16,1-1 9 0</inkml:trace>
  <inkml:trace contextRef="#ctx0" brushRef="#br0" timeOffset="98843.423">9794 3485 419 0,'-14'0'161'0,"14"0"-19"16,0 0 27-16,0 0-42 0,0 0 10 0,0-14-27 15,-14 14-41-15,14 0 23 0,0 0-3 0,-18-15-11 16,15 15-23-16,1 0 25 0,2 0-62 0,-1 0 34 15,1 0-30-15,-3 0 26 0,3 0-11 16,0-1-4-16,-1 1-12 0,-1 0 16 0,1 1-50 16,0-1 27-16,1-1 7 0,-1 1-25 15,-1 0 22-15,2 0 15 0,-2 0-9 0,2 0-18 16,0 0 8-16,0 1-11 0,0-1 2 0,-2 0-4 16,2 0-25-16,0 0 33 0,0 0-5 15,0 3-8-15,0-3 6 0,0 0 9 0,0 0-5 16,-1 0-7-16,2 0 15 0,-1 3-15 0,0-2 2 15,2 0-10-15,-2 2 12 0,0-2 9 0,2 2 2 16,0-3 3-16,-1 4-15 0,1-1 7 16,1 1 1-16,0-1-14 0,-1 0 26 0,2 1-23 15,0 0 10-15,-2-2-8 0,1 3 0 16,2-1 8-16,-2 0 4 0,0 1 6 0,7 5-9 16,-3-2-3-16,-2 0 10 0,1-4-28 0,1 3 17 15,-2-2-2-15,4 7 6 0,-1-5 3 16,1 3-9-16,-3-2-9 0,2-1 21 0,-2 0 2 15,3 2-11-15,-2-1 11 0,3 1 6 16,-4-2-5-16,7 3-11 0,-7-3 6 0,-1 0-10 16,3-2-1-16,-4 1 4 0,8 4 0 0,-1-1 21 15,-2 2-16-15,0-2-7 0,1 0-11 0,-5 1 5 16,5 0 11-16,2 0-11 0,-2-1 15 16,0 2-30-16,3-1 13 0,-1 2-13 15,-1 0 32-15,-1-3-7 0,2 2-6 0,-1-2 5 16,-2 2 2-16,4-1 11 0,-4-1-18 0,0 1 7 15,2 0-4-15,2 2-7 0,-3-3-5 16,2 2 15-16,-3 0 0 0,0-1-7 0,-1 2 1 16,0-4 10-16,0-2-24 0,2 4 9 15,0 0-1-15,-1-4 12 0,0 7 0 0,-3-6-18 16,2 1 15-16,-5-1 5 0,2 0-17 0,-1 0 14 16,5 2-18-16,0-3 6 0,-2 4 12 15,-3 0-6-15,4-2 5 0,-5-2 4 0,3 2-22 16,-5-4 24-16,8 7-2 0,-5-1-17 0,2-2-6 15,1-2 17-15,-3-2 0 0,0 3 2 16,-1-4-3-16,1 4 7 0,-1-3-4 0,1 0 0 16,6 9-12-16,-4-4 18 0,-2-2-13 0,1-1 6 15,-1-1 2-15,0 3-5 0,0-5 0 0,1 3-1 16,4 6-6-16,-4-5 7 0,0 3-15 16,0-5 16-16,0 1 9 0,0 0-15 0,-5-1 3 15,4 0-12-15,1-1 25 0,-2 1-29 0,5 6 9 16,2 2 12-16,-4-6-2 0,-2 3 6 15,4-5-6-15,-1 7-2 0,-2-5-4 0,0 2 16 16,0-4-4-16,-2 1-12 0,2 0-12 0,-1 0 12 16,5 6-5-16,-4-4 4 0,4 0-7 15,-2 3 21-15,-1-4-9 0,-3 1 1 16,8 3-3-16,-7-1 1 0,0-2 15 0,2 0-15 16,-2-1 1-16,0-2-15 0,-2 1 13 0,1-1 3 15,7 10-9-15,-3-4-13 0,0-1 30 16,-2-2-5-16,-2 0-5 0,1-3 5 0,-2 2 0 15,2-1-17-15,-1-1-1 0,4 9 29 16,2-4-9-16,-5 0-14 0,1-3 7 0,3 7-2 16,-4-5-10-16,3-3 10 0,-4 2 9 0,2-2-10 15,3 6-1-15,-1-3 14 0,-3-3-11 0,1 2 13 16,-2-2-8-16,-1 1-16 0,6 3-1 16,0 5 11-16,-1-4 9 0,-4-3-5 0,5-1 6 15,-6 1-15-15,2-3 1 0,0 1-1 16,-2-1 7-16,1 0-1 0,-2 0 18 0,8 6-6 15,-2 2-19-15,-2-5 14 0,0 0-24 0,1 6 26 16,-2-5-6-16,-2 1 3 0,5 0-1 0,-2 0-5 16,1-4-7-16,-3 2 11 0,5 2-3 15,-6 0-13-15,5-2 15 0,-4 0-15 0,2-1 6 16,-2 0-7-16,6 7 21 0,-4-6-3 16,-2 2 1-16,1-3-1 0,-1-2-1 0,6 7 9 15,-2-4-19-15,-2 1 6 0,-1-2 0 0,0 0 4 16,-2 0-21-16,8 6 22 0,-3-5-4 15,-2-1-1-15,0 0 8 0,0-2-2 0,-1 3-6 16,-2-2 12-16,7 6-18 0,-5-5 8 16,5 3-2-16,-4 0 10 0,-1-3-4 0,0 2-8 15,2 4 2-15,-1-5 7 0,4 3-26 0,-6-2 22 16,6 2-14-16,-3-1 13 0,-2-2-1 0,1-1 1 16,-1 1-9-16,4 2 10 0,-1 2 11 0,-3-2-19 15,5 0 1-15,-9-1 8 0,4-1-1 16,0-1-3-16,0-2 16 0,-2 2-21 0,1-2-11 15,3 7 14-15,1-2 1 0,-1-3 7 16,-1 0-17-16,-2 0 21 0,2-2-9 0,-1 0-2 16,-2 0 4-16,2-1-12 0,5 9 15 0,-3 1-17 15,-2-6 29-15,1 1-20 0,-1-3 0 16,0 0-17-16,-1-1 10 0,0 0 22 0,0 1-10 16,-1-2 2-16,2 1 6 0,-1 2-13 0,-2-2 16 15,8 8-2-15,-3-5-7 0,-2 0-7 16,1 1-13-16,-1-5 17 0,-1 2-5 0,-1 0-8 15,1 0 6-15,1-1 7 0,-3 0-3 16,3 0 3-16,-2-1 12 0,5 11-15 0,-2-7 0 16,0 1 7-16,1 1-7 0,1-2 3 0,-2 1-29 15,0-2 33-15,2 5-6 0,-1-3 5 16,-1-1-1-16,0-3-2 0,-1 4 7 0,0-5-16 16,-2 3 10-16,7 5-1 0,-1-3-13 15,-2 3 9-15,2-2 6 0,-2-3-4 0,-2-2 9 16,6 7-10-16,-1-3 12 0,-2-1-13 15,-3 1-14-15,2-2-1 0,-2 1 28 0,5 1-20 16,-4-1 21-16,1 1-9 0,0-1-5 0,0-4 5 16,1 8-10-16,0-4 11 0,2 4-12 15,-2-2 1-15,2 2 4 0,0-1-2 0,-2-3 20 16,-1-1-13-16,3 3-19 0,0 1 14 16,0 0 5-16,-3 1 0 0,2-2 0 0,6 2 4 15,-9-5-10-15,3 5 9 0,-2-4-19 16,1 3 9-16,1-1 8 0,-1-3 0 0,2 2 2 15,-3 2-8-15,2-2 8 0,-2-2-12 16,3 3 9-16,-2-2-6 0,0-1-3 0,2 5 12 16,0-2 9-16,-4-1-13 0,3-2 8 0,1 1-7 15,-3 1-2-15,6 0-4 0,-6-1 12 0,3 2-7 16,2 0-6-16,-1-3-2 0,0 3 23 0,2 1-14 16,-4-7-9-16,-3 3 2 0,0 0 18 15,1 0-8-15,-2-5-2 0,7 8 1 0,-2-3 2 16,-3 1-12-16,-2-1 9 0,6 2 1 15,2 1 7-15,-6-2-11 0,3-1-2 0,2 2-3 16,-8-2 1-16,6 3-3 0,0-2 6 0,-4-1-9 16,6 2 19-16,-6-2-5 0,1 0-6 15,-2-2 5-15,1 1-8 0,1-4 5 0,-2 4-15 16,1-2-1-16,6 8 8 0,-2-2 21 16,0-3 0-16,-7 0-11 0,6-1-16 0,2 5 22 15,-4-4-12-15,0-3 4 0,1 4 6 0,-2-2-10 16,0-2 7-16,0 1 5 0,5 5-22 15,-1-1 15-15,-2-1-1 0,-1-2 3 0,0 0 7 16,1-2 0-16,-3 1-9 0,0-2 0 16,1 2-14-16,-1-2 18 0,1 1-11 0,10 5 8 15,-7-3-6-15,0 4-1 0,3-4 4 0,-5 0-13 16,1 0 18-16,-2-1-2 0,3 0 1 16,-5 0 1-16,3 0 0 0,-3-4-22 0,-1 5 16 15,11 2 7-15,-6-1 0 0,0-3-13 0,-1 3 16 16,-1-3-5-16,2 0 6 0,-3 0-20 15,2 0 13-15,-4 0-1 0,1 0 3 0,2-1 3 16,-1 1-5-16,8 4-13 0,-4-2 5 0,-1 0 13 16,-3-1-15-16,1-2-8 0,0 3 16 15,-2-4 1-15,3 3-1 0,-5-2 15 0,1 0-7 16,4 0-12-16,-5-1 8 0,3 1-19 0,1 1 18 16,-3-3-4-16,2 3 4 0,0 0-10 15,-2-3 9-15,2 3-6 0,0-1 10 0,0-1 3 16,0 1-6-16,0-1-3 0,-3 1 6 0,4 1-21 15,-2-1 17-15,1-1-6 0,-1 1 8 16,1 0-2-16,-2 0 14 0,1 0-40 0,1 0 23 16,-2-2 8-16,1 3-2 0,1-3 1 0,-1 1-8 15,-3-1-9-15,2 2 15 0,2 0 2 0,-1-1-5 16,1 0-6-16,-2-1 10 0,-1 3 2 16,3-3-1-16,-1 0-2 0,-1 2-2 0,-1-2-1 15,2 2-3-15,0-3-2 0,-3 2 3 16,0-1 8-16,2 2-9 0,-1-2 11 0,2 0-1 15,0 1-8-15,-3-1-12 0,1 1 2 0,0 0 10 16,-1-2-1-16,2 3-16 0,-1-3 18 0,0 0-4 16,1 2 4-16,-1-1 14 0,-1 1-24 15,0 0 4-15,2-2-3 0,-2 0 13 0,0 1-2 16,1-1 4-16,-1 1-6 0,2-1 2 16,0 2 11-16,-1-1-35 0,1-1 20 0,-2 0 10 15,0 2-5-15,0-2-16 0,0 0 13 0,0 0-2 16,0 0 8-16,0 0 2 0,0 0-8 0,0 0-1 15,0 0-3-15,0 0 6 0,0 0 13 16,4 0-13-16,-3 0-5 0,0 0 3 0,-1 0-6 16,-1 0 13-16,0 0-17 0,1 0 13 15,0 0-1-15,1-2 3 0,-2 2-5 0,1 0-43 16,0 0-59-16,-4 0 9 0,1 0-122 0,-1 0-154 16,0 0 11-16,-2 2 20 0,-2-2 29 0,3 1 13 15,-2-1 6-15</inkml:trace>
  <inkml:trace contextRef="#ctx0" brushRef="#br0" timeOffset="103265.17">8072 6628 257 0,'0'0'100'0,"-12"0"-26"16,12 0 17-16,0-14-14 0,0 14-8 0,-29-16-10 15,27 14 28-15,-2 1 6 0,2 1-22 16,-2-3-8-16,4 3-21 0,-7-3 43 0,7 1-55 15,-3 0 12-15,1 1-17 0,-1 1-3 16,3 0-2-16,-1-2 14 0,0 2-12 0,-1 0 13 16,1 0 10-16,1-2-25 0,-1 2-15 15,1-2-2-15,-1 2 1 0,-1 0 11 0,2 0-2 16,0 0-2-16,-2 0 3 0,2-1-21 0,0 1 16 16,0 0-1-16,0 0-1 0,0 0 0 15,0 0-1-15,2 0-2 0,-2 0 0 0,2 1-1 16,0-1-5-16,-1 0-9 0,3 0 0 0,0 2 1 15,0 0 17-15,2-4-12 0,-1 4 35 16,1-2 9-16,1 1-21 0,1-1-16 0,1 0 1 16,5 0-2-16,0 0 12 0,1 0-25 0,4 0 14 15,4 0 25-15,-2 0-24 0,-1 0 11 16,-2 0-2-16,1 0 24 0,3 0-15 16,-5 0-19-16,2 0 0 0,0 0 0 0,19-9 10 15,-25 9-15-15,3-1-23 0,-6-1 51 0,9 2-44 16,-4 0 45-16,5-3-4 0,-6 3 3 15,1 0-17-15,-5-3 19 0,2 3-6 0,0 0-5 16,8 0-15-16,-4 0 8 0,3 0-15 0,-1 0 18 16,30-8 18-16,-28 6-29 0,2-2 23 15,1 3-14-15,4 0-14 0,-4-2-22 0,2 3 0 16,0-1 39-16,0 1 6 0,1-1-26 16,-12 1 39-16,4 0-65 0,5 0 39 0,2 0 16 15,1 0-23-15,-2 0 10 0,2 0 14 0,0 0-6 16,0 0-21-16,1 0 12 0,0 0-17 15,1 0 10-15,0 0 7 0,-3 0-9 0,4 0 7 16,-4 0-34-16,1 0 9 0,1 0 15 0,-1 0 30 16,0 0-52-16,-2 0 14 0,27 10 27 15,-25-9-6-15,-2 5-6 0,2-6-13 0,3 0 17 16,1 2 18-16,-1-2-18 0,-3 2-13 16,7-2 2-16,2 1 9 0,-4 1-18 0,1-2-3 15,3 0 28-15,-5 0-11 0,2 1-25 16,-1 0 46-16,2 0-35 0,2 1 21 0,-1 0-8 15,1-2 4-15,1 0 4 0,-4 5-12 0,0-3 6 16,0 3 20-16,-1-3-16 0,0 1-2 0,1 0-27 16,-2 1-14-16,1 0 26 0,-1-3 19 15,-2 2 8-15,-14-3-33 0,8 0 2 0,2 0 31 16,2 0 7-16,24 11-11 0,-26-10-10 16,1 0-2-16,1-1 2 0,-2 0-4 0,3 1 19 15,-4 2-17-15,1-3-2 0,-12 0 15 0,7 0-16 16,0 0 7-16,2 0-27 0,-1 0-7 15,1 0 5-15,-2 0 58 0,1 0-24 0,-4 0-11 16,-2 0 17-16,-3 0-11 0,2 0 5 16,-3 0-3-16,-1 0 7 0,6 0-7 0,2 0 15 15,0 0-31-15,-3 0 2 0,0 0 11 0,-4 0-13 16,1 0-13-16,0 0 23 0,-2 0-9 0,0 0 15 16,3 0-2-16,3 0 2 0,-3 0-34 15,1 0 32-15,0 0 0 0,-4 0 8 0,-1 0-18 16,-1 0 14-16,3 0 1 0,-3 0-40 0,-1 0 45 15,4 0-5-15,-2 0 7 0,0 0-6 16,-2 0 4-16,3 0-45 0,5 0 31 0,1 0-28 16,2 0 2-16,-2 0 45 0,-2 0-28 15,1 0 5-15,-2 0 21 0,1 0-10 0,2 0-1 16,-3 0-24-16,5 0 3 0,0 0 24 0,0 0-6 16,-1 0 0-16,16 5 11 0,-15-5-11 0,-6 1-11 15,8 1 14-15,-6 0-33 0,4 0 26 16,-4-2 8-16,-13 0 4 0,12 0-14 0,-3 0 34 15,7 0-39-15,-4 0 12 0,1 0 5 0,-3 0-14 16,2 0 9-16,-1 0 17 0,-3 0-6 16,8 0-39-16,1 0 26 0,-1 0-1 0,0 8-18 15,15 1-9-15,-13-7 34 0,-4 1-10 0,-2-2-5 16,0 0 10-16,-1 1-2 0,6 1 3 16,-3-1-18-16,3 1 9 0,-2-3-15 15,-5 1-5-15,-2-1 7 0,0 2 31 0,-2-1-5 16,4-1 11-16,-3 1-8 0,-1-1-17 0,1 2 33 15,2-2-8-15,-3 0-35 0,0 0 54 0,1 0-24 16,2 1 2-16,-3-1-12 0,3 0-5 16,-1 0-21-16,1 0 34 0,9 3 2 0,2-2 7 15,-7-1 12-15,1 0-25 0,-14 0 3 0,9 0-20 16,0 0 19-16,-2 0-3 0,1 0-7 16,-2 0 8-16,1 0 0 0,0 0-7 0,-7 0-4 15,10 0-6-15,-4 0 16 0,2 0-3 0,-2 0-25 16,-6 0 23-16,12 0 8 0,-6 0 11 15,0 0-33-15,1 0 32 0,2 0-19 0,-4 0 6 16,3 0-30-16,-2 0 25 0,1 0-9 16,1 0 14-16,0 0 5 0,0 0-23 0,-1 0 19 15,9 0-16-15,-3 0 3 0,0 0-11 16,14 10-10-16,-16-9 30 0,-1-1 12 0,8 2 6 16,-5-1-19-16,-1 2 0 0,-3 0-11 0,8-1 3 15,-4 1 11-15,-1-1-5 0,-3 0-5 16,0-2-31-16,0 2 48 0,-3-1-7 0,0 1-12 15,0 0 29-15,-1-1-16 0,2-1-11 0,-2 3 6 16,0-2 10-16,0-1-8 0,-3 2-34 16,4-2 28-16,-4 2 1 0,3-2 9 15,-1 1-21-15,-1-1 14 0,-1 0 15 0,1 0-32 16,-3 0 3-16,0 0 3 0,0 0 26 16,6 0-4-16,-6 0-12 0,0 0-13 0,7 0 28 15,-7 0-10-15,0 0-14 0,8 0 24 0,-8 0-3 16,7 0-2-16,-7 0 10 0,6 0-41 0,-6 0 31 15,7 0-15-15,-7 0-8 0,8 0 32 16,-8 0-6-16,7 0-6 0,-7 0 10 16,8 0-23-16,-8 0 15 0,7 0 3 0,-7 0-8 15,0 0 3-15,8 0 7 0,-8 0 2 0,0 0-1 16,6 0-9-16,-6 7-2 0,0-7 23 16,0 0-2-16,0 0-3 0,0 0 2 0,7 0 26 15,-1 7-1-15,-6-7-10 0,0 0-3 16,0 0 0-16,0 0-7 0,0 0 3 0,-2-2-12 15,2 2-8-15,-2-2 3 0,1 1 0 0,1-1-2 16,-3 0-12-16,0 1 14 0,1-1-4 16,0 0 1-16,-2 2-3 0,0-3-2 0,2 2 3 15,-3-1-6-15,5-1-12 0,-4 2 18 16,0-1-10-16,0-1 6 0,0 1-17 0,0 0 14 16,-1 0 6-16,0 1-20 0,3-2 7 0,-2 2 1 15,0-1 11-15,1 1-18 0,1 1 21 0,-2-3-5 16,2 2-12-16,-2 0-12 0,1 1 4 15,1 0 13-15,2 0 1 0,0 0-5 0,0 0 12 16,-7 0-3-16,7 0 0 0,-18 10 0 0,13-7-14 16,0 1 12-16,-5 4-2 0,0-2 11 15,2-1-22-15,3 2 17 0,-1-2-22 0,4-2 15 16,-2 2-1-16,0-1-17 0,2-1 24 16,1 0-6-16,-1 1-3 0,0 1 1 0,2 0 0 15,0-2 2-15,0-3 1 0,0 0-10 0,0 0 9 16,0 6-3-16,0-6 4 0,0 6 8 0,0-6-3 15,14 11 1-15,-11-9-8 0,0-2 8 0,1 0-6 16,1 0 14-16,0-2-26 0,1 0 14 16,-2-2 6-16,3 3-4 0,-3-3-4 0,-1 1 20 15,3-1-3-15,-2 0-2 0,-1 0-13 16,0-2 16-16,-1 1-1 0,0-1-9 0,5-6 5 16,-5 2-3-16,-2 3 5 0,0 1 12 0,1 0-6 15,-1 1 16-15,0 5-24 0,0 0 13 16,0 0-13-16,0-7-4 0,0 7 12 0,0 0-13 15,0-5-2-15,0 5-4 0,-10-13 9 0,7 13 12 16,2-1-22-16,-5 1-7 0,3 1-2 16,-1 0-3-16,1-1 8 0,0 4 16 0,-1-2-8 15,1 0-17-15,1 2 3 0,-1 0-3 0,-2-1 8 16,3 2-9-16,0 0 1 0,2-1 20 16,0 1-21-16,-1 0 17 0,1 0 0 0,0-5 4 15,0 0-7-15,0 10-7 0,0-5 8 0,0-5 12 16,0 7-27-16,13 6 19 0,-10-9 5 15,1 0-4-15,-1-1 5 0,1-1-3 0,0-1-13 16,0 1-2-16,2-2 9 0,-2-2 24 0,2 1-18 16,-6 1-5-16,0 0 15 0,14-8-14 15,-8 4 2-15,5-4 27 0,-5-1-30 16,1 3-4-16,-4 0 6 0,7-6-6 0,-7 5 8 16,2 3 1-16,-3-4 7 0,3 4-27 0,-5 0-11 15,0 4-46-15,0 0-48 0,0 0 9 16,0 0-135-16,0 0-118 0,-17-10-26 0,-2 10 24 15,9 0-3-15,-6 0 20 0,-2 0 49 16,-1 0-1-16</inkml:trace>
  <inkml:trace contextRef="#ctx0" brushRef="#br0" timeOffset="108343.148">7945 4855 220 0,'0'0'62'0,"0"0"-38"0,0 0 13 16,0 0-23-16,0 0-8 0,0 12 37 0,0-12-22 16,0 0-11-16,0 0 30 0,0 0 29 15,0 0-23-15,-14 0-25 0,14 0 27 0,0 0 33 16,0 0-49-16,0 0-4 0,0 0 41 0,0 0-9 15,0 0-32-15,0 0 4 0,0 15-33 16,0-15-8-16,0 0 46 0,0 0-5 0,0 0-3 16,0 0-4-16,0 0-2 0,0 0-18 15,0 0-13-15,0 0 1 0,0 0 0 0,0 0 2 16,0 0 0-16,0 0 27 0,0 0-2 16,0 0 14-16,0 0 30 0,0 0 5 0,0 0-25 15,0 0-7-15,9 18-24 0,-4-18 33 16,-1 1-4-16,3-1-4 0,-2 2-5 0,1-2-2 15,-6 0-19-15,5 0-2 0,3 0-4 0,-1 0-4 16,-1 0 14-16,8 0-2 0,1 0-5 0,-4 0-31 16,1 0 19-16,1 0 20 0,1 0-6 15,0 0-12-15,-1 0-5 0,0 0 23 0,-3 0-21 16,-1 0-13-16,2 0 49 0,-2 0-38 0,-1 0-10 16,7 0 5-16,2-7 18 0,2 7 6 15,1 0-3-15,-2 0-35 0,3 0 1 0,21-15 58 16,-23 9-26-16,2 3-2 0,-1 1 0 0,1-1-2 15,-1-4 14-15,-3 6-10 0,3-1-32 0,3-2 5 16,-2 4 0-16,-4-3 20 0,8 1 4 0,-6-3 3 16,1 3 10-16,5 2-4 0,-5-3 2 15,2-2-15-15,2 0-3 0,-1 2 6 0,-1-3 16 16,2 4-40-16,-2 1 4 0,3-4 20 16,-3 4 4-16,3-2 18 0,-3 1-27 0,3-1-8 15,-2 0 1-15,-1 0 37 0,1 2-17 0,-2-4-8 16,0 3 0-16,2-1 17 0,-2 1-23 15,1 1-30-15,-1-3 23 0,0 3 31 0,0-1-7 16,-1 0-6-16,1-2-14 0,4 3 3 16,1-1 0-16,-5 2 4 0,5-3-10 0,-12 3 2 15,4 0 1-15,5 0-11 0,27-10 26 0,-23 6-29 16,1 1 34-16,-1 0-16 0,1 1-7 16,1-2 29-16,1 3-16 0,0-3-3 0,-1 2 20 15,-4-1-7-15,-10 3-38 0,5 0 19 0,3 0-21 16,0 0 12-16,28-10-12 0,-25 7 49 15,-1 2-23-15,-2-3-1 0,2 3 1 0,-3-2 27 16,0-2-15-16,2 1-29 0,-2-1 16 16,-2 2-2-16,6-1 10 0,-2 1-2 0,3-2 1 15,-1 2 2-15,-5-2-6 0,4 3-22 0,-5-3 16 16,7 3-4-16,-3 0 1 0,-1-2 3 0,3 0-3 16,1 1 6-16,-1 2-1 0,2-2 0 15,-2 3 21-15,1-2-31 0,-3-1 11 0,2 0 22 16,1 0-2-16,0 2-3 0,-1-2-16 15,0-1-30-15,2 1 2 0,-3 0 4 0,0-1 16 16,3 2-14-16,-4-1 6 0,1-1 22 0,-2 0 27 16,-1 3-38-16,-2-2 0 0,2 0 2 15,-2 0 7-15,2 0 12 0,-3 1 10 0,0-1-22 16,2 0-2-16,-1-1-3 0,-1 3 11 0,-1-1-19 16,-6 0 10-16,5-1-5 0,2 1-26 15,-4 2 2-15,-5-2 3 0,3-1 11 0,-3 3-1 16,-1-1 4-16,0 1 29 0,0-2-21 0,10 1 25 15,-5 0-14-15,-1 1-14 0,-2-2-9 16,0 2 1-16,-2-1 1 0,-1 1 6 0,0-2 0 16,0 2 2-16,-2-1 23 0,15 1-3 15,-9-1-50-15,-1 1 3 0,-1-2 35 0,1 1 2 16,-3 1 31-16,-3 0-26 0,3 0-5 16,-8 0 6-16,6 0 10 0,2 0-37 0,-2 0 19 15,1 0-14-15,-1 0-8 0,2 0 7 0,-2 0-5 16,1 0-2-16,0 0 1 0,-2 0-5 15,3 0-6-15,-2 0 2 0,-6 0 51 0,8 0-9 16,0 0 0-16,5 10-3 0,-6-9-13 16,-2-1 21-16,-1 1 4 0,2-1-22 0,-2 0 28 15,0 0-17-15,3 0-1 0,-2 2-24 0,-3-1 31 16,2-1-50-16,1 2 36 0,-2-2-13 0,-1 0 14 16,0 1-9-16,1 0-23 0,0-1 31 15,0 0-2-15,-2 1-24 0,3-1 2 0,-4 0 2 16,0 0 19-16,0 0 4 0,0 0-9 0,0 0 14 15,0 0-2-15,5 0-1 0,-5 0-2 16,0 0 1-16,10 0-11 0,-10 0-2 0,8 0-14 16,-8 0 1-16,7 0 2 0,-7 0 35 15,8 0-21-15,-8 0 19 0,8 0-8 16,-1 0-6-16,-1 0-1 0,0 0-2 0,-6 0 1 16,10 0-24-16,-2 0 54 0,-2 0-44 0,1 0 28 15,1 5-2-15,4 3-5 0,-3-8 18 16,-1 1-27-16,-1 0 8 0,-2 1-19 0,14 0 1 15,-7 0 0-15,-2-1 20 0,1 1 3 0,-3-1 3 16,0 1-12-16,1-2-2 0,-4 1 3 16,3-1-12-16,-2 0 3 0,3 0 14 0,-2 0 15 15,0 0-34-15,12 5-23 0,-3-5 38 0,4 2 7 16,-7-1-2-16,0 1 0 0,-3-2 8 16,0 0-10-16,0 0-44 0,-1 2 60 15,-2-2-19-15,-1 0-3 0,3 1-12 0,-1-1 36 16,-2 0-44-16,9 5 13 0,1-5-9 0,-3 0-1 15,-4 0 0-15,-9 0 6 0,10 0 2 0,0 0 1 16,-2 0 15-16,-1 0-5 0,2 0-5 16,2 0 18-16,-5 0-11 0,2 0 1 15,-2 0-2-15,4 0 5 0,-2 0-25 0,0 0 1 16,6 0 2-16,-2 0 24 0,2 0-22 16,-3 0 1-16,-1 0 0 0,0 0 13 0,-2 0 17 15,0 0-4-15,1 0 0 0,-3 0-10 0,2 0-9 16,-2 0-10-16,0 0 11 0,3 0 0 15,-1 0-24-15,0 0 26 0,6 0 11 16,0 0-6-16,0 0-7 0,-1 0 0 0,-4 0 1 16,0 0 1-16,1 0 1 0,-5 0-37 0,3 0 2 15,-1 0 24-15,-1 0 1 0,2 0 0 0,-1 0 3 16,-1 0 3-16,2 0 8 0,-1 0 18 16,0 0-3-16,-1 0-2 0,3 0-16 0,-3 0 17 15,1 0 2-15,1 0-11 0,-3 0-23 0,4 0-22 16,-3 0 54-16,0 0-8 0,2 0-3 15,-1 0-18-15,0 0 16 0,0 0 15 0,-2 0 15 16,2 0-43-16,2 0 1 0,-2 0 31 16,-1 0-7-16,1 0 2 0,0 0 18 0,-7 0-17 15,8 0-2-15,-2 0 22 0,-6 0-52 0,8 0 31 16,-8 0-9-16,9 0-3 0,-9 0 0 0,6 0 6 16,-6 0-5-16,7 0 3 0,-7 0-18 15,0 0 5-15,7 0 28 0,-7 0-3 0,0 0 1 16,6 0-38-16,-6 0 33 0,0 0 9 0,0 0-12 15,8 0 27-15,-8 0-18 0,0 0-6 16,0 0 3-16,0 0-6 0,0 0 5 0,11 0-5 16,-10 2-12-16,0-2 10 0,-1-2-21 15,3 2-4-15,-6 0-56 0,3 0-2 0,3 2 7 16,-2-2-134-16,-2-2-159 0,-2 0-11 0,1-1 25 16,-2 2 12-16,-7-8-11 0</inkml:trace>
  <inkml:trace contextRef="#ctx0" brushRef="#br0" timeOffset="109608.848">12370 4653 290 0,'0'0'78'0,"0"0"34"0,0 0-69 15,0 0-39-15,0 0-15 0,0 0-32 0,0 0-208 16</inkml:trace>
  <inkml:trace contextRef="#ctx0" brushRef="#br0" timeOffset="112624.289">12408 4633 215 0,'0'0'105'0,"0"0"-28"0,0 0-13 0,0 0-1 16,0 0-26-16,0 0-17 0,0 0 23 15,0 0 2-15,0 0-4 0,0 0 45 0,0 0-8 16,0 0-9-16,0 0-14 0,0 0 26 0,0 0-35 16,0 0-12-16,0 0 11 0,0 0-3 15,0 0 15-15,0 0 0 0,0 0-6 0,0 0-24 16,0 0 49-16,0 0-77 0,0 0 44 0,0 0-8 15,0 0-5-15,0 0 7 0,0 0-9 16,0 0-26-16,0 0-6 0,0 0 55 0,0 0-29 16,0 12 7-16,0-12-5 0,0 0 21 15,0 0-15-15,1 28-4 0,-5-25-12 0,-6 12 13 16,0-6 0-16,1 1-19 0,-3 2-9 16,4 0 31-16,0-4-6 0,0 3-16 0,1-3 16 15,-4 1 17-15,5-1-25 0,-3 6-18 0,0-3-2 16,2-4 28-16,-3 4-5 0,1 0 4 15,2-4-28-15,3 0 0 0,-1 0 30 0,1-1-24 16,-1 0 5-16,1-1 13 0,0-1 10 0,-6 8-19 16,4-4 3-16,1-1-2 0,1 1-13 15,-2-3 15-15,-4 8 17 0,7-5-25 0,-4-1 20 16,2-1-13-16,0 2 2 0,0-4 6 16,-4 5-3-16,4-2-1 0,2 1-1 0,1-1 9 15,-4-1-8-15,3-3-2 0,-1 2-3 0,1-1 4 16,0 0 1-16,0 0-7 0,0 2 11 0,-4 5-7 15,-2 4-16-15,2-8 13 0,1 0-12 16,1 1 19-16,-2 1 8 0,1 1-25 0,0-2 12 16,-2 3-9-16,-1 1 8 0,2-1-8 15,-5 0-7-15,3 3-7 0,5-6 21 0,-3 0 8 16,1-2-16-16,2 1-2 0,-1-2 14 0,-2 7-14 16,0-2 2-16,-2-1 12 0,4-1-9 0,1 0 2 15,-1 1-1-15,0 3-6 0,-2 0 2 16,-1-4 6-16,7 1-4 0,-5-4-4 0,3 2 4 15,-4 0 2-15,6-1 1 0,-5 6-2 0,-1 4-1 16,3-8-2-16,-1 0-6 0,3 1 4 16,-2-3 1-16,-1 0-1 0,4-2 10 0,-7 9-9 15,1-1-20-15,3-5 19 0,2 3 14 16,-3-3-9-16,2 0-4 0,1 0-2 0,1 1 0 0,-7 4-1 16,0 0-12-16,5-2-1 0,-3-1 18 15,2-3 4-15,1 8-16 0,-3-7 7 0,4 0 11 16,-4 1-17-16,3-1 13 0,0-1 3 15,0-1-4-15,0 0-6 0,0 0-6 0,0 0 15 16,0 0 7-16,0 2-8 0,-3 5-20 16,1 0 26-16,-1-2-9 0,4-1 11 0,-6 3-16 15,3 1 19-15,-1-3-18 0,1-3 17 0,0 0-1 16,2-1-8-16,1 0 0 0,-6 8 2 0,4-4 7 16,-1-2-6-16,-2 4-4 0,1-2 18 0,1-2-5 15,-2 4 12-15,1-3-25 0,0 0 6 16,2-2 2-16,-5 4-9 0,5 0-5 0,-5 1 9 15,-1 0-9-15,6 1 16 0,-3-1-5 16,0 0 3-16,0-3-1 0,0 4 7 0,3-5-17 16,-1-1 9-16,2 1 3 0,-4 4-16 15,3-2 5-15,-2-1 11 0,2-2-4 0,-1 0-13 16,1 0 8-16,1-2-16 0,-5 10 1 0,5-6 4 16,-4-2 13-16,4 0-16 0,-1-1 10 15,0 0-11-15,0 0 15 0,-1-2-4 0,3 3 11 16,-6 5-1-16,4-4-6 0,-1-1 6 0,0-1-13 15,-1 1-9-15,-1 2 11 0,3-2-5 0,-1 0 10 16,0 0 4-16,2-2-11 0,1 2 14 16,-3-3-16-16,2 0-2 0,-3 0 12 0,3 2-3 15,1-2-17-15,-5 8 24 0,1-5-5 16,0-1-14-16,2 1 5 0,0-1 11 0,1 0-8 16,-2-1-7-16,-6 7 15 0,2-2-21 15,4-3 22-15,-2 1-5 0,3-1 9 0,-6 4-10 16,4-4-1-16,-4 1 6 0,2 0-11 0,4 0 12 15,0-4-10-15,-1 4-3 0,1-2 14 0,-1-2 5 16,1 0-17-16,-7 5-6 0,2 4 0 16,1-2 14-16,4-2-5 0,-6 1-2 0,4-2 16 15,-1-1-23-15,1 1 7 0,0-4 19 0,2 1-31 16,-5 7 10-16,1-3 12 0,2-1-6 0,-2 4-6 16,3-5 22-16,-1 0-6 0,2 0-3 15,0-2-3-15,0 1-14 0,-1-1 0 0,0 0 6 16,-3 9-2-16,2-7 11 0,-7 5-8 15,5-1 4-15,1 0-6 0,-2 0-3 0,-3 0 8 16,5-3-7-16,3 0-2 0,-3-1 1 0,-1 5 0 16,2-5 1-16,1 0 20 0,1 1-3 15,-2-2-21-15,2 1 5 0,-5 2 13 16,5 1-19-16,0-5 19 0,1 0 4 0,-1 1-28 16,1-1 4-16,-2 1 13 0,0-2-5 0,4 0 2 15,-2 2 10-15,-1-2-18 0,2 0 15 16,-1 0-1-16,1 1-11 0,-5 7 12 0,2-3-10 15,-1-2-3-15,1-1 15 0,-2 6-17 16,2-3 7-16,0-1 16 0,0-1-14 0,1-1-9 16,0 1 16-16,-5 2 9 0,4 2-21 15,0-3-6-15,1 0 11 0,-1-1 5 0,1 0 8 16,3-2-6-16,-2-1 5 0,-3 10 4 0,1-3-5 16,0-1-24-16,1-3 14 0,2 0 18 15,-2 0-24-15,1 0-8 0,3 0 4 0,-4-3 12 16,-1 10-10-16,0-4-4 0,1 1 14 0,-1-4-4 15,3 0-4-15,2-1-4 0,-3-1 29 16,-1 2-3-16,-1 7 4 0,1-3-31 0,-1-2-1 16,5 0 9-16,-6 4 19 0,3-1-17 15,-1-3 3-15,2 3 5 0,-1-7-5 0,-1 10-4 16,-1-2-8-16,3-3 1 0,-3 4-1 0,-2-1 12 16,5-5-9-16,-2 2 6 0,0-1 4 15,3-1 0-15,-2-1-11 0,1 0 1 0,-3 9-1 16,-2-3 15-16,3 1-13 0,0-4 26 0,2 0-17 15,-1-1-18-15,-1-4 9 0,2 1-10 16,-2 2 10-16,4-2 18 0,-4-1-17 0,-2 10 4 16,3-4 9-16,-3 1 4 0,3-1-21 15,-2-2 3-15,0 4-7 0,0-2 18 0,1-3 11 16,2 1-1-16,-1-2-14 0,-1 0-6 16,2 0 18-16,0-2-16 0,-4 1 19 0,6 1-21 15,-1-3 23-15,-2 3-12 0,1-1-4 16,-2 6-8-16,1-1 18 0,-1-2 7 0,-1-4-28 15,4 3-6-15,-4-2 26 0,0 8-5 0,1-5-18 16,0-1 5-16,1-3-4 0,0 2 18 16,0-1-1-16,0 0-14 0,-4 6-5 0,3-4 4 15,-2 0 2-15,6-1 28 0,-3-1-34 0,1-1 25 16,-1 0 5-16,-1-1-14 0,3 1 20 16,-1-2-43-16,-1 3 15 0,0 0 12 0,2-4-9 15,-2 5 26-15,2-3-35 0,-1 0 6 0,-1 1 2 16,0 0-10-16,2-1 23 0,-1 2-13 15,-1-1 24-15,2-1-15 0,-2 1 9 0,1-1-24 16,-1 0 26-16,-1 0-36 0,3 2 8 0,-2 0 4 16,2-1 18-16,-4 0-14 0,-3 5 5 15,3 0-10-15,-1-1 3 0,2-1-5 0,2-1 27 16,-1-2-14-16,-1-1-14 0,1 2 35 0,1-2-19 16,-1 0-20-16,2 2 8 0,-2-4-6 15,1 4 5-15,0-2 4 0,-1 0-13 0,-1-1 18 16,4 1 5-16,-4 0-15 0,3 2 8 0,-2-4 22 15,2 3 10-15,-2-2-41 0,1 2 23 0,1-2-15 16,-2 1 2-16,2 0 9 0,-3-2-3 16,4 4-14-16,-2-4-12 0,-1 4 2 0,2-4 16 15,-1 3 12-15,0-3 4 0,1 1-20 16,-2 3 4-16,2-4-11 0,-2 1 24 0,2 1-7 16,-2-1-8-16,2 1 6 0,0-3-4 0,-3 3 27 15,4-2-28-15,-3 0 21 0,1 1 1 0,2 0-24 16,-1-1-19-16,-2 1 46 0,3 0-40 15,-1-1 7-15,-1-1 8 0,1 2 3 0,1-2 4 16,-1 2-20-16,0-2 13 0,1 0 3 16,-3-1-11-16,3 3 6 0,0-3 23 0,0 3 3 15,0-3-21-15,-1 1 5 0,1-1-7 0,0 0-17 16,0 0-26-16,0 0 6 0,0 0-42 16,0 0-42-16,0 0 11 0,0 0-131 0,-18-22-105 15,13 6-62-15,1-2-1 0,-2-5 34 16,0-3 44-16,0-1 19 0,-3-4 12 15,0-2-3-15</inkml:trace>
  <inkml:trace contextRef="#ctx0" brushRef="#br0" timeOffset="116733.695">8023 4986 217 0,'0'0'42'0,"0"0"9"0,0 0-4 16,0 0-24-16,0-12 19 0,0 12 22 15,0 0-33-15,0 0 12 0,0 0-14 0,0 0 46 16,0 0-11-16,0 0-5 0,0 0-20 16,0 0 18-16,0 0-5 0,0 0 13 0,0 0-7 15,0 0-7-15,0 0-3 0,0 0-8 16,0 0 7-16,0 0-7 0,0 0-3 0,0 0-4 16,0 0 13-16,0 0-29 0,0 0-3 0,0 0-2 15,0 0 1-15,0 0-3 0,0 0 0 0,0 0-2 16,0 0 11-16,0 0-25 0,0 0 30 15,0 0-20-15,0 0 10 0,0 0-10 0,0 0-2 16,0 0-10-16,0 0 1 0,0 0 18 16,0 0-15-16,0 0 2 0,0 0-2 0,0 0-5 15,0 0 26-15,0 0-2 0,0 0-2 0,0 0 3 16,0 0-3-16,0 0 5 0,0 0 1 0,0 0-3 16,0 0-42-16,0 0 2 0,0 0 4 15,0 0 23-15,0 0 2 0,0 0-1 0,0 0-38 16,0 0 3-16,0 0 51 0,0 0 3 0,0 0-33 15,0 0 1-15,0 0-13 0,0 0 1 16,0 0 3-16,0 0 1 0,0 0 41 0,0 0-17 16,0 0 16-16,0 0-19 0,0 0 26 0,0 0-33 15,0 0 38-15,0 0-23 0,0 0 0 16,0 0-2-16,-1-3 1 0,1 3-12 0,1 3 19 16,1-3-2-16,-1 0-1 0,2 1-2 15,-2 0-23-15,0-1-12 0,0 3 50 0,2-1-11 16,-2-2-7-16,3 1 15 0,-3 0 17 0,2 2-42 15,-2-3 17-15,3 2-27 0,-2-1 0 16,2 1 16-16,-1 0 4 0,-1-1-8 0,1 2 35 16,4-2-1-16,-5-1-17 0,2 2-13 0,1 0 18 15,-3 1 8-15,2-1-18 0,0 0-1 16,0 2-4-16,0-2 4 0,1 0-9 0,0 3 4 16,-1-3 14-16,6 6-43 0,0-1 35 0,-2-2 5 15,-2 0-6-15,5 4 12 0,-6-3-17 16,10 1-13-16,-10-1 19 0,0-1-4 0,0 1-2 15,6 1 16-15,-4-2-26 0,-2 2 25 16,1-1-44-16,-2-1 27 0,0 1-4 0,2-4-14 16,-3 4 30-16,0-2 2 0,1-1-20 0,-2 3 12 15,1-1-31-15,10 4 32 0,-6-1-34 0,-1-1 17 16,0 1 20-16,-2-3-3 0,-1 0 2 16,1-1-16-16,5 6 13 0,-2-2-2 0,-2-1-12 15,1-3 15-15,-3 1 4 0,2-1-23 0,-3 2 15 16,1-4-18-16,1 3 24 0,-3-3-25 15,3 5 23-15,-1-4-15 0,2 0 22 0,-3 1-30 16,2-1 6-16,-1-1 7 0,0 1-6 0,3 2 14 16,-3-2-6-16,1 1-35 0,1-2 21 15,-2 3 32-15,2-1-8 0,-2-1-16 0,-1 1-9 16,5-1 3-16,-4 2 13 0,1-1 2 0,0 0-2 16,0 0-17-16,6 6 25 0,-3-2-8 15,-2-4 12-15,1 3-16 0,-1-3 2 0,-2 2 6 16,-1-3-9-16,3 2 16 0,-1-3-17 15,-3 0 0-15,3 2-18 0,3 0 27 16,-5 0-13-16,2-1 23 0,0 0-16 0,-2 1-30 16,4 0-1-16,-3-1 30 0,1 2 2 0,8 3-15 15,-5-4 16-15,-2 4-15 0,-1-1 10 16,3-4 14-16,-4 1-6 0,3 0-3 0,-2-1 10 16,-2 1-5-16,2 0-22 0,-1 0 10 0,0 0 17 15,4 0-1-15,-4-2-32 0,0 2 21 16,1-1 1-16,0 2 11 0,1-1-2 0,4 7-11 15,-3-4 11-15,1 0-14 0,-4 0 15 0,3-2 0 16,-2 0-14-16,0 0 17 0,0-2-8 0,-1 1 11 16,-1 1-17-16,2-1 9 0,-1 1-22 15,-1-2 31-15,7 9-14 0,-2-4 12 0,-3 1-2 16,1-5-15-16,-1 1-3 0,-1 1 5 16,0-4 9-16,0 4-15 0,2-2 4 0,0 1-6 15,-4-1 5-15,1 1-8 0,4-2-1 0,-4 2 12 16,1-2 2-16,1 3-23 0,0-3 14 15,-1 1 2-15,1 1 5 0,5 8-4 0,-4-5 9 16,2 0-3-16,4 2-20 0,-5-3 18 0,0 1-3 16,0 0-1-16,4 0 5 0,-4-1-9 0,2-1 4 15,-4 1 2-15,1-2-1 0,7 4 8 16,-7-3-26-16,1-2 26 0,1 3 5 0,0-2-8 16,2 6-7-16,2-3 9 0,-1 2-6 15,-1-2 0-15,-2-1-10 0,1 1 5 0,0-2 11 16,1 4-18-16,0-3 7 0,-3 0-2 0,4 3-1 15,2-1 8-15,-6-3 12 0,7 3-13 16,-4-1 6-16,-1-1-32 0,-1-1 45 0,-2 2-16 16,2-5-18-16,4 6 5 0,-1-3 19 0,-3 1-7 15,-1 0 2-15,3 3 0 0,0-3 2 16,-1 3-1-16,-1-3-2 0,-1 0 6 0,9 0 2 16,-10 0-10-16,1-2-16 0,2 1 10 0,-4 0 0 15,-1-1 10-15,3-2-2 0,-2 2-10 0,-2-1 12 16,2 1 14-16,7 4-11 0,-5 1-5 15,3-2-6-15,-3 1-18 0,0-3 27 0,-1 1 1 16,1-1-6-16,-3-3 6 0,1 3-3 0,0-2-10 16,5 8-9-16,1-7 32 0,-5 0-13 15,-1 1 2-15,1-3 0 0,0 3-3 0,-1-4 0 16,-1 5-11-16,-1-5 2 0,2 1-1 0,-1 1 10 16,1-1 3-16,-2 2 13 0,1-3-18 15,2 1 0-15,0 1 8 0,-4 3-4 0,2-6-9 16,1 4 12-16,-2 0-7 0,7 6 5 0,-4-3-4 15,3-1-10-15,-6-2-4 0,4 0 21 16,-1 0-9-16,-3 0-4 0,1-1-7 0,-2 1 22 16,5-2-11-16,-3 1 4 0,1-1-2 0,-3 1 3 15,2 2-9-15,-1 1 6 0,0-5-2 16,3 4-11-16,-3-2 9 0,8 8 4 0,-7-5 3 16,3 0-2-16,-4-2-7 0,3 1 4 0,-1 0 8 15,-2-1-9-15,1 2-10 0,2-5 15 16,-2 4-7-16,0-4 4 0,0 3 13 0,3 7-15 15,-1-4-11-15,1 1 5 0,-2-2 9 16,-1 0 0-16,1-2-1 0,0 1 13 0,0 0-22 16,3 4 12-16,-3-3 5 0,4 0 2 0,-3 1-17 15,-1-2 7-15,-4-1 4 0,5 1-6 0,-4-4 3 16,2 3-5-16,-2-2 11 0,3 3-17 16,-1-3 2-16,0 2-12 0,0 0 16 0,-1 0-15 15,1 0 21-15,-2-1 11 0,9 6-15 0,-6 0-9 16,2-2 5-16,-2-2 7 0,-1 2-1 15,-1-2-1-15,0 0-4 0,3-1 9 0,-4 2-7 16,6 5 9-16,-1-3 3 0,-4-1-6 0,1 0-5 16,0-4-13-16,0 3 10 0,0-2 6 15,1 0-3-15,-2 1 6 0,-1-2-1 0,4 3-19 16,1 4 14-16,0-3-1 0,-3 2 6 0,1-3-7 16,0-2 4-16,-2 3 0 0,1-2-1 0,4 6-8 15,-2-4 6-15,-1 1 13 0,1 0-12 16,1 7-13-16,-4-6 3 0,4 5 2 0,1-2 17 15,-1 2-4-15,-2-3-13 0,0-2 9 16,0 4-1-16,1-3 2 0,-4 0-4 0,3-2 6 16,-2-1-8-16,4 6 13 0,-3-2-6 0,3-2-1 15,-5-3 5-15,3 2-17 0,-1-3 12 16,0-1-11-16,0 0 7 0,-2-1 6 0,1 3-4 16,1-2-14-16,-2-1 9 0,2 0 23 15,-1 0-14-15,1 2-10 0,1 0 5 0,-3-1 2 16,2 0 1-16,5 7-10 0,-2-4 5 0,-2 1 8 15,5 3-18-15,-3-7 3 0,-1 2 18 0,-4-1 0 16,6 1-14-16,-5-2 13 0,1-2-7 16,0 1 8-16,0 1-14 0,0-1 11 0,2 1 10 15,-3-2-30-15,1 1 22 0,1 0-5 16,0 0 15-16,-2 1-15 0,1-1-1 0,2 0-16 16,-2-3 17-16,0 3-8 0,2-1 20 0,-2 2-3 15,0-2-7-15,0-1-15 0,0 1 25 16,0 1-10-16,3-2 0 0,-3 0-25 0,-1 2 35 15,3-3-13-15,-1 3-3 0,1-1-13 16,-2-2 16-16,-1 2-5 0,2 0 4 0,0-1-1 16,1 1 5-16,-3 0-3 0,3 0-1 0,-1 0-1 15,0 0-2-15,-1 0 5 0,3 1 2 0,-2 0 1 16,1 2-6-16,-1-6-15 0,0 4 22 16,0 0-17-16,-1-3 15 0,1 3 1 0,-1-1 4 15,3 0-10-15,-2 0 3 0,-1-2-3 0,2 3 7 16,-1 0-10-16,-1-1-3 0,1 1-4 15,0-2 16-15,0 1-13 0,1-1 5 0,-2 2 18 16,2-2-5-16,-3 1-7 0,3 1-1 0,7 5-2 16,-6-4-1-16,2 0-4 0,-5 1 19 15,0-3-29-15,4 2 26 0,-4-2-30 0,0 1 13 16,-2-1 8-16,2 1 0 0,2 0-7 16,-3-2-15-16,3 2 9 0,-2-1 20 0,0 3-7 15,2-4 4-15,0-1 2 0,-1 5-20 0,0-5 21 16,-3 2 7-16,3 2-12 0,0-3-3 15,1 4-1-15,-1-5 10 0,-2 0-1 0,2 3-6 16,-1-1-25-16,0 2 19 0,0-4 7 0,1 3 1 16,-2 0-12-16,3-4 11 0,-2 4-5 15,0 2-4-15,-1-4 6 0,2 1 9 0,0 0 5 16,-2 3-12-16,4-4-10 0,-3 1 14 0,1 1 3 16,-1 0-11-16,-1 0-6 0,2 0 8 15,-1 0 2-15,1 0-21 0,-3 1 14 0,3-2 18 16,0 2-20-16,-3-1 2 0,5 1-2 0,-3-2 17 15,-2 1-9-15,0 0-14 0,3-2 11 0,0 2-8 16,-3-1 12-16,3 3-6 0,0 0 5 16,2-3 3-16,-3 2-12 0,-2-3 13 0,2 2-12 15,2 2 11-15,-3-5-2 0,1 3 0 16,1 0-5-16,-3 1 13 0,3-1 2 0,-3 1 0 16,4-2-11-16,-1 2-6 0,-3-2 11 0,3 1-23 15,-3 1 17-15,2-1 14 0,-1-1-6 0,1 2-12 16,0-2 1-16,1 1-12 0,-4-1 17 0,6 0 1 15,-5 1 2-15,3-1-14 0,-4 1 12 16,5 0-10-16,-5-3-11 0,4 4 10 0,-1-3-4 16,-1 3 7-16,-1-3 15 0,2 1-1 15,1 0-24-15,-2 1 21 0,-1 0-5 0,1 0-1 16,0-2 0-16,1 0 4 0,-2 2 2 16,2-2-6-16,-2 2-12 0,3-3 8 0,-1 2 8 15,-1 1 3-15,-2-2-23 0,3 1 6 0,-3 1 25 16,6-1-8-16,-5 0-10 0,0 0-8 0,2 0 15 15,-3 0-4-15,5 0 0 0,-4 0-8 0,1 1 18 16,2-3-9-16,-3 5 2 0,1-4-10 16,1 1 6-16,-3 1-2 0,5-1 3 0,-4-1-5 15,2 2-13-15,-2-2 17 0,1 0 13 16,0 2-5-16,-1-3-19 0,2 3 14 0,-2 0-14 16,2-3 5-16,-3 3 8 0,4-1 8 0,-2 0-14 15,-1 0 23-15,1 0-14 0,3 0-3 0,-4 0 0 16,1-1 0-16,1 0 4 0,-3 3-7 15,4-3-2-15,-3 1 11 0,2 2-9 0,-2-3 3 16,3 2-8-16,-1-3 7 0,-2 2-9 0,0 1 15 16,0-1-3-16,1-2-2 0,0 2-6 15,-1 0 17-15,3-2-13 0,-3 2-9 0,0 1 3 16,1-3 14-16,1 3 5 0,-2 0 1 0,1 1-13 16,0-1 18-16,2 2-11 0,-3-4 9 15,3 2-16-15,-3 1 6 0,4-2 6 16,-2 2 12-16,-1-2-24 0,-2 1 11 0,4-1-18 15,-3 1 15-15,1-1 5 0,0-2-3 0,-2 2 4 16,1 0 3-16,1-3-20 0,-1 1-4 0,2 1 19 16,-3 2 5-16,1-3-2 0,0 0-11 15,0 0-6-15,0 1 0 0,-1-2-6 0,0 0-21 16,0 0-29-16,0-4-59 0,2 1 10 0,-4-2-199 16,1 1-84-16,0-4-2 0,-1-6 27 15,-4-2 21-15,-1 3 71 0,-6-4-15 0</inkml:trace>
  <inkml:trace contextRef="#ctx0" brushRef="#br0" timeOffset="121842.92">9828 3413 315 0,'0'12'77'0,"0"-12"-18"0,0 0-17 0,0 0 9 15,29 34-20-15,-23-26-4 0,1-2 3 0,0-2-4 16,-4 0 18-16,3 0 1 0,-2-4-15 16,0 3-3-16,-2-2-1 0,2-1-4 0,1 2 69 15,-5-2-24-15,0 0-19 0,0 0 40 16,5 0 17-16,-5 0-15 0,14-11 9 0,-11 6-46 16,1 1 43-16,-3 0-11 0,1-1 1 0,1-2-9 15,-3 0-4-15,0 1 14 0,0 6-12 16,0 0 6-16,0-8-10 0,0-1-22 0,-13-10 15 15,9 9-8-15,1 2 6 0,-1 4-17 0,0-1 9 16,1 2-17-16,1-1 1 0,-2-1-13 16,-1 5-1-16,0-3 2 0,1 3-5 0,0-1-9 15,-1 1 2-15,5 0 6 0,0 0-9 0,-7 0 0 16,7 0-9-16,-16 10 7 0,7-2-18 16,-1-1 17-16,3 1-5 0,1-2 2 0,1 1 10 15,2-2-2-15,-1 2-15 0,2-1-14 16,-2-1 20-16,3 0-4 0,0 0-13 0,-2 1 7 15,3 0 4-15,0-1 2 0,0-5 8 0,0 0-14 16,0 5 6-16,0-5-5 0,0 7-6 0,14 5 14 16,-11-10-15-16,0 1-7 0,3-3 21 0,-3 0-11 15,4 0 5-15,-2-3 12 0,4 3 0 16,8-8-18-16,-5-1 14 0,0 3-1 16,-2-5-1-16,-4 1-10 0,-2 1 15 0,4-2 1 15,-4-1-1-15,1 3-18 0,-5 2 10 0,2 1 13 16,0-4 1-16,-2 10 10 0,0-6 0 0,0-1-3 15,0 7 12-15,0-9-3 0,0 4-14 16,0 5-2-16,-13-16 9 0,4 7 4 0,5 4-2 16,-2-2-6-16,-3 3-17 0,4 1 5 15,-3 1-8-15,3 0 7 0,-1 2 8 0,6 0 2 16,0 0-3-16,-9 0-12 0,1 0 5 0,8 0-1 16,-24 16-16-16,16-9 20 0,1 0-9 0,-4 6-13 15,5-3-2-15,-1 2 19 0,3 1-5 16,2-4 5-16,2 1-4 0,-2 0 7 0,2-10-14 15,0 12-8-15,0-1 14 0,16 13-2 16,-12-13 0-16,1-7-1 0,4 3-10 0,-4-2 15 16,7 1-14-16,-1-2-11 0,-2-2-10 0,0-1-3 15,-9-1-19-15,9 0-27 0,16-18-16 0,-7 7 10 16,-1-5-118-16,3-1-165 0,-4 0-14 16,-1-4 65-16,3 6-3 0,-4-4 15 0,-1-4 1 15</inkml:trace>
  <inkml:trace contextRef="#ctx0" brushRef="#br0" timeOffset="124249.101">7934 4353 428 0,'0'0'223'0,"-14"0"-9"15,14 0-21-15,0 0-27 0,0-14-30 0,0 14 2 16,0 0-31-16,0 0 0 0,0 0 15 0,0 0-23 15,0 0-11-15,-18 8-2 0,20 10 6 0,-2-8-18 16,8 22-4-16,-3-7-15 0,-2-3 4 16,1 1 3-16,-1 0-2 0,0 0-7 0,1-3-5 15,1-1-11-15,-4-1-5 0,1-6-4 0,1-3 21 16,-1 1-5-16,-1-3-8 0,-1-7 4 16,0 0-7-16,0 7 46 0,0-7-25 0,0 0-24 15,0 0 1-15,-6 9 5 0,4-12-24 0,-5-8 27 16,0-4-21-16,-2-5 4 0,2-2-15 15,-2-5-10-15,3-2 26 0,-2 3-27 0,1 0 0 16,3 0 18-16,-1 4-13 0,1 1 3 16,3 0-13-16,0 3 13 0,-2 3-12 0,3 3 11 15,0 2-10-15,0 10-4 0,0-9 17 0,0 1-13 16,0 8 6-16,0-9 2 0,13-4-21 16,-9 9 9-16,-1 1-6 0,3 2-4 0,1-2 23 15,0 1-12-15,-1 2 8 0,3 0-8 0,18 10-4 16,-12-3-1-16,3 2 19 0,0 0 5 0,-2 3-8 15,3-1 1-15,-5 3-5 0,2-2-5 16,4 3 10-16,-5-1 0 0,-1-1 9 0,-1-3-15 16,-2 2-6-16,3-1 3 0,-8-1 13 15,1-3-17-15,5 2 3 0,-6-2-28 0,-1-2-12 16,0-2-10-16,-2 0-6 0,1 2-10 16,-3-5-3-16,-1 2-6 0,0-2-26 0,0 1 10 15,0-2-88-15,-1-1-85 0,-1-1 21 0,0 1 20 16,-3-3-110-16,2 2 20 0,-1-1 12 15,0-2 12-15</inkml:trace>
  <inkml:trace contextRef="#ctx0" brushRef="#br0" timeOffset="124467.848">7921 4474 242 0,'-4'1'248'15,"2"1"-57"-15,-1 1-3 0,2-3-25 0,-2 1-4 16,2 0-29-16,0-1 3 0,-1 3-35 0,0-3 4 15,2 0-27-15,0 0 0 0,2-1 15 16,2-2-13-16,0 0-14 0,13-9-10 0,1 0 13 16,3-2-17-16,0 2-3 0,1-2-18 0,2 0-20 15,1 0-53-15,6-1-5 0,-1 1 5 16,2-1-254-16,-7-2-55 0,1 5 44 0,-7-2 17 16,4-1 10-16</inkml:trace>
  <inkml:trace contextRef="#ctx0" brushRef="#br0" timeOffset="125717.813">10485 3251 584 0,'0'0'242'0,"0"0"-17"0,0 0-20 16,-7-21-28-16,3 18-42 0,4-1 3 0,0 2-39 15,-2 0 10-15,2 0-6 0,0 1-24 16,0 1-7-16,2 1-15 0,-2-1 6 0,4 5-23 16,-2 0 10-16,6 10-14 0,0 3 9 15,-2-3-13-15,0 2 1 0,2 0-19 0,4-2 17 16,-4 2-12-16,-1-3 2 0,2 1-3 0,-4-1 4 15,-1-5-18-15,-1 0 12 0,1-4-7 16,-1 1 3-16,-2-2 3 0,0-1 11 0,2-1 5 16,-3 1 26-16,0 0 15 0,3-1 2 15,-3-2 22-15,-3 0-44 0,3 0-13 0,-3-2 13 16,1-1-5-16,-2 0 13 0,1-2-17 16,-4-6-3-16,1-3-1 0,0-2-29 0,0 1 1 0,1 0 0 15,0-1-1-15,5 0-8 0,0 4 22 16,0 2-33-16,0-2-9 0,0 0 26 0,14-17-15 15,-8 13-9-15,5 1-3 0,0 0-1 0,-3 3 6 16,-1 4-24-16,4-1 5 0,-2 4 8 16,0 2-14-16,-3 0-1 0,3 2-2 0,-1 1 3 15,-8 0 10-15,5 0-7 0,15 11-2 0,-12-5 5 16,-2 1 11-16,-2-1-8 0,1 1 12 16,2 6 15-16,-2-1-16 0,-3 0 12 0,-1-3 3 15,-1 2 2-15,0-4-5 0,0 4-4 0,0 0 3 16,-12 15 6-16,4-15-16 0,-1 3 9 15,0-6 12-15,5 1 7 0,-2-5 1 0,2 1 3 16,-2-2 0-16,4 1 7 0,1 0-22 0,-3-3 17 16,3 2-12-16,-2 0-1 0,2-1 20 15,0-1-12-15,-1 2-11 0,2-3 9 0,-2 0-1 16,2 0-26-16,2 0 22 0,1-3-11 0,-1 0 1 16,3 0-3-16,-3 0-7 0,11-4-2 15,0 3 0-15,-4-1 6 0,-2 3-4 0,3-1-9 16,-2 3-11-16,5-5 8 0,1 5-8 15,-2 0 6-15,-2 0 8 0,-10 0-2 0,7 0-6 16,0 0 24-16,6 0-21 0,11 12 0 0,-14-7-7 16,-2-1 2-16,-2 0 17 0,-2 0-27 15,1 1 30-15,-2 0 17 0,-2-1-13 0,-1 2-14 16,4 0 17-16,-4 1 32 0,0-7 11 0,0 13 17 16,-12 16 1-16,5-12-4 0,-4-2 4 0,0-1 33 15,-2 1-6-15,-1-4 4 0,1 2 14 16,-5-2-27-16,3 0 5 0,1-2-4 0,1 0 22 15,-5-3-7-15,8-1-16 0,1 0 3 16,2-2-14-16,0-1-7 0,1-1-4 0,3 2-20 16,2-3-21-16,-2 1-2 0,0-1-40 0,1 3-39 15,1-3-19-15,1 0-28 0,0 0-39 16,-4-4 15-16,6 0-240 0,0 1-50 0,-1-2 29 16,1 0 26-16,5-7 25 0,-4 2 21 0,7-2 63 15,-5 2-24-15</inkml:trace>
  <inkml:trace contextRef="#ctx0" brushRef="#br0" timeOffset="127998.99">12995 4342 357 0,'0'0'279'0,"0"0"-41"0,0 0-8 15,0 0 5-15,0 0-5 0,0 0-35 16,0 0-3-16,0 0-11 0,0 0-17 15,0 0-43-15,0 0 6 0,0 0-11 0,0 0-12 16,0 0 16-16,0-14-27 0,0 14-8 0,0 0-10 16,0 0 2-16,0-20-23 0,-5 18 33 15,0 0-33-15,1 1-18 0,-3-1 8 0,1 2 6 16,-2 0 15-16,2 0-43 0,-1 0 4 0,7 0-10 16,-7 0-5-16,-6 0 0 0,-16 16-12 15,16-8 14-15,-2 4 6 0,4-2 16 0,0 3-41 16,3 1 6-16,2-2-2 0,-1 4-7 0,3-1 19 15,2-3-7-15,-1 5-7 0,3-12 8 16,0 7 0-16,11 17-14 0,-2-14 1 16,1 3 15-16,1-2 1 0,1-4-20 0,2 0-5 15,1-2-6-15,4 0 9 0,0-3 4 0,1 0-2 16,-1-3 11-16,-1-2-13 0,1-1 5 16,-4-1 7-16,-8 0-13 0,3 0 6 0,5 0 5 15,16-10 1-15,-18 4 8 0,-1 1-10 16,-1 4 11-16,-2-3 12 0,-2-1-21 0,1 2 37 15,2-5-27-15,-1 6 17 0,-3-4 17 0,0 5-15 16,-1-4-9-16,-1 4 15 0,-3 0 3 0,3-2 0 16,-2 2 7-16,0-1-16 0,0 1 0 0,0 1-1 15,-1-3 10-15,1 3-4 0,1 0-16 16,-3-2 20-16,2 2-6 0,-2 0-5 0,3 0-1 16,-3 0-3-16,0-2-2 0,0 2 16 15,0-1-7-15,1 1 16 0,-1-2-13 0,0 2-1 16,0 0-2-16,0 0-2 0,0 0-16 15,0 0 12-15,0 0-4 0,0 0-10 0,0 0-1 16,0 0-2-16,0 0 9 0,0 0 0 0,0 0-30 16,0 0 4-16,0 0-7 0,0 0-21 15,0 0 8-15,0 0 9 0,0 0-33 0,0 0-35 16,5-1-1-16,-5 0-23 0,0 1-31 0,1-1-59 16,-1 1 18-16,-1 1-89 0,1-2-95 0,1 1-24 15,-2 1-1-15,0-1 26 0,1 0-14 16,-3 0 18-16,1-1 6 0</inkml:trace>
  <inkml:trace contextRef="#ctx0" brushRef="#br0" timeOffset="129842.689">7699 6924 377 0,'0'0'270'0,"0"0"-32"0,0-14-25 0,0 14-43 16,0 0-12-16,0 0-30 0,-26-20 2 0,26 20-32 15,0 2 9-15,0 5-11 0,0-2-11 16,0 16 9-16,0-12-13 0,0 5-5 0,0 3-26 16,0 0 18-16,0 1-25 0,0 0 12 15,12 17-4-15,-10-18-5 0,-1-6-16 0,1-1-7 16,-1-2 21-16,-1 0-7 0,1-3 0 0,-1 1-24 15,0-4-5-15,2 3 11 0,-2-2 4 0,0 1 11 16,0-2 47-16,1 0-14 0,-1-2-24 16,-1-2 0-16,-1 0-14 0,1-2 29 0,-2 0-15 15,-4-9-4-15,2-3 5 0,-2-2-24 16,2 0-12-16,0 1 4 0,0-3-10 0,-1 1 32 16,2 3-26-16,0-1-2 0,1 1 18 15,2 5 3-15,0 1-28 0,1 2-5 0,0 0-3 16,0 8 16-16,0 0-25 0,0-10 31 0,0 5-22 15,11-7-10-15,-9 7 12 0,9-5-5 16,-3 3 12-16,-2 3 2 0,2 1-12 0,1 3 0 16,-3 0 9-16,1-2-10 0,-7 2 9 0,7 0-17 15,5 0 4-15,16 10 1 0,-14-4-1 0,0 1 12 16,-1 1-9-16,-3-1 2 0,5 0 8 16,-3 1 2-16,-2 1-4 0,-1 2 9 0,-4-2-20 15,4 2 16-15,-4-1-6 0,-1 0-12 0,-3 0 17 16,0 1-5-16,-1-2-2 0,0 0 2 15,0 5-4-15,-11 18 1 0,6-14 6 0,0 0 12 16,0-3 6-16,-2 1-22 0,-1-3 11 16,-1 2 21-16,3-4-4 0,-3 4-8 0,1-3-10 15,0-5 2-15,1 0 10 0,2 0 13 0,-3-4-1 16,5 2-7-16,-1-3-13 0,1 1 8 0,-2 0 15 16,1-2 19-16,0 2 1 0,-3-1-15 15,4-2-14-15,3 0 12 0,0 0 33 0,0 0-29 16,-7 0 3-16,7 0-27 0,-5 0 14 15,5 0-20-15,-6 0 18 0,6 0-24 0,0 0-1 16,-10 0 12-16,10 0-26 0,0 0-3 0,-6 0-26 16,6 0-20-16,0 0-10 0,0 0-29 0,0 0-25 15,0 0-37-15,0 0 15 0,0 0-117 16,-8 0-101-16,4-1-38 0,4 0 55 0,0-2 5 16,3 2 24-16,-2 1 21 0,4-3-10 15</inkml:trace>
  <inkml:trace contextRef="#ctx0" brushRef="#br0" timeOffset="132295.746">10859 8165 419 0,'0'0'234'0,"0"0"-16"0,0 0-33 0,0 0-11 16,0 0 0-16,14 0-14 0,-14 0-10 15,0 0-17-15,0 0-17 0,0 0 10 0,0 0-2 16,0 0-24-16,0 0 15 0,0 0-26 16,0 0 13-16,0 0-16 0,0 0-25 15,0 0 11-15,0 0-28 0,0 0 11 0,0 0-18 16,0 0 19-16,-5 25-14 0,-9-18 0 0,3-3-16 15,-4 2 24-15,1-2-6 0,0-1-19 16,1-2 37-16,2 0-30 0,-3 3-2 0,1-1 9 16,0-2 1-16,4 1-9 0,1-2 37 15,0 0-51-15,0 0 14 0,3 0 33 0,-2 2-25 16,1-2-19-16,2 0-4 0,0 0 21 0,-1 0-18 16,2 0 29-16,0 0-38 0,0 0-14 15,-1 0 6-15,1 0 2 0,3 0 25 0,0 0-32 16,0 0 12-16,0 0-11 0,0 0-9 0,-7 0 3 15,7 0 8-15,0 0-2 0,-8 0-9 0,8 0 23 16,0 0-11-16,0 0-4 0,0 0 3 16,-6 0-14-16,6 0 9 0,0 0 5 0,-11 11-6 15,11-8 15-15,-2 0-25 0,2 0 12 16,-1 2 1-16,2-1-14 0,1 4 12 0,-2-1-10 16,0 1 14-16,0 2 1 0,0 1-8 0,9 17 11 15,-6-14 4-15,0 1-14 0,-1-2 23 16,0 2-16-16,3-2 15 0,-4-2-1 0,3 3-11 15,-1-2-8-15,0-3-10 0,-3-1 42 16,3 2-25-16,-2-3-8 0,-1-2-2 0,4 2-3 16,-3 0-4-16,-1-2 14 0,1 1 23 0,2 1-10 15,-3-3-14-15,3 0-14 0,-2 1 35 16,0 1-20-16,-1-1 0 0,0-1-2 0,2 1 27 16,-1-3-35-16,1 1 17 0,1 1-12 0,1-1 6 15,-2-1 18-15,2 1-26 0,1-3 14 16,-2 3-15-16,3-2-7 0,1 1 25 0,0-2-12 15,1 0 30-15,0 0-9 0,-1 0-15 16,9 0-14-16,-1 0-17 0,22-13 28 0,-16 11-15 16,-2-1 7-16,-3 0 10 0,2-1-21 0,-4-3 4 15,3 4 24-15,-2-1-11 0,-3 0-19 0,-4 0 18 16,3 3 6-16,-5 0 12 0,1-2 2 16,-2 3-44-16,-1-3-10 0,1 3 14 0,0-1-3 15,-3 1 11-15,1 0 2 0,-1-3-18 16,1 3-28-16,-2-2-7 0,1 1-13 0,-1 0-17 15,-1 0-31-15,0 1-28 0,1-2 14 16,-2 4-63-16,-2-6-74 0,-2 2 23 0,1 1-165 16,-1-2 23-16,0 1 26 0,0 0 73 0,-1-1 1 15</inkml:trace>
  <inkml:trace contextRef="#ctx0" brushRef="#br0" timeOffset="132545.758">10754 8412 388 0,'-1'-1'183'0,"-3"0"-62"16,0 1 5-16,2 0 20 0,0 0-32 0,2-3-20 16,-1 3-9-16,2 0-9 0,-1-2 3 0,2 1-44 15,0-1 18-15,4-1-10 0,-3 2 19 16,3-2 0-16,1 0-40 0,8 0 7 0,-1-3 15 15,3 1-5-15,-1 0-30 0,1 1 19 0,-7 0-43 16,8 0 3-16,1 0-109 0,-2-3-100 16,-4 2 20-16,6 0-161 0,-7-3 9 0,4 0 90 15</inkml:trace>
  <inkml:trace contextRef="#ctx0" brushRef="#br0" timeOffset="133608.205">12838 6959 293 0,'2'-1'107'0,"2"0"26"0,-3-2-20 0,2 2 3 15,-2 1-12-15,-1-1-11 0,1 1-12 16,1 0 10-16,-2 0-8 0,0 0 19 0,0 0-64 15,0 0 42-15,0 0-3 0,0 0-24 0,0 0 21 16,0 0-3-16,0 0 4 0,0 0 1 16,0 0-23-16,0 0 5 0,0 0 2 0,0 0-12 15,-21 11 3-15,17-9 2 0,-1 0-4 0,-1 1-7 16,-2-3-1-16,-6 5-7 0,1-2 5 0,-2 1-1 16,1-2-18-16,3 0 16 0,1 0-3 15,1-2-1-15,2 3-8 0,2-2-4 16,-2-1-3-16,1 1 2 0,-1-1 6 15,5 0-6-15,-2 0-3 0,3 2-11 0,-2-2-6 16,1 1 12-16,-3-1 1 0,2 0-7 0,2 0 2 16,-1 0 4-16,-1 0-4 0,3 0 0 0,-3 3-3 15,1-3-17-15,0 0 13 0,0 1 2 16,1 1-1-16,-2-2-15 0,2 0 12 0,1 1 6 16,0-1-2-16,0 0-2 0,0 0 7 0,0 0-2 15,0 0 5-15,0 0-22 0,0 0 16 0,0 0-1 16,0 0 5-16,0 0-4 0,0 8 10 15,0-8-1-15,0 5 0 0,0 2-19 16,0-7 12-16,0 9 4 0,0-1 13 0,0-3-11 16,0 9 2-16,0-2-1 0,0 3-13 0,0 2 15 15,0 0-1-15,2 15 0 0,3-16 6 16,2 1-14-16,-2 0 17 0,-4 5-10 0,4-4 2 16,-1 0-17-16,0 0 21 0,-1 0 1 0,0-3-6 15,-2 3 19-15,3 1-21 0,-2-5 11 16,-2-2-12-16,1-1 24 0,3 4-4 0,-4-5-15 15,0-2 9-15,2 1-2 0,-2-3 0 0,0 2-16 16,0-3 13-16,0 1-17 0,2-5 10 16,-2 4-12-16,0-2 1 0,0-3 24 0,0 0-18 15,0 0-2-15,0 0-8 0,0 0-6 0,0 6-25 16,0-6-32-16,2 4-35 0,-2-7-21 16,-2 2 11-16,2-5-165 0,2 3-103 0,1-3 21 15,-3 0 16-15,0-1 13 0,0 0 21 0,0-3 10 16,0-1 4-16</inkml:trace>
  <inkml:trace contextRef="#ctx0" brushRef="#br0" timeOffset="133905.077">12719 7260 471 0,'-2'-2'233'0,"1"2"-55"0,1-1-34 16,-2 1 2-16,-1-3-12 0,6 3-19 0,-2 0-3 16,1 0-31-16,0-1 12 0,4 1 3 0,-1 0-15 15,2 0 1-15,-1 0-6 0,3 0-11 16,0 0-13-16,20-5-12 0,-9 3 11 0,-3-1-7 16,0 2-23-16,-7-1 23 0,7 0-13 15,1-3-11-15,-6 4 10 0,4-3 5 0,-3 3-25 16,-3-2-28-16,-1 0-11 0,-3 2-21 0,-1 0 7 15,2-2-142-15,-6 0-201 0,1 1 60 0,0 1 24 16,-2-2 14-16,-2 3 14 0</inkml:trace>
  <inkml:trace contextRef="#ctx0" brushRef="#br0" timeOffset="134920.67">10387 9514 613 0,'0'0'253'0,"0"0"-24"16,0 0-28-16,0-14 6 0,-15 14-40 0,15 0 7 15,-12-20-28-15,11 18-19 0,0 0-24 16,1 0-4-16,0 2 8 0,-2-2-14 15,1 1-26-15,1 1 7 0,0-2-21 0,0 2 11 16,0 3-27-16,0 1 23 0,0 0-15 16,0 2 23-16,0 1-25 0,3 11 7 15,-3-18-15-15,0 15-1 0,0 1-4 0,9 20 7 16,-6-20-15-16,-1 4 2 0,2-4 6 16,-2 3-15-16,3-4 17 0,-1-3-27 0,1-2 2 0,-5-2 3 15,4 2-14-15,-3-3 0 0,3-4-32 16,-4 3-9-16,1-2-20 0,1 0-7 0,-1-1-46 15,-1-2-19-15,0-1 13 0,0-1-117 16,0-2-91-16,1-1 24 0,1 0 22 0,0-2 22 16,6-7 18-16,-4-1-54 0,2-1-28 0</inkml:trace>
  <inkml:trace contextRef="#ctx0" brushRef="#br0" timeOffset="135264.405">10577 9478 380 0,'3'-2'295'0,"0"-2"-16"0,-2 3-23 16,0-1-35-16,0 2 5 0,2-3-23 0,-3 4-46 15,1-2-2-15,1-1-16 0,0 2-9 0,-2 0-2 16,3 0-24-16,-3 0-2 0,0 0-16 16,0 2-31-16,-3 1-1 0,3-1 8 0,0 1-2 15,-2 0-11-15,2 2-19 0,0-1-5 0,0 3 16 16,0 0-22-16,0 1-1 0,0 3 8 15,0 2-13-15,0-1 14 0,0 5-2 0,0-3-17 16,11 13-2-16,-6-10-3 0,-2-1 4 16,-2-3 2-16,4 2-8 0,-1-5 17 0,-1 0-11 15,-1-1 2-15,2-2 21 0,-3-1-29 0,1-1 2 16,1-1-16-16,-3 0 18 0,2-1-10 16,-2 2-18-16,0-5-15 0,0 0-22 0,0-2-15 15,-2 1-27-15,2-1-44 0,-4-1 12 16,2-1-73-16,0 1-5 0,-8-11-94 0,7 0-42 15,-5-1-21-15,0 0 46 0,1-1 16 0,0 1 7 16</inkml:trace>
  <inkml:trace contextRef="#ctx0" brushRef="#br0" timeOffset="135483.153">10502 9394 359 0,'-2'-4'321'0,"0"2"-44"0,1-1-35 15,-2 0-9-15,1-1 7 0,1 2-40 0,-1-1 1 16,1 2-14-16,0-1-57 0,-2 0-3 16,3 2-10-16,-1-3-6 0,0 1-14 15,-1 2-19-15,1-1-35 0,1 0-23 0,-1 0-25 16,-1-2-28-16,0 2-13 0,2-1-53 0,0 2 18 16,-3-1 7-16,1 1-126 0,1-2-205 15,-2 1 27-15,-1 0 23 0,0-1 19 0,-1-1 42 16,1 2 2-16</inkml:trace>
  <inkml:trace contextRef="#ctx0" brushRef="#br0" timeOffset="135748.779">10274 9353 507 0,'-2'0'324'0,"-2"0"-1"0,1 0-49 16,-1 0-38-16,2 1 0 0,1-1-12 0,-3 0-20 15,3 2 5-15,-1-2-39 0,0 0-34 0,-1 0 5 16,2 1 7-16,1-1-22 0,0 0-44 16,0 0-1-16,-1 0-12 0,1-1-12 0,-1-1 3 15,1 4 18-15,0-4-44 0,0 1-15 16,-2 1-30-16,2-3-24 0,0 3-35 0,2-1-9 16,-2 1-58-16,1-2 13 0,0 1-175 15,-1-1-117-15,0 4 32 0,-2-2 38 0,0 1-6 16,1 1 2-16,0-1 24 0,-1 2 8 0</inkml:trace>
  <inkml:trace contextRef="#ctx0" brushRef="#br0" timeOffset="136170.636">10145 9421 212 0,'-7'5'197'0,"-2"4"-20"16,-1 1-45-16,2 3 19 0,0 3-44 0,3 1 37 15,1 3-58-15,-2 1 32 0,5 3-37 16,-2-2 33-16,3-7-46 0,0 4 16 16,0 6-9-16,15 27-19 0,-11-24 14 0,6-2-16 15,-2 0-8-15,4-1 10 0,3-4-11 0,3 1 2 16,1-3-16-16,4 0 9 0,0-4 5 15,5-1-23-15,2-3-10 0,2-2-37 0,2-4 12 16,2-2-44-16,1-1 4 0,-19-2-88 16,7 0-112-16,36-12-94 0,-26 1 24 0,-5 2 24 15,-5-4 31-15</inkml:trace>
  <inkml:trace contextRef="#ctx0" brushRef="#br0" timeOffset="136530">10994 9080 430 0,'0'-3'334'0,"-1"0"-53"0,1 1-56 0,0 0-5 0,1 1-38 15,-1 0-21-15,0 1-15 0,0-3 0 16,0 3-32-16,3 3-20 0,-1-2-1 0,1 0-24 16,1 2-6-16,9 7 4 0,-1 1-5 0,1 1 1 15,4-1-7-15,-1 8-15 0,0 0-15 16,-2 0 22-16,1 4-11 0,-3-1-1 0,-1 3-8 16,3 3-1-16,-2 2-4 0,-4 0 6 0,0 3 5 15,-5 3-3-15,-3 3-40 0,0-19-42 16,-13 47-76-16,3-20 11 0,-6 1-224 0,-3-2-53 15,-5-3 27-15,-3 0 22 0,0-2 32 16,-5-3 14-16,-1-1 8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D2A4F-7A67-4983-90A0-3ADA904DD5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A50251-1BDB-4254-ABB7-2F860476CE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DED397-DAC0-4AFC-90D5-91E780F12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BEA65-757A-4286-8932-45D1FBF22150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12706-EC30-444F-A24B-E24A2C3B1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770B1-8217-4091-81B0-325141283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4EFC3-C044-4FBF-B3DD-AC342A60A6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830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5E4CE-97D8-4685-A7F9-7B7693EE2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2C062-3AE0-4D6F-BC64-EAE546106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5DCC6-60AF-4191-8D5C-ABC34D97D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BEA65-757A-4286-8932-45D1FBF22150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82B322-6CFF-4B50-BCD4-28CB802CE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C9818-1DA5-471A-85BD-61C0982EA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4EFC3-C044-4FBF-B3DD-AC342A60A6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799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25AEF-F93A-4231-BD7C-432BB870A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51E1AA-567C-4AAD-A8F1-1F6DE9F616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47F9F-8CF1-44AF-ADFB-265B733BD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BEA65-757A-4286-8932-45D1FBF22150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1D2514-BB45-4537-ABB9-BD90C1B54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B791EB-413B-47FD-A27F-DDCC218A9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4EFC3-C044-4FBF-B3DD-AC342A60A6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742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6A870-2AFE-4EE5-8747-BB97AFD7C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DFADA-59DE-46FF-98F9-D7DE1649FC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27841D-68BD-4B07-86A5-A3F432699A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D52142-4D28-4681-A994-2E0B935DC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BEA65-757A-4286-8932-45D1FBF22150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B37BC5-36A2-4D36-871A-A1623F298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EE3EF1-3EC3-4E04-A8EB-33EE3CF00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4EFC3-C044-4FBF-B3DD-AC342A60A6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201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49E8C-270F-44CF-A161-5FF147738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4169C-166B-4990-B831-B778B99A8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EFF7F-4C58-493A-AE76-FEB1C9A053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7909C0-0F84-4CFE-A8CC-A8359CD184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202BF5-5191-47B1-B621-695BB1B5CE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60713B-83FA-4C7E-AB82-4700B3918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BEA65-757A-4286-8932-45D1FBF22150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8A5416-94CB-42E0-8FB3-2EB8ED29D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108CDE-1DE6-4B89-9F4A-266576983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4EFC3-C044-4FBF-B3DD-AC342A60A6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027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00552-5E41-446B-92F9-AC72C1319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3F3D83-CCCD-4BCF-A9F0-278AE4AE5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BEA65-757A-4286-8932-45D1FBF22150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6F1928-9E6B-484F-8605-47027E071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517406-EDF8-4B98-9D5E-F98138CF7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4EFC3-C044-4FBF-B3DD-AC342A60A6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86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33AA98-2CEF-4960-B5A9-EF8A7CA2D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BEA65-757A-4286-8932-45D1FBF22150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DA9C46-5F89-430A-8B6E-E3D996A01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3C4CB9-67A8-49CA-AB27-129DE738B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4EFC3-C044-4FBF-B3DD-AC342A60A6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711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3964F-D24A-47F4-8DF5-0CF472B8B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12BDB-45F6-4C67-B5E1-C92EE9EBF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BAB770-3BCE-41B1-BDC9-50132A6360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B80695-DDEB-406A-863A-2551CAEF5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BEA65-757A-4286-8932-45D1FBF22150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13B660-9360-4335-B6F6-188D96172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749F27-66F8-4BAB-BC37-DF4F4C39B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4EFC3-C044-4FBF-B3DD-AC342A60A6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212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AFA8E-5043-4C7E-A0BE-FCCA0CB6D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7C33E4-794B-4E38-ACAE-B4E93FF454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571128-EB28-4A35-A2AA-913CA04AD3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45EA7-8275-4166-90EE-E073D4C30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BEA65-757A-4286-8932-45D1FBF22150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6AD4C1-456B-48BB-9829-FC28D32C5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1FC2A7-CD24-48E6-A534-7D1AF6728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4EFC3-C044-4FBF-B3DD-AC342A60A6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877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E3DEA-A8BF-47E1-A186-1FEC2E8AC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B79A8C-8B16-4707-B476-095E1DF7A3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F63EC-BEC0-41F5-B4BA-8DFB56F66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BEA65-757A-4286-8932-45D1FBF22150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D05FDC-442C-4428-9730-D73CEA897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5FD3D4-BD66-4AF2-96BF-99BD6AF92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4EFC3-C044-4FBF-B3DD-AC342A60A6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812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C30D9B-9D2E-4B62-A0D3-C0BDB74C85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3D3E7C-D4B2-4FDB-8B57-E1E9B95D67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3F9D3-894C-4DBC-897E-F1E8D39A6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BEA65-757A-4286-8932-45D1FBF22150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1C44FC-3F68-4A18-BF4B-EDB1655F0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DBD5F-E7E5-4192-BE01-4FCCD2D5B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4EFC3-C044-4FBF-B3DD-AC342A60A6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45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B56C9B-CAE4-4E90-BD0E-516A66565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04329F-0B45-4607-8A59-CF7FBA4D2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B15C3-C4E0-4B17-A3C7-3A95B1004D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4BEA65-757A-4286-8932-45D1FBF22150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4C2FB-0F13-44CC-BAF2-5318B3557A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AD152D-D603-4DE5-9B60-6D799DFD79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A4EFC3-C044-4FBF-B3DD-AC342A60A6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06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6.emf"/><Relationship Id="rId3" Type="http://schemas.openxmlformats.org/officeDocument/2006/relationships/image" Target="../media/image1.emf"/><Relationship Id="rId7" Type="http://schemas.openxmlformats.org/officeDocument/2006/relationships/image" Target="../media/image3.emf"/><Relationship Id="rId12" Type="http://schemas.openxmlformats.org/officeDocument/2006/relationships/customXml" Target="../ink/ink6.xml"/><Relationship Id="rId17" Type="http://schemas.openxmlformats.org/officeDocument/2006/relationships/image" Target="../media/image8.emf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5.emf"/><Relationship Id="rId5" Type="http://schemas.openxmlformats.org/officeDocument/2006/relationships/image" Target="../media/image2.emf"/><Relationship Id="rId15" Type="http://schemas.openxmlformats.org/officeDocument/2006/relationships/image" Target="../media/image7.emf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4.emf"/><Relationship Id="rId14" Type="http://schemas.openxmlformats.org/officeDocument/2006/relationships/customXml" Target="../ink/ink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.docx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9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13" Type="http://schemas.openxmlformats.org/officeDocument/2006/relationships/customXml" Target="../ink/ink14.xml"/><Relationship Id="rId3" Type="http://schemas.openxmlformats.org/officeDocument/2006/relationships/customXml" Target="../ink/ink9.xml"/><Relationship Id="rId7" Type="http://schemas.openxmlformats.org/officeDocument/2006/relationships/customXml" Target="../ink/ink11.xml"/><Relationship Id="rId12" Type="http://schemas.openxmlformats.org/officeDocument/2006/relationships/image" Target="../media/image15.em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emf"/><Relationship Id="rId11" Type="http://schemas.openxmlformats.org/officeDocument/2006/relationships/customXml" Target="../ink/ink13.xml"/><Relationship Id="rId5" Type="http://schemas.openxmlformats.org/officeDocument/2006/relationships/customXml" Target="../ink/ink10.xml"/><Relationship Id="rId10" Type="http://schemas.openxmlformats.org/officeDocument/2006/relationships/image" Target="../media/image14.emf"/><Relationship Id="rId4" Type="http://schemas.openxmlformats.org/officeDocument/2006/relationships/image" Target="../media/image11.emf"/><Relationship Id="rId9" Type="http://schemas.openxmlformats.org/officeDocument/2006/relationships/customXml" Target="../ink/ink12.xml"/><Relationship Id="rId14" Type="http://schemas.openxmlformats.org/officeDocument/2006/relationships/image" Target="../media/image16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3" Type="http://schemas.openxmlformats.org/officeDocument/2006/relationships/customXml" Target="../ink/ink15.xml"/><Relationship Id="rId7" Type="http://schemas.openxmlformats.org/officeDocument/2006/relationships/customXml" Target="../ink/ink17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emf"/><Relationship Id="rId5" Type="http://schemas.openxmlformats.org/officeDocument/2006/relationships/customXml" Target="../ink/ink16.xml"/><Relationship Id="rId4" Type="http://schemas.openxmlformats.org/officeDocument/2006/relationships/image" Target="../media/image18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emf"/><Relationship Id="rId4" Type="http://schemas.openxmlformats.org/officeDocument/2006/relationships/customXml" Target="../ink/ink19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13" Type="http://schemas.openxmlformats.org/officeDocument/2006/relationships/customXml" Target="../ink/ink24.xml"/><Relationship Id="rId3" Type="http://schemas.openxmlformats.org/officeDocument/2006/relationships/package" Target="../embeddings/Microsoft_Word_Document1.docx"/><Relationship Id="rId7" Type="http://schemas.openxmlformats.org/officeDocument/2006/relationships/customXml" Target="../ink/ink21.xml"/><Relationship Id="rId12" Type="http://schemas.openxmlformats.org/officeDocument/2006/relationships/image" Target="../media/image27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9.e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24.emf"/><Relationship Id="rId11" Type="http://schemas.openxmlformats.org/officeDocument/2006/relationships/customXml" Target="../ink/ink23.xml"/><Relationship Id="rId5" Type="http://schemas.openxmlformats.org/officeDocument/2006/relationships/customXml" Target="../ink/ink20.xml"/><Relationship Id="rId15" Type="http://schemas.openxmlformats.org/officeDocument/2006/relationships/customXml" Target="../ink/ink25.xml"/><Relationship Id="rId10" Type="http://schemas.openxmlformats.org/officeDocument/2006/relationships/image" Target="../media/image26.emf"/><Relationship Id="rId4" Type="http://schemas.openxmlformats.org/officeDocument/2006/relationships/image" Target="../media/image17.emf"/><Relationship Id="rId9" Type="http://schemas.openxmlformats.org/officeDocument/2006/relationships/customXml" Target="../ink/ink22.xml"/><Relationship Id="rId14" Type="http://schemas.openxmlformats.org/officeDocument/2006/relationships/image" Target="../media/image28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2.docx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23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3.docx"/><Relationship Id="rId7" Type="http://schemas.openxmlformats.org/officeDocument/2006/relationships/image" Target="../media/image31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package" Target="../embeddings/Microsoft_Word_Document4.docx"/><Relationship Id="rId5" Type="http://schemas.openxmlformats.org/officeDocument/2006/relationships/image" Target="../media/image32.png"/><Relationship Id="rId4" Type="http://schemas.openxmlformats.org/officeDocument/2006/relationships/image" Target="../media/image30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emf"/><Relationship Id="rId13" Type="http://schemas.openxmlformats.org/officeDocument/2006/relationships/customXml" Target="../ink/ink30.xml"/><Relationship Id="rId3" Type="http://schemas.openxmlformats.org/officeDocument/2006/relationships/package" Target="../embeddings/Microsoft_Word_Document5.docx"/><Relationship Id="rId7" Type="http://schemas.openxmlformats.org/officeDocument/2006/relationships/customXml" Target="../ink/ink27.xml"/><Relationship Id="rId12" Type="http://schemas.openxmlformats.org/officeDocument/2006/relationships/image" Target="../media/image34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9.e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35.emf"/><Relationship Id="rId11" Type="http://schemas.openxmlformats.org/officeDocument/2006/relationships/customXml" Target="../ink/ink29.xml"/><Relationship Id="rId5" Type="http://schemas.openxmlformats.org/officeDocument/2006/relationships/customXml" Target="../ink/ink26.xml"/><Relationship Id="rId15" Type="http://schemas.openxmlformats.org/officeDocument/2006/relationships/customXml" Target="../ink/ink31.xml"/><Relationship Id="rId10" Type="http://schemas.openxmlformats.org/officeDocument/2006/relationships/image" Target="../media/image37.emf"/><Relationship Id="rId4" Type="http://schemas.openxmlformats.org/officeDocument/2006/relationships/image" Target="../media/image33.emf"/><Relationship Id="rId9" Type="http://schemas.openxmlformats.org/officeDocument/2006/relationships/customXml" Target="../ink/ink28.xml"/><Relationship Id="rId14" Type="http://schemas.openxmlformats.org/officeDocument/2006/relationships/image" Target="../media/image38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0.emf"/><Relationship Id="rId13" Type="http://schemas.openxmlformats.org/officeDocument/2006/relationships/customXml" Target="../ink/ink36.xml"/><Relationship Id="rId18" Type="http://schemas.openxmlformats.org/officeDocument/2006/relationships/image" Target="../media/image45.emf"/><Relationship Id="rId3" Type="http://schemas.openxmlformats.org/officeDocument/2006/relationships/package" Target="../embeddings/Microsoft_Word_Document6.docx"/><Relationship Id="rId7" Type="http://schemas.openxmlformats.org/officeDocument/2006/relationships/customXml" Target="../ink/ink33.xml"/><Relationship Id="rId12" Type="http://schemas.openxmlformats.org/officeDocument/2006/relationships/image" Target="../media/image42.emf"/><Relationship Id="rId17" Type="http://schemas.openxmlformats.org/officeDocument/2006/relationships/customXml" Target="../ink/ink38.xml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4.e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390.emf"/><Relationship Id="rId11" Type="http://schemas.openxmlformats.org/officeDocument/2006/relationships/customXml" Target="../ink/ink35.xml"/><Relationship Id="rId5" Type="http://schemas.openxmlformats.org/officeDocument/2006/relationships/customXml" Target="../ink/ink32.xml"/><Relationship Id="rId15" Type="http://schemas.openxmlformats.org/officeDocument/2006/relationships/customXml" Target="../ink/ink37.xml"/><Relationship Id="rId10" Type="http://schemas.openxmlformats.org/officeDocument/2006/relationships/image" Target="../media/image41.emf"/><Relationship Id="rId4" Type="http://schemas.openxmlformats.org/officeDocument/2006/relationships/image" Target="../media/image40.emf"/><Relationship Id="rId9" Type="http://schemas.openxmlformats.org/officeDocument/2006/relationships/customXml" Target="../ink/ink34.xml"/><Relationship Id="rId14" Type="http://schemas.openxmlformats.org/officeDocument/2006/relationships/image" Target="../media/image43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7.docx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47.png"/><Relationship Id="rId4" Type="http://schemas.openxmlformats.org/officeDocument/2006/relationships/image" Target="../media/image46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emf"/><Relationship Id="rId3" Type="http://schemas.openxmlformats.org/officeDocument/2006/relationships/package" Target="../embeddings/Microsoft_Word_Document8.docx"/><Relationship Id="rId7" Type="http://schemas.openxmlformats.org/officeDocument/2006/relationships/customXml" Target="../ink/ink40.xml"/><Relationship Id="rId12" Type="http://schemas.openxmlformats.org/officeDocument/2006/relationships/image" Target="../media/image52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49.emf"/><Relationship Id="rId11" Type="http://schemas.openxmlformats.org/officeDocument/2006/relationships/customXml" Target="../ink/ink42.xml"/><Relationship Id="rId5" Type="http://schemas.openxmlformats.org/officeDocument/2006/relationships/customXml" Target="../ink/ink39.xml"/><Relationship Id="rId10" Type="http://schemas.openxmlformats.org/officeDocument/2006/relationships/image" Target="../media/image51.emf"/><Relationship Id="rId4" Type="http://schemas.openxmlformats.org/officeDocument/2006/relationships/image" Target="../media/image48.emf"/><Relationship Id="rId9" Type="http://schemas.openxmlformats.org/officeDocument/2006/relationships/customXml" Target="../ink/ink4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emf"/><Relationship Id="rId3" Type="http://schemas.openxmlformats.org/officeDocument/2006/relationships/package" Target="../embeddings/Microsoft_Word_Document9.docx"/><Relationship Id="rId7" Type="http://schemas.openxmlformats.org/officeDocument/2006/relationships/customXml" Target="../ink/ink44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54.emf"/><Relationship Id="rId5" Type="http://schemas.openxmlformats.org/officeDocument/2006/relationships/customXml" Target="../ink/ink43.xml"/><Relationship Id="rId10" Type="http://schemas.openxmlformats.org/officeDocument/2006/relationships/image" Target="../media/image56.emf"/><Relationship Id="rId4" Type="http://schemas.openxmlformats.org/officeDocument/2006/relationships/image" Target="../media/image53.emf"/><Relationship Id="rId9" Type="http://schemas.openxmlformats.org/officeDocument/2006/relationships/customXml" Target="../ink/ink4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e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10.docx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58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emf"/><Relationship Id="rId13" Type="http://schemas.openxmlformats.org/officeDocument/2006/relationships/customXml" Target="../ink/ink50.xml"/><Relationship Id="rId3" Type="http://schemas.openxmlformats.org/officeDocument/2006/relationships/package" Target="../embeddings/Microsoft_Word_Document11.docx"/><Relationship Id="rId7" Type="http://schemas.openxmlformats.org/officeDocument/2006/relationships/customXml" Target="../ink/ink47.xml"/><Relationship Id="rId12" Type="http://schemas.openxmlformats.org/officeDocument/2006/relationships/image" Target="../media/image63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60.emf"/><Relationship Id="rId11" Type="http://schemas.openxmlformats.org/officeDocument/2006/relationships/customXml" Target="../ink/ink49.xml"/><Relationship Id="rId5" Type="http://schemas.openxmlformats.org/officeDocument/2006/relationships/customXml" Target="../ink/ink46.xml"/><Relationship Id="rId10" Type="http://schemas.openxmlformats.org/officeDocument/2006/relationships/image" Target="../media/image62.emf"/><Relationship Id="rId4" Type="http://schemas.openxmlformats.org/officeDocument/2006/relationships/image" Target="../media/image59.emf"/><Relationship Id="rId9" Type="http://schemas.openxmlformats.org/officeDocument/2006/relationships/customXml" Target="../ink/ink48.xml"/><Relationship Id="rId14" Type="http://schemas.openxmlformats.org/officeDocument/2006/relationships/image" Target="../media/image64.e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12.docx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66.e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emf"/><Relationship Id="rId13" Type="http://schemas.openxmlformats.org/officeDocument/2006/relationships/customXml" Target="../ink/ink55.xml"/><Relationship Id="rId3" Type="http://schemas.openxmlformats.org/officeDocument/2006/relationships/package" Target="../embeddings/Microsoft_Word_Document13.docx"/><Relationship Id="rId7" Type="http://schemas.openxmlformats.org/officeDocument/2006/relationships/customXml" Target="../ink/ink52.xml"/><Relationship Id="rId12" Type="http://schemas.openxmlformats.org/officeDocument/2006/relationships/image" Target="../media/image71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3.e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68.emf"/><Relationship Id="rId11" Type="http://schemas.openxmlformats.org/officeDocument/2006/relationships/customXml" Target="../ink/ink54.xml"/><Relationship Id="rId5" Type="http://schemas.openxmlformats.org/officeDocument/2006/relationships/customXml" Target="../ink/ink51.xml"/><Relationship Id="rId15" Type="http://schemas.openxmlformats.org/officeDocument/2006/relationships/customXml" Target="../ink/ink56.xml"/><Relationship Id="rId10" Type="http://schemas.openxmlformats.org/officeDocument/2006/relationships/image" Target="../media/image70.emf"/><Relationship Id="rId4" Type="http://schemas.openxmlformats.org/officeDocument/2006/relationships/image" Target="../media/image67.emf"/><Relationship Id="rId9" Type="http://schemas.openxmlformats.org/officeDocument/2006/relationships/customXml" Target="../ink/ink53.xml"/><Relationship Id="rId14" Type="http://schemas.openxmlformats.org/officeDocument/2006/relationships/image" Target="../media/image72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14.docx"/><Relationship Id="rId7" Type="http://schemas.openxmlformats.org/officeDocument/2006/relationships/image" Target="../media/image76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customXml" Target="../ink/ink57.xml"/><Relationship Id="rId5" Type="http://schemas.openxmlformats.org/officeDocument/2006/relationships/image" Target="../media/image75.png"/><Relationship Id="rId4" Type="http://schemas.openxmlformats.org/officeDocument/2006/relationships/image" Target="../media/image74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15.docx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78.png"/><Relationship Id="rId4" Type="http://schemas.openxmlformats.org/officeDocument/2006/relationships/image" Target="../media/image77.e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emf"/><Relationship Id="rId13" Type="http://schemas.openxmlformats.org/officeDocument/2006/relationships/customXml" Target="../ink/ink63.xml"/><Relationship Id="rId3" Type="http://schemas.openxmlformats.org/officeDocument/2006/relationships/customXml" Target="../ink/ink58.xml"/><Relationship Id="rId7" Type="http://schemas.openxmlformats.org/officeDocument/2006/relationships/customXml" Target="../ink/ink60.xml"/><Relationship Id="rId12" Type="http://schemas.openxmlformats.org/officeDocument/2006/relationships/image" Target="../media/image84.emf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emf"/><Relationship Id="rId11" Type="http://schemas.openxmlformats.org/officeDocument/2006/relationships/customXml" Target="../ink/ink62.xml"/><Relationship Id="rId5" Type="http://schemas.openxmlformats.org/officeDocument/2006/relationships/customXml" Target="../ink/ink59.xml"/><Relationship Id="rId10" Type="http://schemas.openxmlformats.org/officeDocument/2006/relationships/image" Target="../media/image83.emf"/><Relationship Id="rId4" Type="http://schemas.openxmlformats.org/officeDocument/2006/relationships/image" Target="../media/image80.emf"/><Relationship Id="rId9" Type="http://schemas.openxmlformats.org/officeDocument/2006/relationships/customXml" Target="../ink/ink61.xml"/><Relationship Id="rId14" Type="http://schemas.openxmlformats.org/officeDocument/2006/relationships/image" Target="../media/image85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16.docx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86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17.docx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87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18.docx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88.e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emf"/><Relationship Id="rId13" Type="http://schemas.openxmlformats.org/officeDocument/2006/relationships/customXml" Target="../ink/ink69.xml"/><Relationship Id="rId18" Type="http://schemas.openxmlformats.org/officeDocument/2006/relationships/image" Target="../media/image97.emf"/><Relationship Id="rId3" Type="http://schemas.openxmlformats.org/officeDocument/2006/relationships/customXml" Target="../ink/ink64.xml"/><Relationship Id="rId21" Type="http://schemas.openxmlformats.org/officeDocument/2006/relationships/customXml" Target="../ink/ink73.xml"/><Relationship Id="rId7" Type="http://schemas.openxmlformats.org/officeDocument/2006/relationships/customXml" Target="../ink/ink66.xml"/><Relationship Id="rId12" Type="http://schemas.openxmlformats.org/officeDocument/2006/relationships/image" Target="../media/image94.emf"/><Relationship Id="rId17" Type="http://schemas.openxmlformats.org/officeDocument/2006/relationships/customXml" Target="../ink/ink71.xml"/><Relationship Id="rId2" Type="http://schemas.openxmlformats.org/officeDocument/2006/relationships/image" Target="../media/image89.png"/><Relationship Id="rId16" Type="http://schemas.openxmlformats.org/officeDocument/2006/relationships/image" Target="../media/image96.emf"/><Relationship Id="rId20" Type="http://schemas.openxmlformats.org/officeDocument/2006/relationships/image" Target="../media/image9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emf"/><Relationship Id="rId11" Type="http://schemas.openxmlformats.org/officeDocument/2006/relationships/customXml" Target="../ink/ink68.xml"/><Relationship Id="rId5" Type="http://schemas.openxmlformats.org/officeDocument/2006/relationships/customXml" Target="../ink/ink65.xml"/><Relationship Id="rId15" Type="http://schemas.openxmlformats.org/officeDocument/2006/relationships/customXml" Target="../ink/ink70.xml"/><Relationship Id="rId10" Type="http://schemas.openxmlformats.org/officeDocument/2006/relationships/image" Target="../media/image93.emf"/><Relationship Id="rId19" Type="http://schemas.openxmlformats.org/officeDocument/2006/relationships/customXml" Target="../ink/ink72.xml"/><Relationship Id="rId4" Type="http://schemas.openxmlformats.org/officeDocument/2006/relationships/image" Target="../media/image90.emf"/><Relationship Id="rId9" Type="http://schemas.openxmlformats.org/officeDocument/2006/relationships/customXml" Target="../ink/ink67.xml"/><Relationship Id="rId14" Type="http://schemas.openxmlformats.org/officeDocument/2006/relationships/image" Target="../media/image95.emf"/><Relationship Id="rId22" Type="http://schemas.openxmlformats.org/officeDocument/2006/relationships/image" Target="../media/image99.emf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emf"/><Relationship Id="rId3" Type="http://schemas.openxmlformats.org/officeDocument/2006/relationships/customXml" Target="../ink/ink74.xml"/><Relationship Id="rId7" Type="http://schemas.openxmlformats.org/officeDocument/2006/relationships/customXml" Target="../ink/ink76.xml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emf"/><Relationship Id="rId5" Type="http://schemas.openxmlformats.org/officeDocument/2006/relationships/customXml" Target="../ink/ink75.xml"/><Relationship Id="rId4" Type="http://schemas.openxmlformats.org/officeDocument/2006/relationships/image" Target="../media/image102.e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emf"/><Relationship Id="rId13" Type="http://schemas.openxmlformats.org/officeDocument/2006/relationships/customXml" Target="../ink/ink82.xml"/><Relationship Id="rId18" Type="http://schemas.openxmlformats.org/officeDocument/2006/relationships/image" Target="../media/image113.emf"/><Relationship Id="rId3" Type="http://schemas.openxmlformats.org/officeDocument/2006/relationships/customXml" Target="../ink/ink77.xml"/><Relationship Id="rId21" Type="http://schemas.openxmlformats.org/officeDocument/2006/relationships/customXml" Target="../ink/ink86.xml"/><Relationship Id="rId7" Type="http://schemas.openxmlformats.org/officeDocument/2006/relationships/customXml" Target="../ink/ink79.xml"/><Relationship Id="rId12" Type="http://schemas.openxmlformats.org/officeDocument/2006/relationships/image" Target="../media/image110.emf"/><Relationship Id="rId17" Type="http://schemas.openxmlformats.org/officeDocument/2006/relationships/customXml" Target="../ink/ink84.xml"/><Relationship Id="rId2" Type="http://schemas.openxmlformats.org/officeDocument/2006/relationships/image" Target="../media/image105.png"/><Relationship Id="rId16" Type="http://schemas.openxmlformats.org/officeDocument/2006/relationships/image" Target="../media/image112.emf"/><Relationship Id="rId20" Type="http://schemas.openxmlformats.org/officeDocument/2006/relationships/image" Target="../media/image11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.emf"/><Relationship Id="rId11" Type="http://schemas.openxmlformats.org/officeDocument/2006/relationships/customXml" Target="../ink/ink81.xml"/><Relationship Id="rId24" Type="http://schemas.openxmlformats.org/officeDocument/2006/relationships/image" Target="../media/image116.emf"/><Relationship Id="rId5" Type="http://schemas.openxmlformats.org/officeDocument/2006/relationships/customXml" Target="../ink/ink78.xml"/><Relationship Id="rId15" Type="http://schemas.openxmlformats.org/officeDocument/2006/relationships/customXml" Target="../ink/ink83.xml"/><Relationship Id="rId23" Type="http://schemas.openxmlformats.org/officeDocument/2006/relationships/customXml" Target="../ink/ink87.xml"/><Relationship Id="rId10" Type="http://schemas.openxmlformats.org/officeDocument/2006/relationships/image" Target="../media/image109.emf"/><Relationship Id="rId19" Type="http://schemas.openxmlformats.org/officeDocument/2006/relationships/customXml" Target="../ink/ink85.xml"/><Relationship Id="rId4" Type="http://schemas.openxmlformats.org/officeDocument/2006/relationships/image" Target="../media/image106.emf"/><Relationship Id="rId9" Type="http://schemas.openxmlformats.org/officeDocument/2006/relationships/customXml" Target="../ink/ink80.xml"/><Relationship Id="rId14" Type="http://schemas.openxmlformats.org/officeDocument/2006/relationships/image" Target="../media/image111.emf"/><Relationship Id="rId22" Type="http://schemas.openxmlformats.org/officeDocument/2006/relationships/image" Target="../media/image115.emf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00.xml"/><Relationship Id="rId21" Type="http://schemas.openxmlformats.org/officeDocument/2006/relationships/image" Target="../media/image127.emf"/><Relationship Id="rId34" Type="http://schemas.openxmlformats.org/officeDocument/2006/relationships/customXml" Target="../ink/ink104.xml"/><Relationship Id="rId42" Type="http://schemas.openxmlformats.org/officeDocument/2006/relationships/customXml" Target="../ink/ink108.xml"/><Relationship Id="rId47" Type="http://schemas.openxmlformats.org/officeDocument/2006/relationships/image" Target="../media/image140.emf"/><Relationship Id="rId50" Type="http://schemas.openxmlformats.org/officeDocument/2006/relationships/customXml" Target="../ink/ink112.xml"/><Relationship Id="rId55" Type="http://schemas.openxmlformats.org/officeDocument/2006/relationships/image" Target="../media/image144.emf"/><Relationship Id="rId63" Type="http://schemas.openxmlformats.org/officeDocument/2006/relationships/image" Target="../media/image148.emf"/><Relationship Id="rId7" Type="http://schemas.openxmlformats.org/officeDocument/2006/relationships/image" Target="../media/image120.emf"/><Relationship Id="rId2" Type="http://schemas.openxmlformats.org/officeDocument/2006/relationships/customXml" Target="../ink/ink88.xml"/><Relationship Id="rId16" Type="http://schemas.openxmlformats.org/officeDocument/2006/relationships/customXml" Target="../ink/ink95.xml"/><Relationship Id="rId29" Type="http://schemas.openxmlformats.org/officeDocument/2006/relationships/image" Target="../media/image131.emf"/><Relationship Id="rId11" Type="http://schemas.openxmlformats.org/officeDocument/2006/relationships/image" Target="../media/image122.emf"/><Relationship Id="rId24" Type="http://schemas.openxmlformats.org/officeDocument/2006/relationships/customXml" Target="../ink/ink99.xml"/><Relationship Id="rId32" Type="http://schemas.openxmlformats.org/officeDocument/2006/relationships/customXml" Target="../ink/ink103.xml"/><Relationship Id="rId37" Type="http://schemas.openxmlformats.org/officeDocument/2006/relationships/image" Target="../media/image135.emf"/><Relationship Id="rId40" Type="http://schemas.openxmlformats.org/officeDocument/2006/relationships/customXml" Target="../ink/ink107.xml"/><Relationship Id="rId45" Type="http://schemas.openxmlformats.org/officeDocument/2006/relationships/image" Target="../media/image139.emf"/><Relationship Id="rId53" Type="http://schemas.openxmlformats.org/officeDocument/2006/relationships/image" Target="../media/image143.emf"/><Relationship Id="rId58" Type="http://schemas.openxmlformats.org/officeDocument/2006/relationships/customXml" Target="../ink/ink116.xml"/><Relationship Id="rId66" Type="http://schemas.openxmlformats.org/officeDocument/2006/relationships/customXml" Target="../ink/ink120.xml"/><Relationship Id="rId5" Type="http://schemas.openxmlformats.org/officeDocument/2006/relationships/image" Target="../media/image119.emf"/><Relationship Id="rId61" Type="http://schemas.openxmlformats.org/officeDocument/2006/relationships/image" Target="../media/image147.emf"/><Relationship Id="rId19" Type="http://schemas.openxmlformats.org/officeDocument/2006/relationships/image" Target="../media/image126.emf"/><Relationship Id="rId14" Type="http://schemas.openxmlformats.org/officeDocument/2006/relationships/customXml" Target="../ink/ink94.xml"/><Relationship Id="rId22" Type="http://schemas.openxmlformats.org/officeDocument/2006/relationships/customXml" Target="../ink/ink98.xml"/><Relationship Id="rId27" Type="http://schemas.openxmlformats.org/officeDocument/2006/relationships/image" Target="../media/image130.emf"/><Relationship Id="rId30" Type="http://schemas.openxmlformats.org/officeDocument/2006/relationships/customXml" Target="../ink/ink102.xml"/><Relationship Id="rId35" Type="http://schemas.openxmlformats.org/officeDocument/2006/relationships/image" Target="../media/image134.emf"/><Relationship Id="rId43" Type="http://schemas.openxmlformats.org/officeDocument/2006/relationships/image" Target="../media/image138.emf"/><Relationship Id="rId48" Type="http://schemas.openxmlformats.org/officeDocument/2006/relationships/customXml" Target="../ink/ink111.xml"/><Relationship Id="rId56" Type="http://schemas.openxmlformats.org/officeDocument/2006/relationships/customXml" Target="../ink/ink115.xml"/><Relationship Id="rId64" Type="http://schemas.openxmlformats.org/officeDocument/2006/relationships/customXml" Target="../ink/ink119.xml"/><Relationship Id="rId8" Type="http://schemas.openxmlformats.org/officeDocument/2006/relationships/customXml" Target="../ink/ink91.xml"/><Relationship Id="rId51" Type="http://schemas.openxmlformats.org/officeDocument/2006/relationships/image" Target="../media/image142.emf"/><Relationship Id="rId3" Type="http://schemas.openxmlformats.org/officeDocument/2006/relationships/image" Target="../media/image118.emf"/><Relationship Id="rId12" Type="http://schemas.openxmlformats.org/officeDocument/2006/relationships/customXml" Target="../ink/ink93.xml"/><Relationship Id="rId17" Type="http://schemas.openxmlformats.org/officeDocument/2006/relationships/image" Target="../media/image125.emf"/><Relationship Id="rId25" Type="http://schemas.openxmlformats.org/officeDocument/2006/relationships/image" Target="../media/image129.emf"/><Relationship Id="rId33" Type="http://schemas.openxmlformats.org/officeDocument/2006/relationships/image" Target="../media/image133.emf"/><Relationship Id="rId38" Type="http://schemas.openxmlformats.org/officeDocument/2006/relationships/customXml" Target="../ink/ink106.xml"/><Relationship Id="rId46" Type="http://schemas.openxmlformats.org/officeDocument/2006/relationships/customXml" Target="../ink/ink110.xml"/><Relationship Id="rId59" Type="http://schemas.openxmlformats.org/officeDocument/2006/relationships/image" Target="../media/image146.emf"/><Relationship Id="rId67" Type="http://schemas.openxmlformats.org/officeDocument/2006/relationships/image" Target="../media/image150.emf"/><Relationship Id="rId20" Type="http://schemas.openxmlformats.org/officeDocument/2006/relationships/customXml" Target="../ink/ink97.xml"/><Relationship Id="rId41" Type="http://schemas.openxmlformats.org/officeDocument/2006/relationships/image" Target="../media/image137.emf"/><Relationship Id="rId54" Type="http://schemas.openxmlformats.org/officeDocument/2006/relationships/customXml" Target="../ink/ink114.xml"/><Relationship Id="rId62" Type="http://schemas.openxmlformats.org/officeDocument/2006/relationships/customXml" Target="../ink/ink11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0.xml"/><Relationship Id="rId15" Type="http://schemas.openxmlformats.org/officeDocument/2006/relationships/image" Target="../media/image124.emf"/><Relationship Id="rId23" Type="http://schemas.openxmlformats.org/officeDocument/2006/relationships/image" Target="../media/image128.emf"/><Relationship Id="rId28" Type="http://schemas.openxmlformats.org/officeDocument/2006/relationships/customXml" Target="../ink/ink101.xml"/><Relationship Id="rId36" Type="http://schemas.openxmlformats.org/officeDocument/2006/relationships/customXml" Target="../ink/ink105.xml"/><Relationship Id="rId49" Type="http://schemas.openxmlformats.org/officeDocument/2006/relationships/image" Target="../media/image141.emf"/><Relationship Id="rId57" Type="http://schemas.openxmlformats.org/officeDocument/2006/relationships/image" Target="../media/image145.emf"/><Relationship Id="rId10" Type="http://schemas.openxmlformats.org/officeDocument/2006/relationships/customXml" Target="../ink/ink92.xml"/><Relationship Id="rId31" Type="http://schemas.openxmlformats.org/officeDocument/2006/relationships/image" Target="../media/image132.emf"/><Relationship Id="rId44" Type="http://schemas.openxmlformats.org/officeDocument/2006/relationships/customXml" Target="../ink/ink109.xml"/><Relationship Id="rId52" Type="http://schemas.openxmlformats.org/officeDocument/2006/relationships/customXml" Target="../ink/ink113.xml"/><Relationship Id="rId60" Type="http://schemas.openxmlformats.org/officeDocument/2006/relationships/customXml" Target="../ink/ink117.xml"/><Relationship Id="rId65" Type="http://schemas.openxmlformats.org/officeDocument/2006/relationships/image" Target="../media/image149.emf"/><Relationship Id="rId4" Type="http://schemas.openxmlformats.org/officeDocument/2006/relationships/customXml" Target="../ink/ink89.xml"/><Relationship Id="rId9" Type="http://schemas.openxmlformats.org/officeDocument/2006/relationships/image" Target="../media/image121.emf"/><Relationship Id="rId13" Type="http://schemas.openxmlformats.org/officeDocument/2006/relationships/image" Target="../media/image123.emf"/><Relationship Id="rId18" Type="http://schemas.openxmlformats.org/officeDocument/2006/relationships/customXml" Target="../ink/ink96.xml"/><Relationship Id="rId39" Type="http://schemas.openxmlformats.org/officeDocument/2006/relationships/image" Target="../media/image136.e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4.xml"/><Relationship Id="rId3" Type="http://schemas.openxmlformats.org/officeDocument/2006/relationships/image" Target="../media/image151.emf"/><Relationship Id="rId7" Type="http://schemas.openxmlformats.org/officeDocument/2006/relationships/image" Target="../media/image153.emf"/><Relationship Id="rId2" Type="http://schemas.openxmlformats.org/officeDocument/2006/relationships/customXml" Target="../ink/ink12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23.xml"/><Relationship Id="rId5" Type="http://schemas.openxmlformats.org/officeDocument/2006/relationships/image" Target="../media/image152.emf"/><Relationship Id="rId4" Type="http://schemas.openxmlformats.org/officeDocument/2006/relationships/customXml" Target="../ink/ink122.xml"/><Relationship Id="rId9" Type="http://schemas.openxmlformats.org/officeDocument/2006/relationships/image" Target="../media/image154.em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8.xml"/><Relationship Id="rId13" Type="http://schemas.openxmlformats.org/officeDocument/2006/relationships/image" Target="../media/image161.emf"/><Relationship Id="rId18" Type="http://schemas.openxmlformats.org/officeDocument/2006/relationships/customXml" Target="../ink/ink133.xml"/><Relationship Id="rId3" Type="http://schemas.openxmlformats.org/officeDocument/2006/relationships/image" Target="../media/image156.emf"/><Relationship Id="rId21" Type="http://schemas.openxmlformats.org/officeDocument/2006/relationships/image" Target="../media/image165.emf"/><Relationship Id="rId7" Type="http://schemas.openxmlformats.org/officeDocument/2006/relationships/image" Target="../media/image158.emf"/><Relationship Id="rId12" Type="http://schemas.openxmlformats.org/officeDocument/2006/relationships/customXml" Target="../ink/ink130.xml"/><Relationship Id="rId17" Type="http://schemas.openxmlformats.org/officeDocument/2006/relationships/image" Target="../media/image163.emf"/><Relationship Id="rId2" Type="http://schemas.openxmlformats.org/officeDocument/2006/relationships/customXml" Target="../ink/ink125.xml"/><Relationship Id="rId16" Type="http://schemas.openxmlformats.org/officeDocument/2006/relationships/customXml" Target="../ink/ink132.xml"/><Relationship Id="rId20" Type="http://schemas.openxmlformats.org/officeDocument/2006/relationships/customXml" Target="../ink/ink13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27.xml"/><Relationship Id="rId11" Type="http://schemas.openxmlformats.org/officeDocument/2006/relationships/image" Target="../media/image160.emf"/><Relationship Id="rId5" Type="http://schemas.openxmlformats.org/officeDocument/2006/relationships/image" Target="../media/image157.emf"/><Relationship Id="rId15" Type="http://schemas.openxmlformats.org/officeDocument/2006/relationships/image" Target="../media/image162.emf"/><Relationship Id="rId23" Type="http://schemas.openxmlformats.org/officeDocument/2006/relationships/image" Target="../media/image166.emf"/><Relationship Id="rId10" Type="http://schemas.openxmlformats.org/officeDocument/2006/relationships/customXml" Target="../ink/ink129.xml"/><Relationship Id="rId19" Type="http://schemas.openxmlformats.org/officeDocument/2006/relationships/image" Target="../media/image164.emf"/><Relationship Id="rId4" Type="http://schemas.openxmlformats.org/officeDocument/2006/relationships/customXml" Target="../ink/ink126.xml"/><Relationship Id="rId9" Type="http://schemas.openxmlformats.org/officeDocument/2006/relationships/image" Target="../media/image159.emf"/><Relationship Id="rId14" Type="http://schemas.openxmlformats.org/officeDocument/2006/relationships/customXml" Target="../ink/ink131.xml"/><Relationship Id="rId22" Type="http://schemas.openxmlformats.org/officeDocument/2006/relationships/customXml" Target="../ink/ink135.xml"/></Relationships>
</file>

<file path=ppt/slides/_rels/slide3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2.emf"/><Relationship Id="rId18" Type="http://schemas.openxmlformats.org/officeDocument/2006/relationships/customXml" Target="../ink/ink144.xml"/><Relationship Id="rId26" Type="http://schemas.openxmlformats.org/officeDocument/2006/relationships/customXml" Target="../ink/ink148.xml"/><Relationship Id="rId39" Type="http://schemas.openxmlformats.org/officeDocument/2006/relationships/image" Target="../media/image185.emf"/><Relationship Id="rId21" Type="http://schemas.openxmlformats.org/officeDocument/2006/relationships/image" Target="../media/image176.emf"/><Relationship Id="rId34" Type="http://schemas.openxmlformats.org/officeDocument/2006/relationships/customXml" Target="../ink/ink152.xml"/><Relationship Id="rId42" Type="http://schemas.openxmlformats.org/officeDocument/2006/relationships/customXml" Target="../ink/ink156.xml"/><Relationship Id="rId47" Type="http://schemas.openxmlformats.org/officeDocument/2006/relationships/image" Target="../media/image189.emf"/><Relationship Id="rId50" Type="http://schemas.openxmlformats.org/officeDocument/2006/relationships/customXml" Target="../ink/ink160.xml"/><Relationship Id="rId55" Type="http://schemas.openxmlformats.org/officeDocument/2006/relationships/image" Target="../media/image193.emf"/><Relationship Id="rId7" Type="http://schemas.openxmlformats.org/officeDocument/2006/relationships/image" Target="../media/image169.emf"/><Relationship Id="rId2" Type="http://schemas.openxmlformats.org/officeDocument/2006/relationships/customXml" Target="../ink/ink136.xml"/><Relationship Id="rId16" Type="http://schemas.openxmlformats.org/officeDocument/2006/relationships/customXml" Target="../ink/ink143.xml"/><Relationship Id="rId29" Type="http://schemas.openxmlformats.org/officeDocument/2006/relationships/image" Target="../media/image180.emf"/><Relationship Id="rId11" Type="http://schemas.openxmlformats.org/officeDocument/2006/relationships/image" Target="../media/image171.emf"/><Relationship Id="rId24" Type="http://schemas.openxmlformats.org/officeDocument/2006/relationships/customXml" Target="../ink/ink147.xml"/><Relationship Id="rId32" Type="http://schemas.openxmlformats.org/officeDocument/2006/relationships/customXml" Target="../ink/ink151.xml"/><Relationship Id="rId37" Type="http://schemas.openxmlformats.org/officeDocument/2006/relationships/image" Target="../media/image184.emf"/><Relationship Id="rId40" Type="http://schemas.openxmlformats.org/officeDocument/2006/relationships/customXml" Target="../ink/ink155.xml"/><Relationship Id="rId45" Type="http://schemas.openxmlformats.org/officeDocument/2006/relationships/image" Target="../media/image188.emf"/><Relationship Id="rId53" Type="http://schemas.openxmlformats.org/officeDocument/2006/relationships/image" Target="../media/image192.emf"/><Relationship Id="rId5" Type="http://schemas.openxmlformats.org/officeDocument/2006/relationships/image" Target="../media/image168.emf"/><Relationship Id="rId19" Type="http://schemas.openxmlformats.org/officeDocument/2006/relationships/image" Target="../media/image175.emf"/><Relationship Id="rId4" Type="http://schemas.openxmlformats.org/officeDocument/2006/relationships/customXml" Target="../ink/ink137.xml"/><Relationship Id="rId9" Type="http://schemas.openxmlformats.org/officeDocument/2006/relationships/image" Target="../media/image170.emf"/><Relationship Id="rId14" Type="http://schemas.openxmlformats.org/officeDocument/2006/relationships/customXml" Target="../ink/ink142.xml"/><Relationship Id="rId22" Type="http://schemas.openxmlformats.org/officeDocument/2006/relationships/customXml" Target="../ink/ink146.xml"/><Relationship Id="rId27" Type="http://schemas.openxmlformats.org/officeDocument/2006/relationships/image" Target="../media/image179.emf"/><Relationship Id="rId30" Type="http://schemas.openxmlformats.org/officeDocument/2006/relationships/customXml" Target="../ink/ink150.xml"/><Relationship Id="rId35" Type="http://schemas.openxmlformats.org/officeDocument/2006/relationships/image" Target="../media/image183.emf"/><Relationship Id="rId43" Type="http://schemas.openxmlformats.org/officeDocument/2006/relationships/image" Target="../media/image187.emf"/><Relationship Id="rId48" Type="http://schemas.openxmlformats.org/officeDocument/2006/relationships/customXml" Target="../ink/ink159.xml"/><Relationship Id="rId56" Type="http://schemas.openxmlformats.org/officeDocument/2006/relationships/customXml" Target="../ink/ink163.xml"/><Relationship Id="rId8" Type="http://schemas.openxmlformats.org/officeDocument/2006/relationships/customXml" Target="../ink/ink139.xml"/><Relationship Id="rId51" Type="http://schemas.openxmlformats.org/officeDocument/2006/relationships/image" Target="../media/image191.emf"/><Relationship Id="rId3" Type="http://schemas.openxmlformats.org/officeDocument/2006/relationships/image" Target="../media/image167.emf"/><Relationship Id="rId12" Type="http://schemas.openxmlformats.org/officeDocument/2006/relationships/customXml" Target="../ink/ink141.xml"/><Relationship Id="rId17" Type="http://schemas.openxmlformats.org/officeDocument/2006/relationships/image" Target="../media/image174.emf"/><Relationship Id="rId25" Type="http://schemas.openxmlformats.org/officeDocument/2006/relationships/image" Target="../media/image178.emf"/><Relationship Id="rId33" Type="http://schemas.openxmlformats.org/officeDocument/2006/relationships/image" Target="../media/image182.emf"/><Relationship Id="rId38" Type="http://schemas.openxmlformats.org/officeDocument/2006/relationships/customXml" Target="../ink/ink154.xml"/><Relationship Id="rId46" Type="http://schemas.openxmlformats.org/officeDocument/2006/relationships/customXml" Target="../ink/ink158.xml"/><Relationship Id="rId20" Type="http://schemas.openxmlformats.org/officeDocument/2006/relationships/customXml" Target="../ink/ink145.xml"/><Relationship Id="rId41" Type="http://schemas.openxmlformats.org/officeDocument/2006/relationships/image" Target="../media/image186.emf"/><Relationship Id="rId54" Type="http://schemas.openxmlformats.org/officeDocument/2006/relationships/customXml" Target="../ink/ink162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38.xml"/><Relationship Id="rId15" Type="http://schemas.openxmlformats.org/officeDocument/2006/relationships/image" Target="../media/image173.emf"/><Relationship Id="rId23" Type="http://schemas.openxmlformats.org/officeDocument/2006/relationships/image" Target="../media/image177.emf"/><Relationship Id="rId28" Type="http://schemas.openxmlformats.org/officeDocument/2006/relationships/customXml" Target="../ink/ink149.xml"/><Relationship Id="rId36" Type="http://schemas.openxmlformats.org/officeDocument/2006/relationships/customXml" Target="../ink/ink153.xml"/><Relationship Id="rId49" Type="http://schemas.openxmlformats.org/officeDocument/2006/relationships/image" Target="../media/image190.emf"/><Relationship Id="rId57" Type="http://schemas.openxmlformats.org/officeDocument/2006/relationships/image" Target="../media/image194.emf"/><Relationship Id="rId10" Type="http://schemas.openxmlformats.org/officeDocument/2006/relationships/customXml" Target="../ink/ink140.xml"/><Relationship Id="rId31" Type="http://schemas.openxmlformats.org/officeDocument/2006/relationships/image" Target="../media/image181.emf"/><Relationship Id="rId44" Type="http://schemas.openxmlformats.org/officeDocument/2006/relationships/customXml" Target="../ink/ink157.xml"/><Relationship Id="rId52" Type="http://schemas.openxmlformats.org/officeDocument/2006/relationships/customXml" Target="../ink/ink16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19.docx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96.emf"/><Relationship Id="rId5" Type="http://schemas.openxmlformats.org/officeDocument/2006/relationships/package" Target="../embeddings/Microsoft_Word_Document20.docx"/><Relationship Id="rId4" Type="http://schemas.openxmlformats.org/officeDocument/2006/relationships/image" Target="../media/image195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21.docx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98.emf"/><Relationship Id="rId5" Type="http://schemas.openxmlformats.org/officeDocument/2006/relationships/package" Target="../embeddings/Microsoft_Word_Document22.docx"/><Relationship Id="rId4" Type="http://schemas.openxmlformats.org/officeDocument/2006/relationships/image" Target="../media/image197.e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1.emf"/><Relationship Id="rId3" Type="http://schemas.openxmlformats.org/officeDocument/2006/relationships/package" Target="../embeddings/Microsoft_Word_Document23.docx"/><Relationship Id="rId7" Type="http://schemas.openxmlformats.org/officeDocument/2006/relationships/customXml" Target="../ink/ink165.xml"/><Relationship Id="rId12" Type="http://schemas.openxmlformats.org/officeDocument/2006/relationships/image" Target="../media/image203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200.emf"/><Relationship Id="rId11" Type="http://schemas.openxmlformats.org/officeDocument/2006/relationships/customXml" Target="../ink/ink167.xml"/><Relationship Id="rId5" Type="http://schemas.openxmlformats.org/officeDocument/2006/relationships/customXml" Target="../ink/ink164.xml"/><Relationship Id="rId10" Type="http://schemas.openxmlformats.org/officeDocument/2006/relationships/image" Target="../media/image202.emf"/><Relationship Id="rId4" Type="http://schemas.openxmlformats.org/officeDocument/2006/relationships/image" Target="../media/image199.emf"/><Relationship Id="rId9" Type="http://schemas.openxmlformats.org/officeDocument/2006/relationships/customXml" Target="../ink/ink166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6.emf"/><Relationship Id="rId3" Type="http://schemas.openxmlformats.org/officeDocument/2006/relationships/package" Target="../embeddings/Microsoft_Word_Document24.docx"/><Relationship Id="rId7" Type="http://schemas.openxmlformats.org/officeDocument/2006/relationships/customXml" Target="../ink/ink169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205.emf"/><Relationship Id="rId5" Type="http://schemas.openxmlformats.org/officeDocument/2006/relationships/customXml" Target="../ink/ink168.xml"/><Relationship Id="rId4" Type="http://schemas.openxmlformats.org/officeDocument/2006/relationships/image" Target="../media/image204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0.emf"/><Relationship Id="rId2" Type="http://schemas.openxmlformats.org/officeDocument/2006/relationships/customXml" Target="../ink/ink17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0.emf"/><Relationship Id="rId4" Type="http://schemas.openxmlformats.org/officeDocument/2006/relationships/customXml" Target="../ink/ink171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customXml" Target="../ink/ink175.xml"/><Relationship Id="rId13" Type="http://schemas.openxmlformats.org/officeDocument/2006/relationships/image" Target="../media/image89.emf"/><Relationship Id="rId18" Type="http://schemas.openxmlformats.org/officeDocument/2006/relationships/customXml" Target="../ink/ink180.xml"/><Relationship Id="rId3" Type="http://schemas.openxmlformats.org/officeDocument/2006/relationships/image" Target="../media/image310.emf"/><Relationship Id="rId21" Type="http://schemas.openxmlformats.org/officeDocument/2006/relationships/image" Target="../media/image1210.emf"/><Relationship Id="rId7" Type="http://schemas.openxmlformats.org/officeDocument/2006/relationships/image" Target="../media/image510.emf"/><Relationship Id="rId12" Type="http://schemas.openxmlformats.org/officeDocument/2006/relationships/customXml" Target="../ink/ink177.xml"/><Relationship Id="rId17" Type="http://schemas.openxmlformats.org/officeDocument/2006/relationships/image" Target="../media/image10.emf"/><Relationship Id="rId2" Type="http://schemas.openxmlformats.org/officeDocument/2006/relationships/customXml" Target="../ink/ink172.xml"/><Relationship Id="rId16" Type="http://schemas.openxmlformats.org/officeDocument/2006/relationships/customXml" Target="../ink/ink179.xml"/><Relationship Id="rId20" Type="http://schemas.openxmlformats.org/officeDocument/2006/relationships/customXml" Target="../ink/ink18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74.xml"/><Relationship Id="rId11" Type="http://schemas.openxmlformats.org/officeDocument/2006/relationships/image" Target="../media/image75.emf"/><Relationship Id="rId5" Type="http://schemas.openxmlformats.org/officeDocument/2006/relationships/image" Target="../media/image47.emf"/><Relationship Id="rId15" Type="http://schemas.openxmlformats.org/officeDocument/2006/relationships/image" Target="../media/image910.emf"/><Relationship Id="rId23" Type="http://schemas.openxmlformats.org/officeDocument/2006/relationships/image" Target="../media/image1310.emf"/><Relationship Id="rId10" Type="http://schemas.openxmlformats.org/officeDocument/2006/relationships/customXml" Target="../ink/ink176.xml"/><Relationship Id="rId19" Type="http://schemas.openxmlformats.org/officeDocument/2006/relationships/image" Target="../media/image1110.emf"/><Relationship Id="rId4" Type="http://schemas.openxmlformats.org/officeDocument/2006/relationships/customXml" Target="../ink/ink173.xml"/><Relationship Id="rId9" Type="http://schemas.openxmlformats.org/officeDocument/2006/relationships/image" Target="../media/image65.emf"/><Relationship Id="rId14" Type="http://schemas.openxmlformats.org/officeDocument/2006/relationships/customXml" Target="../ink/ink178.xml"/><Relationship Id="rId22" Type="http://schemas.openxmlformats.org/officeDocument/2006/relationships/customXml" Target="../ink/ink182.xml"/></Relationships>
</file>

<file path=ppt/slides/_rels/slide4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86.xml"/><Relationship Id="rId3" Type="http://schemas.openxmlformats.org/officeDocument/2006/relationships/customXml" Target="../ink/ink183.xml"/><Relationship Id="rId7" Type="http://schemas.openxmlformats.org/officeDocument/2006/relationships/customXml" Target="../ink/ink184.xml"/><Relationship Id="rId12" Type="http://schemas.openxmlformats.org/officeDocument/2006/relationships/image" Target="../media/image1810.emf"/><Relationship Id="rId2" Type="http://schemas.openxmlformats.org/officeDocument/2006/relationships/image" Target="../media/image20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10.emf"/><Relationship Id="rId11" Type="http://schemas.openxmlformats.org/officeDocument/2006/relationships/customXml" Target="../ink/ink185.xml"/><Relationship Id="rId10" Type="http://schemas.openxmlformats.org/officeDocument/2006/relationships/image" Target="../media/image1710.emf"/><Relationship Id="rId14" Type="http://schemas.openxmlformats.org/officeDocument/2006/relationships/image" Target="../media/image1910.e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0.emf"/><Relationship Id="rId2" Type="http://schemas.openxmlformats.org/officeDocument/2006/relationships/customXml" Target="../ink/ink18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1.emf"/><Relationship Id="rId4" Type="http://schemas.openxmlformats.org/officeDocument/2006/relationships/customXml" Target="../ink/ink188.xml"/></Relationships>
</file>

<file path=ppt/slides/_rels/slide4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70.emf"/><Relationship Id="rId18" Type="http://schemas.openxmlformats.org/officeDocument/2006/relationships/customXml" Target="../ink/ink197.xml"/><Relationship Id="rId26" Type="http://schemas.openxmlformats.org/officeDocument/2006/relationships/customXml" Target="../ink/ink201.xml"/><Relationship Id="rId3" Type="http://schemas.openxmlformats.org/officeDocument/2006/relationships/image" Target="../media/image220.emf"/><Relationship Id="rId21" Type="http://schemas.openxmlformats.org/officeDocument/2006/relationships/image" Target="../media/image311.emf"/><Relationship Id="rId7" Type="http://schemas.openxmlformats.org/officeDocument/2006/relationships/image" Target="../media/image240.emf"/><Relationship Id="rId12" Type="http://schemas.openxmlformats.org/officeDocument/2006/relationships/customXml" Target="../ink/ink194.xml"/><Relationship Id="rId17" Type="http://schemas.openxmlformats.org/officeDocument/2006/relationships/image" Target="../media/image290.emf"/><Relationship Id="rId25" Type="http://schemas.openxmlformats.org/officeDocument/2006/relationships/image" Target="../media/image330.emf"/><Relationship Id="rId33" Type="http://schemas.openxmlformats.org/officeDocument/2006/relationships/image" Target="../media/image370.emf"/><Relationship Id="rId2" Type="http://schemas.openxmlformats.org/officeDocument/2006/relationships/customXml" Target="../ink/ink189.xml"/><Relationship Id="rId16" Type="http://schemas.openxmlformats.org/officeDocument/2006/relationships/customXml" Target="../ink/ink196.xml"/><Relationship Id="rId20" Type="http://schemas.openxmlformats.org/officeDocument/2006/relationships/customXml" Target="../ink/ink198.xml"/><Relationship Id="rId29" Type="http://schemas.openxmlformats.org/officeDocument/2006/relationships/image" Target="../media/image350.emf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91.xml"/><Relationship Id="rId11" Type="http://schemas.openxmlformats.org/officeDocument/2006/relationships/image" Target="../media/image260.emf"/><Relationship Id="rId24" Type="http://schemas.openxmlformats.org/officeDocument/2006/relationships/customXml" Target="../ink/ink200.xml"/><Relationship Id="rId32" Type="http://schemas.openxmlformats.org/officeDocument/2006/relationships/customXml" Target="../ink/ink204.xml"/><Relationship Id="rId5" Type="http://schemas.openxmlformats.org/officeDocument/2006/relationships/image" Target="../media/image230.emf"/><Relationship Id="rId15" Type="http://schemas.openxmlformats.org/officeDocument/2006/relationships/image" Target="../media/image280.emf"/><Relationship Id="rId23" Type="http://schemas.openxmlformats.org/officeDocument/2006/relationships/image" Target="../media/image32.emf"/><Relationship Id="rId28" Type="http://schemas.openxmlformats.org/officeDocument/2006/relationships/customXml" Target="../ink/ink202.xml"/><Relationship Id="rId10" Type="http://schemas.openxmlformats.org/officeDocument/2006/relationships/customXml" Target="../ink/ink193.xml"/><Relationship Id="rId19" Type="http://schemas.openxmlformats.org/officeDocument/2006/relationships/image" Target="../media/image300.emf"/><Relationship Id="rId31" Type="http://schemas.openxmlformats.org/officeDocument/2006/relationships/image" Target="../media/image360.emf"/><Relationship Id="rId4" Type="http://schemas.openxmlformats.org/officeDocument/2006/relationships/customXml" Target="../ink/ink190.xml"/><Relationship Id="rId9" Type="http://schemas.openxmlformats.org/officeDocument/2006/relationships/image" Target="../media/image250.emf"/><Relationship Id="rId14" Type="http://schemas.openxmlformats.org/officeDocument/2006/relationships/customXml" Target="../ink/ink195.xml"/><Relationship Id="rId22" Type="http://schemas.openxmlformats.org/officeDocument/2006/relationships/customXml" Target="../ink/ink199.xml"/><Relationship Id="rId27" Type="http://schemas.openxmlformats.org/officeDocument/2006/relationships/image" Target="../media/image340.emf"/><Relationship Id="rId30" Type="http://schemas.openxmlformats.org/officeDocument/2006/relationships/customXml" Target="../ink/ink203.xml"/><Relationship Id="rId8" Type="http://schemas.openxmlformats.org/officeDocument/2006/relationships/customXml" Target="../ink/ink19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25.docx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4" Type="http://schemas.openxmlformats.org/officeDocument/2006/relationships/image" Target="../media/image208.emf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customXml" Target="../ink/ink206.xml"/><Relationship Id="rId13" Type="http://schemas.openxmlformats.org/officeDocument/2006/relationships/image" Target="../media/image430.emf"/><Relationship Id="rId3" Type="http://schemas.openxmlformats.org/officeDocument/2006/relationships/package" Target="../embeddings/Microsoft_Word_Document26.docx"/><Relationship Id="rId7" Type="http://schemas.openxmlformats.org/officeDocument/2006/relationships/image" Target="../media/image401.emf"/><Relationship Id="rId12" Type="http://schemas.openxmlformats.org/officeDocument/2006/relationships/customXml" Target="../ink/ink208.xml"/><Relationship Id="rId17" Type="http://schemas.openxmlformats.org/officeDocument/2006/relationships/image" Target="../media/image450.emf"/><Relationship Id="rId2" Type="http://schemas.openxmlformats.org/officeDocument/2006/relationships/slideLayout" Target="../slideLayouts/slideLayout7.xml"/><Relationship Id="rId16" Type="http://schemas.openxmlformats.org/officeDocument/2006/relationships/customXml" Target="../ink/ink210.xml"/><Relationship Id="rId1" Type="http://schemas.openxmlformats.org/officeDocument/2006/relationships/vmlDrawing" Target="../drawings/vmlDrawing24.vml"/><Relationship Id="rId11" Type="http://schemas.openxmlformats.org/officeDocument/2006/relationships/image" Target="../media/image420.emf"/><Relationship Id="rId5" Type="http://schemas.openxmlformats.org/officeDocument/2006/relationships/customXml" Target="../ink/ink205.xml"/><Relationship Id="rId15" Type="http://schemas.openxmlformats.org/officeDocument/2006/relationships/image" Target="../media/image440.emf"/><Relationship Id="rId10" Type="http://schemas.openxmlformats.org/officeDocument/2006/relationships/customXml" Target="../ink/ink207.xml"/><Relationship Id="rId4" Type="http://schemas.openxmlformats.org/officeDocument/2006/relationships/image" Target="../media/image209.emf"/><Relationship Id="rId9" Type="http://schemas.openxmlformats.org/officeDocument/2006/relationships/image" Target="../media/image410.emf"/><Relationship Id="rId14" Type="http://schemas.openxmlformats.org/officeDocument/2006/relationships/customXml" Target="../ink/ink209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1.emf"/><Relationship Id="rId7" Type="http://schemas.openxmlformats.org/officeDocument/2006/relationships/image" Target="../media/image1130.emf"/><Relationship Id="rId2" Type="http://schemas.openxmlformats.org/officeDocument/2006/relationships/customXml" Target="../ink/ink21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13.xml"/><Relationship Id="rId5" Type="http://schemas.openxmlformats.org/officeDocument/2006/relationships/image" Target="../media/image1120.emf"/><Relationship Id="rId4" Type="http://schemas.openxmlformats.org/officeDocument/2006/relationships/customXml" Target="../ink/ink21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0.emf"/><Relationship Id="rId2" Type="http://schemas.openxmlformats.org/officeDocument/2006/relationships/customXml" Target="../ink/ink2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50.emf"/><Relationship Id="rId4" Type="http://schemas.openxmlformats.org/officeDocument/2006/relationships/customXml" Target="../ink/ink215.xml"/></Relationships>
</file>

<file path=ppt/slides/_rels/slide5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28.xml"/><Relationship Id="rId21" Type="http://schemas.openxmlformats.org/officeDocument/2006/relationships/image" Target="../media/image1250.emf"/><Relationship Id="rId34" Type="http://schemas.openxmlformats.org/officeDocument/2006/relationships/customXml" Target="../ink/ink232.xml"/><Relationship Id="rId42" Type="http://schemas.openxmlformats.org/officeDocument/2006/relationships/customXml" Target="../ink/ink236.xml"/><Relationship Id="rId47" Type="http://schemas.openxmlformats.org/officeDocument/2006/relationships/image" Target="../media/image1380.emf"/><Relationship Id="rId50" Type="http://schemas.openxmlformats.org/officeDocument/2006/relationships/customXml" Target="../ink/ink240.xml"/><Relationship Id="rId55" Type="http://schemas.openxmlformats.org/officeDocument/2006/relationships/image" Target="../media/image1420.emf"/><Relationship Id="rId63" Type="http://schemas.openxmlformats.org/officeDocument/2006/relationships/image" Target="../media/image1460.emf"/><Relationship Id="rId7" Type="http://schemas.openxmlformats.org/officeDocument/2006/relationships/image" Target="../media/image1180.emf"/><Relationship Id="rId2" Type="http://schemas.openxmlformats.org/officeDocument/2006/relationships/customXml" Target="../ink/ink216.xml"/><Relationship Id="rId16" Type="http://schemas.openxmlformats.org/officeDocument/2006/relationships/customXml" Target="../ink/ink223.xml"/><Relationship Id="rId29" Type="http://schemas.openxmlformats.org/officeDocument/2006/relationships/image" Target="../media/image1290.emf"/><Relationship Id="rId11" Type="http://schemas.openxmlformats.org/officeDocument/2006/relationships/image" Target="../media/image1200.emf"/><Relationship Id="rId24" Type="http://schemas.openxmlformats.org/officeDocument/2006/relationships/customXml" Target="../ink/ink227.xml"/><Relationship Id="rId32" Type="http://schemas.openxmlformats.org/officeDocument/2006/relationships/customXml" Target="../ink/ink231.xml"/><Relationship Id="rId37" Type="http://schemas.openxmlformats.org/officeDocument/2006/relationships/image" Target="../media/image1330.emf"/><Relationship Id="rId40" Type="http://schemas.openxmlformats.org/officeDocument/2006/relationships/customXml" Target="../ink/ink235.xml"/><Relationship Id="rId45" Type="http://schemas.openxmlformats.org/officeDocument/2006/relationships/image" Target="../media/image1370.emf"/><Relationship Id="rId53" Type="http://schemas.openxmlformats.org/officeDocument/2006/relationships/image" Target="../media/image1411.emf"/><Relationship Id="rId58" Type="http://schemas.openxmlformats.org/officeDocument/2006/relationships/customXml" Target="../ink/ink244.xml"/><Relationship Id="rId5" Type="http://schemas.openxmlformats.org/officeDocument/2006/relationships/image" Target="../media/image117.emf"/><Relationship Id="rId61" Type="http://schemas.openxmlformats.org/officeDocument/2006/relationships/image" Target="../media/image1450.emf"/><Relationship Id="rId19" Type="http://schemas.openxmlformats.org/officeDocument/2006/relationships/image" Target="../media/image1240.emf"/><Relationship Id="rId14" Type="http://schemas.openxmlformats.org/officeDocument/2006/relationships/customXml" Target="../ink/ink222.xml"/><Relationship Id="rId22" Type="http://schemas.openxmlformats.org/officeDocument/2006/relationships/customXml" Target="../ink/ink226.xml"/><Relationship Id="rId27" Type="http://schemas.openxmlformats.org/officeDocument/2006/relationships/image" Target="../media/image1280.emf"/><Relationship Id="rId30" Type="http://schemas.openxmlformats.org/officeDocument/2006/relationships/customXml" Target="../ink/ink230.xml"/><Relationship Id="rId35" Type="http://schemas.openxmlformats.org/officeDocument/2006/relationships/image" Target="../media/image1320.emf"/><Relationship Id="rId43" Type="http://schemas.openxmlformats.org/officeDocument/2006/relationships/image" Target="../media/image1360.emf"/><Relationship Id="rId48" Type="http://schemas.openxmlformats.org/officeDocument/2006/relationships/customXml" Target="../ink/ink239.xml"/><Relationship Id="rId56" Type="http://schemas.openxmlformats.org/officeDocument/2006/relationships/customXml" Target="../ink/ink243.xml"/><Relationship Id="rId64" Type="http://schemas.openxmlformats.org/officeDocument/2006/relationships/customXml" Target="../ink/ink247.xml"/><Relationship Id="rId8" Type="http://schemas.openxmlformats.org/officeDocument/2006/relationships/customXml" Target="../ink/ink219.xml"/><Relationship Id="rId51" Type="http://schemas.openxmlformats.org/officeDocument/2006/relationships/image" Target="../media/image1400.emf"/><Relationship Id="rId3" Type="http://schemas.openxmlformats.org/officeDocument/2006/relationships/image" Target="../media/image1160.emf"/><Relationship Id="rId12" Type="http://schemas.openxmlformats.org/officeDocument/2006/relationships/customXml" Target="../ink/ink221.xml"/><Relationship Id="rId17" Type="http://schemas.openxmlformats.org/officeDocument/2006/relationships/image" Target="../media/image1230.emf"/><Relationship Id="rId25" Type="http://schemas.openxmlformats.org/officeDocument/2006/relationships/image" Target="../media/image1270.emf"/><Relationship Id="rId33" Type="http://schemas.openxmlformats.org/officeDocument/2006/relationships/image" Target="../media/image1311.emf"/><Relationship Id="rId38" Type="http://schemas.openxmlformats.org/officeDocument/2006/relationships/customXml" Target="../ink/ink234.xml"/><Relationship Id="rId46" Type="http://schemas.openxmlformats.org/officeDocument/2006/relationships/customXml" Target="../ink/ink238.xml"/><Relationship Id="rId59" Type="http://schemas.openxmlformats.org/officeDocument/2006/relationships/image" Target="../media/image1440.emf"/><Relationship Id="rId20" Type="http://schemas.openxmlformats.org/officeDocument/2006/relationships/customXml" Target="../ink/ink225.xml"/><Relationship Id="rId41" Type="http://schemas.openxmlformats.org/officeDocument/2006/relationships/image" Target="../media/image1350.emf"/><Relationship Id="rId54" Type="http://schemas.openxmlformats.org/officeDocument/2006/relationships/customXml" Target="../ink/ink242.xml"/><Relationship Id="rId62" Type="http://schemas.openxmlformats.org/officeDocument/2006/relationships/customXml" Target="../ink/ink24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18.xml"/><Relationship Id="rId15" Type="http://schemas.openxmlformats.org/officeDocument/2006/relationships/image" Target="../media/image1220.emf"/><Relationship Id="rId23" Type="http://schemas.openxmlformats.org/officeDocument/2006/relationships/image" Target="../media/image1260.emf"/><Relationship Id="rId28" Type="http://schemas.openxmlformats.org/officeDocument/2006/relationships/customXml" Target="../ink/ink229.xml"/><Relationship Id="rId36" Type="http://schemas.openxmlformats.org/officeDocument/2006/relationships/customXml" Target="../ink/ink233.xml"/><Relationship Id="rId49" Type="http://schemas.openxmlformats.org/officeDocument/2006/relationships/image" Target="../media/image1390.emf"/><Relationship Id="rId57" Type="http://schemas.openxmlformats.org/officeDocument/2006/relationships/image" Target="../media/image1430.emf"/><Relationship Id="rId10" Type="http://schemas.openxmlformats.org/officeDocument/2006/relationships/customXml" Target="../ink/ink220.xml"/><Relationship Id="rId31" Type="http://schemas.openxmlformats.org/officeDocument/2006/relationships/image" Target="../media/image1300.emf"/><Relationship Id="rId44" Type="http://schemas.openxmlformats.org/officeDocument/2006/relationships/customXml" Target="../ink/ink237.xml"/><Relationship Id="rId52" Type="http://schemas.openxmlformats.org/officeDocument/2006/relationships/customXml" Target="../ink/ink241.xml"/><Relationship Id="rId60" Type="http://schemas.openxmlformats.org/officeDocument/2006/relationships/customXml" Target="../ink/ink245.xml"/><Relationship Id="rId65" Type="http://schemas.openxmlformats.org/officeDocument/2006/relationships/image" Target="../media/image1470.emf"/><Relationship Id="rId4" Type="http://schemas.openxmlformats.org/officeDocument/2006/relationships/customXml" Target="../ink/ink217.xml"/><Relationship Id="rId9" Type="http://schemas.openxmlformats.org/officeDocument/2006/relationships/image" Target="../media/image1190.emf"/><Relationship Id="rId13" Type="http://schemas.openxmlformats.org/officeDocument/2006/relationships/image" Target="../media/image1211.emf"/><Relationship Id="rId18" Type="http://schemas.openxmlformats.org/officeDocument/2006/relationships/customXml" Target="../ink/ink224.xml"/><Relationship Id="rId39" Type="http://schemas.openxmlformats.org/officeDocument/2006/relationships/image" Target="../media/image1340.emf"/></Relationships>
</file>

<file path=ppt/slides/_rels/slide5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60.xml"/><Relationship Id="rId21" Type="http://schemas.openxmlformats.org/officeDocument/2006/relationships/image" Target="../media/image1570.emf"/><Relationship Id="rId42" Type="http://schemas.openxmlformats.org/officeDocument/2006/relationships/customXml" Target="../ink/ink268.xml"/><Relationship Id="rId47" Type="http://schemas.openxmlformats.org/officeDocument/2006/relationships/image" Target="../media/image1700.emf"/><Relationship Id="rId63" Type="http://schemas.openxmlformats.org/officeDocument/2006/relationships/image" Target="../media/image1780.emf"/><Relationship Id="rId68" Type="http://schemas.openxmlformats.org/officeDocument/2006/relationships/customXml" Target="../ink/ink281.xml"/><Relationship Id="rId7" Type="http://schemas.openxmlformats.org/officeDocument/2006/relationships/image" Target="../media/image1500.emf"/><Relationship Id="rId71" Type="http://schemas.openxmlformats.org/officeDocument/2006/relationships/image" Target="../media/image1820.emf"/><Relationship Id="rId2" Type="http://schemas.openxmlformats.org/officeDocument/2006/relationships/customXml" Target="../ink/ink248.xml"/><Relationship Id="rId16" Type="http://schemas.openxmlformats.org/officeDocument/2006/relationships/customXml" Target="../ink/ink255.xml"/><Relationship Id="rId29" Type="http://schemas.openxmlformats.org/officeDocument/2006/relationships/image" Target="../media/image1610.emf"/><Relationship Id="rId11" Type="http://schemas.openxmlformats.org/officeDocument/2006/relationships/image" Target="../media/image1520.emf"/><Relationship Id="rId24" Type="http://schemas.openxmlformats.org/officeDocument/2006/relationships/customXml" Target="../ink/ink259.xml"/><Relationship Id="rId32" Type="http://schemas.openxmlformats.org/officeDocument/2006/relationships/customXml" Target="../ink/ink263.xml"/><Relationship Id="rId37" Type="http://schemas.openxmlformats.org/officeDocument/2006/relationships/image" Target="../media/image1650.emf"/><Relationship Id="rId40" Type="http://schemas.openxmlformats.org/officeDocument/2006/relationships/customXml" Target="../ink/ink267.xml"/><Relationship Id="rId45" Type="http://schemas.openxmlformats.org/officeDocument/2006/relationships/image" Target="../media/image1690.emf"/><Relationship Id="rId53" Type="http://schemas.openxmlformats.org/officeDocument/2006/relationships/image" Target="../media/image1730.emf"/><Relationship Id="rId58" Type="http://schemas.openxmlformats.org/officeDocument/2006/relationships/customXml" Target="../ink/ink276.xml"/><Relationship Id="rId66" Type="http://schemas.openxmlformats.org/officeDocument/2006/relationships/customXml" Target="../ink/ink280.xml"/><Relationship Id="rId5" Type="http://schemas.openxmlformats.org/officeDocument/2006/relationships/image" Target="../media/image1490.emf"/><Relationship Id="rId61" Type="http://schemas.openxmlformats.org/officeDocument/2006/relationships/image" Target="../media/image1770.emf"/><Relationship Id="rId19" Type="http://schemas.openxmlformats.org/officeDocument/2006/relationships/image" Target="../media/image1560.emf"/><Relationship Id="rId14" Type="http://schemas.openxmlformats.org/officeDocument/2006/relationships/customXml" Target="../ink/ink254.xml"/><Relationship Id="rId22" Type="http://schemas.openxmlformats.org/officeDocument/2006/relationships/customXml" Target="../ink/ink258.xml"/><Relationship Id="rId27" Type="http://schemas.openxmlformats.org/officeDocument/2006/relationships/image" Target="../media/image1600.emf"/><Relationship Id="rId30" Type="http://schemas.openxmlformats.org/officeDocument/2006/relationships/customXml" Target="../ink/ink262.xml"/><Relationship Id="rId35" Type="http://schemas.openxmlformats.org/officeDocument/2006/relationships/image" Target="../media/image1640.emf"/><Relationship Id="rId43" Type="http://schemas.openxmlformats.org/officeDocument/2006/relationships/image" Target="../media/image1680.emf"/><Relationship Id="rId48" Type="http://schemas.openxmlformats.org/officeDocument/2006/relationships/customXml" Target="../ink/ink271.xml"/><Relationship Id="rId56" Type="http://schemas.openxmlformats.org/officeDocument/2006/relationships/customXml" Target="../ink/ink275.xml"/><Relationship Id="rId64" Type="http://schemas.openxmlformats.org/officeDocument/2006/relationships/customXml" Target="../ink/ink279.xml"/><Relationship Id="rId69" Type="http://schemas.openxmlformats.org/officeDocument/2006/relationships/image" Target="../media/image1811.emf"/><Relationship Id="rId8" Type="http://schemas.openxmlformats.org/officeDocument/2006/relationships/customXml" Target="../ink/ink251.xml"/><Relationship Id="rId51" Type="http://schemas.openxmlformats.org/officeDocument/2006/relationships/image" Target="../media/image1720.emf"/><Relationship Id="rId3" Type="http://schemas.openxmlformats.org/officeDocument/2006/relationships/image" Target="../media/image1480.emf"/><Relationship Id="rId12" Type="http://schemas.openxmlformats.org/officeDocument/2006/relationships/customXml" Target="../ink/ink253.xml"/><Relationship Id="rId17" Type="http://schemas.openxmlformats.org/officeDocument/2006/relationships/image" Target="../media/image155.emf"/><Relationship Id="rId25" Type="http://schemas.openxmlformats.org/officeDocument/2006/relationships/image" Target="../media/image1590.emf"/><Relationship Id="rId33" Type="http://schemas.openxmlformats.org/officeDocument/2006/relationships/image" Target="../media/image1630.emf"/><Relationship Id="rId38" Type="http://schemas.openxmlformats.org/officeDocument/2006/relationships/customXml" Target="../ink/ink266.xml"/><Relationship Id="rId46" Type="http://schemas.openxmlformats.org/officeDocument/2006/relationships/customXml" Target="../ink/ink270.xml"/><Relationship Id="rId59" Type="http://schemas.openxmlformats.org/officeDocument/2006/relationships/image" Target="../media/image1760.emf"/><Relationship Id="rId67" Type="http://schemas.openxmlformats.org/officeDocument/2006/relationships/image" Target="../media/image1800.emf"/><Relationship Id="rId20" Type="http://schemas.openxmlformats.org/officeDocument/2006/relationships/customXml" Target="../ink/ink257.xml"/><Relationship Id="rId41" Type="http://schemas.openxmlformats.org/officeDocument/2006/relationships/image" Target="../media/image1670.emf"/><Relationship Id="rId54" Type="http://schemas.openxmlformats.org/officeDocument/2006/relationships/customXml" Target="../ink/ink274.xml"/><Relationship Id="rId62" Type="http://schemas.openxmlformats.org/officeDocument/2006/relationships/customXml" Target="../ink/ink278.xml"/><Relationship Id="rId70" Type="http://schemas.openxmlformats.org/officeDocument/2006/relationships/customXml" Target="../ink/ink28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50.xml"/><Relationship Id="rId15" Type="http://schemas.openxmlformats.org/officeDocument/2006/relationships/image" Target="../media/image1540.emf"/><Relationship Id="rId23" Type="http://schemas.openxmlformats.org/officeDocument/2006/relationships/image" Target="../media/image1580.emf"/><Relationship Id="rId28" Type="http://schemas.openxmlformats.org/officeDocument/2006/relationships/customXml" Target="../ink/ink261.xml"/><Relationship Id="rId36" Type="http://schemas.openxmlformats.org/officeDocument/2006/relationships/customXml" Target="../ink/ink265.xml"/><Relationship Id="rId49" Type="http://schemas.openxmlformats.org/officeDocument/2006/relationships/image" Target="../media/image1711.emf"/><Relationship Id="rId57" Type="http://schemas.openxmlformats.org/officeDocument/2006/relationships/image" Target="../media/image1750.emf"/><Relationship Id="rId10" Type="http://schemas.openxmlformats.org/officeDocument/2006/relationships/customXml" Target="../ink/ink252.xml"/><Relationship Id="rId31" Type="http://schemas.openxmlformats.org/officeDocument/2006/relationships/image" Target="../media/image1620.emf"/><Relationship Id="rId44" Type="http://schemas.openxmlformats.org/officeDocument/2006/relationships/customXml" Target="../ink/ink269.xml"/><Relationship Id="rId52" Type="http://schemas.openxmlformats.org/officeDocument/2006/relationships/customXml" Target="../ink/ink273.xml"/><Relationship Id="rId60" Type="http://schemas.openxmlformats.org/officeDocument/2006/relationships/customXml" Target="../ink/ink277.xml"/><Relationship Id="rId65" Type="http://schemas.openxmlformats.org/officeDocument/2006/relationships/image" Target="../media/image1790.emf"/><Relationship Id="rId4" Type="http://schemas.openxmlformats.org/officeDocument/2006/relationships/customXml" Target="../ink/ink249.xml"/><Relationship Id="rId9" Type="http://schemas.openxmlformats.org/officeDocument/2006/relationships/image" Target="../media/image1511.emf"/><Relationship Id="rId13" Type="http://schemas.openxmlformats.org/officeDocument/2006/relationships/image" Target="../media/image1530.emf"/><Relationship Id="rId18" Type="http://schemas.openxmlformats.org/officeDocument/2006/relationships/customXml" Target="../ink/ink256.xml"/><Relationship Id="rId39" Type="http://schemas.openxmlformats.org/officeDocument/2006/relationships/image" Target="../media/image1660.emf"/><Relationship Id="rId34" Type="http://schemas.openxmlformats.org/officeDocument/2006/relationships/customXml" Target="../ink/ink264.xml"/><Relationship Id="rId50" Type="http://schemas.openxmlformats.org/officeDocument/2006/relationships/customXml" Target="../ink/ink272.xml"/><Relationship Id="rId55" Type="http://schemas.openxmlformats.org/officeDocument/2006/relationships/image" Target="../media/image1740.e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0.emf"/><Relationship Id="rId2" Type="http://schemas.openxmlformats.org/officeDocument/2006/relationships/customXml" Target="../ink/ink28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40.emf"/><Relationship Id="rId2" Type="http://schemas.openxmlformats.org/officeDocument/2006/relationships/customXml" Target="../ink/ink28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THEORY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Graphs are considered as discrete mathematical structures consisting of vertices and edges connecting vertices.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Graph theory began in 1736, when Leonhard Euler solved a problem that has been puzzling the citizens of the town of Konigsberg in Prussia. The river </a:t>
            </a:r>
            <a:r>
              <a:rPr lang="en-US" dirty="0" err="1"/>
              <a:t>pugel</a:t>
            </a:r>
            <a:r>
              <a:rPr lang="en-US" dirty="0"/>
              <a:t> divides the town into 4 sections and seven bridges that connected these sections.	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/>
              <p14:cNvContentPartPr/>
              <p14:nvPr/>
            </p14:nvContentPartPr>
            <p14:xfrm>
              <a:off x="8415067" y="5397243"/>
              <a:ext cx="1313640" cy="67464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03190" y="5385363"/>
                <a:ext cx="1337393" cy="69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Ink 9"/>
              <p14:cNvContentPartPr/>
              <p14:nvPr/>
            </p14:nvContentPartPr>
            <p14:xfrm>
              <a:off x="8494267" y="6392283"/>
              <a:ext cx="257400" cy="293760"/>
            </p14:xfrm>
          </p:contentPart>
        </mc:Choice>
        <mc:Fallback xmlns="">
          <p:pic>
            <p:nvPicPr>
              <p:cNvPr id="10" name="Ink 9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482387" y="6380418"/>
                <a:ext cx="281160" cy="3174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7" name="Ink 16"/>
              <p14:cNvContentPartPr/>
              <p14:nvPr/>
            </p14:nvContentPartPr>
            <p14:xfrm>
              <a:off x="7611907" y="5456283"/>
              <a:ext cx="795240" cy="494640"/>
            </p14:xfrm>
          </p:contentPart>
        </mc:Choice>
        <mc:Fallback xmlns="">
          <p:pic>
            <p:nvPicPr>
              <p:cNvPr id="17" name="Ink 16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600038" y="5444420"/>
                <a:ext cx="818979" cy="5183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8" name="Ink 17"/>
              <p14:cNvContentPartPr/>
              <p14:nvPr/>
            </p14:nvContentPartPr>
            <p14:xfrm>
              <a:off x="7438387" y="5989083"/>
              <a:ext cx="146880" cy="133920"/>
            </p14:xfrm>
          </p:contentPart>
        </mc:Choice>
        <mc:Fallback xmlns="">
          <p:pic>
            <p:nvPicPr>
              <p:cNvPr id="18" name="Ink 17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426536" y="5977267"/>
                <a:ext cx="170582" cy="1575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0" name="Ink 19"/>
              <p14:cNvContentPartPr/>
              <p14:nvPr/>
            </p14:nvContentPartPr>
            <p14:xfrm>
              <a:off x="8423347" y="5518203"/>
              <a:ext cx="958680" cy="398880"/>
            </p14:xfrm>
          </p:contentPart>
        </mc:Choice>
        <mc:Fallback xmlns="">
          <p:pic>
            <p:nvPicPr>
              <p:cNvPr id="20" name="Ink 19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411471" y="5506387"/>
                <a:ext cx="982431" cy="4225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2" name="Ink 21"/>
              <p14:cNvContentPartPr/>
              <p14:nvPr/>
            </p14:nvContentPartPr>
            <p14:xfrm>
              <a:off x="7479067" y="5828523"/>
              <a:ext cx="1904400" cy="671400"/>
            </p14:xfrm>
          </p:contentPart>
        </mc:Choice>
        <mc:Fallback xmlns="">
          <p:pic>
            <p:nvPicPr>
              <p:cNvPr id="22" name="Ink 21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467183" y="5816643"/>
                <a:ext cx="1928169" cy="69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7" name="Ink 26"/>
              <p14:cNvContentPartPr/>
              <p14:nvPr/>
            </p14:nvContentPartPr>
            <p14:xfrm>
              <a:off x="7522627" y="5445843"/>
              <a:ext cx="862200" cy="564840"/>
            </p14:xfrm>
          </p:contentPart>
        </mc:Choice>
        <mc:Fallback xmlns="">
          <p:pic>
            <p:nvPicPr>
              <p:cNvPr id="27" name="Ink 26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510757" y="5433971"/>
                <a:ext cx="885940" cy="5885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9" name="Ink 28"/>
              <p14:cNvContentPartPr/>
              <p14:nvPr/>
            </p14:nvContentPartPr>
            <p14:xfrm>
              <a:off x="7576627" y="6133803"/>
              <a:ext cx="870120" cy="322920"/>
            </p14:xfrm>
          </p:contentPart>
        </mc:Choice>
        <mc:Fallback xmlns="">
          <p:pic>
            <p:nvPicPr>
              <p:cNvPr id="29" name="Ink 28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564747" y="6121936"/>
                <a:ext cx="893880" cy="34665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15400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Graph theory is applied in several areas of computer science such as switching theory, logic design, artificial intelligence , formal languages, operating systems, data structures, Software engineering, Image processing, computer graphics and compiler writing.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3309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7" name="Object 3"/>
          <p:cNvGraphicFramePr>
            <a:graphicFrameLocks noChangeAspect="1"/>
          </p:cNvGraphicFramePr>
          <p:nvPr>
            <p:extLst/>
          </p:nvPr>
        </p:nvGraphicFramePr>
        <p:xfrm>
          <a:off x="2133600" y="228600"/>
          <a:ext cx="8382000" cy="457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4" name="Document" r:id="rId3" imgW="5924962" imgH="7658555" progId="Word.Document.12">
                  <p:embed/>
                </p:oleObj>
              </mc:Choice>
              <mc:Fallback>
                <p:oleObj name="Document" r:id="rId3" imgW="5924962" imgH="7658555" progId="Word.Document.12">
                  <p:embed/>
                  <p:pic>
                    <p:nvPicPr>
                      <p:cNvPr id="102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228600"/>
                        <a:ext cx="8382000" cy="457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8139" y="304800"/>
            <a:ext cx="10628244" cy="63246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 pair of nodes that are connected by an edge are called “adjacent nodes”. In the above figure A is adjacent to B and 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 node of a graph which is not adjacent to any other node i.e. which is not connected to any other node is called an “isolated node” . In the above figure  G is an isolated node.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 graph containing only isolated  vertices is called a “null graph”.               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		 .	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An edge of a graph which joins a vertex to itself is called a “loop”.  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</p:txBody>
      </p:sp>
      <p:pic>
        <p:nvPicPr>
          <p:cNvPr id="7" name="Picture 6" descr="paint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6629400" y="5486400"/>
            <a:ext cx="3810000" cy="115664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/>
              <p14:cNvContentPartPr/>
              <p14:nvPr/>
            </p14:nvContentPartPr>
            <p14:xfrm>
              <a:off x="6693030" y="2047959"/>
              <a:ext cx="740520" cy="223560"/>
            </p14:xfrm>
          </p:contentPart>
        </mc:Choice>
        <mc:Fallback xmlns="">
          <p:pic>
            <p:nvPicPr>
              <p:cNvPr id="8" name="Ink 7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81156" y="2036079"/>
                <a:ext cx="764268" cy="2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2" name="Ink 11"/>
              <p14:cNvContentPartPr/>
              <p14:nvPr/>
            </p14:nvContentPartPr>
            <p14:xfrm>
              <a:off x="6734138" y="2251427"/>
              <a:ext cx="43920" cy="304560"/>
            </p14:xfrm>
          </p:contentPart>
        </mc:Choice>
        <mc:Fallback xmlns="">
          <p:pic>
            <p:nvPicPr>
              <p:cNvPr id="12" name="Ink 11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22258" y="2239547"/>
                <a:ext cx="67680" cy="32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8" name="Ink 17"/>
              <p14:cNvContentPartPr/>
              <p14:nvPr/>
            </p14:nvContentPartPr>
            <p14:xfrm flipH="1">
              <a:off x="7257421" y="2277572"/>
              <a:ext cx="45719" cy="321120"/>
            </p14:xfrm>
          </p:contentPart>
        </mc:Choice>
        <mc:Fallback xmlns="">
          <p:pic>
            <p:nvPicPr>
              <p:cNvPr id="18" name="Ink 17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 flipH="1">
                <a:off x="7245634" y="2265692"/>
                <a:ext cx="69293" cy="34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3" name="Ink 22"/>
              <p14:cNvContentPartPr/>
              <p14:nvPr/>
            </p14:nvContentPartPr>
            <p14:xfrm>
              <a:off x="6665222" y="2554704"/>
              <a:ext cx="1057320" cy="215640"/>
            </p14:xfrm>
          </p:contentPart>
        </mc:Choice>
        <mc:Fallback xmlns="">
          <p:pic>
            <p:nvPicPr>
              <p:cNvPr id="23" name="Ink 22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653342" y="2542784"/>
                <a:ext cx="1081080" cy="23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6" name="Ink 25"/>
              <p14:cNvContentPartPr/>
              <p14:nvPr/>
            </p14:nvContentPartPr>
            <p14:xfrm>
              <a:off x="5293450" y="3432313"/>
              <a:ext cx="1332720" cy="929768"/>
            </p14:xfrm>
          </p:contentPart>
        </mc:Choice>
        <mc:Fallback xmlns="">
          <p:pic>
            <p:nvPicPr>
              <p:cNvPr id="26" name="Ink 25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281573" y="3420434"/>
                <a:ext cx="1356474" cy="9535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8" name="Ink 37"/>
              <p14:cNvContentPartPr/>
              <p14:nvPr/>
            </p14:nvContentPartPr>
            <p14:xfrm>
              <a:off x="6523987" y="5259331"/>
              <a:ext cx="1144080" cy="916560"/>
            </p14:xfrm>
          </p:contentPart>
        </mc:Choice>
        <mc:Fallback xmlns="">
          <p:pic>
            <p:nvPicPr>
              <p:cNvPr id="38" name="Ink 37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512111" y="5247456"/>
                <a:ext cx="1167833" cy="94031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19285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9113" y="410570"/>
            <a:ext cx="9597887" cy="6172200"/>
          </a:xfrm>
        </p:spPr>
        <p:txBody>
          <a:bodyPr>
            <a:norm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lang="en-US" dirty="0"/>
              <a:t>A graph with a finite vertex set is called a finite graph.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a graph , if some pair of vertices are joined by more than one edge, then those edges are called “parallel edges”</a:t>
            </a:r>
          </a:p>
          <a:p>
            <a:pPr marL="0" indent="0" algn="just">
              <a:lnSpc>
                <a:spcPct val="115000"/>
              </a:lnSpc>
              <a:spcAft>
                <a:spcPts val="1000"/>
              </a:spcAft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graph which contains some parallel edges but no loops  is called as “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Multigraph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”. OR </a:t>
            </a: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Graphs that have multiple edges connecting the same vertices are called multi graphs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676400" y="27339"/>
            <a:ext cx="26161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altLang="en-US" dirty="0">
              <a:latin typeface="Arial" panose="020B0604020202020204" pitchFamily="34" charset="0"/>
            </a:endParaRPr>
          </a:p>
        </p:txBody>
      </p:sp>
      <p:pic>
        <p:nvPicPr>
          <p:cNvPr id="70657" name="Picture 0" descr="pain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8325" y="4800601"/>
            <a:ext cx="5029200" cy="3120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676401" y="363585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/>
              <p14:cNvContentPartPr/>
              <p14:nvPr/>
            </p14:nvContentPartPr>
            <p14:xfrm>
              <a:off x="7500530" y="2180742"/>
              <a:ext cx="300960" cy="74016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88650" y="2168874"/>
                <a:ext cx="324720" cy="7638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7" name="Ink 16"/>
              <p14:cNvContentPartPr/>
              <p14:nvPr/>
            </p14:nvContentPartPr>
            <p14:xfrm>
              <a:off x="6518608" y="2226754"/>
              <a:ext cx="305280" cy="748800"/>
            </p14:xfrm>
          </p:contentPart>
        </mc:Choice>
        <mc:Fallback xmlns="">
          <p:pic>
            <p:nvPicPr>
              <p:cNvPr id="17" name="Ink 16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06728" y="2214885"/>
                <a:ext cx="329040" cy="7725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5" name="Ink 24"/>
              <p14:cNvContentPartPr/>
              <p14:nvPr/>
            </p14:nvContentPartPr>
            <p14:xfrm>
              <a:off x="6681172" y="2307462"/>
              <a:ext cx="893160" cy="469800"/>
            </p14:xfrm>
          </p:contentPart>
        </mc:Choice>
        <mc:Fallback xmlns="">
          <p:pic>
            <p:nvPicPr>
              <p:cNvPr id="25" name="Ink 24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669292" y="2295591"/>
                <a:ext cx="916920" cy="49354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48916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57400" y="545504"/>
            <a:ext cx="8305800" cy="631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graph which contains parallel edges or loops or both is called as “ General graph”.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graph without any parallel edges and loops is known as “Simple graph”.        	         A                 B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					       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graph with weights(numbers) assigned to each edge is called a “Weighted Graph										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Ø"/>
            </a:pPr>
            <a:endParaRPr lang="en-IN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934200" y="2514600"/>
            <a:ext cx="1295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6934200" y="2514600"/>
            <a:ext cx="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6934200" y="3429000"/>
            <a:ext cx="1447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8229600" y="2514600"/>
            <a:ext cx="15240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8229600" y="4953000"/>
            <a:ext cx="0" cy="1219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V="1">
            <a:off x="8229600" y="4876800"/>
            <a:ext cx="1524000" cy="7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H="1">
            <a:off x="8229600" y="6172200"/>
            <a:ext cx="76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8229600" y="6172200"/>
            <a:ext cx="152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9753600" y="4914900"/>
            <a:ext cx="0" cy="1257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/>
              <p14:cNvContentPartPr/>
              <p14:nvPr/>
            </p14:nvContentPartPr>
            <p14:xfrm>
              <a:off x="6808027" y="3409648"/>
              <a:ext cx="1901160" cy="14652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96147" y="3397768"/>
                <a:ext cx="1924920" cy="17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7" name="Ink 16"/>
              <p14:cNvContentPartPr/>
              <p14:nvPr/>
            </p14:nvContentPartPr>
            <p14:xfrm>
              <a:off x="7977667" y="4724745"/>
              <a:ext cx="2100960" cy="1719720"/>
            </p14:xfrm>
          </p:contentPart>
        </mc:Choice>
        <mc:Fallback xmlns="">
          <p:pic>
            <p:nvPicPr>
              <p:cNvPr id="17" name="Ink 16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965787" y="4712867"/>
                <a:ext cx="2124720" cy="174347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96290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06" name="Object 2"/>
          <p:cNvGraphicFramePr>
            <a:graphicFrameLocks noChangeAspect="1"/>
          </p:cNvGraphicFramePr>
          <p:nvPr/>
        </p:nvGraphicFramePr>
        <p:xfrm>
          <a:off x="1905000" y="533400"/>
          <a:ext cx="8001000" cy="434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2" name="Document" r:id="rId3" imgW="5940848" imgH="2825365" progId="">
                  <p:embed/>
                </p:oleObj>
              </mc:Choice>
              <mc:Fallback>
                <p:oleObj name="Document" r:id="rId3" imgW="5940848" imgH="2825365" progId="">
                  <p:embed/>
                  <p:pic>
                    <p:nvPicPr>
                      <p:cNvPr id="2150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533400"/>
                        <a:ext cx="8001000" cy="434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1513" name="Ink 21512"/>
              <p14:cNvContentPartPr/>
              <p14:nvPr/>
            </p14:nvContentPartPr>
            <p14:xfrm>
              <a:off x="5577547" y="5575443"/>
              <a:ext cx="3626280" cy="1078200"/>
            </p14:xfrm>
          </p:contentPart>
        </mc:Choice>
        <mc:Fallback xmlns="">
          <p:pic>
            <p:nvPicPr>
              <p:cNvPr id="21513" name="Ink 21512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565668" y="5563567"/>
                <a:ext cx="3650038" cy="11019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1520" name="Ink 21519"/>
              <p14:cNvContentPartPr/>
              <p14:nvPr/>
            </p14:nvContentPartPr>
            <p14:xfrm>
              <a:off x="7620000" y="4724400"/>
              <a:ext cx="1490400" cy="1267560"/>
            </p14:xfrm>
          </p:contentPart>
        </mc:Choice>
        <mc:Fallback xmlns="">
          <p:pic>
            <p:nvPicPr>
              <p:cNvPr id="21520" name="Ink 21519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608126" y="4712523"/>
                <a:ext cx="1514149" cy="12913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1526" name="Ink 21525"/>
              <p14:cNvContentPartPr/>
              <p14:nvPr/>
            </p14:nvContentPartPr>
            <p14:xfrm>
              <a:off x="3397387" y="5646363"/>
              <a:ext cx="499320" cy="480960"/>
            </p14:xfrm>
          </p:contentPart>
        </mc:Choice>
        <mc:Fallback xmlns="">
          <p:pic>
            <p:nvPicPr>
              <p:cNvPr id="21526" name="Ink 21525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385507" y="5634483"/>
                <a:ext cx="523080" cy="50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1531" name="Ink 21530"/>
              <p14:cNvContentPartPr/>
              <p14:nvPr/>
            </p14:nvContentPartPr>
            <p14:xfrm>
              <a:off x="3638587" y="3800283"/>
              <a:ext cx="3061080" cy="129960"/>
            </p14:xfrm>
          </p:contentPart>
        </mc:Choice>
        <mc:Fallback xmlns="">
          <p:pic>
            <p:nvPicPr>
              <p:cNvPr id="21531" name="Ink 21530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626714" y="3788403"/>
                <a:ext cx="3084826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1533" name="Ink 21532"/>
              <p14:cNvContentPartPr/>
              <p14:nvPr/>
            </p14:nvContentPartPr>
            <p14:xfrm>
              <a:off x="6570787" y="3744123"/>
              <a:ext cx="1991160" cy="132120"/>
            </p14:xfrm>
          </p:contentPart>
        </mc:Choice>
        <mc:Fallback xmlns="">
          <p:pic>
            <p:nvPicPr>
              <p:cNvPr id="21533" name="Ink 21532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558903" y="3732243"/>
                <a:ext cx="2014929" cy="15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1534" name="Ink 21533"/>
              <p14:cNvContentPartPr/>
              <p14:nvPr/>
            </p14:nvContentPartPr>
            <p14:xfrm>
              <a:off x="7924747" y="5002323"/>
              <a:ext cx="917280" cy="707040"/>
            </p14:xfrm>
          </p:contentPart>
        </mc:Choice>
        <mc:Fallback xmlns="">
          <p:pic>
            <p:nvPicPr>
              <p:cNvPr id="21534" name="Ink 21533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912858" y="4990443"/>
                <a:ext cx="941059" cy="730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3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4854368"/>
              </p:ext>
            </p:extLst>
          </p:nvPr>
        </p:nvGraphicFramePr>
        <p:xfrm>
          <a:off x="556591" y="465138"/>
          <a:ext cx="10681251" cy="601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6" name="Document" r:id="rId3" imgW="5950204" imgH="5903452" progId="">
                  <p:embed/>
                </p:oleObj>
              </mc:Choice>
              <mc:Fallback>
                <p:oleObj name="Document" r:id="rId3" imgW="5950204" imgH="5903452" progId="">
                  <p:embed/>
                  <p:pic>
                    <p:nvPicPr>
                      <p:cNvPr id="2253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591" y="465138"/>
                        <a:ext cx="10681251" cy="6011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581" name="Object 5"/>
          <p:cNvGraphicFramePr>
            <a:graphicFrameLocks noChangeAspect="1"/>
          </p:cNvGraphicFramePr>
          <p:nvPr/>
        </p:nvGraphicFramePr>
        <p:xfrm>
          <a:off x="3886200" y="1371600"/>
          <a:ext cx="4419601" cy="29718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4" name="Document" r:id="rId3" imgW="5940848" imgH="928329" progId="">
                  <p:embed/>
                </p:oleObj>
              </mc:Choice>
              <mc:Fallback>
                <p:oleObj name="Document" r:id="rId3" imgW="5940848" imgH="928329" progId="">
                  <p:embed/>
                  <p:pic>
                    <p:nvPicPr>
                      <p:cNvPr id="2458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1371600"/>
                        <a:ext cx="4419601" cy="29718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582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07227" y="503997"/>
            <a:ext cx="4267200" cy="307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2458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5385813"/>
              </p:ext>
            </p:extLst>
          </p:nvPr>
        </p:nvGraphicFramePr>
        <p:xfrm>
          <a:off x="2980015" y="5367131"/>
          <a:ext cx="5940425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5" name="Document" r:id="rId6" imgW="5936098" imgH="745144" progId="Word.Document.12">
                  <p:embed/>
                </p:oleObj>
              </mc:Choice>
              <mc:Fallback>
                <p:oleObj name="Document" r:id="rId6" imgW="5936098" imgH="745144" progId="Word.Document.12">
                  <p:embed/>
                  <p:pic>
                    <p:nvPicPr>
                      <p:cNvPr id="2458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0015" y="5367131"/>
                        <a:ext cx="5940425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60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1107987"/>
              </p:ext>
            </p:extLst>
          </p:nvPr>
        </p:nvGraphicFramePr>
        <p:xfrm>
          <a:off x="636104" y="894523"/>
          <a:ext cx="9952383" cy="28955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4" name="Document" r:id="rId3" imgW="5940848" imgH="1863147" progId="">
                  <p:embed/>
                </p:oleObj>
              </mc:Choice>
              <mc:Fallback>
                <p:oleObj name="Document" r:id="rId3" imgW="5940848" imgH="1863147" progId="">
                  <p:embed/>
                  <p:pic>
                    <p:nvPicPr>
                      <p:cNvPr id="2560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104" y="894523"/>
                        <a:ext cx="9952383" cy="28955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5ADEE63-FE3B-4CA3-B97F-092BA975B132}"/>
                  </a:ext>
                </a:extLst>
              </p14:cNvPr>
              <p14:cNvContentPartPr/>
              <p14:nvPr/>
            </p14:nvContentPartPr>
            <p14:xfrm>
              <a:off x="8587341" y="5168322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5ADEE63-FE3B-4CA3-B97F-092BA975B13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578341" y="5159322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35AC292-DD8C-4602-979C-4D3F859EC2E3}"/>
                  </a:ext>
                </a:extLst>
              </p14:cNvPr>
              <p14:cNvContentPartPr/>
              <p14:nvPr/>
            </p14:nvContentPartPr>
            <p14:xfrm>
              <a:off x="6149061" y="6467202"/>
              <a:ext cx="360" cy="133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35AC292-DD8C-4602-979C-4D3F859EC2E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140061" y="6458202"/>
                <a:ext cx="1800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8FB1DFA2-A3C5-443D-9460-82490A4511A0}"/>
                  </a:ext>
                </a:extLst>
              </p14:cNvPr>
              <p14:cNvContentPartPr/>
              <p14:nvPr/>
            </p14:nvContentPartPr>
            <p14:xfrm>
              <a:off x="12814821" y="3352842"/>
              <a:ext cx="360" cy="3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8FB1DFA2-A3C5-443D-9460-82490A4511A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2808701" y="3346722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A72B140-6DD3-4162-8761-93B6AFD4B283}"/>
                  </a:ext>
                </a:extLst>
              </p14:cNvPr>
              <p14:cNvContentPartPr/>
              <p14:nvPr/>
            </p14:nvContentPartPr>
            <p14:xfrm>
              <a:off x="4538869" y="3551582"/>
              <a:ext cx="1567080" cy="6811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A72B140-6DD3-4162-8761-93B6AFD4B28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526986" y="3539702"/>
                <a:ext cx="1590845" cy="70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3A1F231-1541-4978-89B0-7C2164D8EEAE}"/>
                  </a:ext>
                </a:extLst>
              </p14:cNvPr>
              <p14:cNvContentPartPr/>
              <p14:nvPr/>
            </p14:nvContentPartPr>
            <p14:xfrm>
              <a:off x="4563406" y="4004721"/>
              <a:ext cx="552600" cy="2376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3A1F231-1541-4978-89B0-7C2164D8EEA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551526" y="3992841"/>
                <a:ext cx="576360" cy="26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9193C73-28A4-4F6E-9307-6DF76295E7D5}"/>
                  </a:ext>
                </a:extLst>
              </p14:cNvPr>
              <p14:cNvContentPartPr/>
              <p14:nvPr/>
            </p14:nvContentPartPr>
            <p14:xfrm>
              <a:off x="4586086" y="3921696"/>
              <a:ext cx="408600" cy="633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9193C73-28A4-4F6E-9307-6DF76295E7D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574227" y="3909748"/>
                <a:ext cx="432318" cy="87256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89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961990"/>
              </p:ext>
            </p:extLst>
          </p:nvPr>
        </p:nvGraphicFramePr>
        <p:xfrm>
          <a:off x="954157" y="304800"/>
          <a:ext cx="9819860" cy="312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7" name="Document" r:id="rId3" imgW="5936098" imgH="2987063" progId="Word.Document.12">
                  <p:embed/>
                </p:oleObj>
              </mc:Choice>
              <mc:Fallback>
                <p:oleObj name="Document" r:id="rId3" imgW="5936098" imgH="2987063" progId="Word.Document.12">
                  <p:embed/>
                  <p:pic>
                    <p:nvPicPr>
                      <p:cNvPr id="3789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4157" y="304800"/>
                        <a:ext cx="9819860" cy="312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7902" name="Ink 37901"/>
              <p14:cNvContentPartPr/>
              <p14:nvPr/>
            </p14:nvContentPartPr>
            <p14:xfrm>
              <a:off x="3224227" y="5344323"/>
              <a:ext cx="1051200" cy="298440"/>
            </p14:xfrm>
          </p:contentPart>
        </mc:Choice>
        <mc:Fallback xmlns="">
          <p:pic>
            <p:nvPicPr>
              <p:cNvPr id="37902" name="Ink 37901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212351" y="5332443"/>
                <a:ext cx="1074952" cy="32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7903" name="Ink 37902"/>
              <p14:cNvContentPartPr/>
              <p14:nvPr/>
            </p14:nvContentPartPr>
            <p14:xfrm>
              <a:off x="1987987" y="4081083"/>
              <a:ext cx="236880" cy="2081880"/>
            </p14:xfrm>
          </p:contentPart>
        </mc:Choice>
        <mc:Fallback xmlns="">
          <p:pic>
            <p:nvPicPr>
              <p:cNvPr id="37903" name="Ink 37902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976161" y="4069201"/>
                <a:ext cx="260532" cy="21056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7907" name="Ink 37906"/>
              <p14:cNvContentPartPr/>
              <p14:nvPr/>
            </p14:nvContentPartPr>
            <p14:xfrm>
              <a:off x="3067987" y="4127523"/>
              <a:ext cx="297000" cy="434160"/>
            </p14:xfrm>
          </p:contentPart>
        </mc:Choice>
        <mc:Fallback xmlns="">
          <p:pic>
            <p:nvPicPr>
              <p:cNvPr id="37907" name="Ink 37906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56107" y="4115653"/>
                <a:ext cx="320760" cy="4579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7909" name="Ink 37908"/>
              <p14:cNvContentPartPr/>
              <p14:nvPr/>
            </p14:nvContentPartPr>
            <p14:xfrm>
              <a:off x="2158627" y="4656363"/>
              <a:ext cx="900360" cy="801720"/>
            </p14:xfrm>
          </p:contentPart>
        </mc:Choice>
        <mc:Fallback xmlns="">
          <p:pic>
            <p:nvPicPr>
              <p:cNvPr id="37909" name="Ink 37908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146756" y="4644499"/>
                <a:ext cx="924101" cy="8254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7914" name="Ink 37913"/>
              <p14:cNvContentPartPr/>
              <p14:nvPr/>
            </p14:nvContentPartPr>
            <p14:xfrm>
              <a:off x="2319547" y="4556643"/>
              <a:ext cx="957240" cy="1562040"/>
            </p14:xfrm>
          </p:contentPart>
        </mc:Choice>
        <mc:Fallback xmlns="">
          <p:pic>
            <p:nvPicPr>
              <p:cNvPr id="37914" name="Ink 37913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307671" y="4544763"/>
                <a:ext cx="980991" cy="158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7915" name="Ink 37914"/>
              <p14:cNvContentPartPr/>
              <p14:nvPr/>
            </p14:nvContentPartPr>
            <p14:xfrm>
              <a:off x="2139187" y="5462043"/>
              <a:ext cx="916200" cy="881640"/>
            </p14:xfrm>
          </p:contentPart>
        </mc:Choice>
        <mc:Fallback xmlns="">
          <p:pic>
            <p:nvPicPr>
              <p:cNvPr id="37915" name="Ink 37914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127307" y="5450134"/>
                <a:ext cx="939960" cy="9054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7924" name="Ink 37923"/>
              <p14:cNvContentPartPr/>
              <p14:nvPr/>
            </p14:nvContentPartPr>
            <p14:xfrm>
              <a:off x="2424667" y="6334323"/>
              <a:ext cx="944280" cy="360360"/>
            </p14:xfrm>
          </p:contentPart>
        </mc:Choice>
        <mc:Fallback xmlns="">
          <p:pic>
            <p:nvPicPr>
              <p:cNvPr id="37924" name="Ink 37923"/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412782" y="6322443"/>
                <a:ext cx="968049" cy="384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91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0567372"/>
              </p:ext>
            </p:extLst>
          </p:nvPr>
        </p:nvGraphicFramePr>
        <p:xfrm>
          <a:off x="771525" y="285750"/>
          <a:ext cx="11387138" cy="49621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1" name="Document" r:id="rId3" imgW="5926750" imgH="2990306" progId="Word.Document.12">
                  <p:embed/>
                </p:oleObj>
              </mc:Choice>
              <mc:Fallback>
                <p:oleObj name="Document" r:id="rId3" imgW="5926750" imgH="2990306" progId="Word.Document.12">
                  <p:embed/>
                  <p:pic>
                    <p:nvPicPr>
                      <p:cNvPr id="3891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525" y="285750"/>
                        <a:ext cx="11387138" cy="49621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/>
          <p:cNvPicPr/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484244" y="5913782"/>
            <a:ext cx="79248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626" name="Object 2"/>
          <p:cNvGraphicFramePr>
            <a:graphicFrameLocks noChangeAspect="1"/>
          </p:cNvGraphicFramePr>
          <p:nvPr>
            <p:extLst/>
          </p:nvPr>
        </p:nvGraphicFramePr>
        <p:xfrm>
          <a:off x="2354264" y="838200"/>
          <a:ext cx="7089775" cy="518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9" name="Document" r:id="rId3" imgW="5934683" imgH="3720734" progId="Word.Document.12">
                  <p:embed/>
                </p:oleObj>
              </mc:Choice>
              <mc:Fallback>
                <p:oleObj name="Document" r:id="rId3" imgW="5934683" imgH="3720734" progId="Word.Document.12">
                  <p:embed/>
                  <p:pic>
                    <p:nvPicPr>
                      <p:cNvPr id="2662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4264" y="838200"/>
                        <a:ext cx="7089775" cy="518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8" name="Ink 27"/>
              <p14:cNvContentPartPr/>
              <p14:nvPr/>
            </p14:nvContentPartPr>
            <p14:xfrm>
              <a:off x="9074587" y="3569163"/>
              <a:ext cx="1510560" cy="944280"/>
            </p14:xfrm>
          </p:contentPart>
        </mc:Choice>
        <mc:Fallback>
          <p:pic>
            <p:nvPicPr>
              <p:cNvPr id="28" name="Ink 27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062707" y="3557283"/>
                <a:ext cx="1534320" cy="9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6624" name="Ink 26623"/>
              <p14:cNvContentPartPr/>
              <p14:nvPr/>
            </p14:nvContentPartPr>
            <p14:xfrm>
              <a:off x="8133907" y="4525323"/>
              <a:ext cx="2566800" cy="2173320"/>
            </p14:xfrm>
          </p:contentPart>
        </mc:Choice>
        <mc:Fallback>
          <p:pic>
            <p:nvPicPr>
              <p:cNvPr id="26624" name="Ink 26623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122027" y="4513445"/>
                <a:ext cx="2590560" cy="21970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6644" name="Ink 26643"/>
              <p14:cNvContentPartPr/>
              <p14:nvPr/>
            </p14:nvContentPartPr>
            <p14:xfrm>
              <a:off x="9182227" y="4613523"/>
              <a:ext cx="21240" cy="590760"/>
            </p14:xfrm>
          </p:contentPart>
        </mc:Choice>
        <mc:Fallback>
          <p:pic>
            <p:nvPicPr>
              <p:cNvPr id="26644" name="Ink 26643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170347" y="4601643"/>
                <a:ext cx="45000" cy="61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6650" name="Ink 26649"/>
              <p14:cNvContentPartPr/>
              <p14:nvPr/>
            </p14:nvContentPartPr>
            <p14:xfrm>
              <a:off x="9978907" y="6106803"/>
              <a:ext cx="712080" cy="528840"/>
            </p14:xfrm>
          </p:contentPart>
        </mc:Choice>
        <mc:Fallback>
          <p:pic>
            <p:nvPicPr>
              <p:cNvPr id="26650" name="Ink 26649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967027" y="6094923"/>
                <a:ext cx="735840" cy="552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650" name="Object 2"/>
          <p:cNvGraphicFramePr>
            <a:graphicFrameLocks noChangeAspect="1"/>
          </p:cNvGraphicFramePr>
          <p:nvPr/>
        </p:nvGraphicFramePr>
        <p:xfrm>
          <a:off x="1981200" y="1752600"/>
          <a:ext cx="7543800" cy="320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3" name="Document" r:id="rId3" imgW="5940848" imgH="2608334" progId="">
                  <p:embed/>
                </p:oleObj>
              </mc:Choice>
              <mc:Fallback>
                <p:oleObj name="Document" r:id="rId3" imgW="5940848" imgH="2608334" progId="">
                  <p:embed/>
                  <p:pic>
                    <p:nvPicPr>
                      <p:cNvPr id="2765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752600"/>
                        <a:ext cx="7543800" cy="320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/>
              <p14:cNvContentPartPr/>
              <p14:nvPr/>
            </p14:nvContentPartPr>
            <p14:xfrm>
              <a:off x="10185187" y="4182243"/>
              <a:ext cx="290520" cy="641520"/>
            </p14:xfrm>
          </p:contentPart>
        </mc:Choice>
        <mc:Fallback>
          <p:pic>
            <p:nvPicPr>
              <p:cNvPr id="6" name="Ink 5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173307" y="4170710"/>
                <a:ext cx="314280" cy="6653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5" name="Ink 14"/>
              <p14:cNvContentPartPr/>
              <p14:nvPr/>
            </p14:nvContentPartPr>
            <p14:xfrm>
              <a:off x="9171427" y="4297443"/>
              <a:ext cx="1045080" cy="478080"/>
            </p14:xfrm>
          </p:contentPart>
        </mc:Choice>
        <mc:Fallback>
          <p:pic>
            <p:nvPicPr>
              <p:cNvPr id="15" name="Ink 14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159555" y="4285581"/>
                <a:ext cx="1068824" cy="5018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8" name="Ink 17"/>
              <p14:cNvContentPartPr/>
              <p14:nvPr/>
            </p14:nvContentPartPr>
            <p14:xfrm>
              <a:off x="9943627" y="4871643"/>
              <a:ext cx="685800" cy="298080"/>
            </p14:xfrm>
          </p:contentPart>
        </mc:Choice>
        <mc:Fallback>
          <p:pic>
            <p:nvPicPr>
              <p:cNvPr id="18" name="Ink 17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931753" y="4859777"/>
                <a:ext cx="709548" cy="321811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62200" y="2286000"/>
            <a:ext cx="7467600" cy="170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700" name="Object 4"/>
          <p:cNvGraphicFramePr>
            <a:graphicFrameLocks noChangeAspect="1"/>
          </p:cNvGraphicFramePr>
          <p:nvPr/>
        </p:nvGraphicFramePr>
        <p:xfrm>
          <a:off x="2362200" y="838201"/>
          <a:ext cx="7391400" cy="45719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7" name="Document" r:id="rId3" imgW="5940848" imgH="2608334" progId="">
                  <p:embed/>
                </p:oleObj>
              </mc:Choice>
              <mc:Fallback>
                <p:oleObj name="Document" r:id="rId3" imgW="5940848" imgH="2608334" progId="">
                  <p:embed/>
                  <p:pic>
                    <p:nvPicPr>
                      <p:cNvPr id="2970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838201"/>
                        <a:ext cx="7391400" cy="45719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22" name="Object 2"/>
          <p:cNvGraphicFramePr>
            <a:graphicFrameLocks noChangeAspect="1"/>
          </p:cNvGraphicFramePr>
          <p:nvPr/>
        </p:nvGraphicFramePr>
        <p:xfrm>
          <a:off x="2514600" y="1143000"/>
          <a:ext cx="7239000" cy="464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1" name="Document" r:id="rId3" imgW="5940848" imgH="2980747" progId="">
                  <p:embed/>
                </p:oleObj>
              </mc:Choice>
              <mc:Fallback>
                <p:oleObj name="Document" r:id="rId3" imgW="5940848" imgH="2980747" progId="">
                  <p:embed/>
                  <p:pic>
                    <p:nvPicPr>
                      <p:cNvPr id="3072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1143000"/>
                        <a:ext cx="7239000" cy="464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9" name="Ink 18"/>
              <p14:cNvContentPartPr/>
              <p14:nvPr/>
            </p14:nvContentPartPr>
            <p14:xfrm>
              <a:off x="7705147" y="5198883"/>
              <a:ext cx="2526120" cy="1184400"/>
            </p14:xfrm>
          </p:contentPart>
        </mc:Choice>
        <mc:Fallback>
          <p:pic>
            <p:nvPicPr>
              <p:cNvPr id="19" name="Ink 18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693272" y="5187007"/>
                <a:ext cx="2549870" cy="12081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6" name="Ink 25"/>
              <p14:cNvContentPartPr/>
              <p14:nvPr/>
            </p14:nvContentPartPr>
            <p14:xfrm>
              <a:off x="7515427" y="5286003"/>
              <a:ext cx="379800" cy="615960"/>
            </p14:xfrm>
          </p:contentPart>
        </mc:Choice>
        <mc:Fallback>
          <p:pic>
            <p:nvPicPr>
              <p:cNvPr id="26" name="Ink 25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503547" y="5274123"/>
                <a:ext cx="403560" cy="63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9" name="Ink 28"/>
              <p14:cNvContentPartPr/>
              <p14:nvPr/>
            </p14:nvContentPartPr>
            <p14:xfrm>
              <a:off x="3819667" y="5863803"/>
              <a:ext cx="2908440" cy="832680"/>
            </p14:xfrm>
          </p:contentPart>
        </mc:Choice>
        <mc:Fallback>
          <p:pic>
            <p:nvPicPr>
              <p:cNvPr id="29" name="Ink 28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807787" y="5851928"/>
                <a:ext cx="2932200" cy="8564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30740" name="Ink 30739"/>
              <p14:cNvContentPartPr/>
              <p14:nvPr/>
            </p14:nvContentPartPr>
            <p14:xfrm>
              <a:off x="9752467" y="5580123"/>
              <a:ext cx="767160" cy="560160"/>
            </p14:xfrm>
          </p:contentPart>
        </mc:Choice>
        <mc:Fallback>
          <p:pic>
            <p:nvPicPr>
              <p:cNvPr id="30740" name="Ink 30739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740587" y="5568251"/>
                <a:ext cx="790920" cy="5839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30764" name="Ink 30763"/>
              <p14:cNvContentPartPr/>
              <p14:nvPr/>
            </p14:nvContentPartPr>
            <p14:xfrm>
              <a:off x="9710707" y="6231723"/>
              <a:ext cx="926280" cy="433440"/>
            </p14:xfrm>
          </p:contentPart>
        </mc:Choice>
        <mc:Fallback>
          <p:pic>
            <p:nvPicPr>
              <p:cNvPr id="30764" name="Ink 30763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698827" y="6219853"/>
                <a:ext cx="950040" cy="4571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36764" y="738189"/>
            <a:ext cx="8116887" cy="53816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770" name="Object 2"/>
          <p:cNvGraphicFramePr>
            <a:graphicFrameLocks noChangeAspect="1"/>
          </p:cNvGraphicFramePr>
          <p:nvPr/>
        </p:nvGraphicFramePr>
        <p:xfrm>
          <a:off x="2514600" y="1143001"/>
          <a:ext cx="7391400" cy="3776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5" name="Document" r:id="rId3" imgW="5940848" imgH="2980747" progId="">
                  <p:embed/>
                </p:oleObj>
              </mc:Choice>
              <mc:Fallback>
                <p:oleObj name="Document" r:id="rId3" imgW="5940848" imgH="2980747" progId="">
                  <p:embed/>
                  <p:pic>
                    <p:nvPicPr>
                      <p:cNvPr id="3277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1143001"/>
                        <a:ext cx="7391400" cy="3776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818" name="Object 2"/>
          <p:cNvGraphicFramePr>
            <a:graphicFrameLocks noChangeAspect="1"/>
          </p:cNvGraphicFramePr>
          <p:nvPr>
            <p:extLst/>
          </p:nvPr>
        </p:nvGraphicFramePr>
        <p:xfrm>
          <a:off x="1749426" y="225426"/>
          <a:ext cx="8258175" cy="6480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9" name="Document" r:id="rId3" imgW="5953404" imgH="5493437" progId="Word.Document.12">
                  <p:embed/>
                </p:oleObj>
              </mc:Choice>
              <mc:Fallback>
                <p:oleObj name="Document" r:id="rId3" imgW="5953404" imgH="5493437" progId="Word.Document.12">
                  <p:embed/>
                  <p:pic>
                    <p:nvPicPr>
                      <p:cNvPr id="3481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9426" y="225426"/>
                        <a:ext cx="8258175" cy="6480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7" name="Ink 26"/>
              <p14:cNvContentPartPr/>
              <p14:nvPr/>
            </p14:nvContentPartPr>
            <p14:xfrm>
              <a:off x="5782027" y="3317883"/>
              <a:ext cx="1425960" cy="298440"/>
            </p14:xfrm>
          </p:contentPart>
        </mc:Choice>
        <mc:Fallback>
          <p:pic>
            <p:nvPicPr>
              <p:cNvPr id="27" name="Ink 26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770147" y="3306003"/>
                <a:ext cx="1449720" cy="32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8" name="Ink 27"/>
              <p14:cNvContentPartPr/>
              <p14:nvPr/>
            </p14:nvContentPartPr>
            <p14:xfrm>
              <a:off x="8503267" y="3466563"/>
              <a:ext cx="1547640" cy="1527480"/>
            </p14:xfrm>
          </p:contentPart>
        </mc:Choice>
        <mc:Fallback>
          <p:pic>
            <p:nvPicPr>
              <p:cNvPr id="28" name="Ink 27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491390" y="3454683"/>
                <a:ext cx="1571394" cy="155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34820" name="Ink 34819"/>
              <p14:cNvContentPartPr/>
              <p14:nvPr/>
            </p14:nvContentPartPr>
            <p14:xfrm>
              <a:off x="6455947" y="4348563"/>
              <a:ext cx="1154520" cy="203400"/>
            </p14:xfrm>
          </p:contentPart>
        </mc:Choice>
        <mc:Fallback>
          <p:pic>
            <p:nvPicPr>
              <p:cNvPr id="34820" name="Ink 34819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444071" y="4336704"/>
                <a:ext cx="1178273" cy="2271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34823" name="Ink 34822"/>
              <p14:cNvContentPartPr/>
              <p14:nvPr/>
            </p14:nvContentPartPr>
            <p14:xfrm>
              <a:off x="3633907" y="3330843"/>
              <a:ext cx="145800" cy="161280"/>
            </p14:xfrm>
          </p:contentPart>
        </mc:Choice>
        <mc:Fallback>
          <p:pic>
            <p:nvPicPr>
              <p:cNvPr id="34823" name="Ink 34822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622056" y="3318963"/>
                <a:ext cx="169501" cy="18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34827" name="Ink 34826"/>
              <p14:cNvContentPartPr/>
              <p14:nvPr/>
            </p14:nvContentPartPr>
            <p14:xfrm>
              <a:off x="8417227" y="4783443"/>
              <a:ext cx="216720" cy="173160"/>
            </p14:xfrm>
          </p:contentPart>
        </mc:Choice>
        <mc:Fallback>
          <p:pic>
            <p:nvPicPr>
              <p:cNvPr id="34827" name="Ink 34826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405347" y="4771563"/>
                <a:ext cx="240480" cy="1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34831" name="Ink 34830"/>
              <p14:cNvContentPartPr/>
              <p14:nvPr/>
            </p14:nvContentPartPr>
            <p14:xfrm>
              <a:off x="8576347" y="6027243"/>
              <a:ext cx="737280" cy="158400"/>
            </p14:xfrm>
          </p:contentPart>
        </mc:Choice>
        <mc:Fallback>
          <p:pic>
            <p:nvPicPr>
              <p:cNvPr id="34831" name="Ink 34830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564467" y="6015363"/>
                <a:ext cx="761040" cy="182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842" name="Object 2"/>
          <p:cNvGraphicFramePr>
            <a:graphicFrameLocks noChangeAspect="1"/>
          </p:cNvGraphicFramePr>
          <p:nvPr>
            <p:extLst/>
          </p:nvPr>
        </p:nvGraphicFramePr>
        <p:xfrm>
          <a:off x="1905000" y="228601"/>
          <a:ext cx="7924800" cy="176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3" name="Document" r:id="rId3" imgW="5944043" imgH="1489013" progId="Word.Document.12">
                  <p:embed/>
                </p:oleObj>
              </mc:Choice>
              <mc:Fallback>
                <p:oleObj name="Document" r:id="rId3" imgW="5944043" imgH="1489013" progId="Word.Document.12">
                  <p:embed/>
                  <p:pic>
                    <p:nvPicPr>
                      <p:cNvPr id="3584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28601"/>
                        <a:ext cx="7924800" cy="176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/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490913" y="2447925"/>
            <a:ext cx="5210175" cy="196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Ink 1"/>
              <p14:cNvContentPartPr/>
              <p14:nvPr/>
            </p14:nvContentPartPr>
            <p14:xfrm>
              <a:off x="2534520" y="6373080"/>
              <a:ext cx="360" cy="36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25160" y="636372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866" name="Object 2"/>
          <p:cNvGraphicFramePr>
            <a:graphicFrameLocks noChangeAspect="1"/>
          </p:cNvGraphicFramePr>
          <p:nvPr>
            <p:extLst/>
          </p:nvPr>
        </p:nvGraphicFramePr>
        <p:xfrm>
          <a:off x="2508250" y="688976"/>
          <a:ext cx="6400800" cy="161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7" name="Document" r:id="rId3" imgW="5944043" imgH="1508814" progId="Word.Document.12">
                  <p:embed/>
                </p:oleObj>
              </mc:Choice>
              <mc:Fallback>
                <p:oleObj name="Document" r:id="rId3" imgW="5944043" imgH="1508814" progId="Word.Document.12">
                  <p:embed/>
                  <p:pic>
                    <p:nvPicPr>
                      <p:cNvPr id="3686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0" y="688976"/>
                        <a:ext cx="6400800" cy="161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6867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614739" y="2414589"/>
            <a:ext cx="4962525" cy="20288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905000" y="152400"/>
                <a:ext cx="8610600" cy="6553200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dirty="0"/>
                  <a:t>Path Graph: A path graph of order ‘n’ is obtained by removing an edge from a cycle  graph and it is denoted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IN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			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endParaRPr lang="en-IN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dirty="0"/>
                  <a:t>Regular Graph: A graph is said to be  regular graph if every vertex of  a simple graph has same degree.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dirty="0"/>
                  <a:t>If every vertex in a regular graph has degree k, then the graph is called k-regular graph.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2-REGULAR            3-REGULAR GRAPHS</a:t>
                </a:r>
                <a:endParaRPr lang="en-IN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05000" y="152400"/>
                <a:ext cx="8610600" cy="6553200"/>
              </a:xfrm>
              <a:blipFill>
                <a:blip r:embed="rId2"/>
                <a:stretch>
                  <a:fillRect l="-1487" t="-1488" r="-3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/>
          <p:cNvCxnSpPr/>
          <p:nvPr/>
        </p:nvCxnSpPr>
        <p:spPr>
          <a:xfrm flipV="1">
            <a:off x="5257800" y="1371600"/>
            <a:ext cx="38100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5638800" y="1371600"/>
            <a:ext cx="304800" cy="381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5257800" y="1676400"/>
            <a:ext cx="0" cy="381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943600" y="17526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670998" y="297502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1" name="Ink 10"/>
              <p14:cNvContentPartPr/>
              <p14:nvPr/>
            </p14:nvContentPartPr>
            <p14:xfrm>
              <a:off x="1798423" y="5016086"/>
              <a:ext cx="7798680" cy="1581120"/>
            </p14:xfrm>
          </p:contentPart>
        </mc:Choice>
        <mc:Fallback>
          <p:pic>
            <p:nvPicPr>
              <p:cNvPr id="11" name="Ink 10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86543" y="5004206"/>
                <a:ext cx="7822440" cy="160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5" name="Ink 14"/>
              <p14:cNvContentPartPr/>
              <p14:nvPr/>
            </p14:nvContentPartPr>
            <p14:xfrm>
              <a:off x="5902267" y="1655763"/>
              <a:ext cx="207360" cy="513000"/>
            </p14:xfrm>
          </p:contentPart>
        </mc:Choice>
        <mc:Fallback>
          <p:pic>
            <p:nvPicPr>
              <p:cNvPr id="15" name="Ink 14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890428" y="1643891"/>
                <a:ext cx="231038" cy="5367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2" name="Ink 21"/>
              <p14:cNvContentPartPr/>
              <p14:nvPr/>
            </p14:nvContentPartPr>
            <p14:xfrm>
              <a:off x="5635867" y="1223043"/>
              <a:ext cx="243360" cy="192960"/>
            </p14:xfrm>
          </p:contentPart>
        </mc:Choice>
        <mc:Fallback>
          <p:pic>
            <p:nvPicPr>
              <p:cNvPr id="22" name="Ink 21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623987" y="1211185"/>
                <a:ext cx="267120" cy="2166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3" name="Ink 22"/>
              <p14:cNvContentPartPr/>
              <p14:nvPr/>
            </p14:nvContentPartPr>
            <p14:xfrm>
              <a:off x="5094787" y="1548843"/>
              <a:ext cx="195480" cy="646200"/>
            </p14:xfrm>
          </p:contentPart>
        </mc:Choice>
        <mc:Fallback>
          <p:pic>
            <p:nvPicPr>
              <p:cNvPr id="23" name="Ink 22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082907" y="1536956"/>
                <a:ext cx="219240" cy="6699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9" name="Ink 28"/>
              <p14:cNvContentPartPr/>
              <p14:nvPr/>
            </p14:nvContentPartPr>
            <p14:xfrm>
              <a:off x="1706107" y="5280603"/>
              <a:ext cx="901080" cy="951840"/>
            </p14:xfrm>
          </p:contentPart>
        </mc:Choice>
        <mc:Fallback>
          <p:pic>
            <p:nvPicPr>
              <p:cNvPr id="29" name="Ink 28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694217" y="5268727"/>
                <a:ext cx="924859" cy="9755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35" name="Ink 34"/>
              <p14:cNvContentPartPr/>
              <p14:nvPr/>
            </p14:nvContentPartPr>
            <p14:xfrm>
              <a:off x="4824427" y="5393283"/>
              <a:ext cx="183960" cy="249120"/>
            </p14:xfrm>
          </p:contentPart>
        </mc:Choice>
        <mc:Fallback>
          <p:pic>
            <p:nvPicPr>
              <p:cNvPr id="35" name="Ink 34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812524" y="5381386"/>
                <a:ext cx="207767" cy="27291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620757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939" name="Object 3"/>
          <p:cNvGraphicFramePr>
            <a:graphicFrameLocks noChangeAspect="1"/>
          </p:cNvGraphicFramePr>
          <p:nvPr>
            <p:extLst/>
          </p:nvPr>
        </p:nvGraphicFramePr>
        <p:xfrm>
          <a:off x="1677989" y="379414"/>
          <a:ext cx="8497887" cy="6478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1" name="Document" r:id="rId3" imgW="5934683" imgH="7237700" progId="Word.Document.12">
                  <p:embed/>
                </p:oleObj>
              </mc:Choice>
              <mc:Fallback>
                <p:oleObj name="Document" r:id="rId3" imgW="5934683" imgH="7237700" progId="Word.Document.12">
                  <p:embed/>
                  <p:pic>
                    <p:nvPicPr>
                      <p:cNvPr id="3993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7989" y="379414"/>
                        <a:ext cx="8497887" cy="6478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62" name="Object 2"/>
          <p:cNvGraphicFramePr>
            <a:graphicFrameLocks noChangeAspect="1"/>
          </p:cNvGraphicFramePr>
          <p:nvPr/>
        </p:nvGraphicFramePr>
        <p:xfrm>
          <a:off x="2209800" y="762001"/>
          <a:ext cx="8001000" cy="190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5" name="Document" r:id="rId3" imgW="5940848" imgH="1863147" progId="">
                  <p:embed/>
                </p:oleObj>
              </mc:Choice>
              <mc:Fallback>
                <p:oleObj name="Document" r:id="rId3" imgW="5940848" imgH="1863147" progId="">
                  <p:embed/>
                  <p:pic>
                    <p:nvPicPr>
                      <p:cNvPr id="4096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762001"/>
                        <a:ext cx="8001000" cy="190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86" name="Object 2"/>
          <p:cNvGraphicFramePr>
            <a:graphicFrameLocks noChangeAspect="1"/>
          </p:cNvGraphicFramePr>
          <p:nvPr/>
        </p:nvGraphicFramePr>
        <p:xfrm>
          <a:off x="2128839" y="387350"/>
          <a:ext cx="7748587" cy="523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9" name="Document" r:id="rId3" imgW="5959920" imgH="4032012" progId="">
                  <p:embed/>
                </p:oleObj>
              </mc:Choice>
              <mc:Fallback>
                <p:oleObj name="Document" r:id="rId3" imgW="5959920" imgH="4032012" progId="">
                  <p:embed/>
                  <p:pic>
                    <p:nvPicPr>
                      <p:cNvPr id="4198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8839" y="387350"/>
                        <a:ext cx="7748587" cy="523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667743" y="19318"/>
                <a:ext cx="8991600" cy="65532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Matrix Representation of Graphs:</a:t>
                </a:r>
              </a:p>
              <a:p>
                <a:pPr marL="0" indent="0">
                  <a:buNone/>
                </a:pPr>
                <a:r>
                  <a:rPr lang="en-US" dirty="0"/>
                  <a:t>1. Adjacency Matrix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dirty="0"/>
                  <a:t>: Let G(V,E) be a simple graph with ‘n’ vertices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, then the adjacency matrix A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[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IN" dirty="0"/>
                          <m:t>]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𝑛𝑋𝑛</m:t>
                        </m:r>
                      </m:sub>
                    </m:sSub>
                  </m:oMath>
                </a14:m>
                <a:r>
                  <a:rPr lang="en-IN" dirty="0"/>
                  <a:t> of G is </a:t>
                </a:r>
                <a:r>
                  <a:rPr lang="en-IN" dirty="0" err="1"/>
                  <a:t>nxn</a:t>
                </a:r>
                <a:r>
                  <a:rPr lang="en-IN" dirty="0"/>
                  <a:t> symmetric matrix defined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={1  ,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when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dirty="0"/>
                  <a:t> is adjacent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IN" dirty="0"/>
                  <a:t> </a:t>
                </a:r>
              </a:p>
              <a:p>
                <a:pPr marL="0" indent="0">
                  <a:buNone/>
                </a:pPr>
                <a:r>
                  <a:rPr lang="en-US" dirty="0"/>
                  <a:t>                                 0, otherwise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				             V1  V2  V3  V4</a:t>
                </a:r>
              </a:p>
              <a:p>
                <a:pPr marL="0" indent="0">
                  <a:buNone/>
                </a:pPr>
                <a:r>
                  <a:rPr lang="en-US" dirty="0"/>
                  <a:t>		 Adjacency matrix  =     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7743" y="19318"/>
                <a:ext cx="8991600" cy="6553200"/>
              </a:xfrm>
              <a:blipFill>
                <a:blip r:embed="rId2"/>
                <a:stretch>
                  <a:fillRect l="-1424" t="-1488" r="-21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0" name="Ink 9"/>
              <p14:cNvContentPartPr/>
              <p14:nvPr/>
            </p14:nvContentPartPr>
            <p14:xfrm>
              <a:off x="1967983" y="3905126"/>
              <a:ext cx="2129760" cy="1568520"/>
            </p14:xfrm>
          </p:contentPart>
        </mc:Choice>
        <mc:Fallback>
          <p:pic>
            <p:nvPicPr>
              <p:cNvPr id="10" name="Ink 9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56103" y="3893246"/>
                <a:ext cx="2153520" cy="159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5" name="Ink 14"/>
              <p14:cNvContentPartPr/>
              <p14:nvPr/>
            </p14:nvContentPartPr>
            <p14:xfrm>
              <a:off x="1706983" y="3527126"/>
              <a:ext cx="313920" cy="270720"/>
            </p14:xfrm>
          </p:contentPart>
        </mc:Choice>
        <mc:Fallback>
          <p:pic>
            <p:nvPicPr>
              <p:cNvPr id="15" name="Ink 14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95103" y="3515246"/>
                <a:ext cx="337680" cy="29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9" name="Ink 18"/>
              <p14:cNvContentPartPr/>
              <p14:nvPr/>
            </p14:nvContentPartPr>
            <p14:xfrm>
              <a:off x="3953743" y="3553046"/>
              <a:ext cx="222480" cy="248760"/>
            </p14:xfrm>
          </p:contentPart>
        </mc:Choice>
        <mc:Fallback>
          <p:pic>
            <p:nvPicPr>
              <p:cNvPr id="19" name="Ink 18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941863" y="3541166"/>
                <a:ext cx="246240" cy="27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3" name="Ink 22"/>
              <p14:cNvContentPartPr/>
              <p14:nvPr/>
            </p14:nvContentPartPr>
            <p14:xfrm>
              <a:off x="2059423" y="3710006"/>
              <a:ext cx="13680" cy="169920"/>
            </p14:xfrm>
          </p:contentPart>
        </mc:Choice>
        <mc:Fallback>
          <p:pic>
            <p:nvPicPr>
              <p:cNvPr id="23" name="Ink 22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047543" y="3698126"/>
                <a:ext cx="3744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7" name="Ink 26"/>
              <p14:cNvContentPartPr/>
              <p14:nvPr/>
            </p14:nvContentPartPr>
            <p14:xfrm>
              <a:off x="4175863" y="3735926"/>
              <a:ext cx="144000" cy="118080"/>
            </p14:xfrm>
          </p:contentPart>
        </mc:Choice>
        <mc:Fallback>
          <p:pic>
            <p:nvPicPr>
              <p:cNvPr id="27" name="Ink 26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163983" y="3724046"/>
                <a:ext cx="167760" cy="14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8" name="Ink 27"/>
              <p14:cNvContentPartPr/>
              <p14:nvPr/>
            </p14:nvContentPartPr>
            <p14:xfrm>
              <a:off x="1667743" y="5630246"/>
              <a:ext cx="591120" cy="327960"/>
            </p14:xfrm>
          </p:contentPart>
        </mc:Choice>
        <mc:Fallback>
          <p:pic>
            <p:nvPicPr>
              <p:cNvPr id="28" name="Ink 27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655863" y="5618366"/>
                <a:ext cx="614880" cy="35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32" name="Ink 31"/>
              <p14:cNvContentPartPr/>
              <p14:nvPr/>
            </p14:nvContentPartPr>
            <p14:xfrm>
              <a:off x="3875263" y="5643206"/>
              <a:ext cx="523080" cy="392040"/>
            </p14:xfrm>
          </p:contentPart>
        </mc:Choice>
        <mc:Fallback>
          <p:pic>
            <p:nvPicPr>
              <p:cNvPr id="32" name="Ink 31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863383" y="5631326"/>
                <a:ext cx="546840" cy="41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33" name="Ink 32"/>
              <p14:cNvContentPartPr/>
              <p14:nvPr/>
            </p14:nvContentPartPr>
            <p14:xfrm>
              <a:off x="4815943" y="4454486"/>
              <a:ext cx="360" cy="360"/>
            </p14:xfrm>
          </p:contentPart>
        </mc:Choice>
        <mc:Fallback>
          <p:pic>
            <p:nvPicPr>
              <p:cNvPr id="33" name="Ink 32"/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804063" y="4442606"/>
                <a:ext cx="2412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35" name="Ink 34"/>
              <p14:cNvContentPartPr/>
              <p14:nvPr/>
            </p14:nvContentPartPr>
            <p14:xfrm>
              <a:off x="6827623" y="4506686"/>
              <a:ext cx="483480" cy="1842120"/>
            </p14:xfrm>
          </p:contentPart>
        </mc:Choice>
        <mc:Fallback>
          <p:pic>
            <p:nvPicPr>
              <p:cNvPr id="35" name="Ink 34"/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815743" y="4494806"/>
                <a:ext cx="507240" cy="18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2" name="Ink 1"/>
              <p14:cNvContentPartPr/>
              <p14:nvPr/>
            </p14:nvContentPartPr>
            <p14:xfrm>
              <a:off x="2068680" y="3938040"/>
              <a:ext cx="6492240" cy="283104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059320" y="3928680"/>
                <a:ext cx="6510960" cy="2849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952145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905000" y="152400"/>
                <a:ext cx="8610600" cy="65532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Properties:  (In case of undirected Graph)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dirty="0"/>
                  <a:t> An adjacency matrix of a graph  completely defines a simple graph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dirty="0"/>
                  <a:t>The adjacency matrix is symmetric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dirty="0"/>
                  <a:t>Any element of the adjacency matrix is either 0 or 1. Therefore it is also called as “bit matrix” or “Boolean matrix”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dirty="0"/>
                  <a:t>Graph is null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IN" dirty="0"/>
                  <a:t>is the zero matrix of order n.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05000" y="152400"/>
                <a:ext cx="8610600" cy="6553200"/>
              </a:xfrm>
              <a:blipFill>
                <a:blip r:embed="rId2"/>
                <a:stretch>
                  <a:fillRect l="-1487" t="-14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86198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981200" y="304800"/>
                <a:ext cx="8229600" cy="63246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In case of directed graphs:</a:t>
                </a:r>
              </a:p>
              <a:p>
                <a:pPr marL="0" indent="0">
                  <a:buNone/>
                </a:pPr>
                <a:r>
                  <a:rPr lang="en-US" dirty="0"/>
                  <a:t>Let G(V,E) be a simple digraph with  </a:t>
                </a:r>
              </a:p>
              <a:p>
                <a:pPr marL="0" indent="0">
                  <a:buNone/>
                </a:pPr>
                <a:r>
                  <a:rPr lang="en-US" dirty="0"/>
                  <a:t>V=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,……….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IN" dirty="0"/>
                  <a:t> and the vertices are assumed to be ordered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dirty="0"/>
                  <a:t>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IN" dirty="0"/>
                  <a:t>. An </a:t>
                </a:r>
                <a:r>
                  <a:rPr lang="en-IN" dirty="0" err="1"/>
                  <a:t>nxn</a:t>
                </a:r>
                <a:r>
                  <a:rPr lang="en-IN" dirty="0"/>
                  <a:t> matrix A whose elements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IN" dirty="0"/>
                  <a:t> are given by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IN" dirty="0"/>
                  <a:t>={ I if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dirty="0"/>
                  <a:t>,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IN" dirty="0"/>
                  <a:t>)</a:t>
                </a:r>
                <a14:m>
                  <m:oMath xmlns:m="http://schemas.openxmlformats.org/officeDocument/2006/math">
                    <m:r>
                      <a:rPr lang="en-IN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</m:oMath>
                </a14:m>
                <a:endParaRPr lang="en-IN" dirty="0"/>
              </a:p>
              <a:p>
                <a:pPr marL="0" indent="0">
                  <a:buNone/>
                </a:pPr>
                <a:r>
                  <a:rPr lang="en-US" dirty="0"/>
                  <a:t>          0 otherwise</a:t>
                </a:r>
              </a:p>
              <a:p>
                <a:pPr marL="0" indent="0">
                  <a:buNone/>
                </a:pPr>
                <a:r>
                  <a:rPr lang="en-US" dirty="0"/>
                  <a:t>Is called the adjacency matrix of the graph G</a:t>
                </a:r>
                <a:endParaRPr lang="en-IN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1200" y="304800"/>
                <a:ext cx="8229600" cy="6324600"/>
              </a:xfrm>
              <a:blipFill>
                <a:blip r:embed="rId2"/>
                <a:stretch>
                  <a:fillRect l="-1481" t="-1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/>
              <p14:cNvContentPartPr/>
              <p14:nvPr/>
            </p14:nvContentPartPr>
            <p14:xfrm>
              <a:off x="2347063" y="5445566"/>
              <a:ext cx="1358640" cy="67320"/>
            </p14:xfrm>
          </p:contentPart>
        </mc:Choice>
        <mc:Fallback>
          <p:pic>
            <p:nvPicPr>
              <p:cNvPr id="5" name="Ink 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35183" y="5433686"/>
                <a:ext cx="138240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0" name="Ink 29"/>
              <p14:cNvContentPartPr/>
              <p14:nvPr/>
            </p14:nvContentPartPr>
            <p14:xfrm>
              <a:off x="6762103" y="4754726"/>
              <a:ext cx="1711800" cy="589320"/>
            </p14:xfrm>
          </p:contentPart>
        </mc:Choice>
        <mc:Fallback>
          <p:pic>
            <p:nvPicPr>
              <p:cNvPr id="30" name="Ink 29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50223" y="4742846"/>
                <a:ext cx="1735560" cy="61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4" name="Ink 33"/>
              <p14:cNvContentPartPr/>
              <p14:nvPr/>
            </p14:nvContentPartPr>
            <p14:xfrm>
              <a:off x="2255623" y="4999166"/>
              <a:ext cx="6743880" cy="1010160"/>
            </p14:xfrm>
          </p:contentPart>
        </mc:Choice>
        <mc:Fallback>
          <p:pic>
            <p:nvPicPr>
              <p:cNvPr id="34" name="Ink 33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243743" y="4987286"/>
                <a:ext cx="6767640" cy="1033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838993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676400" y="304800"/>
                <a:ext cx="8991600" cy="63246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Incidence matrix: Let G be a graph with ‘n’ vertices. Let V=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,……….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IN" dirty="0"/>
                  <a:t> and </a:t>
                </a:r>
              </a:p>
              <a:p>
                <a:pPr marL="0" indent="0">
                  <a:buNone/>
                </a:pPr>
                <a:r>
                  <a:rPr lang="en-US" dirty="0"/>
                  <a:t>E=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,……….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IN" dirty="0"/>
                  <a:t>. A matrix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IN" dirty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[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IN" dirty="0"/>
                          <m:t>]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𝑛𝑋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n-IN" dirty="0"/>
              </a:p>
              <a:p>
                <a:pPr marL="0" indent="0">
                  <a:buNone/>
                </a:pPr>
                <a:r>
                  <a:rPr lang="en-US" dirty="0"/>
                  <a:t>defined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={1  ,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when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dirty="0"/>
                  <a:t> is </a:t>
                </a:r>
                <a:r>
                  <a:rPr lang="en-IN" dirty="0" err="1"/>
                  <a:t>i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ncident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IN" dirty="0"/>
                  <a:t> </a:t>
                </a:r>
              </a:p>
              <a:p>
                <a:pPr marL="0" indent="0">
                  <a:buNone/>
                </a:pPr>
                <a:r>
                  <a:rPr lang="en-US" dirty="0"/>
                  <a:t>                                 0, otherwise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											1			          		 				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IN" dirty="0"/>
                  <a:t>=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IN" i="1" dirty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IN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IN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IN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IN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IN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2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en-IN" i="1" dirty="0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b="0" i="1" dirty="0" smtClean="0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n-US" b="0" i="1" dirty="0" smtClean="0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e>
                                            </m:mr>
                                          </m:m>
                                        </m:e>
                                      </m:mr>
                                      <m:mr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2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en-IN" i="1" dirty="0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b="0" i="1" dirty="0" smtClean="0">
                                                    <a:latin typeface="Cambria Math" panose="02040503050406030204" pitchFamily="18" charset="0"/>
                                                  </a:rPr>
                                                  <m:t>0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n-US" b="0" i="1" dirty="0" smtClean="0">
                                                    <a:latin typeface="Cambria Math" panose="02040503050406030204" pitchFamily="18" charset="0"/>
                                                  </a:rPr>
                                                  <m:t>0</m:t>
                                                </m:r>
                                              </m:e>
                                            </m:mr>
                                          </m:m>
                                        </m:e>
                                      </m:mr>
                                      <m:mr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2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en-IN" i="1" dirty="0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b="0" i="1" dirty="0" smtClean="0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n-US" b="0" i="1" dirty="0" smtClean="0">
                                                    <a:latin typeface="Cambria Math" panose="02040503050406030204" pitchFamily="18" charset="0"/>
                                                  </a:rPr>
                                                  <m:t>0</m:t>
                                                </m:r>
                                              </m:e>
                                            </m:mr>
                                          </m:m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endParaRPr lang="en-IN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76400" y="304800"/>
                <a:ext cx="8991600" cy="6324600"/>
              </a:xfrm>
              <a:blipFill>
                <a:blip r:embed="rId2"/>
                <a:stretch>
                  <a:fillRect l="-1356" t="-1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1850623" y="3343886"/>
              <a:ext cx="2456280" cy="88884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38743" y="3332006"/>
                <a:ext cx="2480040" cy="9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/>
              <p14:cNvContentPartPr/>
              <p14:nvPr/>
            </p14:nvContentPartPr>
            <p14:xfrm>
              <a:off x="1795183" y="3344246"/>
              <a:ext cx="3269160" cy="1215000"/>
            </p14:xfrm>
          </p:contentPart>
        </mc:Choice>
        <mc:Fallback>
          <p:pic>
            <p:nvPicPr>
              <p:cNvPr id="6" name="Ink 5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83303" y="3332366"/>
                <a:ext cx="3292920" cy="123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9" name="Ink 8"/>
              <p14:cNvContentPartPr/>
              <p14:nvPr/>
            </p14:nvContentPartPr>
            <p14:xfrm>
              <a:off x="1837663" y="3474566"/>
              <a:ext cx="144000" cy="183240"/>
            </p14:xfrm>
          </p:contentPart>
        </mc:Choice>
        <mc:Fallback>
          <p:pic>
            <p:nvPicPr>
              <p:cNvPr id="9" name="Ink 8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825783" y="3462686"/>
                <a:ext cx="167760" cy="20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2" name="Ink 21"/>
              <p14:cNvContentPartPr/>
              <p14:nvPr/>
            </p14:nvContentPartPr>
            <p14:xfrm>
              <a:off x="3953743" y="3056606"/>
              <a:ext cx="1438920" cy="1045440"/>
            </p14:xfrm>
          </p:contentPart>
        </mc:Choice>
        <mc:Fallback>
          <p:pic>
            <p:nvPicPr>
              <p:cNvPr id="22" name="Ink 21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941863" y="3044726"/>
                <a:ext cx="1462680" cy="10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9" name="Ink 28"/>
              <p14:cNvContentPartPr/>
              <p14:nvPr/>
            </p14:nvContentPartPr>
            <p14:xfrm>
              <a:off x="1740463" y="3903686"/>
              <a:ext cx="1142280" cy="838440"/>
            </p14:xfrm>
          </p:contentPart>
        </mc:Choice>
        <mc:Fallback>
          <p:pic>
            <p:nvPicPr>
              <p:cNvPr id="29" name="Ink 28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728583" y="3891806"/>
                <a:ext cx="1166040" cy="86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35" name="Ink 34"/>
              <p14:cNvContentPartPr/>
              <p14:nvPr/>
            </p14:nvContentPartPr>
            <p14:xfrm>
              <a:off x="1759183" y="3056606"/>
              <a:ext cx="267120" cy="353160"/>
            </p14:xfrm>
          </p:contentPart>
        </mc:Choice>
        <mc:Fallback>
          <p:pic>
            <p:nvPicPr>
              <p:cNvPr id="35" name="Ink 34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747303" y="3044726"/>
                <a:ext cx="290880" cy="37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46" name="Ink 45"/>
              <p14:cNvContentPartPr/>
              <p14:nvPr/>
            </p14:nvContentPartPr>
            <p14:xfrm>
              <a:off x="3363703" y="4153526"/>
              <a:ext cx="433440" cy="288360"/>
            </p14:xfrm>
          </p:contentPart>
        </mc:Choice>
        <mc:Fallback>
          <p:pic>
            <p:nvPicPr>
              <p:cNvPr id="46" name="Ink 45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351823" y="4141646"/>
                <a:ext cx="457200" cy="31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48" name="Ink 47"/>
              <p14:cNvContentPartPr/>
              <p14:nvPr/>
            </p14:nvContentPartPr>
            <p14:xfrm>
              <a:off x="3352903" y="3461606"/>
              <a:ext cx="287640" cy="144000"/>
            </p14:xfrm>
          </p:contentPart>
        </mc:Choice>
        <mc:Fallback>
          <p:pic>
            <p:nvPicPr>
              <p:cNvPr id="48" name="Ink 47"/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341023" y="3449726"/>
                <a:ext cx="311400" cy="16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49" name="Ink 48"/>
              <p14:cNvContentPartPr/>
              <p14:nvPr/>
            </p14:nvContentPartPr>
            <p14:xfrm>
              <a:off x="4867423" y="4362686"/>
              <a:ext cx="315000" cy="248760"/>
            </p14:xfrm>
          </p:contentPart>
        </mc:Choice>
        <mc:Fallback>
          <p:pic>
            <p:nvPicPr>
              <p:cNvPr id="49" name="Ink 48"/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855543" y="4350806"/>
                <a:ext cx="338760" cy="27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57" name="Ink 56"/>
              <p14:cNvContentPartPr/>
              <p14:nvPr/>
            </p14:nvContentPartPr>
            <p14:xfrm>
              <a:off x="4332463" y="4611086"/>
              <a:ext cx="353160" cy="313920"/>
            </p14:xfrm>
          </p:contentPart>
        </mc:Choice>
        <mc:Fallback>
          <p:pic>
            <p:nvPicPr>
              <p:cNvPr id="57" name="Ink 56"/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320583" y="4599206"/>
                <a:ext cx="376920" cy="33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2" name="Ink 1"/>
              <p14:cNvContentPartPr/>
              <p14:nvPr/>
            </p14:nvContentPartPr>
            <p14:xfrm>
              <a:off x="5592000" y="3692160"/>
              <a:ext cx="3562560" cy="243108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582640" y="3682800"/>
                <a:ext cx="3581280" cy="2449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575657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304800"/>
            <a:ext cx="8229600" cy="63246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Properties:</a:t>
            </a:r>
          </a:p>
          <a:p>
            <a:pPr marL="0" indent="0">
              <a:buNone/>
            </a:pPr>
            <a:r>
              <a:rPr lang="en-US" dirty="0"/>
              <a:t>1.The incidence matrix contains only 0’s and 1’s</a:t>
            </a:r>
          </a:p>
          <a:p>
            <a:pPr marL="0" indent="0">
              <a:buNone/>
            </a:pPr>
            <a:r>
              <a:rPr lang="en-US" dirty="0"/>
              <a:t>2.The no. of 1’s in each row equals to the degree of the corresponding vertex.</a:t>
            </a:r>
          </a:p>
          <a:p>
            <a:pPr marL="0" indent="0">
              <a:buNone/>
            </a:pPr>
            <a:r>
              <a:rPr lang="en-US" dirty="0"/>
              <a:t>3.A row with all 0’s represent an isolated vertex</a:t>
            </a:r>
          </a:p>
          <a:p>
            <a:pPr marL="0" indent="0">
              <a:buNone/>
            </a:pPr>
            <a:r>
              <a:rPr lang="en-US" dirty="0"/>
              <a:t>4.Every edge is incident on exactly two  vertices , each column of the incidence matrix has exactly two ones except the loop.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72262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981200" y="304800"/>
                <a:ext cx="8229600" cy="63246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Incidence matrix for a digraph:</a:t>
                </a:r>
              </a:p>
              <a:p>
                <a:pPr marL="0" indent="0">
                  <a:buNone/>
                </a:pPr>
                <a:r>
                  <a:rPr lang="en-US" dirty="0"/>
                  <a:t>Let g be a digraph with vertex </a:t>
                </a:r>
              </a:p>
              <a:p>
                <a:pPr marL="0" indent="0">
                  <a:buNone/>
                </a:pPr>
                <a:r>
                  <a:rPr lang="en-US" dirty="0"/>
                  <a:t>V=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,……….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and edge</a:t>
                </a:r>
              </a:p>
              <a:p>
                <a:pPr marL="0" indent="0">
                  <a:buNone/>
                </a:pPr>
                <a:r>
                  <a:rPr lang="en-US" dirty="0"/>
                  <a:t> E=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,……….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and with no self loops. The incidence matrix of G is defined as B=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/>
                  <a:t>]</a:t>
                </a:r>
              </a:p>
              <a:p>
                <a:pPr marL="0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/>
                  <a:t>=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1 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𝑖𝑓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𝑖𝑛𝑖𝑡𝑖𝑎𝑙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𝑣𝑒𝑟𝑡𝑒𝑥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𝑜𝑓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−1 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𝑖𝑓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𝑡𝑒𝑟𝑚𝑖𝑛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𝑎𝑙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𝑣𝑒𝑟𝑡𝑒𝑥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𝑜𝑓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0 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𝑜𝑡h𝑒𝑟𝑤𝑖𝑠𝑒</m:t>
                            </m:r>
                          </m:e>
                        </m:eqArr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1200" y="304800"/>
                <a:ext cx="8229600" cy="6324600"/>
              </a:xfrm>
              <a:blipFill>
                <a:blip r:embed="rId2"/>
                <a:stretch>
                  <a:fillRect l="-1481" t="-1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07700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304800"/>
            <a:ext cx="8229600" cy="63246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Write the incidence matrix for the following digraph</a:t>
            </a:r>
          </a:p>
          <a:p>
            <a:pPr marL="0" indent="0">
              <a:buNone/>
            </a:pPr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8" name="Ink 7"/>
              <p14:cNvContentPartPr/>
              <p14:nvPr/>
            </p14:nvContentPartPr>
            <p14:xfrm>
              <a:off x="4054886" y="1681814"/>
              <a:ext cx="1097640" cy="473400"/>
            </p14:xfrm>
          </p:contentPart>
        </mc:Choice>
        <mc:Fallback>
          <p:pic>
            <p:nvPicPr>
              <p:cNvPr id="8" name="Ink 7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43006" y="1669943"/>
                <a:ext cx="1121400" cy="4971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" name="Ink 9"/>
              <p14:cNvContentPartPr/>
              <p14:nvPr/>
            </p14:nvContentPartPr>
            <p14:xfrm>
              <a:off x="2207366" y="1646174"/>
              <a:ext cx="1869480" cy="1135440"/>
            </p14:xfrm>
          </p:contentPart>
        </mc:Choice>
        <mc:Fallback>
          <p:pic>
            <p:nvPicPr>
              <p:cNvPr id="10" name="Ink 9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95495" y="1634298"/>
                <a:ext cx="1893222" cy="11591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4" name="Ink 23"/>
              <p14:cNvContentPartPr/>
              <p14:nvPr/>
            </p14:nvContentPartPr>
            <p14:xfrm>
              <a:off x="4048046" y="2128574"/>
              <a:ext cx="1158120" cy="755280"/>
            </p14:xfrm>
          </p:contentPart>
        </mc:Choice>
        <mc:Fallback>
          <p:pic>
            <p:nvPicPr>
              <p:cNvPr id="24" name="Ink 23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036170" y="2116694"/>
                <a:ext cx="1181873" cy="77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3" name="Ink 32"/>
              <p14:cNvContentPartPr/>
              <p14:nvPr/>
            </p14:nvContentPartPr>
            <p14:xfrm>
              <a:off x="3910166" y="2958734"/>
              <a:ext cx="316440" cy="316080"/>
            </p14:xfrm>
          </p:contentPart>
        </mc:Choice>
        <mc:Fallback>
          <p:pic>
            <p:nvPicPr>
              <p:cNvPr id="33" name="Ink 32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898286" y="2946854"/>
                <a:ext cx="340200" cy="33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50" name="Ink 49"/>
              <p14:cNvContentPartPr/>
              <p14:nvPr/>
            </p14:nvContentPartPr>
            <p14:xfrm>
              <a:off x="2209526" y="1645094"/>
              <a:ext cx="1843920" cy="1083600"/>
            </p14:xfrm>
          </p:contentPart>
        </mc:Choice>
        <mc:Fallback>
          <p:pic>
            <p:nvPicPr>
              <p:cNvPr id="50" name="Ink 49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197651" y="1633206"/>
                <a:ext cx="1867671" cy="11073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53" name="Ink 52"/>
              <p14:cNvContentPartPr/>
              <p14:nvPr/>
            </p14:nvContentPartPr>
            <p14:xfrm>
              <a:off x="2785526" y="1985294"/>
              <a:ext cx="533160" cy="1255320"/>
            </p14:xfrm>
          </p:contentPart>
        </mc:Choice>
        <mc:Fallback>
          <p:pic>
            <p:nvPicPr>
              <p:cNvPr id="53" name="Ink 52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773654" y="1973414"/>
                <a:ext cx="556904" cy="127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59" name="Ink 58"/>
              <p14:cNvContentPartPr/>
              <p14:nvPr/>
            </p14:nvContentPartPr>
            <p14:xfrm>
              <a:off x="2187566" y="1392734"/>
              <a:ext cx="3013920" cy="369720"/>
            </p14:xfrm>
          </p:contentPart>
        </mc:Choice>
        <mc:Fallback>
          <p:pic>
            <p:nvPicPr>
              <p:cNvPr id="59" name="Ink 58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175687" y="1380854"/>
                <a:ext cx="3037677" cy="39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82" name="Ink 81"/>
              <p14:cNvContentPartPr/>
              <p14:nvPr/>
            </p14:nvContentPartPr>
            <p14:xfrm>
              <a:off x="4021406" y="1522694"/>
              <a:ext cx="1698840" cy="874800"/>
            </p14:xfrm>
          </p:contentPart>
        </mc:Choice>
        <mc:Fallback>
          <p:pic>
            <p:nvPicPr>
              <p:cNvPr id="82" name="Ink 81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009526" y="1510814"/>
                <a:ext cx="1722600" cy="89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93" name="Ink 92"/>
              <p14:cNvContentPartPr/>
              <p14:nvPr/>
            </p14:nvContentPartPr>
            <p14:xfrm>
              <a:off x="2374406" y="3482174"/>
              <a:ext cx="479520" cy="2491920"/>
            </p14:xfrm>
          </p:contentPart>
        </mc:Choice>
        <mc:Fallback>
          <p:pic>
            <p:nvPicPr>
              <p:cNvPr id="93" name="Ink 92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362526" y="3470296"/>
                <a:ext cx="503280" cy="25156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95" name="Ink 94"/>
              <p14:cNvContentPartPr/>
              <p14:nvPr/>
            </p14:nvContentPartPr>
            <p14:xfrm>
              <a:off x="8779166" y="3343934"/>
              <a:ext cx="888840" cy="2450880"/>
            </p14:xfrm>
          </p:contentPart>
        </mc:Choice>
        <mc:Fallback>
          <p:pic>
            <p:nvPicPr>
              <p:cNvPr id="95" name="Ink 94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767286" y="3332056"/>
                <a:ext cx="912600" cy="24746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98" name="Ink 97"/>
              <p14:cNvContentPartPr/>
              <p14:nvPr/>
            </p14:nvContentPartPr>
            <p14:xfrm>
              <a:off x="2216726" y="1637174"/>
              <a:ext cx="1851120" cy="1143720"/>
            </p14:xfrm>
          </p:contentPart>
        </mc:Choice>
        <mc:Fallback>
          <p:pic>
            <p:nvPicPr>
              <p:cNvPr id="98" name="Ink 97"/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204846" y="1625290"/>
                <a:ext cx="1874880" cy="11674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12" name="Ink 111"/>
              <p14:cNvContentPartPr/>
              <p14:nvPr/>
            </p14:nvContentPartPr>
            <p14:xfrm>
              <a:off x="1901006" y="1448894"/>
              <a:ext cx="584640" cy="4488120"/>
            </p14:xfrm>
          </p:contentPart>
        </mc:Choice>
        <mc:Fallback>
          <p:pic>
            <p:nvPicPr>
              <p:cNvPr id="112" name="Ink 111"/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889126" y="1437013"/>
                <a:ext cx="608400" cy="45118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17" name="Ink 116"/>
              <p14:cNvContentPartPr/>
              <p14:nvPr/>
            </p14:nvContentPartPr>
            <p14:xfrm>
              <a:off x="4535126" y="1799894"/>
              <a:ext cx="210240" cy="366840"/>
            </p14:xfrm>
          </p:contentPart>
        </mc:Choice>
        <mc:Fallback>
          <p:pic>
            <p:nvPicPr>
              <p:cNvPr id="117" name="Ink 116"/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523246" y="1788026"/>
                <a:ext cx="234000" cy="3905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18" name="Ink 117"/>
              <p14:cNvContentPartPr/>
              <p14:nvPr/>
            </p14:nvContentPartPr>
            <p14:xfrm>
              <a:off x="4101326" y="2244494"/>
              <a:ext cx="860400" cy="547200"/>
            </p14:xfrm>
          </p:contentPart>
        </mc:Choice>
        <mc:Fallback>
          <p:pic>
            <p:nvPicPr>
              <p:cNvPr id="118" name="Ink 117"/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089446" y="2232614"/>
                <a:ext cx="884160" cy="57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25" name="Ink 124"/>
              <p14:cNvContentPartPr/>
              <p14:nvPr/>
            </p14:nvContentPartPr>
            <p14:xfrm>
              <a:off x="3999086" y="2143694"/>
              <a:ext cx="1222920" cy="682920"/>
            </p14:xfrm>
          </p:contentPart>
        </mc:Choice>
        <mc:Fallback>
          <p:pic>
            <p:nvPicPr>
              <p:cNvPr id="125" name="Ink 124"/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987209" y="2131814"/>
                <a:ext cx="1246673" cy="70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26" name="Ink 125"/>
              <p14:cNvContentPartPr/>
              <p14:nvPr/>
            </p14:nvContentPartPr>
            <p14:xfrm>
              <a:off x="3932486" y="2099054"/>
              <a:ext cx="186840" cy="153720"/>
            </p14:xfrm>
          </p:contentPart>
        </mc:Choice>
        <mc:Fallback>
          <p:pic>
            <p:nvPicPr>
              <p:cNvPr id="126" name="Ink 125"/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920629" y="2087229"/>
                <a:ext cx="210554" cy="1773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39" name="Ink 138"/>
              <p14:cNvContentPartPr/>
              <p14:nvPr/>
            </p14:nvContentPartPr>
            <p14:xfrm>
              <a:off x="1713086" y="2767934"/>
              <a:ext cx="7759440" cy="1128960"/>
            </p14:xfrm>
          </p:contentPart>
        </mc:Choice>
        <mc:Fallback>
          <p:pic>
            <p:nvPicPr>
              <p:cNvPr id="139" name="Ink 138"/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701207" y="2756054"/>
                <a:ext cx="7783198" cy="115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42" name="Ink 41"/>
              <p14:cNvContentPartPr/>
              <p14:nvPr/>
            </p14:nvContentPartPr>
            <p14:xfrm>
              <a:off x="4518787" y="2439843"/>
              <a:ext cx="138240" cy="204840"/>
            </p14:xfrm>
          </p:contentPart>
        </mc:Choice>
        <mc:Fallback>
          <p:pic>
            <p:nvPicPr>
              <p:cNvPr id="42" name="Ink 41"/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506907" y="2427984"/>
                <a:ext cx="162000" cy="2285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43" name="Ink 42"/>
              <p14:cNvContentPartPr/>
              <p14:nvPr/>
            </p14:nvContentPartPr>
            <p14:xfrm>
              <a:off x="2895547" y="4152003"/>
              <a:ext cx="54000" cy="209520"/>
            </p14:xfrm>
          </p:contentPart>
        </mc:Choice>
        <mc:Fallback>
          <p:pic>
            <p:nvPicPr>
              <p:cNvPr id="43" name="Ink 42"/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883746" y="4140143"/>
                <a:ext cx="77603" cy="2332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54" name="Ink 53"/>
              <p14:cNvContentPartPr/>
              <p14:nvPr/>
            </p14:nvContentPartPr>
            <p14:xfrm>
              <a:off x="2759467" y="4815843"/>
              <a:ext cx="157320" cy="126720"/>
            </p14:xfrm>
          </p:contentPart>
        </mc:Choice>
        <mc:Fallback>
          <p:pic>
            <p:nvPicPr>
              <p:cNvPr id="54" name="Ink 53"/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747614" y="4803963"/>
                <a:ext cx="181026" cy="15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58" name="Ink 57"/>
              <p14:cNvContentPartPr/>
              <p14:nvPr/>
            </p14:nvContentPartPr>
            <p14:xfrm>
              <a:off x="2776027" y="5718723"/>
              <a:ext cx="182160" cy="185400"/>
            </p14:xfrm>
          </p:contentPart>
        </mc:Choice>
        <mc:Fallback>
          <p:pic>
            <p:nvPicPr>
              <p:cNvPr id="58" name="Ink 57"/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764147" y="5706866"/>
                <a:ext cx="205920" cy="2091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64" name="Ink 63"/>
              <p14:cNvContentPartPr/>
              <p14:nvPr/>
            </p14:nvContentPartPr>
            <p14:xfrm>
              <a:off x="3584947" y="4757883"/>
              <a:ext cx="248760" cy="194400"/>
            </p14:xfrm>
          </p:contentPart>
        </mc:Choice>
        <mc:Fallback>
          <p:pic>
            <p:nvPicPr>
              <p:cNvPr id="64" name="Ink 63"/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573101" y="4746003"/>
                <a:ext cx="272451" cy="21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66" name="Ink 65"/>
              <p14:cNvContentPartPr/>
              <p14:nvPr/>
            </p14:nvContentPartPr>
            <p14:xfrm>
              <a:off x="3653707" y="4269363"/>
              <a:ext cx="54360" cy="172440"/>
            </p14:xfrm>
          </p:contentPart>
        </mc:Choice>
        <mc:Fallback>
          <p:pic>
            <p:nvPicPr>
              <p:cNvPr id="66" name="Ink 65"/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641748" y="4257606"/>
                <a:ext cx="78278" cy="1959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67" name="Ink 66"/>
              <p14:cNvContentPartPr/>
              <p14:nvPr/>
            </p14:nvContentPartPr>
            <p14:xfrm>
              <a:off x="4427347" y="4298883"/>
              <a:ext cx="164160" cy="727200"/>
            </p14:xfrm>
          </p:contentPart>
        </mc:Choice>
        <mc:Fallback>
          <p:pic>
            <p:nvPicPr>
              <p:cNvPr id="67" name="Ink 66"/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415467" y="4286997"/>
                <a:ext cx="187920" cy="7509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68" name="Ink 67"/>
              <p14:cNvContentPartPr/>
              <p14:nvPr/>
            </p14:nvContentPartPr>
            <p14:xfrm>
              <a:off x="6262987" y="4173603"/>
              <a:ext cx="118080" cy="120240"/>
            </p14:xfrm>
          </p:contentPart>
        </mc:Choice>
        <mc:Fallback>
          <p:pic>
            <p:nvPicPr>
              <p:cNvPr id="68" name="Ink 67"/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6251179" y="4161723"/>
                <a:ext cx="141696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72" name="Ink 71"/>
              <p14:cNvContentPartPr/>
              <p14:nvPr/>
            </p14:nvContentPartPr>
            <p14:xfrm>
              <a:off x="2744347" y="5275923"/>
              <a:ext cx="3672720" cy="662040"/>
            </p14:xfrm>
          </p:contentPart>
        </mc:Choice>
        <mc:Fallback>
          <p:pic>
            <p:nvPicPr>
              <p:cNvPr id="72" name="Ink 71"/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732467" y="5264043"/>
                <a:ext cx="3696480" cy="68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74" name="Ink 73"/>
              <p14:cNvContentPartPr/>
              <p14:nvPr/>
            </p14:nvContentPartPr>
            <p14:xfrm>
              <a:off x="3778267" y="5307603"/>
              <a:ext cx="870840" cy="208080"/>
            </p14:xfrm>
          </p:contentPart>
        </mc:Choice>
        <mc:Fallback>
          <p:pic>
            <p:nvPicPr>
              <p:cNvPr id="74" name="Ink 73"/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766392" y="5295764"/>
                <a:ext cx="894590" cy="2317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75" name="Ink 74"/>
              <p14:cNvContentPartPr/>
              <p14:nvPr/>
            </p14:nvContentPartPr>
            <p14:xfrm>
              <a:off x="5370187" y="4246683"/>
              <a:ext cx="227160" cy="1334880"/>
            </p14:xfrm>
          </p:contentPart>
        </mc:Choice>
        <mc:Fallback>
          <p:pic>
            <p:nvPicPr>
              <p:cNvPr id="75" name="Ink 74"/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358326" y="4234803"/>
                <a:ext cx="250882" cy="135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76" name="Ink 75"/>
              <p14:cNvContentPartPr/>
              <p14:nvPr/>
            </p14:nvContentPartPr>
            <p14:xfrm>
              <a:off x="7209787" y="5447283"/>
              <a:ext cx="184320" cy="158760"/>
            </p14:xfrm>
          </p:contentPart>
        </mc:Choice>
        <mc:Fallback>
          <p:pic>
            <p:nvPicPr>
              <p:cNvPr id="76" name="Ink 75"/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197930" y="5435430"/>
                <a:ext cx="208034" cy="1824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77" name="Ink 76"/>
              <p14:cNvContentPartPr/>
              <p14:nvPr/>
            </p14:nvContentPartPr>
            <p14:xfrm>
              <a:off x="6503467" y="5467443"/>
              <a:ext cx="29880" cy="198000"/>
            </p14:xfrm>
          </p:contentPart>
        </mc:Choice>
        <mc:Fallback>
          <p:pic>
            <p:nvPicPr>
              <p:cNvPr id="77" name="Ink 76"/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491867" y="5455563"/>
                <a:ext cx="53081" cy="2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78" name="Ink 77"/>
              <p14:cNvContentPartPr/>
              <p14:nvPr/>
            </p14:nvContentPartPr>
            <p14:xfrm>
              <a:off x="4604467" y="4077123"/>
              <a:ext cx="4634640" cy="2089440"/>
            </p14:xfrm>
          </p:contentPart>
        </mc:Choice>
        <mc:Fallback>
          <p:pic>
            <p:nvPicPr>
              <p:cNvPr id="78" name="Ink 77"/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592587" y="4065243"/>
                <a:ext cx="4658400" cy="21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80" name="Ink 79"/>
              <p14:cNvContentPartPr/>
              <p14:nvPr/>
            </p14:nvContentPartPr>
            <p14:xfrm>
              <a:off x="5442547" y="4874163"/>
              <a:ext cx="177480" cy="142200"/>
            </p14:xfrm>
          </p:contentPart>
        </mc:Choice>
        <mc:Fallback>
          <p:pic>
            <p:nvPicPr>
              <p:cNvPr id="80" name="Ink 79"/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430715" y="4862283"/>
                <a:ext cx="201144" cy="1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81" name="Ink 80"/>
              <p14:cNvContentPartPr/>
              <p14:nvPr/>
            </p14:nvContentPartPr>
            <p14:xfrm>
              <a:off x="7083787" y="4132563"/>
              <a:ext cx="132840" cy="139320"/>
            </p14:xfrm>
          </p:contentPart>
        </mc:Choice>
        <mc:Fallback>
          <p:pic>
            <p:nvPicPr>
              <p:cNvPr id="81" name="Ink 80"/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071907" y="4120774"/>
                <a:ext cx="156600" cy="16289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919056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0" y="152400"/>
            <a:ext cx="8839200" cy="6477000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Note:In</a:t>
            </a:r>
            <a:r>
              <a:rPr lang="en-US" dirty="0"/>
              <a:t> a graph no. of odd degree vertices must be even . </a:t>
            </a:r>
            <a:r>
              <a:rPr lang="en-US" i="1" u="sng" dirty="0">
                <a:solidFill>
                  <a:srgbClr val="FF0000"/>
                </a:solidFill>
              </a:rPr>
              <a:t>This is necessary but not sufficient</a:t>
            </a:r>
          </a:p>
          <a:p>
            <a:pPr marL="0" indent="0">
              <a:buNone/>
            </a:pPr>
            <a:r>
              <a:rPr lang="en-US" i="1" u="sng" dirty="0">
                <a:solidFill>
                  <a:srgbClr val="FF0000"/>
                </a:solidFill>
              </a:rPr>
              <a:t>Prob1: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Is there any simple graph corresponding to the following matrix </a:t>
            </a:r>
            <a:endParaRPr lang="en-IN" i="1" u="sng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3" name="Ink 12"/>
              <p14:cNvContentPartPr/>
              <p14:nvPr/>
            </p14:nvContentPartPr>
            <p14:xfrm>
              <a:off x="6766046" y="1821134"/>
              <a:ext cx="384120" cy="1037160"/>
            </p14:xfrm>
          </p:contentPart>
        </mc:Choice>
        <mc:Fallback>
          <p:pic>
            <p:nvPicPr>
              <p:cNvPr id="13" name="Ink 1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54166" y="1809254"/>
                <a:ext cx="407880" cy="10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97" name="Ink 96"/>
              <p14:cNvContentPartPr/>
              <p14:nvPr/>
            </p14:nvContentPartPr>
            <p14:xfrm>
              <a:off x="1875086" y="1681814"/>
              <a:ext cx="7717680" cy="2984760"/>
            </p14:xfrm>
          </p:contentPart>
        </mc:Choice>
        <mc:Fallback>
          <p:pic>
            <p:nvPicPr>
              <p:cNvPr id="97" name="Ink 96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63207" y="1669937"/>
                <a:ext cx="7741438" cy="30085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15" name="Ink 114"/>
              <p14:cNvContentPartPr/>
              <p14:nvPr/>
            </p14:nvContentPartPr>
            <p14:xfrm>
              <a:off x="7070606" y="1858934"/>
              <a:ext cx="1499040" cy="165600"/>
            </p14:xfrm>
          </p:contentPart>
        </mc:Choice>
        <mc:Fallback>
          <p:pic>
            <p:nvPicPr>
              <p:cNvPr id="115" name="Ink 114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058732" y="1847105"/>
                <a:ext cx="1522789" cy="1892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16" name="Ink 115"/>
              <p14:cNvContentPartPr/>
              <p14:nvPr/>
            </p14:nvContentPartPr>
            <p14:xfrm>
              <a:off x="8643806" y="1786934"/>
              <a:ext cx="296280" cy="1049760"/>
            </p14:xfrm>
          </p:contentPart>
        </mc:Choice>
        <mc:Fallback>
          <p:pic>
            <p:nvPicPr>
              <p:cNvPr id="116" name="Ink 115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631926" y="1775058"/>
                <a:ext cx="320040" cy="107351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432659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15617" y="152400"/>
                <a:ext cx="9723783" cy="64770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u="sng" dirty="0"/>
                  <a:t>Degree Sequence </a:t>
                </a:r>
                <a:r>
                  <a:rPr lang="en-US" dirty="0"/>
                  <a:t>: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,……….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are vertices in a graph G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,……….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 are their respective degrees then the sequence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,……….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is called degree sequence.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Note: A degree sequence  d={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,……….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} is graphic if there is a simple and undirected graph with this degree sequence.</a:t>
                </a:r>
              </a:p>
              <a:p>
                <a:pPr marL="0" indent="0">
                  <a:buNone/>
                </a:pPr>
                <a:r>
                  <a:rPr lang="en-US" dirty="0"/>
                  <a:t>Prob2:Is there a graph with degree sequence {1,3,3,3,5,6,6}</a:t>
                </a:r>
              </a:p>
              <a:p>
                <a:pPr marL="0" indent="0">
                  <a:buNone/>
                </a:pPr>
                <a:r>
                  <a:rPr lang="en-US" dirty="0" err="1"/>
                  <a:t>Soln</a:t>
                </a:r>
                <a:r>
                  <a:rPr lang="en-US" dirty="0"/>
                  <a:t>: It is not possible to draw a graph with a given degree sequence because the no. of odd degree vertices are not even . (since odd degree vertices are 5, which is not even)</a:t>
                </a:r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5617" y="152400"/>
                <a:ext cx="9723783" cy="6477000"/>
              </a:xfrm>
              <a:blipFill>
                <a:blip r:embed="rId2"/>
                <a:stretch>
                  <a:fillRect l="-1253" t="-1505" r="-12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93984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0" y="152400"/>
            <a:ext cx="8763000" cy="6477000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Prob</a:t>
            </a:r>
            <a:r>
              <a:rPr lang="en-US" dirty="0"/>
              <a:t> 3: Is there a simple non directed graph or determine the given degree sequence is a graph or not.</a:t>
            </a:r>
          </a:p>
          <a:p>
            <a:pPr marL="514350" indent="-514350">
              <a:buAutoNum type="arabicParenR"/>
            </a:pPr>
            <a:r>
              <a:rPr lang="en-US" dirty="0"/>
              <a:t>{2,3,3,4,4,5}        </a:t>
            </a:r>
            <a:r>
              <a:rPr lang="en-US" dirty="0" err="1"/>
              <a:t>Soln</a:t>
            </a:r>
            <a:r>
              <a:rPr lang="en-US" dirty="0"/>
              <a:t>: No. of odd degree vertices are not even so there cannot be a simple graph</a:t>
            </a:r>
          </a:p>
          <a:p>
            <a:pPr marL="514350" indent="-514350">
              <a:buAutoNum type="arabicParenR"/>
            </a:pPr>
            <a:r>
              <a:rPr lang="en-US" dirty="0"/>
              <a:t>{2,3,4,4,5}           </a:t>
            </a:r>
            <a:r>
              <a:rPr lang="en-US" dirty="0" err="1"/>
              <a:t>Soln</a:t>
            </a:r>
            <a:r>
              <a:rPr lang="en-US" dirty="0"/>
              <a:t>: Degree 5 means it should have 5 adjacent vertices which is not possible, so  no simple graph.</a:t>
            </a:r>
          </a:p>
          <a:p>
            <a:pPr marL="514350" indent="-514350">
              <a:buAutoNum type="arabicParenR"/>
            </a:pPr>
            <a:r>
              <a:rPr lang="en-US" dirty="0"/>
              <a:t>{1,3,3,3}          </a:t>
            </a:r>
            <a:r>
              <a:rPr lang="en-US" dirty="0" err="1"/>
              <a:t>Soln</a:t>
            </a:r>
            <a:r>
              <a:rPr lang="en-US" dirty="0"/>
              <a:t>: Not possible</a:t>
            </a:r>
          </a:p>
          <a:p>
            <a:pPr marL="514350" indent="-514350">
              <a:buAutoNum type="arabicParenR"/>
            </a:pPr>
            <a:r>
              <a:rPr lang="en-US" dirty="0"/>
              <a:t>{2,3,3,4,5,6,7}   </a:t>
            </a:r>
            <a:r>
              <a:rPr lang="en-US" dirty="0" err="1"/>
              <a:t>Soln</a:t>
            </a:r>
            <a:r>
              <a:rPr lang="en-US" dirty="0"/>
              <a:t>: Not possible as degree 7 means it should have 7 adjacent vertices.</a:t>
            </a:r>
          </a:p>
          <a:p>
            <a:pPr marL="514350" indent="-514350">
              <a:buAutoNum type="arabicParenR"/>
            </a:pPr>
            <a:r>
              <a:rPr lang="en-US" dirty="0"/>
              <a:t>{1,1,3,3,3,4,6,7} </a:t>
            </a:r>
            <a:r>
              <a:rPr lang="en-US" dirty="0" err="1"/>
              <a:t>Soln</a:t>
            </a:r>
            <a:r>
              <a:rPr lang="en-US" dirty="0"/>
              <a:t>: Not possible</a:t>
            </a:r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9431593" y="3801627"/>
              <a:ext cx="609120" cy="47664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419713" y="3789756"/>
                <a:ext cx="632880" cy="5003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Ink 7"/>
              <p14:cNvContentPartPr/>
              <p14:nvPr/>
            </p14:nvContentPartPr>
            <p14:xfrm>
              <a:off x="3756913" y="2642787"/>
              <a:ext cx="505800" cy="271080"/>
            </p14:xfrm>
          </p:contentPart>
        </mc:Choice>
        <mc:Fallback>
          <p:pic>
            <p:nvPicPr>
              <p:cNvPr id="8" name="Ink 7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745041" y="2630923"/>
                <a:ext cx="529543" cy="294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0" name="Ink 9"/>
              <p14:cNvContentPartPr/>
              <p14:nvPr/>
            </p14:nvContentPartPr>
            <p14:xfrm>
              <a:off x="9175993" y="4257387"/>
              <a:ext cx="304560" cy="514440"/>
            </p14:xfrm>
          </p:contentPart>
        </mc:Choice>
        <mc:Fallback>
          <p:pic>
            <p:nvPicPr>
              <p:cNvPr id="10" name="Ink 9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164155" y="4245507"/>
                <a:ext cx="328236" cy="53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3" name="Ink 12"/>
              <p14:cNvContentPartPr/>
              <p14:nvPr/>
            </p14:nvContentPartPr>
            <p14:xfrm>
              <a:off x="9493153" y="4241907"/>
              <a:ext cx="199440" cy="529200"/>
            </p14:xfrm>
          </p:contentPart>
        </mc:Choice>
        <mc:Fallback>
          <p:pic>
            <p:nvPicPr>
              <p:cNvPr id="13" name="Ink 12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481337" y="4230051"/>
                <a:ext cx="223072" cy="5529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5" name="Ink 14"/>
              <p14:cNvContentPartPr/>
              <p14:nvPr/>
            </p14:nvContentPartPr>
            <p14:xfrm>
              <a:off x="8644273" y="4274667"/>
              <a:ext cx="883800" cy="382320"/>
            </p14:xfrm>
          </p:contentPart>
        </mc:Choice>
        <mc:Fallback>
          <p:pic>
            <p:nvPicPr>
              <p:cNvPr id="15" name="Ink 14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632388" y="4262820"/>
                <a:ext cx="907570" cy="4060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6" name="Ink 15"/>
              <p14:cNvContentPartPr/>
              <p14:nvPr/>
            </p14:nvContentPartPr>
            <p14:xfrm>
              <a:off x="9490633" y="4233987"/>
              <a:ext cx="725400" cy="192240"/>
            </p14:xfrm>
          </p:contentPart>
        </mc:Choice>
        <mc:Fallback>
          <p:pic>
            <p:nvPicPr>
              <p:cNvPr id="16" name="Ink 15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478753" y="4222085"/>
                <a:ext cx="749160" cy="2160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8" name="Ink 17"/>
              <p14:cNvContentPartPr/>
              <p14:nvPr/>
            </p14:nvContentPartPr>
            <p14:xfrm>
              <a:off x="8449513" y="4262787"/>
              <a:ext cx="1104840" cy="68040"/>
            </p14:xfrm>
          </p:contentPart>
        </mc:Choice>
        <mc:Fallback>
          <p:pic>
            <p:nvPicPr>
              <p:cNvPr id="18" name="Ink 17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437633" y="4250970"/>
                <a:ext cx="1128600" cy="916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1" name="Ink 20"/>
              <p14:cNvContentPartPr/>
              <p14:nvPr/>
            </p14:nvContentPartPr>
            <p14:xfrm>
              <a:off x="9777913" y="4445667"/>
              <a:ext cx="613080" cy="453240"/>
            </p14:xfrm>
          </p:contentPart>
        </mc:Choice>
        <mc:Fallback>
          <p:pic>
            <p:nvPicPr>
              <p:cNvPr id="21" name="Ink 20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766033" y="4433796"/>
                <a:ext cx="636840" cy="4769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3" name="Ink 22"/>
              <p14:cNvContentPartPr/>
              <p14:nvPr/>
            </p14:nvContentPartPr>
            <p14:xfrm>
              <a:off x="9068353" y="4867587"/>
              <a:ext cx="88560" cy="120600"/>
            </p14:xfrm>
          </p:contentPart>
        </mc:Choice>
        <mc:Fallback>
          <p:pic>
            <p:nvPicPr>
              <p:cNvPr id="23" name="Ink 22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056521" y="4855742"/>
                <a:ext cx="112224" cy="1442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8" name="Ink 27"/>
              <p14:cNvContentPartPr/>
              <p14:nvPr/>
            </p14:nvContentPartPr>
            <p14:xfrm>
              <a:off x="8270233" y="4336947"/>
              <a:ext cx="355320" cy="529920"/>
            </p14:xfrm>
          </p:contentPart>
        </mc:Choice>
        <mc:Fallback>
          <p:pic>
            <p:nvPicPr>
              <p:cNvPr id="28" name="Ink 27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258365" y="4325083"/>
                <a:ext cx="379056" cy="5536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34" name="Ink 33"/>
              <p14:cNvContentPartPr/>
              <p14:nvPr/>
            </p14:nvContentPartPr>
            <p14:xfrm>
              <a:off x="2437153" y="5422707"/>
              <a:ext cx="1968120" cy="195840"/>
            </p14:xfrm>
          </p:contentPart>
        </mc:Choice>
        <mc:Fallback>
          <p:pic>
            <p:nvPicPr>
              <p:cNvPr id="34" name="Ink 33"/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425275" y="5410827"/>
                <a:ext cx="1991876" cy="219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092334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/>
              <p14:cNvContentPartPr/>
              <p14:nvPr/>
            </p14:nvContentPartPr>
            <p14:xfrm>
              <a:off x="2111713" y="108747"/>
              <a:ext cx="8257320" cy="2079360"/>
            </p14:xfrm>
          </p:contentPart>
        </mc:Choice>
        <mc:Fallback>
          <p:pic>
            <p:nvPicPr>
              <p:cNvPr id="5" name="Ink 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99833" y="96869"/>
                <a:ext cx="8281080" cy="21031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7" name="Ink 26"/>
              <p14:cNvContentPartPr/>
              <p14:nvPr/>
            </p14:nvContentPartPr>
            <p14:xfrm>
              <a:off x="2429233" y="744507"/>
              <a:ext cx="1511280" cy="576000"/>
            </p14:xfrm>
          </p:contentPart>
        </mc:Choice>
        <mc:Fallback>
          <p:pic>
            <p:nvPicPr>
              <p:cNvPr id="27" name="Ink 26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17356" y="732634"/>
                <a:ext cx="1535034" cy="5997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7" name="Ink 36"/>
              <p14:cNvContentPartPr/>
              <p14:nvPr/>
            </p14:nvContentPartPr>
            <p14:xfrm>
              <a:off x="3710113" y="1601307"/>
              <a:ext cx="591840" cy="282240"/>
            </p14:xfrm>
          </p:contentPart>
        </mc:Choice>
        <mc:Fallback>
          <p:pic>
            <p:nvPicPr>
              <p:cNvPr id="37" name="Ink 36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698226" y="1589442"/>
                <a:ext cx="615614" cy="3059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6" name="Ink 55"/>
              <p14:cNvContentPartPr/>
              <p14:nvPr/>
            </p14:nvContentPartPr>
            <p14:xfrm>
              <a:off x="3412753" y="1971027"/>
              <a:ext cx="376560" cy="678960"/>
            </p14:xfrm>
          </p:contentPart>
        </mc:Choice>
        <mc:Fallback>
          <p:pic>
            <p:nvPicPr>
              <p:cNvPr id="56" name="Ink 55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400884" y="1959153"/>
                <a:ext cx="400297" cy="7027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3" name="Ink 62"/>
              <p14:cNvContentPartPr/>
              <p14:nvPr/>
            </p14:nvContentPartPr>
            <p14:xfrm>
              <a:off x="3814873" y="976347"/>
              <a:ext cx="413640" cy="551880"/>
            </p14:xfrm>
          </p:contentPart>
        </mc:Choice>
        <mc:Fallback>
          <p:pic>
            <p:nvPicPr>
              <p:cNvPr id="63" name="Ink 62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803003" y="964467"/>
                <a:ext cx="437379" cy="57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4" name="Ink 73"/>
              <p14:cNvContentPartPr/>
              <p14:nvPr/>
            </p14:nvContentPartPr>
            <p14:xfrm>
              <a:off x="3314833" y="2117187"/>
              <a:ext cx="2414880" cy="857520"/>
            </p14:xfrm>
          </p:contentPart>
        </mc:Choice>
        <mc:Fallback>
          <p:pic>
            <p:nvPicPr>
              <p:cNvPr id="74" name="Ink 73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302953" y="2105312"/>
                <a:ext cx="2438640" cy="8812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99" name="Ink 98"/>
              <p14:cNvContentPartPr/>
              <p14:nvPr/>
            </p14:nvContentPartPr>
            <p14:xfrm>
              <a:off x="7648513" y="3901707"/>
              <a:ext cx="816840" cy="414000"/>
            </p14:xfrm>
          </p:contentPart>
        </mc:Choice>
        <mc:Fallback>
          <p:pic>
            <p:nvPicPr>
              <p:cNvPr id="99" name="Ink 98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636633" y="3889827"/>
                <a:ext cx="840600" cy="43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00" name="Ink 99"/>
              <p14:cNvContentPartPr/>
              <p14:nvPr/>
            </p14:nvContentPartPr>
            <p14:xfrm>
              <a:off x="7972153" y="3890907"/>
              <a:ext cx="563760" cy="817920"/>
            </p14:xfrm>
          </p:contentPart>
        </mc:Choice>
        <mc:Fallback>
          <p:pic>
            <p:nvPicPr>
              <p:cNvPr id="100" name="Ink 99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960273" y="3879027"/>
                <a:ext cx="587520" cy="84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01" name="Ink 100"/>
              <p14:cNvContentPartPr/>
              <p14:nvPr/>
            </p14:nvContentPartPr>
            <p14:xfrm>
              <a:off x="8510353" y="3894867"/>
              <a:ext cx="237600" cy="775440"/>
            </p14:xfrm>
          </p:contentPart>
        </mc:Choice>
        <mc:Fallback>
          <p:pic>
            <p:nvPicPr>
              <p:cNvPr id="101" name="Ink 100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498473" y="3882987"/>
                <a:ext cx="261360" cy="79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02" name="Ink 101"/>
              <p14:cNvContentPartPr/>
              <p14:nvPr/>
            </p14:nvContentPartPr>
            <p14:xfrm>
              <a:off x="8558593" y="3904227"/>
              <a:ext cx="716760" cy="663120"/>
            </p14:xfrm>
          </p:contentPart>
        </mc:Choice>
        <mc:Fallback>
          <p:pic>
            <p:nvPicPr>
              <p:cNvPr id="102" name="Ink 101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546719" y="3892334"/>
                <a:ext cx="740508" cy="6869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03" name="Ink 102"/>
              <p14:cNvContentPartPr/>
              <p14:nvPr/>
            </p14:nvContentPartPr>
            <p14:xfrm>
              <a:off x="8662273" y="3885147"/>
              <a:ext cx="1072440" cy="379080"/>
            </p14:xfrm>
          </p:contentPart>
        </mc:Choice>
        <mc:Fallback>
          <p:pic>
            <p:nvPicPr>
              <p:cNvPr id="103" name="Ink 102"/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650397" y="3873334"/>
                <a:ext cx="1096192" cy="4027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13" name="Ink 112"/>
              <p14:cNvContentPartPr/>
              <p14:nvPr/>
            </p14:nvContentPartPr>
            <p14:xfrm>
              <a:off x="7104913" y="3830787"/>
              <a:ext cx="1353960" cy="217440"/>
            </p14:xfrm>
          </p:contentPart>
        </mc:Choice>
        <mc:Fallback>
          <p:pic>
            <p:nvPicPr>
              <p:cNvPr id="113" name="Ink 112"/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093033" y="3818946"/>
                <a:ext cx="1377720" cy="2411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22" name="Ink 121"/>
              <p14:cNvContentPartPr/>
              <p14:nvPr/>
            </p14:nvContentPartPr>
            <p14:xfrm>
              <a:off x="3788593" y="1998747"/>
              <a:ext cx="887400" cy="316080"/>
            </p14:xfrm>
          </p:contentPart>
        </mc:Choice>
        <mc:Fallback>
          <p:pic>
            <p:nvPicPr>
              <p:cNvPr id="122" name="Ink 121"/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776713" y="1986881"/>
                <a:ext cx="911160" cy="3398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34" name="Ink 133"/>
              <p14:cNvContentPartPr/>
              <p14:nvPr/>
            </p14:nvContentPartPr>
            <p14:xfrm>
              <a:off x="7565353" y="1938987"/>
              <a:ext cx="2827800" cy="1996200"/>
            </p14:xfrm>
          </p:contentPart>
        </mc:Choice>
        <mc:Fallback>
          <p:pic>
            <p:nvPicPr>
              <p:cNvPr id="134" name="Ink 133"/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553476" y="1927107"/>
                <a:ext cx="2851554" cy="20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35" name="Ink 134"/>
              <p14:cNvContentPartPr/>
              <p14:nvPr/>
            </p14:nvContentPartPr>
            <p14:xfrm>
              <a:off x="2846833" y="4015467"/>
              <a:ext cx="1331280" cy="100800"/>
            </p14:xfrm>
          </p:contentPart>
        </mc:Choice>
        <mc:Fallback>
          <p:pic>
            <p:nvPicPr>
              <p:cNvPr id="135" name="Ink 134"/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834950" y="4003671"/>
                <a:ext cx="1355046" cy="1243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36" name="Ink 135"/>
              <p14:cNvContentPartPr/>
              <p14:nvPr/>
            </p14:nvContentPartPr>
            <p14:xfrm>
              <a:off x="2870593" y="4153707"/>
              <a:ext cx="1330200" cy="416520"/>
            </p14:xfrm>
          </p:contentPart>
        </mc:Choice>
        <mc:Fallback>
          <p:pic>
            <p:nvPicPr>
              <p:cNvPr id="136" name="Ink 135"/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858710" y="4141837"/>
                <a:ext cx="1353966" cy="4402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37" name="Ink 136"/>
              <p14:cNvContentPartPr/>
              <p14:nvPr/>
            </p14:nvContentPartPr>
            <p14:xfrm>
              <a:off x="3093433" y="4127787"/>
              <a:ext cx="1157400" cy="902160"/>
            </p14:xfrm>
          </p:contentPart>
        </mc:Choice>
        <mc:Fallback>
          <p:pic>
            <p:nvPicPr>
              <p:cNvPr id="137" name="Ink 136"/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081553" y="4115912"/>
                <a:ext cx="1181160" cy="9259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38" name="Ink 137"/>
              <p14:cNvContentPartPr/>
              <p14:nvPr/>
            </p14:nvContentPartPr>
            <p14:xfrm>
              <a:off x="4149673" y="4111947"/>
              <a:ext cx="41760" cy="1114560"/>
            </p14:xfrm>
          </p:contentPart>
        </mc:Choice>
        <mc:Fallback>
          <p:pic>
            <p:nvPicPr>
              <p:cNvPr id="138" name="Ink 137"/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137145" y="4100075"/>
                <a:ext cx="66816" cy="11383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139" name="Ink 138"/>
              <p14:cNvContentPartPr/>
              <p14:nvPr/>
            </p14:nvContentPartPr>
            <p14:xfrm>
              <a:off x="4224193" y="4143627"/>
              <a:ext cx="1201320" cy="678240"/>
            </p14:xfrm>
          </p:contentPart>
        </mc:Choice>
        <mc:Fallback>
          <p:pic>
            <p:nvPicPr>
              <p:cNvPr id="139" name="Ink 138"/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212313" y="4131747"/>
                <a:ext cx="1225080" cy="70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140" name="Ink 139"/>
              <p14:cNvContentPartPr/>
              <p14:nvPr/>
            </p14:nvContentPartPr>
            <p14:xfrm>
              <a:off x="4250473" y="4146147"/>
              <a:ext cx="529560" cy="1099800"/>
            </p14:xfrm>
          </p:contentPart>
        </mc:Choice>
        <mc:Fallback>
          <p:pic>
            <p:nvPicPr>
              <p:cNvPr id="140" name="Ink 139"/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238593" y="4134267"/>
                <a:ext cx="553320" cy="112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141" name="Ink 140"/>
              <p14:cNvContentPartPr/>
              <p14:nvPr/>
            </p14:nvContentPartPr>
            <p14:xfrm>
              <a:off x="4292953" y="4108707"/>
              <a:ext cx="1508400" cy="276120"/>
            </p14:xfrm>
          </p:contentPart>
        </mc:Choice>
        <mc:Fallback>
          <p:pic>
            <p:nvPicPr>
              <p:cNvPr id="141" name="Ink 140"/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281076" y="4096827"/>
                <a:ext cx="1532154" cy="2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142" name="Ink 141"/>
              <p14:cNvContentPartPr/>
              <p14:nvPr/>
            </p14:nvContentPartPr>
            <p14:xfrm>
              <a:off x="8867833" y="4358187"/>
              <a:ext cx="1075680" cy="498600"/>
            </p14:xfrm>
          </p:contentPart>
        </mc:Choice>
        <mc:Fallback>
          <p:pic>
            <p:nvPicPr>
              <p:cNvPr id="142" name="Ink 141"/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855953" y="4346316"/>
                <a:ext cx="1099440" cy="5223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143" name="Ink 142"/>
              <p14:cNvContentPartPr/>
              <p14:nvPr/>
            </p14:nvContentPartPr>
            <p14:xfrm>
              <a:off x="8003833" y="4737267"/>
              <a:ext cx="243000" cy="189360"/>
            </p14:xfrm>
          </p:contentPart>
        </mc:Choice>
        <mc:Fallback>
          <p:pic>
            <p:nvPicPr>
              <p:cNvPr id="143" name="Ink 142"/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991953" y="4725410"/>
                <a:ext cx="266760" cy="2130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157" name="Ink 156"/>
              <p14:cNvContentPartPr/>
              <p14:nvPr/>
            </p14:nvContentPartPr>
            <p14:xfrm>
              <a:off x="2672593" y="4056867"/>
              <a:ext cx="492480" cy="1216800"/>
            </p14:xfrm>
          </p:contentPart>
        </mc:Choice>
        <mc:Fallback>
          <p:pic>
            <p:nvPicPr>
              <p:cNvPr id="157" name="Ink 156"/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660739" y="4044991"/>
                <a:ext cx="516188" cy="12405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159" name="Ink 158"/>
              <p14:cNvContentPartPr/>
              <p14:nvPr/>
            </p14:nvContentPartPr>
            <p14:xfrm>
              <a:off x="3793633" y="1992267"/>
              <a:ext cx="232560" cy="615600"/>
            </p14:xfrm>
          </p:contentPart>
        </mc:Choice>
        <mc:Fallback>
          <p:pic>
            <p:nvPicPr>
              <p:cNvPr id="159" name="Ink 158"/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781753" y="1980387"/>
                <a:ext cx="256320" cy="63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160" name="Ink 159"/>
              <p14:cNvContentPartPr/>
              <p14:nvPr/>
            </p14:nvContentPartPr>
            <p14:xfrm>
              <a:off x="4013233" y="2304747"/>
              <a:ext cx="693360" cy="338400"/>
            </p14:xfrm>
          </p:contentPart>
        </mc:Choice>
        <mc:Fallback>
          <p:pic>
            <p:nvPicPr>
              <p:cNvPr id="160" name="Ink 159"/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001353" y="2292854"/>
                <a:ext cx="717120" cy="3621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161" name="Ink 160"/>
              <p14:cNvContentPartPr/>
              <p14:nvPr/>
            </p14:nvContentPartPr>
            <p14:xfrm>
              <a:off x="4218793" y="3538107"/>
              <a:ext cx="850320" cy="656640"/>
            </p14:xfrm>
          </p:contentPart>
        </mc:Choice>
        <mc:Fallback>
          <p:pic>
            <p:nvPicPr>
              <p:cNvPr id="161" name="Ink 160"/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206913" y="3526227"/>
                <a:ext cx="874080" cy="68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162" name="Ink 161"/>
              <p14:cNvContentPartPr/>
              <p14:nvPr/>
            </p14:nvContentPartPr>
            <p14:xfrm>
              <a:off x="4048153" y="4197987"/>
              <a:ext cx="3670560" cy="1464120"/>
            </p14:xfrm>
          </p:contentPart>
        </mc:Choice>
        <mc:Fallback>
          <p:pic>
            <p:nvPicPr>
              <p:cNvPr id="162" name="Ink 161"/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036272" y="4186107"/>
                <a:ext cx="3694322" cy="1487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267652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034" name="Object 2"/>
          <p:cNvGraphicFramePr>
            <a:graphicFrameLocks noChangeAspect="1"/>
          </p:cNvGraphicFramePr>
          <p:nvPr>
            <p:extLst/>
          </p:nvPr>
        </p:nvGraphicFramePr>
        <p:xfrm>
          <a:off x="2057400" y="533400"/>
          <a:ext cx="8382000" cy="571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6" name="Document" r:id="rId3" imgW="5950204" imgH="3617058" progId="">
                  <p:embed/>
                </p:oleObj>
              </mc:Choice>
              <mc:Fallback>
                <p:oleObj name="Document" r:id="rId3" imgW="5950204" imgH="3617058" progId="">
                  <p:embed/>
                  <p:pic>
                    <p:nvPicPr>
                      <p:cNvPr id="4403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533400"/>
                        <a:ext cx="8382000" cy="571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0E3B5C09-F2C0-403A-A6DF-2EB2A7C51BA8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162800" y="2133600"/>
          <a:ext cx="4953000" cy="4094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7" name="Document" r:id="rId5" imgW="6084422" imgH="4094021" progId="">
                  <p:embed/>
                </p:oleObj>
              </mc:Choice>
              <mc:Fallback>
                <p:oleObj name="Document" r:id="rId5" imgW="6084422" imgH="4094021" progId="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0E3B5C09-F2C0-403A-A6DF-2EB2A7C51B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0" y="2133600"/>
                        <a:ext cx="4953000" cy="4094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02" name="Object 2"/>
          <p:cNvGraphicFramePr>
            <a:graphicFrameLocks noChangeAspect="1"/>
          </p:cNvGraphicFramePr>
          <p:nvPr/>
        </p:nvGraphicFramePr>
        <p:xfrm>
          <a:off x="2057401" y="838201"/>
          <a:ext cx="7619999" cy="495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0" name="Document" r:id="rId3" imgW="5950204" imgH="3435719" progId="">
                  <p:embed/>
                </p:oleObj>
              </mc:Choice>
              <mc:Fallback>
                <p:oleObj name="Document" r:id="rId3" imgW="5950204" imgH="3435719" progId="">
                  <p:embed/>
                  <p:pic>
                    <p:nvPicPr>
                      <p:cNvPr id="5120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1" y="838201"/>
                        <a:ext cx="7619999" cy="495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045E16F0-C414-451E-9F4D-44AE996BC657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248400" y="1981200"/>
          <a:ext cx="5334000" cy="358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1" name="Document" r:id="rId5" imgW="5940848" imgH="2329295" progId="">
                  <p:embed/>
                </p:oleObj>
              </mc:Choice>
              <mc:Fallback>
                <p:oleObj name="Document" r:id="rId5" imgW="5940848" imgH="2329295" progId="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045E16F0-C414-451E-9F4D-44AE996BC6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1981200"/>
                        <a:ext cx="5334000" cy="358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250" name="Object 2"/>
          <p:cNvGraphicFramePr>
            <a:graphicFrameLocks noChangeAspect="1"/>
          </p:cNvGraphicFramePr>
          <p:nvPr/>
        </p:nvGraphicFramePr>
        <p:xfrm>
          <a:off x="2051051" y="387351"/>
          <a:ext cx="7934325" cy="6107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1" name="Document" r:id="rId3" imgW="5950204" imgH="4590452" progId="">
                  <p:embed/>
                </p:oleObj>
              </mc:Choice>
              <mc:Fallback>
                <p:oleObj name="Document" r:id="rId3" imgW="5950204" imgH="4590452" progId="">
                  <p:embed/>
                  <p:pic>
                    <p:nvPicPr>
                      <p:cNvPr id="5325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1" y="387351"/>
                        <a:ext cx="7934325" cy="6107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/>
              <p14:cNvContentPartPr/>
              <p14:nvPr/>
            </p14:nvContentPartPr>
            <p14:xfrm>
              <a:off x="2465233" y="1550547"/>
              <a:ext cx="182520" cy="1188360"/>
            </p14:xfrm>
          </p:contentPart>
        </mc:Choice>
        <mc:Fallback>
          <p:pic>
            <p:nvPicPr>
              <p:cNvPr id="3" name="Ink 2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53353" y="1538667"/>
                <a:ext cx="206280" cy="121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" name="Ink 7"/>
              <p14:cNvContentPartPr/>
              <p14:nvPr/>
            </p14:nvContentPartPr>
            <p14:xfrm>
              <a:off x="2801113" y="1191267"/>
              <a:ext cx="1276560" cy="200880"/>
            </p14:xfrm>
          </p:contentPart>
        </mc:Choice>
        <mc:Fallback>
          <p:pic>
            <p:nvPicPr>
              <p:cNvPr id="8" name="Ink 7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789240" y="1179408"/>
                <a:ext cx="1300307" cy="2245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2" name="Ink 11"/>
              <p14:cNvContentPartPr/>
              <p14:nvPr/>
            </p14:nvContentPartPr>
            <p14:xfrm>
              <a:off x="3232753" y="4585707"/>
              <a:ext cx="15120" cy="0"/>
            </p14:xfrm>
          </p:contentPart>
        </mc:Choice>
        <mc:Fallback>
          <p:pic>
            <p:nvPicPr>
              <p:cNvPr id="12" name="Ink 11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220873" y="4585707"/>
                <a:ext cx="38880" cy="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4" name="Ink 13"/>
              <p14:cNvContentPartPr/>
              <p14:nvPr/>
            </p14:nvContentPartPr>
            <p14:xfrm>
              <a:off x="5121673" y="4553307"/>
              <a:ext cx="7920" cy="360"/>
            </p14:xfrm>
          </p:contentPart>
        </mc:Choice>
        <mc:Fallback>
          <p:pic>
            <p:nvPicPr>
              <p:cNvPr id="14" name="Ink 13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109793" y="4541427"/>
                <a:ext cx="31680" cy="24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346" name="Object 2"/>
          <p:cNvGraphicFramePr>
            <a:graphicFrameLocks noChangeAspect="1"/>
          </p:cNvGraphicFramePr>
          <p:nvPr>
            <p:extLst/>
          </p:nvPr>
        </p:nvGraphicFramePr>
        <p:xfrm>
          <a:off x="2209801" y="838200"/>
          <a:ext cx="8077199" cy="562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5" name="Document" r:id="rId3" imgW="5950204" imgH="5686781" progId="">
                  <p:embed/>
                </p:oleObj>
              </mc:Choice>
              <mc:Fallback>
                <p:oleObj name="Document" r:id="rId3" imgW="5950204" imgH="5686781" progId="">
                  <p:embed/>
                  <p:pic>
                    <p:nvPicPr>
                      <p:cNvPr id="5734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1" y="838200"/>
                        <a:ext cx="8077199" cy="562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/>
              <p14:cNvContentPartPr/>
              <p14:nvPr/>
            </p14:nvContentPartPr>
            <p14:xfrm>
              <a:off x="5715000" y="5257800"/>
              <a:ext cx="440280" cy="1255320"/>
            </p14:xfrm>
          </p:contentPart>
        </mc:Choice>
        <mc:Fallback>
          <p:pic>
            <p:nvPicPr>
              <p:cNvPr id="3" name="Ink 2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703120" y="5245927"/>
                <a:ext cx="464040" cy="12790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9" name="Ink 18"/>
              <p14:cNvContentPartPr/>
              <p14:nvPr/>
            </p14:nvContentPartPr>
            <p14:xfrm>
              <a:off x="3367033" y="5056227"/>
              <a:ext cx="1763640" cy="249480"/>
            </p14:xfrm>
          </p:contentPart>
        </mc:Choice>
        <mc:Fallback>
          <p:pic>
            <p:nvPicPr>
              <p:cNvPr id="19" name="Ink 18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355155" y="5044347"/>
                <a:ext cx="1787395" cy="273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0200" y="152400"/>
            <a:ext cx="8991600" cy="662940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Path</a:t>
            </a:r>
            <a:r>
              <a:rPr lang="en-US" dirty="0"/>
              <a:t>: In a non-directed graph G, a sequence ‘P’ of  zero or more edges of the form {v0,v1},{v1,v2},{v2,v3},…….{vn-1,vn} or </a:t>
            </a:r>
          </a:p>
          <a:p>
            <a:pPr marL="0" indent="0">
              <a:buNone/>
            </a:pPr>
            <a:r>
              <a:rPr lang="en-US" dirty="0"/>
              <a:t>v0-v1-v2-…..</a:t>
            </a:r>
            <a:r>
              <a:rPr lang="en-US" dirty="0" err="1"/>
              <a:t>vn</a:t>
            </a:r>
            <a:r>
              <a:rPr lang="en-US" dirty="0"/>
              <a:t> is called a path from v0 to </a:t>
            </a:r>
            <a:r>
              <a:rPr lang="en-US" dirty="0" err="1"/>
              <a:t>vn.</a:t>
            </a:r>
            <a:r>
              <a:rPr lang="en-US" dirty="0"/>
              <a:t> , where v0 is the initial vertex and </a:t>
            </a:r>
            <a:r>
              <a:rPr lang="en-US" dirty="0" err="1"/>
              <a:t>vn</a:t>
            </a:r>
            <a:r>
              <a:rPr lang="en-US" dirty="0"/>
              <a:t> is the terminal vertex of the path P.</a:t>
            </a:r>
          </a:p>
          <a:p>
            <a:pPr marL="0" indent="0">
              <a:buNone/>
            </a:pPr>
            <a:r>
              <a:rPr lang="en-US" dirty="0"/>
              <a:t>1.In a path, vertices and edges may be repeated any no. of times</a:t>
            </a:r>
          </a:p>
          <a:p>
            <a:pPr marL="0" indent="0">
              <a:buNone/>
            </a:pPr>
            <a:r>
              <a:rPr lang="en-US" dirty="0"/>
              <a:t>2. The no. of edges in a path is called length  of the path.</a:t>
            </a:r>
          </a:p>
          <a:p>
            <a:pPr marL="0" indent="0">
              <a:buNone/>
            </a:pPr>
            <a:r>
              <a:rPr lang="en-US" dirty="0"/>
              <a:t>3.A path of the length zero is called trivial path.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/>
              <p14:cNvContentPartPr/>
              <p14:nvPr/>
            </p14:nvContentPartPr>
            <p14:xfrm>
              <a:off x="5281074" y="5105834"/>
              <a:ext cx="4211280" cy="34884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69554" y="5098634"/>
                <a:ext cx="4231080" cy="36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9" name="Ink 18"/>
              <p14:cNvContentPartPr/>
              <p14:nvPr/>
            </p14:nvContentPartPr>
            <p14:xfrm>
              <a:off x="7634394" y="5704154"/>
              <a:ext cx="1640160" cy="148320"/>
            </p14:xfrm>
          </p:contentPart>
        </mc:Choice>
        <mc:Fallback xmlns="">
          <p:pic>
            <p:nvPicPr>
              <p:cNvPr id="19" name="Ink 18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586525" y="5608034"/>
                <a:ext cx="1735899" cy="340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450644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2122" y="152400"/>
            <a:ext cx="10111408" cy="66294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b="1" u="sng" dirty="0"/>
              <a:t>Open Path</a:t>
            </a:r>
            <a:r>
              <a:rPr lang="en-US" dirty="0"/>
              <a:t>: A path in which initial and terminal vertices are distinct is called open path </a:t>
            </a:r>
            <a:r>
              <a:rPr lang="en-US" dirty="0" err="1"/>
              <a:t>i.e</a:t>
            </a:r>
            <a:r>
              <a:rPr lang="en-US" dirty="0"/>
              <a:t> v0≠vn.In the above example A-B-C-D is an open path.</a:t>
            </a:r>
          </a:p>
          <a:p>
            <a:pPr marL="0" indent="0">
              <a:buNone/>
            </a:pPr>
            <a:r>
              <a:rPr lang="en-US" b="1" dirty="0"/>
              <a:t>2</a:t>
            </a:r>
            <a:r>
              <a:rPr lang="en-US" dirty="0"/>
              <a:t>. </a:t>
            </a:r>
            <a:r>
              <a:rPr lang="en-US" b="1" u="sng" dirty="0"/>
              <a:t>Closed Path</a:t>
            </a:r>
            <a:r>
              <a:rPr lang="en-US" dirty="0"/>
              <a:t>: A path in which initial and terminal vertices are same is called closed path </a:t>
            </a:r>
            <a:r>
              <a:rPr lang="en-US" dirty="0" err="1"/>
              <a:t>i.e</a:t>
            </a:r>
            <a:r>
              <a:rPr lang="en-US" dirty="0"/>
              <a:t> v0=</a:t>
            </a:r>
            <a:r>
              <a:rPr lang="en-US" dirty="0" err="1"/>
              <a:t>vn.</a:t>
            </a:r>
            <a:r>
              <a:rPr lang="en-US" dirty="0"/>
              <a:t> In the above example  A ,  A-B-A  , </a:t>
            </a:r>
          </a:p>
          <a:p>
            <a:pPr marL="0" indent="0">
              <a:buNone/>
            </a:pPr>
            <a:r>
              <a:rPr lang="en-US" dirty="0"/>
              <a:t> A-B-C-D-A  ,  A-B-C-D-B-E-A are  closed paths.</a:t>
            </a:r>
          </a:p>
          <a:p>
            <a:pPr marL="0" indent="0">
              <a:buNone/>
            </a:pPr>
            <a:r>
              <a:rPr lang="en-US" dirty="0"/>
              <a:t>A trivial path is taken as a closed path.</a:t>
            </a:r>
          </a:p>
          <a:p>
            <a:pPr marL="0" indent="0">
              <a:buNone/>
            </a:pPr>
            <a:r>
              <a:rPr lang="en-US" dirty="0"/>
              <a:t>3.A path ‘P’ is said to be </a:t>
            </a:r>
            <a:r>
              <a:rPr lang="en-US" b="1" u="sng" dirty="0"/>
              <a:t>simple</a:t>
            </a:r>
            <a:r>
              <a:rPr lang="en-US" dirty="0"/>
              <a:t> if all the </a:t>
            </a:r>
            <a:r>
              <a:rPr lang="en-US" u="sng" dirty="0"/>
              <a:t>edges</a:t>
            </a:r>
            <a:r>
              <a:rPr lang="en-US" dirty="0"/>
              <a:t> and </a:t>
            </a:r>
            <a:r>
              <a:rPr lang="en-US" u="sng" dirty="0"/>
              <a:t>vertices</a:t>
            </a:r>
            <a:r>
              <a:rPr lang="en-US" dirty="0"/>
              <a:t> in the path are </a:t>
            </a:r>
            <a:r>
              <a:rPr lang="en-US" u="sng" dirty="0"/>
              <a:t>distinct</a:t>
            </a:r>
            <a:r>
              <a:rPr lang="en-US" dirty="0"/>
              <a:t>. Ex: A-B-C-D, A-B-E-C-D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rabicPeriod"/>
            </a:pPr>
            <a:endParaRPr lang="en-IN" dirty="0"/>
          </a:p>
          <a:p>
            <a:pPr marL="514350" indent="-514350">
              <a:buFont typeface="Arial" pitchFamily="34" charset="0"/>
              <a:buAutoNum type="arabicPeriod"/>
            </a:pP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1" name="Ink 20"/>
              <p14:cNvContentPartPr/>
              <p14:nvPr/>
            </p14:nvContentPartPr>
            <p14:xfrm>
              <a:off x="2015886" y="95830"/>
              <a:ext cx="1796400" cy="1044000"/>
            </p14:xfrm>
          </p:contentPart>
        </mc:Choice>
        <mc:Fallback xmlns="">
          <p:pic>
            <p:nvPicPr>
              <p:cNvPr id="21" name="Ink 20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11926" y="91870"/>
                <a:ext cx="1805400" cy="105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3" name="Ink 22"/>
              <p14:cNvContentPartPr/>
              <p14:nvPr/>
            </p14:nvContentPartPr>
            <p14:xfrm>
              <a:off x="3686286" y="118150"/>
              <a:ext cx="982080" cy="392400"/>
            </p14:xfrm>
          </p:contentPart>
        </mc:Choice>
        <mc:Fallback xmlns="">
          <p:pic>
            <p:nvPicPr>
              <p:cNvPr id="23" name="Ink 22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80886" y="112750"/>
                <a:ext cx="993600" cy="40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4" name="Ink 23"/>
              <p14:cNvContentPartPr/>
              <p14:nvPr/>
            </p14:nvContentPartPr>
            <p14:xfrm>
              <a:off x="3743526" y="509470"/>
              <a:ext cx="863640" cy="588600"/>
            </p14:xfrm>
          </p:contentPart>
        </mc:Choice>
        <mc:Fallback xmlns="">
          <p:pic>
            <p:nvPicPr>
              <p:cNvPr id="24" name="Ink 23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739926" y="505510"/>
                <a:ext cx="873720" cy="59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6" name="Ink 25"/>
              <p14:cNvContentPartPr/>
              <p14:nvPr/>
            </p14:nvContentPartPr>
            <p14:xfrm>
              <a:off x="2045766" y="85030"/>
              <a:ext cx="1620360" cy="1087200"/>
            </p14:xfrm>
          </p:contentPart>
        </mc:Choice>
        <mc:Fallback xmlns="">
          <p:pic>
            <p:nvPicPr>
              <p:cNvPr id="26" name="Ink 25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040366" y="78550"/>
                <a:ext cx="1632600" cy="10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7" name="Ink 26"/>
              <p14:cNvContentPartPr/>
              <p14:nvPr/>
            </p14:nvContentPartPr>
            <p14:xfrm>
              <a:off x="2095446" y="459430"/>
              <a:ext cx="2517480" cy="704880"/>
            </p14:xfrm>
          </p:contentPart>
        </mc:Choice>
        <mc:Fallback xmlns="">
          <p:pic>
            <p:nvPicPr>
              <p:cNvPr id="27" name="Ink 26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089326" y="455830"/>
                <a:ext cx="2531880" cy="71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1" name="Ink 30"/>
              <p14:cNvContentPartPr/>
              <p14:nvPr/>
            </p14:nvContentPartPr>
            <p14:xfrm>
              <a:off x="1855686" y="26350"/>
              <a:ext cx="310320" cy="1365840"/>
            </p14:xfrm>
          </p:contentPart>
        </mc:Choice>
        <mc:Fallback xmlns="">
          <p:pic>
            <p:nvPicPr>
              <p:cNvPr id="31" name="Ink 30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849206" y="18430"/>
                <a:ext cx="324720" cy="138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3" name="Ink 32"/>
              <p14:cNvContentPartPr/>
              <p14:nvPr/>
            </p14:nvContentPartPr>
            <p14:xfrm>
              <a:off x="3729126" y="1185550"/>
              <a:ext cx="156240" cy="162720"/>
            </p14:xfrm>
          </p:contentPart>
        </mc:Choice>
        <mc:Fallback xmlns="">
          <p:pic>
            <p:nvPicPr>
              <p:cNvPr id="33" name="Ink 32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718326" y="1175110"/>
                <a:ext cx="176400" cy="18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4" name="Ink 43"/>
              <p14:cNvContentPartPr/>
              <p14:nvPr/>
            </p14:nvContentPartPr>
            <p14:xfrm>
              <a:off x="3618966" y="23470"/>
              <a:ext cx="329400" cy="122760"/>
            </p14:xfrm>
          </p:contentPart>
        </mc:Choice>
        <mc:Fallback xmlns="">
          <p:pic>
            <p:nvPicPr>
              <p:cNvPr id="44" name="Ink 43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611046" y="15190"/>
                <a:ext cx="34524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45" name="Ink 44"/>
              <p14:cNvContentPartPr/>
              <p14:nvPr/>
            </p14:nvContentPartPr>
            <p14:xfrm>
              <a:off x="1981686" y="191950"/>
              <a:ext cx="1761120" cy="988920"/>
            </p14:xfrm>
          </p:contentPart>
        </mc:Choice>
        <mc:Fallback xmlns="">
          <p:pic>
            <p:nvPicPr>
              <p:cNvPr id="45" name="Ink 44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973766" y="184030"/>
                <a:ext cx="1780200" cy="10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46" name="Ink 45"/>
              <p14:cNvContentPartPr/>
              <p14:nvPr/>
            </p14:nvContentPartPr>
            <p14:xfrm>
              <a:off x="4575126" y="355030"/>
              <a:ext cx="422280" cy="242640"/>
            </p14:xfrm>
          </p:contentPart>
        </mc:Choice>
        <mc:Fallback xmlns="">
          <p:pic>
            <p:nvPicPr>
              <p:cNvPr id="46" name="Ink 45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567566" y="350350"/>
                <a:ext cx="436680" cy="2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49" name="Ink 48"/>
              <p14:cNvContentPartPr/>
              <p14:nvPr/>
            </p14:nvContentPartPr>
            <p14:xfrm>
              <a:off x="9825006" y="2327470"/>
              <a:ext cx="360" cy="360"/>
            </p14:xfrm>
          </p:contentPart>
        </mc:Choice>
        <mc:Fallback xmlns="">
          <p:pic>
            <p:nvPicPr>
              <p:cNvPr id="49" name="Ink 48"/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813126" y="2315590"/>
                <a:ext cx="24120" cy="24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8835170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661375" y="152400"/>
                <a:ext cx="9517487" cy="66294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4. A path of length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IN" dirty="0"/>
                  <a:t> with no repeated edges and whose end vertices are same is  called a </a:t>
                </a:r>
                <a:r>
                  <a:rPr lang="en-IN" sz="3200" b="1" u="sng" dirty="0"/>
                  <a:t>circuit.</a:t>
                </a:r>
                <a:endParaRPr lang="en-IN" b="1" u="sng" dirty="0"/>
              </a:p>
              <a:p>
                <a:pPr marL="0" indent="0">
                  <a:buNone/>
                </a:pPr>
                <a:r>
                  <a:rPr lang="en-US" dirty="0"/>
                  <a:t>Note: A circuit can contain </a:t>
                </a:r>
                <a:r>
                  <a:rPr lang="en-US" u="sng" dirty="0"/>
                  <a:t>repeated vertices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5. A path of length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IN" dirty="0"/>
                  <a:t> with no repeated edges and vertices except its end vertices is  called a cycle.</a:t>
                </a:r>
              </a:p>
              <a:p>
                <a:pPr marL="0" indent="0">
                  <a:buNone/>
                </a:pPr>
                <a:r>
                  <a:rPr lang="en-US" dirty="0"/>
                  <a:t>Note: A </a:t>
                </a:r>
                <a:r>
                  <a:rPr lang="en-US" u="sng" dirty="0"/>
                  <a:t>cycle</a:t>
                </a:r>
                <a:r>
                  <a:rPr lang="en-US" dirty="0"/>
                  <a:t> is a simple circuit.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u="sng" dirty="0"/>
                  <a:t>Path Matrix or Reachability matrix</a:t>
                </a:r>
                <a:r>
                  <a:rPr lang="en-US" dirty="0"/>
                  <a:t>: Let G be a simple digraph with no parallel edges and V={v1,v2….</a:t>
                </a:r>
                <a:r>
                  <a:rPr lang="en-US" dirty="0" err="1"/>
                  <a:t>vn</a:t>
                </a:r>
                <a:r>
                  <a:rPr lang="en-US" dirty="0"/>
                  <a:t>}be its vertex set. Then a </a:t>
                </a:r>
                <a:r>
                  <a:rPr lang="en-US" dirty="0" err="1"/>
                  <a:t>nxn</a:t>
                </a:r>
                <a:r>
                  <a:rPr lang="en-US" dirty="0"/>
                  <a:t> matrix P=[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/>
                  <a:t>]where 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1375" y="152400"/>
                <a:ext cx="9517487" cy="6629400"/>
              </a:xfrm>
              <a:blipFill>
                <a:blip r:embed="rId2"/>
                <a:stretch>
                  <a:fillRect l="-1345" t="-1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5" name="Ink 74"/>
              <p14:cNvContentPartPr/>
              <p14:nvPr/>
            </p14:nvContentPartPr>
            <p14:xfrm>
              <a:off x="2720046" y="5167150"/>
              <a:ext cx="658800" cy="468360"/>
            </p14:xfrm>
          </p:contentPart>
        </mc:Choice>
        <mc:Fallback xmlns="">
          <p:pic>
            <p:nvPicPr>
              <p:cNvPr id="75" name="Ink 74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13206" y="5157790"/>
                <a:ext cx="671400" cy="48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1" name="Ink 80"/>
              <p14:cNvContentPartPr/>
              <p14:nvPr/>
            </p14:nvContentPartPr>
            <p14:xfrm>
              <a:off x="3604206" y="5163910"/>
              <a:ext cx="332280" cy="713520"/>
            </p14:xfrm>
          </p:contentPart>
        </mc:Choice>
        <mc:Fallback xmlns="">
          <p:pic>
            <p:nvPicPr>
              <p:cNvPr id="81" name="Ink 80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593058" y="5155990"/>
                <a:ext cx="355655" cy="73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6" name="Ink 85"/>
              <p14:cNvContentPartPr/>
              <p14:nvPr/>
            </p14:nvContentPartPr>
            <p14:xfrm>
              <a:off x="1925526" y="5107750"/>
              <a:ext cx="8432640" cy="1508400"/>
            </p14:xfrm>
          </p:contentPart>
        </mc:Choice>
        <mc:Fallback xmlns="">
          <p:pic>
            <p:nvPicPr>
              <p:cNvPr id="86" name="Ink 85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918686" y="5100550"/>
                <a:ext cx="8446680" cy="152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" name="Ink 1"/>
              <p14:cNvContentPartPr/>
              <p14:nvPr/>
            </p14:nvContentPartPr>
            <p14:xfrm>
              <a:off x="6937794" y="357794"/>
              <a:ext cx="2525400" cy="31752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889921" y="261565"/>
                <a:ext cx="2621146" cy="50997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8878824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0200" y="152400"/>
            <a:ext cx="8991600" cy="66294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Note: A path matrix only shows presence or absence of </a:t>
            </a:r>
            <a:r>
              <a:rPr lang="en-US" dirty="0" err="1"/>
              <a:t>atleast</a:t>
            </a:r>
            <a:r>
              <a:rPr lang="en-US" dirty="0"/>
              <a:t> one path between a pair of vertices. But it may not show all the paths that may exist.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Method for calculating path matrix: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Let G be a simple digraph with                   vertices.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Let A be adjacency matrix of graph 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Calculate </a:t>
            </a:r>
          </a:p>
          <a:p>
            <a:pPr marL="0" indent="0">
              <a:buNone/>
            </a:pP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9" name="Ink 18"/>
              <p14:cNvContentPartPr/>
              <p14:nvPr/>
            </p14:nvContentPartPr>
            <p14:xfrm>
              <a:off x="6387832" y="2550260"/>
              <a:ext cx="1462680" cy="411840"/>
            </p14:xfrm>
          </p:contentPart>
        </mc:Choice>
        <mc:Fallback xmlns="">
          <p:pic>
            <p:nvPicPr>
              <p:cNvPr id="19" name="Ink 18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78472" y="2541980"/>
                <a:ext cx="1481760" cy="42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74" name="Ink 173"/>
              <p14:cNvContentPartPr/>
              <p14:nvPr/>
            </p14:nvContentPartPr>
            <p14:xfrm>
              <a:off x="1956846" y="3582430"/>
              <a:ext cx="8438400" cy="2579040"/>
            </p14:xfrm>
          </p:contentPart>
        </mc:Choice>
        <mc:Fallback xmlns="">
          <p:pic>
            <p:nvPicPr>
              <p:cNvPr id="174" name="Ink 173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47126" y="3573430"/>
                <a:ext cx="8456040" cy="2595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0765601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0200" y="152400"/>
            <a:ext cx="8991600" cy="662940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8" name="Ink 17"/>
              <p14:cNvContentPartPr/>
              <p14:nvPr/>
            </p14:nvContentPartPr>
            <p14:xfrm>
              <a:off x="2110206" y="946510"/>
              <a:ext cx="1686960" cy="206280"/>
            </p14:xfrm>
          </p:contentPart>
        </mc:Choice>
        <mc:Fallback xmlns="">
          <p:pic>
            <p:nvPicPr>
              <p:cNvPr id="18" name="Ink 17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04446" y="940390"/>
                <a:ext cx="1698120" cy="2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9" name="Ink 38"/>
              <p14:cNvContentPartPr/>
              <p14:nvPr/>
            </p14:nvContentPartPr>
            <p14:xfrm>
              <a:off x="2110206" y="864070"/>
              <a:ext cx="1860840" cy="1541160"/>
            </p14:xfrm>
          </p:contentPart>
        </mc:Choice>
        <mc:Fallback xmlns="">
          <p:pic>
            <p:nvPicPr>
              <p:cNvPr id="39" name="Ink 38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05526" y="858670"/>
                <a:ext cx="1873440" cy="155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1" name="Ink 50"/>
              <p14:cNvContentPartPr/>
              <p14:nvPr/>
            </p14:nvContentPartPr>
            <p14:xfrm>
              <a:off x="1874766" y="765430"/>
              <a:ext cx="469080" cy="2208240"/>
            </p14:xfrm>
          </p:contentPart>
        </mc:Choice>
        <mc:Fallback xmlns="">
          <p:pic>
            <p:nvPicPr>
              <p:cNvPr id="51" name="Ink 50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69006" y="757150"/>
                <a:ext cx="482400" cy="222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7" name="Ink 56"/>
              <p14:cNvContentPartPr/>
              <p14:nvPr/>
            </p14:nvContentPartPr>
            <p14:xfrm>
              <a:off x="3680526" y="2269150"/>
              <a:ext cx="667800" cy="510840"/>
            </p14:xfrm>
          </p:contentPart>
        </mc:Choice>
        <mc:Fallback xmlns="">
          <p:pic>
            <p:nvPicPr>
              <p:cNvPr id="57" name="Ink 56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675486" y="2260156"/>
                <a:ext cx="681120" cy="5295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7" name="Ink 86"/>
              <p14:cNvContentPartPr/>
              <p14:nvPr/>
            </p14:nvContentPartPr>
            <p14:xfrm>
              <a:off x="8370966" y="629710"/>
              <a:ext cx="532440" cy="1719360"/>
            </p14:xfrm>
          </p:contentPart>
        </mc:Choice>
        <mc:Fallback xmlns="">
          <p:pic>
            <p:nvPicPr>
              <p:cNvPr id="87" name="Ink 86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362686" y="622510"/>
                <a:ext cx="544680" cy="173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89" name="Ink 88"/>
              <p14:cNvContentPartPr/>
              <p14:nvPr/>
            </p14:nvContentPartPr>
            <p14:xfrm>
              <a:off x="10138566" y="659590"/>
              <a:ext cx="309240" cy="1590120"/>
            </p14:xfrm>
          </p:contentPart>
        </mc:Choice>
        <mc:Fallback xmlns="">
          <p:pic>
            <p:nvPicPr>
              <p:cNvPr id="89" name="Ink 88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134611" y="652030"/>
                <a:ext cx="323623" cy="160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93" name="Ink 92"/>
              <p14:cNvContentPartPr/>
              <p14:nvPr/>
            </p14:nvContentPartPr>
            <p14:xfrm>
              <a:off x="2079606" y="670390"/>
              <a:ext cx="8195400" cy="5653440"/>
            </p14:xfrm>
          </p:contentPart>
        </mc:Choice>
        <mc:Fallback xmlns="">
          <p:pic>
            <p:nvPicPr>
              <p:cNvPr id="93" name="Ink 92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069526" y="662830"/>
                <a:ext cx="8215200" cy="567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8" name="Ink 107"/>
              <p14:cNvContentPartPr/>
              <p14:nvPr/>
            </p14:nvContentPartPr>
            <p14:xfrm>
              <a:off x="8118606" y="175750"/>
              <a:ext cx="2169360" cy="1192320"/>
            </p14:xfrm>
          </p:contentPart>
        </mc:Choice>
        <mc:Fallback xmlns="">
          <p:pic>
            <p:nvPicPr>
              <p:cNvPr id="108" name="Ink 107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112846" y="171430"/>
                <a:ext cx="2179080" cy="120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33" name="Ink 132"/>
              <p14:cNvContentPartPr/>
              <p14:nvPr/>
            </p14:nvContentPartPr>
            <p14:xfrm>
              <a:off x="3644526" y="937150"/>
              <a:ext cx="672840" cy="1415520"/>
            </p14:xfrm>
          </p:contentPart>
        </mc:Choice>
        <mc:Fallback xmlns="">
          <p:pic>
            <p:nvPicPr>
              <p:cNvPr id="133" name="Ink 132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640926" y="931030"/>
                <a:ext cx="686160" cy="143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65" name="Ink 164"/>
              <p14:cNvContentPartPr/>
              <p14:nvPr/>
            </p14:nvContentPartPr>
            <p14:xfrm>
              <a:off x="2445366" y="1275190"/>
              <a:ext cx="678600" cy="1258200"/>
            </p14:xfrm>
          </p:contentPart>
        </mc:Choice>
        <mc:Fallback xmlns="">
          <p:pic>
            <p:nvPicPr>
              <p:cNvPr id="165" name="Ink 164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436366" y="1267630"/>
                <a:ext cx="693000" cy="127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15" name="Ink 214"/>
              <p14:cNvContentPartPr/>
              <p14:nvPr/>
            </p14:nvContentPartPr>
            <p14:xfrm>
              <a:off x="3276246" y="4985710"/>
              <a:ext cx="366480" cy="1269720"/>
            </p14:xfrm>
          </p:contentPart>
        </mc:Choice>
        <mc:Fallback xmlns="">
          <p:pic>
            <p:nvPicPr>
              <p:cNvPr id="215" name="Ink 214"/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266526" y="4980671"/>
                <a:ext cx="385560" cy="12862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20" name="Ink 219"/>
              <p14:cNvContentPartPr/>
              <p14:nvPr/>
            </p14:nvContentPartPr>
            <p14:xfrm>
              <a:off x="5694006" y="4802470"/>
              <a:ext cx="324720" cy="1588680"/>
            </p14:xfrm>
          </p:contentPart>
        </mc:Choice>
        <mc:Fallback xmlns="">
          <p:pic>
            <p:nvPicPr>
              <p:cNvPr id="220" name="Ink 219"/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690046" y="4794910"/>
                <a:ext cx="338760" cy="160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38" name="Ink 237"/>
              <p14:cNvContentPartPr/>
              <p14:nvPr/>
            </p14:nvContentPartPr>
            <p14:xfrm>
              <a:off x="7450806" y="4692670"/>
              <a:ext cx="376560" cy="1443600"/>
            </p14:xfrm>
          </p:contentPart>
        </mc:Choice>
        <mc:Fallback xmlns="">
          <p:pic>
            <p:nvPicPr>
              <p:cNvPr id="238" name="Ink 237"/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441815" y="4686190"/>
                <a:ext cx="393104" cy="146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52" name="Ink 251"/>
              <p14:cNvContentPartPr/>
              <p14:nvPr/>
            </p14:nvContentPartPr>
            <p14:xfrm>
              <a:off x="7729446" y="4618510"/>
              <a:ext cx="1795680" cy="1487160"/>
            </p14:xfrm>
          </p:contentPart>
        </mc:Choice>
        <mc:Fallback xmlns="">
          <p:pic>
            <p:nvPicPr>
              <p:cNvPr id="252" name="Ink 251"/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722246" y="4610590"/>
                <a:ext cx="1812600" cy="150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53" name="Ink 252"/>
              <p14:cNvContentPartPr/>
              <p14:nvPr/>
            </p14:nvContentPartPr>
            <p14:xfrm>
              <a:off x="9362766" y="4448230"/>
              <a:ext cx="372600" cy="1587600"/>
            </p14:xfrm>
          </p:contentPart>
        </mc:Choice>
        <mc:Fallback xmlns="">
          <p:pic>
            <p:nvPicPr>
              <p:cNvPr id="253" name="Ink 252"/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358806" y="4442831"/>
                <a:ext cx="388800" cy="15969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64" name="Ink 263"/>
              <p14:cNvContentPartPr/>
              <p14:nvPr/>
            </p14:nvContentPartPr>
            <p14:xfrm>
              <a:off x="6614526" y="5224750"/>
              <a:ext cx="904680" cy="453960"/>
            </p14:xfrm>
          </p:contentPart>
        </mc:Choice>
        <mc:Fallback xmlns="">
          <p:pic>
            <p:nvPicPr>
              <p:cNvPr id="264" name="Ink 263"/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606246" y="5216110"/>
                <a:ext cx="922680" cy="471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1361228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7826" name="Object 2"/>
          <p:cNvGraphicFramePr>
            <a:graphicFrameLocks noChangeAspect="1"/>
          </p:cNvGraphicFramePr>
          <p:nvPr/>
        </p:nvGraphicFramePr>
        <p:xfrm>
          <a:off x="1043471" y="848139"/>
          <a:ext cx="10008842" cy="41081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8" name="Document" r:id="rId3" imgW="6868858" imgH="3080250" progId="">
                  <p:embed/>
                </p:oleObj>
              </mc:Choice>
              <mc:Fallback>
                <p:oleObj name="Document" r:id="rId3" imgW="6868858" imgH="3080250" progId="">
                  <p:embed/>
                  <p:pic>
                    <p:nvPicPr>
                      <p:cNvPr id="7782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471" y="848139"/>
                        <a:ext cx="10008842" cy="41081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1793203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8850" name="Object 2"/>
          <p:cNvGraphicFramePr>
            <a:graphicFrameLocks noChangeAspect="1"/>
          </p:cNvGraphicFramePr>
          <p:nvPr/>
        </p:nvGraphicFramePr>
        <p:xfrm>
          <a:off x="1989138" y="387351"/>
          <a:ext cx="7067550" cy="486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2" name="Document" r:id="rId3" imgW="5950204" imgH="4021557" progId="">
                  <p:embed/>
                </p:oleObj>
              </mc:Choice>
              <mc:Fallback>
                <p:oleObj name="Document" r:id="rId3" imgW="5950204" imgH="4021557" progId="">
                  <p:embed/>
                  <p:pic>
                    <p:nvPicPr>
                      <p:cNvPr id="7885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9138" y="387351"/>
                        <a:ext cx="7067550" cy="486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/>
              <p14:cNvContentPartPr/>
              <p14:nvPr/>
            </p14:nvContentPartPr>
            <p14:xfrm>
              <a:off x="7460886" y="1757230"/>
              <a:ext cx="2071080" cy="1796400"/>
            </p14:xfrm>
          </p:contentPart>
        </mc:Choice>
        <mc:Fallback xmlns="">
          <p:pic>
            <p:nvPicPr>
              <p:cNvPr id="11" name="Ink 10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453686" y="1751110"/>
                <a:ext cx="2084040" cy="18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" name="Ink 11"/>
              <p14:cNvContentPartPr/>
              <p14:nvPr/>
            </p14:nvContentPartPr>
            <p14:xfrm>
              <a:off x="8097726" y="1921390"/>
              <a:ext cx="1872720" cy="1340640"/>
            </p14:xfrm>
          </p:contentPart>
        </mc:Choice>
        <mc:Fallback xmlns="">
          <p:pic>
            <p:nvPicPr>
              <p:cNvPr id="12" name="Ink 11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088368" y="1908790"/>
                <a:ext cx="1892876" cy="136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6" name="Ink 15"/>
              <p14:cNvContentPartPr/>
              <p14:nvPr/>
            </p14:nvContentPartPr>
            <p14:xfrm>
              <a:off x="9955326" y="3211990"/>
              <a:ext cx="158040" cy="174240"/>
            </p14:xfrm>
          </p:contentPart>
        </mc:Choice>
        <mc:Fallback xmlns="">
          <p:pic>
            <p:nvPicPr>
              <p:cNvPr id="16" name="Ink 15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945966" y="3204430"/>
                <a:ext cx="17172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0" name="Ink 19"/>
              <p14:cNvContentPartPr/>
              <p14:nvPr/>
            </p14:nvContentPartPr>
            <p14:xfrm>
              <a:off x="6234006" y="4195510"/>
              <a:ext cx="2702160" cy="527760"/>
            </p14:xfrm>
          </p:contentPart>
        </mc:Choice>
        <mc:Fallback xmlns="">
          <p:pic>
            <p:nvPicPr>
              <p:cNvPr id="20" name="Ink 19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228966" y="4191550"/>
                <a:ext cx="2715840" cy="53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78855" name="Ink 78854"/>
              <p14:cNvContentPartPr/>
              <p14:nvPr/>
            </p14:nvContentPartPr>
            <p14:xfrm>
              <a:off x="6608766" y="4865470"/>
              <a:ext cx="2466360" cy="358200"/>
            </p14:xfrm>
          </p:contentPart>
        </mc:Choice>
        <mc:Fallback xmlns="">
          <p:pic>
            <p:nvPicPr>
              <p:cNvPr id="78855" name="Ink 78854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605166" y="4857910"/>
                <a:ext cx="2476800" cy="37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78907" name="Ink 78906"/>
              <p14:cNvContentPartPr/>
              <p14:nvPr/>
            </p14:nvContentPartPr>
            <p14:xfrm>
              <a:off x="1867566" y="4993270"/>
              <a:ext cx="8003160" cy="1697040"/>
            </p14:xfrm>
          </p:contentPart>
        </mc:Choice>
        <mc:Fallback xmlns="">
          <p:pic>
            <p:nvPicPr>
              <p:cNvPr id="78907" name="Ink 78906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857486" y="4984270"/>
                <a:ext cx="8021520" cy="1715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0785442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52600" y="228600"/>
            <a:ext cx="8763000" cy="647700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</a:rPr>
              <a:t>Euler Path</a:t>
            </a:r>
            <a:r>
              <a:rPr lang="en-US" dirty="0"/>
              <a:t>: A Euler Path in a multigraph is a path that includes each edge of the multigraph </a:t>
            </a:r>
            <a:r>
              <a:rPr lang="en-US" u="sng" dirty="0"/>
              <a:t>exactly once </a:t>
            </a:r>
            <a:r>
              <a:rPr lang="en-US" dirty="0"/>
              <a:t>and each vertex of the multigraph </a:t>
            </a:r>
            <a:r>
              <a:rPr lang="en-US" u="sng" dirty="0" err="1"/>
              <a:t>atleast</a:t>
            </a:r>
            <a:r>
              <a:rPr lang="en-US" u="sng" dirty="0"/>
              <a:t> once.</a:t>
            </a:r>
          </a:p>
          <a:p>
            <a:pPr marL="0" indent="0">
              <a:buNone/>
            </a:pPr>
            <a:r>
              <a:rPr lang="en-US" dirty="0"/>
              <a:t>A multigraph is said to be </a:t>
            </a:r>
            <a:r>
              <a:rPr lang="en-US" dirty="0" err="1"/>
              <a:t>traversible</a:t>
            </a:r>
            <a:r>
              <a:rPr lang="en-US" dirty="0"/>
              <a:t> if it has Euler path.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</a:rPr>
              <a:t>Euler Circuit</a:t>
            </a:r>
            <a:r>
              <a:rPr lang="en-US" dirty="0"/>
              <a:t>: A Euler Circuit is a Euler path whose end points are same (OR) A Euler path whose end points are same is called Euler Circuit. 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</a:rPr>
              <a:t>Eulerian Graph</a:t>
            </a:r>
            <a:r>
              <a:rPr lang="en-US" dirty="0"/>
              <a:t>: A multigraph is said to be Eulerian if it has Euler Circuit.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" name="Ink 13"/>
              <p14:cNvContentPartPr/>
              <p14:nvPr/>
            </p14:nvContentPartPr>
            <p14:xfrm>
              <a:off x="12299754" y="5474834"/>
              <a:ext cx="8280" cy="360"/>
            </p14:xfrm>
          </p:contentPart>
        </mc:Choice>
        <mc:Fallback xmlns="">
          <p:pic>
            <p:nvPicPr>
              <p:cNvPr id="14" name="Ink 1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294714" y="5468714"/>
                <a:ext cx="1944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4" name="Ink 53"/>
              <p14:cNvContentPartPr/>
              <p14:nvPr/>
            </p14:nvContentPartPr>
            <p14:xfrm>
              <a:off x="6422634" y="6203834"/>
              <a:ext cx="360" cy="360"/>
            </p14:xfrm>
          </p:contentPart>
        </mc:Choice>
        <mc:Fallback xmlns="">
          <p:pic>
            <p:nvPicPr>
              <p:cNvPr id="54" name="Ink 53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419034" y="6200234"/>
                <a:ext cx="7560" cy="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5" name="Ink 54"/>
              <p14:cNvContentPartPr/>
              <p14:nvPr/>
            </p14:nvContentPartPr>
            <p14:xfrm>
              <a:off x="6344154" y="6209954"/>
              <a:ext cx="8280" cy="6840"/>
            </p14:xfrm>
          </p:contentPart>
        </mc:Choice>
        <mc:Fallback xmlns="">
          <p:pic>
            <p:nvPicPr>
              <p:cNvPr id="55" name="Ink 54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339114" y="6204914"/>
                <a:ext cx="17640" cy="16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0346440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52600" y="228600"/>
            <a:ext cx="8763000" cy="64770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 err="1"/>
              <a:t>Thm</a:t>
            </a:r>
            <a:r>
              <a:rPr lang="en-US" dirty="0"/>
              <a:t>: A graph with more than </a:t>
            </a:r>
            <a:r>
              <a:rPr lang="en-US" u="sng" dirty="0"/>
              <a:t>two odd degree </a:t>
            </a:r>
            <a:r>
              <a:rPr lang="en-US" dirty="0"/>
              <a:t>vertices is not </a:t>
            </a:r>
            <a:r>
              <a:rPr lang="en-US" dirty="0" err="1"/>
              <a:t>traversible</a:t>
            </a:r>
            <a:r>
              <a:rPr lang="en-US" dirty="0"/>
              <a:t>.</a:t>
            </a:r>
          </a:p>
          <a:p>
            <a:pPr marL="0" indent="0" algn="just">
              <a:buNone/>
            </a:pPr>
            <a:r>
              <a:rPr lang="en-US" dirty="0" err="1"/>
              <a:t>Thm</a:t>
            </a:r>
            <a:r>
              <a:rPr lang="en-US" dirty="0"/>
              <a:t>: A connected graph G is Eulerian </a:t>
            </a:r>
            <a:r>
              <a:rPr lang="en-US" dirty="0" err="1"/>
              <a:t>iff</a:t>
            </a:r>
            <a:r>
              <a:rPr lang="en-US" dirty="0"/>
              <a:t> each </a:t>
            </a:r>
            <a:r>
              <a:rPr lang="en-US" u="sng" dirty="0"/>
              <a:t>vertex of G  has even degree </a:t>
            </a:r>
            <a:r>
              <a:rPr lang="en-US" dirty="0"/>
              <a:t>.</a:t>
            </a:r>
          </a:p>
          <a:p>
            <a:pPr marL="0" indent="0" algn="just">
              <a:buNone/>
            </a:pPr>
            <a:r>
              <a:rPr lang="en-US" dirty="0"/>
              <a:t>Note: A connected graph with </a:t>
            </a:r>
            <a:r>
              <a:rPr lang="en-US" u="sng" dirty="0"/>
              <a:t>exactly two odd </a:t>
            </a:r>
            <a:r>
              <a:rPr lang="en-US" dirty="0"/>
              <a:t>degree vertices is </a:t>
            </a:r>
            <a:r>
              <a:rPr lang="en-US" dirty="0" err="1"/>
              <a:t>traversible</a:t>
            </a:r>
            <a:r>
              <a:rPr lang="en-US" dirty="0"/>
              <a:t> (Semi Eulerian). A </a:t>
            </a:r>
            <a:r>
              <a:rPr lang="en-US" dirty="0" err="1"/>
              <a:t>traversible</a:t>
            </a:r>
            <a:r>
              <a:rPr lang="en-US" dirty="0"/>
              <a:t> trail may begin at one odd degree vertex and will end at the other odd degree vertex.</a:t>
            </a:r>
          </a:p>
          <a:p>
            <a:pPr marL="0" indent="0" algn="just">
              <a:buNone/>
            </a:pPr>
            <a:r>
              <a:rPr lang="en-US" dirty="0" err="1"/>
              <a:t>Thm</a:t>
            </a:r>
            <a:r>
              <a:rPr lang="en-US" dirty="0"/>
              <a:t>: A connected graph G is </a:t>
            </a:r>
            <a:r>
              <a:rPr lang="en-US" dirty="0" err="1"/>
              <a:t>traversible</a:t>
            </a:r>
            <a:r>
              <a:rPr lang="en-US" dirty="0"/>
              <a:t> </a:t>
            </a:r>
            <a:r>
              <a:rPr lang="en-US" dirty="0" err="1"/>
              <a:t>iff</a:t>
            </a:r>
            <a:r>
              <a:rPr lang="en-US" dirty="0"/>
              <a:t> G has </a:t>
            </a:r>
            <a:r>
              <a:rPr lang="en-US" u="sng" dirty="0"/>
              <a:t>zero or exactly two vertices of odd </a:t>
            </a:r>
            <a:r>
              <a:rPr lang="en-US" dirty="0"/>
              <a:t>degree.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FF0000"/>
                </a:solidFill>
              </a:rPr>
              <a:t>The problem of drawing a graph on paper without lifting the pen or repeating any path can be done with the help of Euler’s path.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3186480" y="6165360"/>
              <a:ext cx="360" cy="36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82520" y="6161400"/>
                <a:ext cx="8280" cy="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" name="Ink 13"/>
              <p14:cNvContentPartPr/>
              <p14:nvPr/>
            </p14:nvContentPartPr>
            <p14:xfrm>
              <a:off x="6966234" y="5870114"/>
              <a:ext cx="3598200" cy="954360"/>
            </p14:xfrm>
          </p:contentPart>
        </mc:Choice>
        <mc:Fallback xmlns="">
          <p:pic>
            <p:nvPicPr>
              <p:cNvPr id="14" name="Ink 13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957234" y="5861474"/>
                <a:ext cx="3611160" cy="970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7299701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0"/>
            <a:ext cx="9144000" cy="68580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Ex: </a:t>
            </a:r>
            <a:r>
              <a:rPr lang="en-US" dirty="0" err="1"/>
              <a:t>Traversible</a:t>
            </a:r>
            <a:r>
              <a:rPr lang="en-US" dirty="0"/>
              <a:t> Multigraph: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Ex: Eulerian Multigraph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Note: Both G1,G2 are </a:t>
            </a:r>
            <a:r>
              <a:rPr lang="en-US" dirty="0" err="1"/>
              <a:t>traversible</a:t>
            </a:r>
            <a:r>
              <a:rPr lang="en-US" dirty="0"/>
              <a:t> but G1 is not Eulerian graph.</a:t>
            </a:r>
            <a:endParaRPr lang="en-IN" dirty="0"/>
          </a:p>
        </p:txBody>
      </p:sp>
      <p:sp>
        <p:nvSpPr>
          <p:cNvPr id="2" name="TextBox 1"/>
          <p:cNvSpPr txBox="1"/>
          <p:nvPr/>
        </p:nvSpPr>
        <p:spPr>
          <a:xfrm>
            <a:off x="5556914" y="2927446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/>
              <p14:cNvContentPartPr/>
              <p14:nvPr/>
            </p14:nvContentPartPr>
            <p14:xfrm>
              <a:off x="6463200" y="175680"/>
              <a:ext cx="4152960" cy="1564560"/>
            </p14:xfrm>
          </p:contentPart>
        </mc:Choice>
        <mc:Fallback xmlns="">
          <p:pic>
            <p:nvPicPr>
              <p:cNvPr id="8" name="Ink 7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56720" y="168840"/>
                <a:ext cx="4163040" cy="158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/>
              <p14:cNvContentPartPr/>
              <p14:nvPr/>
            </p14:nvContentPartPr>
            <p14:xfrm>
              <a:off x="1818840" y="694800"/>
              <a:ext cx="1243440" cy="1577520"/>
            </p14:xfrm>
          </p:contentPart>
        </mc:Choice>
        <mc:Fallback xmlns="">
          <p:pic>
            <p:nvPicPr>
              <p:cNvPr id="9" name="Ink 8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15600" y="689040"/>
                <a:ext cx="1253880" cy="159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Ink 10"/>
              <p14:cNvContentPartPr/>
              <p14:nvPr/>
            </p14:nvContentPartPr>
            <p14:xfrm>
              <a:off x="1836480" y="603360"/>
              <a:ext cx="4388040" cy="5881680"/>
            </p14:xfrm>
          </p:contentPart>
        </mc:Choice>
        <mc:Fallback xmlns="">
          <p:pic>
            <p:nvPicPr>
              <p:cNvPr id="11" name="Ink 10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30360" y="600120"/>
                <a:ext cx="4404240" cy="589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" name="Ink 11"/>
              <p14:cNvContentPartPr/>
              <p14:nvPr/>
            </p14:nvContentPartPr>
            <p14:xfrm>
              <a:off x="5134080" y="577800"/>
              <a:ext cx="810360" cy="574560"/>
            </p14:xfrm>
          </p:contentPart>
        </mc:Choice>
        <mc:Fallback xmlns="">
          <p:pic>
            <p:nvPicPr>
              <p:cNvPr id="12" name="Ink 11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126160" y="571320"/>
                <a:ext cx="828360" cy="58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3" name="Ink 12"/>
              <p14:cNvContentPartPr/>
              <p14:nvPr/>
            </p14:nvContentPartPr>
            <p14:xfrm>
              <a:off x="4254600" y="606600"/>
              <a:ext cx="1733040" cy="1110240"/>
            </p14:xfrm>
          </p:contentPart>
        </mc:Choice>
        <mc:Fallback xmlns="">
          <p:pic>
            <p:nvPicPr>
              <p:cNvPr id="13" name="Ink 12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250280" y="599400"/>
                <a:ext cx="1745640" cy="112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5" name="Ink 14"/>
              <p14:cNvContentPartPr/>
              <p14:nvPr/>
            </p14:nvContentPartPr>
            <p14:xfrm>
              <a:off x="4766520" y="1321200"/>
              <a:ext cx="145440" cy="135360"/>
            </p14:xfrm>
          </p:contentPart>
        </mc:Choice>
        <mc:Fallback xmlns="">
          <p:pic>
            <p:nvPicPr>
              <p:cNvPr id="15" name="Ink 14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760400" y="1315080"/>
                <a:ext cx="157320" cy="14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2" name="Ink 21"/>
              <p14:cNvContentPartPr/>
              <p14:nvPr/>
            </p14:nvContentPartPr>
            <p14:xfrm>
              <a:off x="5162520" y="1677240"/>
              <a:ext cx="550800" cy="1220760"/>
            </p14:xfrm>
          </p:contentPart>
        </mc:Choice>
        <mc:Fallback xmlns="">
          <p:pic>
            <p:nvPicPr>
              <p:cNvPr id="22" name="Ink 21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155680" y="1671840"/>
                <a:ext cx="564120" cy="122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4" name="Ink 23"/>
              <p14:cNvContentPartPr/>
              <p14:nvPr/>
            </p14:nvContentPartPr>
            <p14:xfrm>
              <a:off x="4401120" y="1683000"/>
              <a:ext cx="1504080" cy="404280"/>
            </p14:xfrm>
          </p:contentPart>
        </mc:Choice>
        <mc:Fallback xmlns="">
          <p:pic>
            <p:nvPicPr>
              <p:cNvPr id="24" name="Ink 23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394640" y="1679760"/>
                <a:ext cx="1517760" cy="41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7" name="Ink 26"/>
              <p14:cNvContentPartPr/>
              <p14:nvPr/>
            </p14:nvContentPartPr>
            <p14:xfrm>
              <a:off x="5305800" y="2760120"/>
              <a:ext cx="140400" cy="412200"/>
            </p14:xfrm>
          </p:contentPart>
        </mc:Choice>
        <mc:Fallback xmlns="">
          <p:pic>
            <p:nvPicPr>
              <p:cNvPr id="27" name="Ink 26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296440" y="2751840"/>
                <a:ext cx="158400" cy="43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0" name="Ink 29"/>
              <p14:cNvContentPartPr/>
              <p14:nvPr/>
            </p14:nvContentPartPr>
            <p14:xfrm>
              <a:off x="2165520" y="3155400"/>
              <a:ext cx="1449000" cy="1286280"/>
            </p14:xfrm>
          </p:contentPart>
        </mc:Choice>
        <mc:Fallback xmlns="">
          <p:pic>
            <p:nvPicPr>
              <p:cNvPr id="30" name="Ink 29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157600" y="3148560"/>
                <a:ext cx="1462680" cy="130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6" name="Ink 35"/>
              <p14:cNvContentPartPr/>
              <p14:nvPr/>
            </p14:nvContentPartPr>
            <p14:xfrm>
              <a:off x="4425240" y="3053520"/>
              <a:ext cx="1837440" cy="1433160"/>
            </p14:xfrm>
          </p:contentPart>
        </mc:Choice>
        <mc:Fallback xmlns="">
          <p:pic>
            <p:nvPicPr>
              <p:cNvPr id="36" name="Ink 35"/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419480" y="3044880"/>
                <a:ext cx="1852200" cy="145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7" name="Ink 36"/>
              <p14:cNvContentPartPr/>
              <p14:nvPr/>
            </p14:nvContentPartPr>
            <p14:xfrm>
              <a:off x="5725560" y="3381120"/>
              <a:ext cx="178200" cy="847080"/>
            </p14:xfrm>
          </p:contentPart>
        </mc:Choice>
        <mc:Fallback xmlns="">
          <p:pic>
            <p:nvPicPr>
              <p:cNvPr id="37" name="Ink 36"/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716560" y="3375000"/>
                <a:ext cx="191160" cy="86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9" name="Ink 38"/>
              <p14:cNvContentPartPr/>
              <p14:nvPr/>
            </p14:nvContentPartPr>
            <p14:xfrm>
              <a:off x="6145680" y="3050640"/>
              <a:ext cx="169200" cy="1503360"/>
            </p14:xfrm>
          </p:contentPart>
        </mc:Choice>
        <mc:Fallback xmlns="">
          <p:pic>
            <p:nvPicPr>
              <p:cNvPr id="39" name="Ink 38"/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139200" y="3043440"/>
                <a:ext cx="184320" cy="151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40" name="Ink 39"/>
              <p14:cNvContentPartPr/>
              <p14:nvPr/>
            </p14:nvContentPartPr>
            <p14:xfrm>
              <a:off x="3976680" y="3764520"/>
              <a:ext cx="770760" cy="204840"/>
            </p14:xfrm>
          </p:contentPart>
        </mc:Choice>
        <mc:Fallback xmlns="">
          <p:pic>
            <p:nvPicPr>
              <p:cNvPr id="40" name="Ink 39"/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969840" y="3756960"/>
                <a:ext cx="784080" cy="2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45" name="Ink 44"/>
              <p14:cNvContentPartPr/>
              <p14:nvPr/>
            </p14:nvContentPartPr>
            <p14:xfrm>
              <a:off x="4965600" y="4065480"/>
              <a:ext cx="145440" cy="164160"/>
            </p14:xfrm>
          </p:contentPart>
        </mc:Choice>
        <mc:Fallback xmlns="">
          <p:pic>
            <p:nvPicPr>
              <p:cNvPr id="45" name="Ink 44"/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957680" y="4058640"/>
                <a:ext cx="162000" cy="18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47" name="Ink 46"/>
              <p14:cNvContentPartPr/>
              <p14:nvPr/>
            </p14:nvContentPartPr>
            <p14:xfrm>
              <a:off x="2219880" y="4381200"/>
              <a:ext cx="4239000" cy="482040"/>
            </p14:xfrm>
          </p:contentPart>
        </mc:Choice>
        <mc:Fallback xmlns="">
          <p:pic>
            <p:nvPicPr>
              <p:cNvPr id="47" name="Ink 46"/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213040" y="4378320"/>
                <a:ext cx="4253760" cy="49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49" name="Ink 48"/>
              <p14:cNvContentPartPr/>
              <p14:nvPr/>
            </p14:nvContentPartPr>
            <p14:xfrm>
              <a:off x="2192160" y="4237920"/>
              <a:ext cx="1443960" cy="221040"/>
            </p14:xfrm>
          </p:contentPart>
        </mc:Choice>
        <mc:Fallback xmlns="">
          <p:pic>
            <p:nvPicPr>
              <p:cNvPr id="49" name="Ink 48"/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184960" y="4233240"/>
                <a:ext cx="145728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54" name="Ink 53"/>
              <p14:cNvContentPartPr/>
              <p14:nvPr/>
            </p14:nvContentPartPr>
            <p14:xfrm>
              <a:off x="4589040" y="3114360"/>
              <a:ext cx="1671120" cy="1530360"/>
            </p14:xfrm>
          </p:contentPart>
        </mc:Choice>
        <mc:Fallback xmlns="">
          <p:pic>
            <p:nvPicPr>
              <p:cNvPr id="54" name="Ink 53"/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582200" y="3107160"/>
                <a:ext cx="1687320" cy="154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59" name="Ink 58"/>
              <p14:cNvContentPartPr/>
              <p14:nvPr/>
            </p14:nvContentPartPr>
            <p14:xfrm>
              <a:off x="2235720" y="5842800"/>
              <a:ext cx="144360" cy="658800"/>
            </p14:xfrm>
          </p:contentPart>
        </mc:Choice>
        <mc:Fallback xmlns="">
          <p:pic>
            <p:nvPicPr>
              <p:cNvPr id="59" name="Ink 58"/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228160" y="5835240"/>
                <a:ext cx="154800" cy="67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60" name="Ink 59"/>
              <p14:cNvContentPartPr/>
              <p14:nvPr/>
            </p14:nvContentPartPr>
            <p14:xfrm>
              <a:off x="5223360" y="5833440"/>
              <a:ext cx="5278680" cy="742320"/>
            </p14:xfrm>
          </p:contentPart>
        </mc:Choice>
        <mc:Fallback xmlns="">
          <p:pic>
            <p:nvPicPr>
              <p:cNvPr id="60" name="Ink 59"/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216520" y="5825880"/>
                <a:ext cx="5295240" cy="75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66" name="Ink 65"/>
              <p14:cNvContentPartPr/>
              <p14:nvPr/>
            </p14:nvContentPartPr>
            <p14:xfrm>
              <a:off x="5810520" y="556200"/>
              <a:ext cx="238680" cy="1427760"/>
            </p14:xfrm>
          </p:contentPart>
        </mc:Choice>
        <mc:Fallback xmlns="">
          <p:pic>
            <p:nvPicPr>
              <p:cNvPr id="66" name="Ink 65"/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806920" y="548280"/>
                <a:ext cx="250200" cy="144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67" name="Ink 66"/>
              <p14:cNvContentPartPr/>
              <p14:nvPr/>
            </p14:nvContentPartPr>
            <p14:xfrm>
              <a:off x="4413000" y="688680"/>
              <a:ext cx="22320" cy="983880"/>
            </p14:xfrm>
          </p:contentPart>
        </mc:Choice>
        <mc:Fallback xmlns="">
          <p:pic>
            <p:nvPicPr>
              <p:cNvPr id="67" name="Ink 66"/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405800" y="680760"/>
                <a:ext cx="34560" cy="10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68" name="Ink 67"/>
              <p14:cNvContentPartPr/>
              <p14:nvPr/>
            </p14:nvContentPartPr>
            <p14:xfrm>
              <a:off x="1827480" y="711360"/>
              <a:ext cx="1226520" cy="898560"/>
            </p14:xfrm>
          </p:contentPart>
        </mc:Choice>
        <mc:Fallback xmlns="">
          <p:pic>
            <p:nvPicPr>
              <p:cNvPr id="68" name="Ink 67"/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823880" y="708480"/>
                <a:ext cx="1238040" cy="90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69" name="Ink 68"/>
              <p14:cNvContentPartPr/>
              <p14:nvPr/>
            </p14:nvContentPartPr>
            <p14:xfrm>
              <a:off x="3579600" y="1130760"/>
              <a:ext cx="930240" cy="187920"/>
            </p14:xfrm>
          </p:contentPart>
        </mc:Choice>
        <mc:Fallback xmlns="">
          <p:pic>
            <p:nvPicPr>
              <p:cNvPr id="69" name="Ink 68"/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573480" y="1125000"/>
                <a:ext cx="941760" cy="20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70" name="Ink 69"/>
              <p14:cNvContentPartPr/>
              <p14:nvPr/>
            </p14:nvContentPartPr>
            <p14:xfrm>
              <a:off x="4617840" y="2422080"/>
              <a:ext cx="5835960" cy="721800"/>
            </p14:xfrm>
          </p:contentPart>
        </mc:Choice>
        <mc:Fallback xmlns="">
          <p:pic>
            <p:nvPicPr>
              <p:cNvPr id="70" name="Ink 69"/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611360" y="2416320"/>
                <a:ext cx="5851080" cy="73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71" name="Ink 70"/>
              <p14:cNvContentPartPr/>
              <p14:nvPr/>
            </p14:nvContentPartPr>
            <p14:xfrm>
              <a:off x="7000320" y="3221640"/>
              <a:ext cx="3608640" cy="853200"/>
            </p14:xfrm>
          </p:contentPart>
        </mc:Choice>
        <mc:Fallback xmlns="">
          <p:pic>
            <p:nvPicPr>
              <p:cNvPr id="71" name="Ink 70"/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991680" y="3211920"/>
                <a:ext cx="3626280" cy="87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72" name="Ink 71"/>
              <p14:cNvContentPartPr/>
              <p14:nvPr/>
            </p14:nvContentPartPr>
            <p14:xfrm>
              <a:off x="2168760" y="2811600"/>
              <a:ext cx="1426320" cy="389520"/>
            </p14:xfrm>
          </p:contentPart>
        </mc:Choice>
        <mc:Fallback xmlns="">
          <p:pic>
            <p:nvPicPr>
              <p:cNvPr id="72" name="Ink 71"/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2163000" y="2805120"/>
                <a:ext cx="1438920" cy="40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74" name="Ink 73"/>
              <p14:cNvContentPartPr/>
              <p14:nvPr/>
            </p14:nvContentPartPr>
            <p14:xfrm>
              <a:off x="4215834" y="5716800"/>
              <a:ext cx="517320" cy="1049126"/>
            </p14:xfrm>
          </p:contentPart>
        </mc:Choice>
        <mc:Fallback xmlns="">
          <p:pic>
            <p:nvPicPr>
              <p:cNvPr id="74" name="Ink 73"/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210074" y="5711400"/>
                <a:ext cx="532080" cy="10620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75" name="Ink 74"/>
              <p14:cNvContentPartPr/>
              <p14:nvPr/>
            </p14:nvContentPartPr>
            <p14:xfrm>
              <a:off x="1663320" y="5947200"/>
              <a:ext cx="365400" cy="149400"/>
            </p14:xfrm>
          </p:contentPart>
        </mc:Choice>
        <mc:Fallback xmlns="">
          <p:pic>
            <p:nvPicPr>
              <p:cNvPr id="75" name="Ink 74"/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655400" y="5940000"/>
                <a:ext cx="378720" cy="16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76" name="Ink 75"/>
              <p14:cNvContentPartPr/>
              <p14:nvPr/>
            </p14:nvContentPartPr>
            <p14:xfrm>
              <a:off x="2260560" y="5834160"/>
              <a:ext cx="1061640" cy="679680"/>
            </p14:xfrm>
          </p:contentPart>
        </mc:Choice>
        <mc:Fallback xmlns="">
          <p:pic>
            <p:nvPicPr>
              <p:cNvPr id="76" name="Ink 75"/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254440" y="5826240"/>
                <a:ext cx="1074240" cy="69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77" name="Ink 76"/>
              <p14:cNvContentPartPr/>
              <p14:nvPr/>
            </p14:nvContentPartPr>
            <p14:xfrm>
              <a:off x="2253000" y="6407280"/>
              <a:ext cx="1023480" cy="87480"/>
            </p14:xfrm>
          </p:contentPart>
        </mc:Choice>
        <mc:Fallback xmlns="">
          <p:pic>
            <p:nvPicPr>
              <p:cNvPr id="77" name="Ink 76"/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248320" y="6404040"/>
                <a:ext cx="1035720" cy="9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80" name="Ink 79"/>
              <p14:cNvContentPartPr/>
              <p14:nvPr/>
            </p14:nvContentPartPr>
            <p14:xfrm>
              <a:off x="3665394" y="5793120"/>
              <a:ext cx="561240" cy="398520"/>
            </p14:xfrm>
          </p:contentPart>
        </mc:Choice>
        <mc:Fallback xmlns="">
          <p:pic>
            <p:nvPicPr>
              <p:cNvPr id="80" name="Ink 79"/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654234" y="5790240"/>
                <a:ext cx="582840" cy="411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4233538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52600" y="228600"/>
            <a:ext cx="8763000" cy="6477000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Prob</a:t>
            </a:r>
            <a:r>
              <a:rPr lang="en-US" dirty="0"/>
              <a:t>: Which of the following are </a:t>
            </a:r>
            <a:r>
              <a:rPr lang="en-US" dirty="0" err="1"/>
              <a:t>traversible</a:t>
            </a:r>
            <a:r>
              <a:rPr lang="en-US" dirty="0"/>
              <a:t>, Eulerian or neither.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/>
              <p14:cNvContentPartPr/>
              <p14:nvPr/>
            </p14:nvContentPartPr>
            <p14:xfrm>
              <a:off x="8948640" y="793080"/>
              <a:ext cx="496080" cy="26100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945400" y="784440"/>
                <a:ext cx="506520" cy="27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/>
              <p14:cNvContentPartPr/>
              <p14:nvPr/>
            </p14:nvContentPartPr>
            <p14:xfrm>
              <a:off x="5610000" y="1018754"/>
              <a:ext cx="487914" cy="347806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01005" y="1011913"/>
                <a:ext cx="501947" cy="3643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/>
              <p14:cNvContentPartPr/>
              <p14:nvPr/>
            </p14:nvContentPartPr>
            <p14:xfrm>
              <a:off x="3451080" y="1292760"/>
              <a:ext cx="353520" cy="357794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442080" y="1284121"/>
                <a:ext cx="370800" cy="3736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Ink 7"/>
              <p14:cNvContentPartPr/>
              <p14:nvPr/>
            </p14:nvContentPartPr>
            <p14:xfrm>
              <a:off x="1968600" y="1346040"/>
              <a:ext cx="211320" cy="862200"/>
            </p14:xfrm>
          </p:contentPart>
        </mc:Choice>
        <mc:Fallback xmlns="">
          <p:pic>
            <p:nvPicPr>
              <p:cNvPr id="8" name="Ink 7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61760" y="1337040"/>
                <a:ext cx="227160" cy="88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" name="Ink 9"/>
              <p14:cNvContentPartPr/>
              <p14:nvPr/>
            </p14:nvContentPartPr>
            <p14:xfrm>
              <a:off x="2149320" y="1395000"/>
              <a:ext cx="4854960" cy="1562040"/>
            </p14:xfrm>
          </p:contentPart>
        </mc:Choice>
        <mc:Fallback xmlns="">
          <p:pic>
            <p:nvPicPr>
              <p:cNvPr id="10" name="Ink 9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143920" y="1391760"/>
                <a:ext cx="4865760" cy="157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4" name="Ink 13"/>
              <p14:cNvContentPartPr/>
              <p14:nvPr/>
            </p14:nvContentPartPr>
            <p14:xfrm>
              <a:off x="7916880" y="1628640"/>
              <a:ext cx="418680" cy="584640"/>
            </p14:xfrm>
          </p:contentPart>
        </mc:Choice>
        <mc:Fallback xmlns="">
          <p:pic>
            <p:nvPicPr>
              <p:cNvPr id="14" name="Ink 13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909320" y="1620000"/>
                <a:ext cx="433800" cy="60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5" name="Ink 14"/>
              <p14:cNvContentPartPr/>
              <p14:nvPr/>
            </p14:nvContentPartPr>
            <p14:xfrm>
              <a:off x="7872240" y="989280"/>
              <a:ext cx="798480" cy="353160"/>
            </p14:xfrm>
          </p:contentPart>
        </mc:Choice>
        <mc:Fallback xmlns="">
          <p:pic>
            <p:nvPicPr>
              <p:cNvPr id="15" name="Ink 14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869360" y="984240"/>
                <a:ext cx="809640" cy="36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6" name="Ink 15"/>
              <p14:cNvContentPartPr/>
              <p14:nvPr/>
            </p14:nvContentPartPr>
            <p14:xfrm>
              <a:off x="6997440" y="1535354"/>
              <a:ext cx="279474" cy="458686"/>
            </p14:xfrm>
          </p:contentPart>
        </mc:Choice>
        <mc:Fallback xmlns="">
          <p:pic>
            <p:nvPicPr>
              <p:cNvPr id="16" name="Ink 15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988448" y="1529593"/>
                <a:ext cx="293142" cy="4734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7" name="Ink 16"/>
              <p14:cNvContentPartPr/>
              <p14:nvPr/>
            </p14:nvContentPartPr>
            <p14:xfrm>
              <a:off x="7912200" y="1008360"/>
              <a:ext cx="1587600" cy="1528920"/>
            </p14:xfrm>
          </p:contentPart>
        </mc:Choice>
        <mc:Fallback xmlns="">
          <p:pic>
            <p:nvPicPr>
              <p:cNvPr id="17" name="Ink 16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901040" y="997560"/>
                <a:ext cx="1608480" cy="155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8" name="Ink 17"/>
              <p14:cNvContentPartPr/>
              <p14:nvPr/>
            </p14:nvContentPartPr>
            <p14:xfrm>
              <a:off x="8411880" y="1425960"/>
              <a:ext cx="861480" cy="811440"/>
            </p14:xfrm>
          </p:contentPart>
        </mc:Choice>
        <mc:Fallback xmlns="">
          <p:pic>
            <p:nvPicPr>
              <p:cNvPr id="18" name="Ink 17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403600" y="1415880"/>
                <a:ext cx="877320" cy="82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3" name="Ink 22"/>
              <p14:cNvContentPartPr/>
              <p14:nvPr/>
            </p14:nvContentPartPr>
            <p14:xfrm>
              <a:off x="5531994" y="2049120"/>
              <a:ext cx="1389846" cy="1036440"/>
            </p14:xfrm>
          </p:contentPart>
        </mc:Choice>
        <mc:Fallback xmlns="">
          <p:pic>
            <p:nvPicPr>
              <p:cNvPr id="23" name="Ink 22"/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526233" y="2040840"/>
                <a:ext cx="1406049" cy="105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5" name="Ink 24"/>
              <p14:cNvContentPartPr/>
              <p14:nvPr/>
            </p14:nvContentPartPr>
            <p14:xfrm>
              <a:off x="8761440" y="3067920"/>
              <a:ext cx="191880" cy="201600"/>
            </p14:xfrm>
          </p:contentPart>
        </mc:Choice>
        <mc:Fallback xmlns="">
          <p:pic>
            <p:nvPicPr>
              <p:cNvPr id="25" name="Ink 24"/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753160" y="3064320"/>
                <a:ext cx="20304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6" name="Ink 25"/>
              <p14:cNvContentPartPr/>
              <p14:nvPr/>
            </p14:nvContentPartPr>
            <p14:xfrm>
              <a:off x="7074840" y="3087360"/>
              <a:ext cx="474234" cy="206280"/>
            </p14:xfrm>
          </p:contentPart>
        </mc:Choice>
        <mc:Fallback xmlns="">
          <p:pic>
            <p:nvPicPr>
              <p:cNvPr id="26" name="Ink 25"/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066564" y="3080520"/>
                <a:ext cx="489706" cy="22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7" name="Ink 26"/>
              <p14:cNvContentPartPr/>
              <p14:nvPr/>
            </p14:nvContentPartPr>
            <p14:xfrm>
              <a:off x="8986080" y="3221640"/>
              <a:ext cx="227160" cy="112680"/>
            </p14:xfrm>
          </p:contentPart>
        </mc:Choice>
        <mc:Fallback xmlns="">
          <p:pic>
            <p:nvPicPr>
              <p:cNvPr id="27" name="Ink 26"/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977440" y="3214800"/>
                <a:ext cx="24408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9" name="Ink 28"/>
              <p14:cNvContentPartPr/>
              <p14:nvPr/>
            </p14:nvContentPartPr>
            <p14:xfrm>
              <a:off x="6443760" y="3524040"/>
              <a:ext cx="334440" cy="182160"/>
            </p14:xfrm>
          </p:contentPart>
        </mc:Choice>
        <mc:Fallback xmlns="">
          <p:pic>
            <p:nvPicPr>
              <p:cNvPr id="29" name="Ink 28"/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436560" y="3519360"/>
                <a:ext cx="348480" cy="19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0" name="Ink 29"/>
              <p14:cNvContentPartPr/>
              <p14:nvPr/>
            </p14:nvContentPartPr>
            <p14:xfrm>
              <a:off x="2135754" y="1422000"/>
              <a:ext cx="1169886" cy="882720"/>
            </p14:xfrm>
          </p:contentPart>
        </mc:Choice>
        <mc:Fallback xmlns="">
          <p:pic>
            <p:nvPicPr>
              <p:cNvPr id="30" name="Ink 29"/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131073" y="1414080"/>
                <a:ext cx="1182849" cy="90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1" name="Ink 30"/>
              <p14:cNvContentPartPr/>
              <p14:nvPr/>
            </p14:nvContentPartPr>
            <p14:xfrm>
              <a:off x="1695720" y="3970800"/>
              <a:ext cx="279360" cy="2420280"/>
            </p14:xfrm>
          </p:contentPart>
        </mc:Choice>
        <mc:Fallback xmlns="">
          <p:pic>
            <p:nvPicPr>
              <p:cNvPr id="31" name="Ink 30"/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689600" y="3965400"/>
                <a:ext cx="293040" cy="243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2" name="Ink 31"/>
              <p14:cNvContentPartPr/>
              <p14:nvPr/>
            </p14:nvContentPartPr>
            <p14:xfrm>
              <a:off x="9320880" y="5938560"/>
              <a:ext cx="1176120" cy="242640"/>
            </p14:xfrm>
          </p:contentPart>
        </mc:Choice>
        <mc:Fallback xmlns="">
          <p:pic>
            <p:nvPicPr>
              <p:cNvPr id="32" name="Ink 31"/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315480" y="5933160"/>
                <a:ext cx="1187640" cy="2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33" name="Ink 32"/>
              <p14:cNvContentPartPr/>
              <p14:nvPr/>
            </p14:nvContentPartPr>
            <p14:xfrm>
              <a:off x="9900480" y="6324840"/>
              <a:ext cx="736920" cy="232200"/>
            </p14:xfrm>
          </p:contentPart>
        </mc:Choice>
        <mc:Fallback xmlns="">
          <p:pic>
            <p:nvPicPr>
              <p:cNvPr id="33" name="Ink 32"/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895440" y="6319440"/>
                <a:ext cx="747000" cy="24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8" name="Ink 37"/>
              <p14:cNvContentPartPr/>
              <p14:nvPr/>
            </p14:nvContentPartPr>
            <p14:xfrm>
              <a:off x="4323720" y="1344960"/>
              <a:ext cx="1626954" cy="867960"/>
            </p14:xfrm>
          </p:contentPart>
        </mc:Choice>
        <mc:Fallback xmlns="">
          <p:pic>
            <p:nvPicPr>
              <p:cNvPr id="38" name="Ink 37"/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317601" y="1337040"/>
                <a:ext cx="1638472" cy="88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39" name="Ink 38"/>
              <p14:cNvContentPartPr/>
              <p14:nvPr/>
            </p14:nvContentPartPr>
            <p14:xfrm>
              <a:off x="1751274" y="1589354"/>
              <a:ext cx="140400" cy="202320"/>
            </p14:xfrm>
          </p:contentPart>
        </mc:Choice>
        <mc:Fallback xmlns="">
          <p:pic>
            <p:nvPicPr>
              <p:cNvPr id="39" name="Ink 38"/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741938" y="1579634"/>
                <a:ext cx="158713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40" name="Ink 39"/>
              <p14:cNvContentPartPr/>
              <p14:nvPr/>
            </p14:nvContentPartPr>
            <p14:xfrm>
              <a:off x="4113840" y="1153754"/>
              <a:ext cx="243834" cy="968806"/>
            </p14:xfrm>
          </p:contentPart>
        </mc:Choice>
        <mc:Fallback xmlns="">
          <p:pic>
            <p:nvPicPr>
              <p:cNvPr id="40" name="Ink 39"/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106288" y="1145474"/>
                <a:ext cx="258939" cy="9857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49" name="Ink 48"/>
              <p14:cNvContentPartPr/>
              <p14:nvPr/>
            </p14:nvContentPartPr>
            <p14:xfrm>
              <a:off x="8954760" y="1863720"/>
              <a:ext cx="887400" cy="941040"/>
            </p14:xfrm>
          </p:contentPart>
        </mc:Choice>
        <mc:Fallback xmlns="">
          <p:pic>
            <p:nvPicPr>
              <p:cNvPr id="49" name="Ink 48"/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948640" y="1856160"/>
                <a:ext cx="900000" cy="95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51" name="Ink 50"/>
              <p14:cNvContentPartPr/>
              <p14:nvPr/>
            </p14:nvContentPartPr>
            <p14:xfrm>
              <a:off x="3401514" y="1912634"/>
              <a:ext cx="2235846" cy="552286"/>
            </p14:xfrm>
          </p:contentPart>
        </mc:Choice>
        <mc:Fallback xmlns="">
          <p:pic>
            <p:nvPicPr>
              <p:cNvPr id="51" name="Ink 50"/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393953" y="1903633"/>
                <a:ext cx="2252048" cy="5688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52" name="Ink 51"/>
              <p14:cNvContentPartPr/>
              <p14:nvPr/>
            </p14:nvContentPartPr>
            <p14:xfrm>
              <a:off x="1621314" y="2514960"/>
              <a:ext cx="2124606" cy="378720"/>
            </p14:xfrm>
          </p:contentPart>
        </mc:Choice>
        <mc:Fallback xmlns="">
          <p:pic>
            <p:nvPicPr>
              <p:cNvPr id="52" name="Ink 51"/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614833" y="2508120"/>
                <a:ext cx="2139008" cy="39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53" name="Ink 52"/>
              <p14:cNvContentPartPr/>
              <p14:nvPr/>
            </p14:nvContentPartPr>
            <p14:xfrm>
              <a:off x="5067954" y="3195314"/>
              <a:ext cx="677046" cy="358606"/>
            </p14:xfrm>
          </p:contentPart>
        </mc:Choice>
        <mc:Fallback xmlns="">
          <p:pic>
            <p:nvPicPr>
              <p:cNvPr id="53" name="Ink 52"/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062552" y="3189193"/>
                <a:ext cx="685689" cy="3737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54" name="Ink 53"/>
              <p14:cNvContentPartPr/>
              <p14:nvPr/>
            </p14:nvContentPartPr>
            <p14:xfrm>
              <a:off x="2121714" y="3786840"/>
              <a:ext cx="8700840" cy="3073680"/>
            </p14:xfrm>
          </p:contentPart>
        </mc:Choice>
        <mc:Fallback xmlns="">
          <p:pic>
            <p:nvPicPr>
              <p:cNvPr id="54" name="Ink 53"/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2114514" y="3779280"/>
                <a:ext cx="8713440" cy="308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62" name="Ink 61"/>
              <p14:cNvContentPartPr/>
              <p14:nvPr/>
            </p14:nvContentPartPr>
            <p14:xfrm>
              <a:off x="9971514" y="5176034"/>
              <a:ext cx="933480" cy="535680"/>
            </p14:xfrm>
          </p:contentPart>
        </mc:Choice>
        <mc:Fallback xmlns="">
          <p:pic>
            <p:nvPicPr>
              <p:cNvPr id="62" name="Ink 61"/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9965754" y="5171714"/>
                <a:ext cx="946440" cy="54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63" name="Ink 62"/>
              <p14:cNvContentPartPr/>
              <p14:nvPr/>
            </p14:nvContentPartPr>
            <p14:xfrm>
              <a:off x="3479634" y="6718994"/>
              <a:ext cx="134280" cy="127440"/>
            </p14:xfrm>
          </p:contentPart>
        </mc:Choice>
        <mc:Fallback xmlns="">
          <p:pic>
            <p:nvPicPr>
              <p:cNvPr id="63" name="Ink 62"/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3473154" y="6713234"/>
                <a:ext cx="14472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64" name="Ink 63"/>
              <p14:cNvContentPartPr/>
              <p14:nvPr/>
            </p14:nvContentPartPr>
            <p14:xfrm>
              <a:off x="3734514" y="6660674"/>
              <a:ext cx="289440" cy="175680"/>
            </p14:xfrm>
          </p:contentPart>
        </mc:Choice>
        <mc:Fallback xmlns="">
          <p:pic>
            <p:nvPicPr>
              <p:cNvPr id="64" name="Ink 63"/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728754" y="6653114"/>
                <a:ext cx="30276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65" name="Ink 64"/>
              <p14:cNvContentPartPr/>
              <p14:nvPr/>
            </p14:nvContentPartPr>
            <p14:xfrm>
              <a:off x="4126914" y="6621794"/>
              <a:ext cx="365400" cy="208440"/>
            </p14:xfrm>
          </p:contentPart>
        </mc:Choice>
        <mc:Fallback xmlns="">
          <p:pic>
            <p:nvPicPr>
              <p:cNvPr id="65" name="Ink 64"/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122234" y="6614954"/>
                <a:ext cx="373680" cy="22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66" name="Ink 65"/>
              <p14:cNvContentPartPr/>
              <p14:nvPr/>
            </p14:nvContentPartPr>
            <p14:xfrm>
              <a:off x="4125114" y="6745274"/>
              <a:ext cx="39240" cy="47520"/>
            </p14:xfrm>
          </p:contentPart>
        </mc:Choice>
        <mc:Fallback xmlns="">
          <p:pic>
            <p:nvPicPr>
              <p:cNvPr id="66" name="Ink 65"/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4121154" y="6741674"/>
                <a:ext cx="4680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67" name="Ink 66"/>
              <p14:cNvContentPartPr/>
              <p14:nvPr/>
            </p14:nvContentPartPr>
            <p14:xfrm>
              <a:off x="4527234" y="6547634"/>
              <a:ext cx="113040" cy="64080"/>
            </p14:xfrm>
          </p:contentPart>
        </mc:Choice>
        <mc:Fallback xmlns="">
          <p:pic>
            <p:nvPicPr>
              <p:cNvPr id="67" name="Ink 66"/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4523634" y="6542234"/>
                <a:ext cx="122400" cy="7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68" name="Ink 67"/>
              <p14:cNvContentPartPr/>
              <p14:nvPr/>
            </p14:nvContentPartPr>
            <p14:xfrm>
              <a:off x="4715874" y="6511634"/>
              <a:ext cx="226440" cy="190440"/>
            </p14:xfrm>
          </p:contentPart>
        </mc:Choice>
        <mc:Fallback xmlns="">
          <p:pic>
            <p:nvPicPr>
              <p:cNvPr id="68" name="Ink 67"/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4710483" y="6505514"/>
                <a:ext cx="237942" cy="20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69" name="Ink 68"/>
              <p14:cNvContentPartPr/>
              <p14:nvPr/>
            </p14:nvContentPartPr>
            <p14:xfrm>
              <a:off x="5006754" y="6471314"/>
              <a:ext cx="6120" cy="4320"/>
            </p14:xfrm>
          </p:contentPart>
        </mc:Choice>
        <mc:Fallback xmlns="">
          <p:pic>
            <p:nvPicPr>
              <p:cNvPr id="69" name="Ink 68"/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002074" y="6467354"/>
                <a:ext cx="17640" cy="14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0653745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52600" y="228600"/>
            <a:ext cx="8763000" cy="64770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Problem: Show that the problem of Konigsberg is unsolvable. </a:t>
            </a:r>
          </a:p>
          <a:p>
            <a:pPr marL="0" indent="0">
              <a:buNone/>
            </a:pPr>
            <a:r>
              <a:rPr lang="en-US" dirty="0" err="1"/>
              <a:t>Soln</a:t>
            </a:r>
            <a:r>
              <a:rPr lang="en-US" dirty="0"/>
              <a:t>: The multigraph of the Konigsberg bridges is as follows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Deg</a:t>
            </a:r>
            <a:r>
              <a:rPr lang="en-US" dirty="0"/>
              <a:t>(A)=5,Deg(B)=3,Deg(C)=3,Deg(D)=3</a:t>
            </a:r>
          </a:p>
          <a:p>
            <a:pPr marL="0" indent="0">
              <a:buNone/>
            </a:pPr>
            <a:r>
              <a:rPr lang="en-US" dirty="0"/>
              <a:t>Since it has more than 2 odd degree vertices it is not </a:t>
            </a:r>
            <a:r>
              <a:rPr lang="en-US" dirty="0" err="1"/>
              <a:t>traversible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3482760" y="2104200"/>
              <a:ext cx="2638800" cy="233208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3040" y="2097720"/>
                <a:ext cx="2658240" cy="2349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0983978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52600" y="228600"/>
            <a:ext cx="8763000" cy="6477000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Prob:Find</a:t>
            </a:r>
            <a:r>
              <a:rPr lang="en-US" dirty="0"/>
              <a:t> which  of the following multigraphs have Euler paths, circuits or neither.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i</a:t>
            </a:r>
            <a:r>
              <a:rPr lang="en-US" dirty="0"/>
              <a:t>) </a:t>
            </a:r>
            <a:r>
              <a:rPr lang="en-US" dirty="0" err="1"/>
              <a:t>Soln</a:t>
            </a:r>
            <a:r>
              <a:rPr lang="en-US" dirty="0"/>
              <a:t>: 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1496280" y="1134720"/>
              <a:ext cx="4788000" cy="244188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84761" y="1126800"/>
                <a:ext cx="4808518" cy="2455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44329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1827</Words>
  <Application>Microsoft Office PowerPoint</Application>
  <PresentationFormat>Widescreen</PresentationFormat>
  <Paragraphs>138</Paragraphs>
  <Slides>54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2" baseType="lpstr"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Document</vt:lpstr>
      <vt:lpstr>GRAPH THEORY</vt:lpstr>
      <vt:lpstr>Applications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 LATITUDE E5470</dc:creator>
  <cp:lastModifiedBy>DELL LATITUDE E5470</cp:lastModifiedBy>
  <cp:revision>13</cp:revision>
  <dcterms:created xsi:type="dcterms:W3CDTF">2025-11-24T06:06:39Z</dcterms:created>
  <dcterms:modified xsi:type="dcterms:W3CDTF">2025-11-27T01:44:53Z</dcterms:modified>
</cp:coreProperties>
</file>